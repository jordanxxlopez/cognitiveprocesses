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420" r:id="rId3"/>
    <p:sldId id="408" r:id="rId4"/>
    <p:sldId id="411" r:id="rId5"/>
    <p:sldId id="413" r:id="rId6"/>
    <p:sldId id="414" r:id="rId7"/>
    <p:sldId id="412" r:id="rId8"/>
    <p:sldId id="415" r:id="rId9"/>
    <p:sldId id="416" r:id="rId10"/>
    <p:sldId id="257" r:id="rId11"/>
    <p:sldId id="419" r:id="rId12"/>
    <p:sldId id="417" r:id="rId13"/>
    <p:sldId id="41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FF9"/>
    <a:srgbClr val="DDFFEE"/>
    <a:srgbClr val="EBEBEB"/>
    <a:srgbClr val="B8B618"/>
    <a:srgbClr val="F6A79E"/>
    <a:srgbClr val="FFD0D9"/>
    <a:srgbClr val="FFE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398"/>
    <p:restoredTop sz="94675"/>
  </p:normalViewPr>
  <p:slideViewPr>
    <p:cSldViewPr snapToGrid="0">
      <p:cViewPr varScale="1">
        <p:scale>
          <a:sx n="103" d="100"/>
          <a:sy n="103" d="100"/>
        </p:scale>
        <p:origin x="176" y="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0:38.483"/>
    </inkml:context>
    <inkml:brush xml:id="br0">
      <inkml:brushProperty name="width" value="0.1" units="cm"/>
      <inkml:brushProperty name="height" value="0.1" units="cm"/>
      <inkml:brushProperty name="color" value="#E71224"/>
    </inkml:brush>
  </inkml:definitions>
  <inkml:trace contextRef="#ctx0" brushRef="#br0">208 1872 24575,'0'55'0,"0"1"0,0-1 0,0 5-865,0 0 0,0 2 865,1 7 0,-2 3-1441,-2 6 1,-1 1 1440,0-5 0,-1 0 0,-1 1 0,-2 1-2279,0 5 0,-1 1 2279,0 3 0,0 2 0,0 6 0,-1 1-402,0 3 1,-1-1 401,1-2 0,-1 0 0,2 1 0,0 1 0,-1 3 0,2 0-269,4-5 1,-1 3 268,-1-14 0,-1 4 0,2-5 133,3 7 1,0-2-134,-2-13 0,-2 2 0,2-6 0,4-4 0,0-3 2007,0 3 0,0-1-2007,0-3 0,0-2 349,0-4 0,0-1-349,0-2 0,0-2 0,0 39 0,0-15 0,0-10 0,0-13 0,0-8 0,0-10 1517,0-5-1517,0-2 2113,0-8-2113,2 0 1377,0-5-1377,0-3 523,0-1-523,0-2 0,-1-1 0,1 2 0,2 5 0,-2 5 0,3 10 0,0 8 0,-2 8 0,0 1 0,-1 2 0,3-1 0,0 0 0,-1 5 0,-1-3 0,-2-1 0,-1-4 0,0-7 0,0-6 0,0-7 0,0-6 0,0-4 0,0-1 0,0-1 0,0-1 0,0-3 0,0 1 0,0-1 0,0 0 0,0-3 0,0-14 0,4 4 0,6-8 0,10 9 0,7-2 0,7-5 0,10-9 0,6-6 0,9-6 0,6-6 0,-2 2 0,-6 4 0,-6 3 0,0 2 0,9-4 0,8-5 0,8-3 0,-2 0 0,6 0 0,-5 3 0,3 3 0,-3 5 0,-1 0 0,2 2 0,-12 5 0,14-4 0,-4 2-433,11-3 433,8-3 0,-4 2 0,3 1 0,4-1 0,-46 14 0,0-1 0,2 1 0,1-1 0,-1 1 0,-1 0 0,33-10 0,-10 1 0,-4 0 0,5 2 0,10-3 0,4 1 0,-7 1 0,2-1 0,3 3 0,-6 2 0,-22 6 0,0 0-863,28-7 863,-27 6 0,2-1 0,29-12 0,-38 11 0,1-2 0,2 1 0,1-1 0,4-2 0,1 0 0,7-1 0,1 1-838,1-1 0,2 0 838,1-1 0,0 2 0,-7 1 0,-1 0 0,-3 1 0,-1 0 0,1 0 0,0 0 0,2-1 0,2 0 0,6-1 0,1 0 19,-3 1 0,0 1-19,-2 0 0,-1 1 0,-3 2 0,-2-1 0,-5 2 0,-2 0 0,-4 1 0,-2 1 0,39-10 0,-9-1 0,-7 3 0,-11 2 789,-6 1-789,-2 2 0,3-1 1755,-3 1-1755,-1 1 390,7 0-390,3-2 0,0 1 0,0 2 0,-5-1 0,5 1 0,7-3 0,-1 0 0,3 0 0,-2 2 0,13-4 0,5-1 0,5-3 0,2-2 0,-8-1 0,-5 1 0,-12 3 0,-6 3 0,2 0 0,3-1 0,6-2 0,-4 1 0,-10 2 0,-5 1 0,-8 6 0,-8 1 0,-2 3 0,-7 1 0,-3 0 0,-1 2 0,-3 0 0,5 1 0,-1 0 0,0 1 0,-2-2 0,-2-1 0,-2 1 0,-3 0 0,-3 2 0,-5-1 0,-2-1 0,-2 0 0,0 0 0,-1 0 0,-1-2 0,-3-1 0,-1-2 0,-3 0 0,0-1 0,0 1 0,0-1 0,2 0 0,0-3 0,0-3 0,0-7 0,0-3 0,0-7 0,0-6 0,0-12 0,0-5 0,0-10 0,0-3 0,0 8 0,2 1 0,3 1 0,3-3 0,1-14 0,-1-2 0,2 1 0,-3 0 0,1 5 0,1 4 0,-3 8 0,0 10 0,-4 10 0,-2 7 0,2 6 0,0 4 0,0 0 0,0 2 0,-2 1 0,0 2 0,0 2 0,0 2 0,0-1 0,0-2 0,0 0 0,0-2 0,0 0 0,0-4 0,0-3 0,2-2 0,0-3 0,3 0 0,1-1 0,0 2 0,0 2 0,-2 5 0,-1 4 0,0 4 0,-1 1 0,0 1 0,-1 2 0,-2 2 0,-2 2 0,-2 3 0,-2 2 0,0 0 0,-1 0 0,1 0 0,0 0 0,0 0 0,-1 0 0,-3-3 0,-4-1 0,-1-1 0,-2 0 0,-2-2 0,-3-3 0,0-1 0,-3-1 0,4 3 0,2-1 0,-2-2 0,0 0 0,-2-2 0,1 0 0,0 0 0,1-2 0,1 0 0,0 0 0,1 0 0,-12-2 0,6 4 0,-10-4 0,8 5 0,-6-2 0,-4 0 0,-3 1 0,-4 1 0,-1-1 0,0 0 0,-2-2 0,7 2 0,2 2 0,3-1 0,2 0 0,-4-4 0,-1-1 0,0 1 0,0-1 0,0-1 0,0 1 0,-6 0 0,0-1 0,3 3 0,0-3 0,1 3 0,-5-1 0,-3-2 0,-1 0 0,3-2 0,3-1 0,1 1 0,3 0 0,3 1 0,2-2 0,4 1 0,0 1 0,3 1 0,-3-1 0,-3-3 0,-2-1 0,-3 1 0,2 4 0,-2 0 0,1 1 0,-9-5 0,11 5 0,-9-5 0,14 10 0,-2-4 0,1 3 0,-1-2 0,-1 1 0,2 2 0,0-2 0,0 3 0,4-1 0,0 1 0,-1 1 0,2-1 0,-4 0 0,-3-1 0,0-2 0,1 2 0,-2-2 0,1-2 0,2 2 0,-2-2 0,3 0 0,2 3 0,2 0 0,0-1 0,-2 2 0,-2-4 0,-3 0 0,0 2 0,1-3 0,1 3 0,4 3 0,0 0 0,4 4 0,4 0 0,2 0 0,2 0 0,1 1 0,2 2 0,2 3 0,2 1 0,-7 0 0,-12 1 0,-16 0 0,-17 0 0,-7-4 0,-4-7 0,-1-6 0,-1-8 0,0-5 0,-3-3 0,-1-4 0,-2 3 0,12 6 0,7 3 0,3 2 0,0-1 0,-11-4 0,-2 0 0,0 0 0,4 1 0,5 3 0,5 1 0,1 1 0,6 2 0,5 1 0,-6 0 0,3 1 0,-9 0 0,-3 3 0,-4 2 0,0 1 0,1 0 0,-3 0 0,7 0 0,-4 1 0,8 1 0,4 0 0,-3 0 0,-6 0 0,-11-5 0,0 0 0,0-3 0,5 0 0,2 0 0,-1 0 0,0 3 0,2-2 0,9 6 0,3 0 0,5 2 0,2 2 0,-1-3 0,4 2 0,4 0 0,4 3 0,2-1 0,2 2 0,0-1 0,1 0 0,3 2 0,-1 0 0,-2 0 0,-3-1 0,-6-1 0,-5-1 0,-4 1 0,-2 1 0,-5 2 0,1-1 0,-4 0 0,4 0 0,2 0 0,-2 3 0,-1-2 0,-4 0 0,0-1 0,0-2 0,-1 2 0,0-1 0,1 2 0,0 1 0,5 1 0,8 0 0,5-2 0,6 0 0,2-1 0,0 1 0,4 2 0,2-1 0,3-1 0,2 0 0,4-1 0,-5-2 0,6 2 0,-5-4 0,6 3 0,-1-2 0,0 0 0,1-1 0,-1-1 0,2 0 0,2-1 0,1 1 0,2 2 0,2 1 0,1 2 0,1-1 0,4 1 0,1 0 0,4 1 0,2 1 0,0 1 0,-2 1 0,0 3 0,-1 1 0,-1 2 0,3 1 0,-2 2 0,2 2 0,-1 3 0,0 0 0,1 2 0,-2 2 0,-2 4 0,2 2 0,-2 1 0,1 0 0,-1 3 0,-2 4 0,2 1 0,1 12 0,0-10 0,-1 12 0,-2-12 0,0 8 0,0 1 0,0 1 0,0 3 0,0-2 0,0 0 0,0-3 0,0-4 0,-1-3 0,-2-2 0,-1-1 0,0-1 0,-2 5 0,1-1 0,0 0 0,-2 2 0,1 0 0,-2 0 0,3 0 0,1-6 0,-2-3 0,2 3 0,-3-4 0,2 1 0,0-1 0,0-3 0,2 0 0,-1-2 0,1-3 0,1-1 0,0-3 0,2-1 0,0 1 0,0 1 0,0-1 0,0 2 0,-2-1 0,0 0 0,-1 0 0,1 0 0,2-1 0,0 0 0,0-3 0,0-2 0,0-4 0,0-1 0,0 1 0,0 0 0,0 0 0,0 0 0,0-1 0,0 0 0,0 0 0,0-1 0,0 1 0,0 1 0,0 0 0,0 0 0,0-1 0,0 0 0,0 0 0,0-1 0,0 3 0,1 2 0,3 2 0,2 1 0,2 1 0,0-1 0,-1 1 0,-1-3 0,-1-1 0,-1-3 0,1-1 0,-1 0 0,-1-2 0,1 1 0,-2 0 0,2-1 0,-2 0 0,0 0 0,0 0 0,-2 2 0,0 0 0,0-1 0,0 2 0,1 3 0,1 5 0,1 1 0,-1 0 0,-2 1 0,0-4 0,0-1 0,0-3 0,0-3 0,1-2 0,0-2 0,0-1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1:35.152"/>
    </inkml:context>
    <inkml:brush xml:id="br0">
      <inkml:brushProperty name="width" value="0.1" units="cm"/>
      <inkml:brushProperty name="height" value="0.1" units="cm"/>
      <inkml:brushProperty name="color" value="#004F8B"/>
    </inkml:brush>
  </inkml:definitions>
  <inkml:trace contextRef="#ctx0" brushRef="#br0">1 1989 24575,'0'-24'0,"0"-53"0,0-11 0,0 21 0,0-4-1455,0 3 1,0 0 1454,0-5 0,0-2-690,0-4 0,0 0 690,-1-3 0,2-2 0,1 10 0,2-2 0,0 2 0,1-10 0,1 0 0,0 14 0,0-3 0,2 6 0,0 7 0,1 5 297,-1 0 0,-1 4-297,5-20 0,-1 15 0,-3 17 1336,-1 13-1336,0 10 1899,-3 6-1899,-1 3 460,2 4-460,1 1 0,-1 3 0,-1 3 0,-3 7 0,-1 1 0,2 13 0,3 10 0,3 20 0,6 21 0,7 17 0,-7-40 0,0 2-515,1 4 0,1 2 515,1 0 0,0-1 0,-3-6 0,1 1 0,7 26 0,-1-3 0,3 5 0,-6-15 0,0-4 0,-2-5 0,1 2 0,-2-10 0,-4-11 0,-1-11 0,-1-9 1030,-3-6-1030,-1-4 0,-4-4 0,0 0 0,3-3 0,0-2 0,0-5 0,0-6 0,-1-6 0,4-14 0,8-21 0,7-12 0,10-18-383,-11 36 1,2 0 382,3-6 0,1-2 0,3-4 0,1 0 0,1 0 0,0 0 0,0 1 0,-1 1 0,19-32 0,-6 14-204,-4 5 204,-1 8 0,3-4 0,-6 7 0,-7 11 0,-7 10 0,-3 9 0,-5 8 756,-2 8-756,-4 3 213,-3 3-213,0 1 0,0 1 0,2 0 0,1-1 0,-1-1 0,1 0 0,-1 0 0,1 1 0,-1 0 0,1 1 0,-1 0 0,-2 3 0,0 3 0,-3 2 0,-2 1 0,0 6 0,-2 11 0,-3 20 0,-3 24 0,-7 20 0,5-33 0,-1 1 0,-1 4 0,0 1-659,-1 5 1,0 2 658,0 3 0,1 1 0,-1 3 0,0 1 0,1 4 0,0 0 0,1-7 0,0-2 0,3-7 0,0-2 0,2-7 0,0-1 0,-1-3 0,1 1 0,0 2 0,1 0 0,0 0 0,0-1 0,-3 44 0,2-12 0,-1-12 0,4-11 0,0-14 0,3-5 0,0-3 0,0 1 0,0 4 1317,0-2-1317,0 3 0,0 2 0,0-1 0,0 0 0,0-8 0,0-3 0,0-9 0,0-6 0,0-4 0,0-5 0,0 0 0,0-3 0,0-3 0,0-1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1:43.536"/>
    </inkml:context>
    <inkml:brush xml:id="br0">
      <inkml:brushProperty name="width" value="0.1" units="cm"/>
      <inkml:brushProperty name="height" value="0.1" units="cm"/>
      <inkml:brushProperty name="color" value="#004F8B"/>
    </inkml:brush>
  </inkml:definitions>
  <inkml:trace contextRef="#ctx0" brushRef="#br0">112 1 24575,'0'25'0,"0"9"0,0 21 0,0 16 0,0 5 0,0 10 0,-5 11 0,-3-1 0,2-46 0,-2 0 0,-5 38 0,4-20 0,4-7 0,3-19 0,0-8 0,-2-9 0,0-6 0,1-2 0,1-5 0,1-3 0,0 0 0,1-1 0,-1-1 0,-1 1 0,0-1 0,0 0 0,1 0 0,-1-1 0,0 3 0,-1 0 0,1 1 0,-3 2 0,1-1 0,2-1 0,-2 0 0,2-2 0,-1 0 0,2-3 0,1-15 0,0 3 0,0-12 0,0 8 0,0-1 0,0 1 0,0-2 0,0 3 0,0-1 0,0 1 0,0 0 0,0-1 0,0 2 0,0 0 0,0 0 0,0-4 0,0-11 0,2-12 0,6-18 0,9-17 0,11-10 0,6-9 0,1 8 0,-7 13 0,-3 10 0,-5 10 0,-1 4 0,-1 6 0,-4 8 0,-2 9 0,-4 7 0,-3 3 0,-1 5 0,-1 3 0,2 2 0,7 2 0,3-2 0,7 0 0,0-1 0,3 1 0,-2 2 0,1 0 0,2 0 0,0 0 0,3 0 0,-3 0 0,-3 0 0,-4 0 0,-5 0 0,-3 0 0,-3 0 0,-2 2 0,-2 1 0,-2 3 0,-2 3 0,0 3 0,0 4 0,-3 6 0,-5 3 0,-7 3 0,-7 3 0,-5 0 0,-3 0 0,-1-1 0,-2-4 0,0-3 0,0-5 0,3-3 0,4-5 0,2-3 0,1-3 0,0-2 0,0-1 0,1-1 0,2 0 0,3 0 0,3 0 0,4 0 0,1 0 0,3 2 0,2 1 0,3 2 0,3 12 0,2 2 0,4 9 0,5 2 0,5 3 0,5 2 0,3 6 0,-2-3 0,2-1 0,-2-3 0,-3-6 0,-2-3 0,-6-7 0,-2-6 0,-2-3 0,-3-2 0,0-1 0,-1 1 0,1 1 0,0 0 0,0 0 0,-1 0 0,1 0 0,-1 0 0,0-1 0,0 0 0,-1 0 0,1 0 0,-2 0 0,1 1 0,0 0 0,0-2 0,0-1 0,0-1 0,-1 1 0,0 2 0,1 1 0,0 0 0,1 0 0,0 0 0,0 0 0,-1-1 0,0 1 0,0 0 0,-1-1 0,0-1 0,1 1 0,-1 1 0,0 0 0,-1-1 0,-2 0 0,0-4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2:09.306"/>
    </inkml:context>
    <inkml:brush xml:id="br0">
      <inkml:brushProperty name="width" value="0.1" units="cm"/>
      <inkml:brushProperty name="height" value="0.1" units="cm"/>
      <inkml:brushProperty name="color" value="#004F8B"/>
    </inkml:brush>
  </inkml:definitions>
  <inkml:trace contextRef="#ctx0" brushRef="#br0">7 98 24575,'-4'34'0,"1"0"0,3 15 0,0-3 0,0 0 0,0 1 0,0-3 0,0-9 0,0-3 0,0-12 0,0-2 0,0-3 0,0-3 0,0-2 0,0-1 0,0 0 0,0-1 0,0 0 0,0-4 0,0-15 0,0 1 0,0-12 0,0 9 0,0-4 0,0-1 0,2-6 0,3-5 0,2 0 0,2-1 0,1 0 0,2-2 0,3-3 0,7-6 0,0 1 0,1 3 0,0 4 0,-4 5 0,-1 3 0,-4 3 0,-3 5 0,-2 4 0,-2 5 0,0 3 0,0 1 0,0 2 0,1 0 0,0 2 0,-1-1 0,0 1 0,0 2 0,-2 0 0,0 5 0,-2 5 0,1 6 0,1 9 0,0 3 0,0 5 0,-3 3 0,1 1 0,-3 0 0,0-5 0,0-3 0,0-6 0,0-3 0,0-2 0,0-3 0,0-3 0,0-3 0,0-2 0,0 0 0,0-1 0,0 0 0,0-4 0,0-28 0,0 7 0,2-24 0,5 11 0,0 7 0,6-7 0,-3 10 0,2-3 0,-2 4 0,-1 1 0,0 5 0,-1 1 0,0 2 0,0 0 0,-2 0 0,-1 2 0,0 1 0,-1 2 0,1-1 0,1-2 0,0 0 0,4-1 0,-3 3 0,3-1 0,-3 3 0,1-1 0,0-1 0,0-1 0,1-3 0,2 0 0,-1 1 0,0 1 0,-2 2 0,-1 1 0,0-1 0,0 2 0,0 2 0,1 2 0,-1-1 0,1 3 0,-3 1 0,1 3 0,-2 4 0,0 2 0,1 1 0,-1 4 0,1 2 0,1 6 0,0 5 0,-1 3 0,0 2 0,-2 0 0,-1 4 0,1-2 0,-3-2 0,0-6 0,0-5 0,0-2 0,0 0 0,0 1 0,0-3 0,0-2 0,0-4 0,0-2 0,0-1 0,0-3 0,0 0 0,0-1 0,0 0 0,0 0 0,0 0 0,0 0 0,0 0 0,0 0 0,0-3 0,0-1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2:40.173"/>
    </inkml:context>
    <inkml:brush xml:id="br0">
      <inkml:brushProperty name="width" value="0.1" units="cm"/>
      <inkml:brushProperty name="height" value="0.1" units="cm"/>
      <inkml:brushProperty name="color" value="#004F8B"/>
    </inkml:brush>
  </inkml:definitions>
  <inkml:trace contextRef="#ctx0" brushRef="#br0">1 1 24575,'59'29'0,"-6"-2"0,19 16 0,-17-12 0,1 0 0,3 5 0,-5-4-9831,14 8 8341,-7-6 4308,1-6-2818,23 5 0,-7-5 1293,14 7-1293,-44-18 0,1 2 0,-2-1 0,2 2 0,5 0 0,2 1 0,-1 1 0,0 1 0,-2-1 0,0 0 0,-3 1 0,-1 0 0,37 21 0,-14-6 0,-2 1 0,-2-1 0,6 1 0,1-1 0,1-1 0,-5-2 0,-2-3 0,5 5 6573,-15-8-6573,-3-2 0,-5 1 0,-4-5 637,16 11-637,0 3 0,-1 1 0,1 1 0,-5-6 0,7 0 0,-1 0 0,-3-4 0,-5-1 0,-5-4 0,-1 0 0,4 1 0,0 1 0,-3 0 0,-3-1 0,-6-1 0,-1 3 0,-3-1 0,-4 0 0,2 3 0,-5-4 0,-1 1 0,1-2 0,1 0 0,5 3 0,2-3 0,3 1 0,2-3 0,5-2 0,-1-1 0,-2-3 0,-7-1 0,-4-2 0,-2 0 0,-2-1 0,2 0 0,-5-2 0,-3-1 0,-5 1 0,-4-2 0,-3 1 0,0 1 0,-1-1 0,-2 1 0,3-1 0,-2 0 0,3 1 0,1 1 0,1 1 0,3 0 0,2 1 0,-1 1 0,3-3 0,-3 0 0,-2-3 0,-2-1 0,-4 0 0,-1 0 0,0 1 0,0-1 0,-3-1 0,1-1 0,-3-1 0,0-1 0,0 1 0,-1 1 0,2 0 0,-1 1 0,5 2 0,4 0 0,2 1 0,5 2 0,5 6 0,3 3 0,6 6 0,3 5 0,-3-2 0,2 3 0,1 1 0,0-1 0,6 4 0,2 1 0,-1-5 0,-1-3 0,-3-5 0,-5-5 0,-3-4 0,-6-4 0,-3-3 0,-1 0 0,-1-1 0,-1 0 0,-3-3 0,-5-1 0,-1-1 0,1 0 0,-4 1 0,0-1 0,-3 0 0,1 0 0,1 0 0,0-1 0,1 0 0,-2-1 0,1 2 0,-1 0 0,-5 0 0,-14-2 0,-7-10 0,-14-3 0,0-10 0,-7-7 0,-1-3 0,-8-7 0,0 0 0,0-1 0,1 0 0,8 7 0,7 5 0,7 7 0,8 7 0,5 2 0,5 2 0,1 2 0,0-1 0,2 2 0,-2-2 0,1-1 0,1 0 0,0 1 0,0 2 0,0 0 0,0 1 0,1 0 0,0 0 0,-2 2 0,0-1 0,-1 0 0,1-1 0,-2 0 0,0-1 0,-1 1 0,1 2 0,2 1 0,0 0 0,-1 1 0,1-1 0,1-1 0,3 0 0,7 1 0,9 6 0,10 8 0,12 9 0,11 11 0,9 9 0,1 1 0,4 3 0,-1 0 0,16 14 0,-21-15 0,11 8 0,-30-25 0,-2-2 0,-7-5 0,-6-1 0,-5-3 0,-3-3 0,-4 0 0,-2-5 0,-1-1 0,0-2 0,-1 1 0,-2 1 0,-4-1 0,-7 2 0,-10 0 0,-10 1 0,-10 3 0,-15 0 0,1 0 0,-5 0 0,2 0 0,1 0 0,-8 1 0,3 0 0,2 1 0,10-3 0,8-2 0,5-1 0,6-3 0,4 1 0,5-2 0,5 2 0,0 1 0,2-1 0,-2 1 0,0 1 0,2-1 0,0 0 0,3 1 0,-2-1 0,-1 0 0,1 1 0,1-1 0,2 0 0,0 0 0,0 0 0,-1 1 0,0 0 0,0 0 0,-2 0 0,-1-1 0,3 1 0,0-1 0,3-1 0,0 0 0,-1-1 0,3-2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2:20.535"/>
    </inkml:context>
    <inkml:brush xml:id="br0">
      <inkml:brushProperty name="width" value="0.1" units="cm"/>
      <inkml:brushProperty name="height" value="0.1" units="cm"/>
      <inkml:brushProperty name="color" value="#004F8B"/>
    </inkml:brush>
  </inkml:definitions>
  <inkml:trace contextRef="#ctx0" brushRef="#br0">30 165 24575,'0'26'0,"0"4"-9831,0 18 8341,0 3 4308,0 5-2818,0 8 0,0 3 0,0 17 0,0 12 373,0-43 1,0 2-374,0 4 0,0 1 0,0 4 0,0 1 0,0 1 0,0 1 0,0-1 0,0 1 0,0 1 0,0-1 0,0-6 0,0 0 0,0 0 0,0 0 0,0 2 0,0 0 0,0 0 0,0 0 0,0 7 0,0 0 0,0-7 0,0-1-129,0-5 1,0-1 128,0-4 0,0-1 0,0 43 0,0-2 0,1-39 0,-2-2 0,-2 18 6175,-2 10-6175,-1-38 0,1-1 0,4-8 1423,-2-7-1423,1-5 415,0-6-415,0-3 0,2-4 0,-1-6 0,1-13 0,0-11 0,0-11 0,2-7 0,5 3 0,7-12 0,4-1 0,4-13 0,3-6 0,1-6 0,5-16 0,-15 43 0,1-2 0,2-4 0,0 0 0,2-3 0,0-1-941,0-2 1,1 0 940,3-3 0,1-1 0,1-2 0,1-2 0,7-13 0,2-2 0,-1 4 0,0 1 0,1-3 0,1 0 0,2 1 0,1 1-1079,-1 6 1,2-1 1078,6-9 0,1-1 0,0 4 0,-1 2 0,1-1 0,0 4 0,-7 13 0,0 3-258,-5 8 1,0 3 257,24-29 0,-16 26 0,-4 4 0,-9 14 0,-9 11 1611,-4 4-1611,-6 7 2301,-4 5-2301,-2 3 641,-2 5-641,-3 2 0,-2 3 0,0 1 0,0 1 0,-2-1 0,1 0 0,-3-2 0,1 0 0,0 0 0,1 1 0,2-2 0,0-1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2:22.235"/>
    </inkml:context>
    <inkml:brush xml:id="br0">
      <inkml:brushProperty name="width" value="0.1" units="cm"/>
      <inkml:brushProperty name="height" value="0.1" units="cm"/>
      <inkml:brushProperty name="color" value="#004F8B"/>
    </inkml:brush>
  </inkml:definitions>
  <inkml:trace contextRef="#ctx0" brushRef="#br0">0 1 24575,'26'12'0,"-5"4"0,15 14 0,-1 3 0,4 5 0,6 1 0,-3 0 0,0 2 0,7 9 0,3 3 0,11 9 0,1 5-501,2 2 501,-2-4 0,-7-3 0,-1-1 0,-3-1 0,-5-3 0,-3-7 0,-6-6 0,0 0 0,1 6 0,-2-1 0,-3 2 0,0 2 0,1 6 0,-1 2 0,-1 3 501,-2-2-501,1 0 0,0 0 0,2-1 0,3 0 0,0-6 0,0-2 0,-7-10 0,-5-11 0,-8-7 0,-5-9 0,-3-3 0,-3-4 0,-1-3 0,-3 1 0,-1 0 0,-2-3 0,1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2:47.881"/>
    </inkml:context>
    <inkml:brush xml:id="br0">
      <inkml:brushProperty name="width" value="0.1" units="cm"/>
      <inkml:brushProperty name="height" value="0.1" units="cm"/>
      <inkml:brushProperty name="color" value="#004F8B"/>
    </inkml:brush>
  </inkml:definitions>
  <inkml:trace contextRef="#ctx0" brushRef="#br0">0 2286 24575,'25'-7'0,"1"-1"0,16-9 0,-1 0 0,26-16 0,-15 7 0,22-10 0,-21 11 0,2-1 0,1 0 0,-1 1 0,0 1 0,-4 1 0,-4 4 0,-2 0 0,-4 4 0,-5 1 0,-1 1 0,5-1 0,4-2 0,7-1 0,1-2 0,2 0 0,3-1 0,1-3 0,1-1 0,-3 2 0,16-7 0,-24 7 0,13-4 0,-29 11 0,3-1 0,-2 3 0,0-2 0,-1 2 0,0 1 0,3-3 0,10-1 0,-2 1 0,0-2 0,1 1 0,-2-1 0,7-3 0,3-2 0,-1 0 0,2 1 0,-2 2 0,-5 0 0,-2 1 0,-7 1 0,-2 1 0,0 1 0,1 1 0,11-6 0,5-2 0,5-1 0,6-5 0,2 0 0,8-2 0,-3 0 0,-1 0 0,-8-1 0,-8 5 0,3 0 0,-6 4 0,2 1 0,0-1 0,-7 2 0,-2 4 0,-7 3 0,-3 3 0,-4 1 0,0 0 0,3 1 0,9-3 0,7-3 0,11-3 0,9-3 0,-2 1 0,0-2 0,-6 1 0,1-1 0,-2-1 0,-4 0 0,-2 0 0,-2-1 0,7 2 0,2-2 0,-1 2 0,4-1 0,0-1 0,10-2 0,-1 0 0,-23 8 0,0 1 0,16-7 0,21-5 0,-26 7 0,7-2 0,-1-1 0,-3 1 0,-7 2 0,2 1 0,-1 2 0,-2 2 0,-3-1 0,-9 6 0,-6 2 0,-7 3 0,-1 1 0,-2 0 0,-3 1 0,-4 1 0,-6 1 0,-3-1 0,-3 3 0,-3 0 0,-14 0 0,-1 0 0,-17 0 0,-2-4 0,-20-2 0,4-2 0,-18-1 0,9 2 0,-7-4 0,-4 0 0,1 1 0,1 1 0,5 1 0,7-1 0,6 1 0,4 0 0,6 3 0,4 1 0,4 0 0,3 1 0,-1 1 0,1 1 0,2 1 0,-1 0 0,1 0 0,2 0 0,2 0 0,5 0 0,3 0 0,0 0 0,1 0 0,1 0 0,-1 0 0,2 1 0,5 1 0,3 1 0,4 1 0,2-2 0,0 0 0,3-2 0,9 2 0,9 2 0,7 3 0,8 3 0,9-2 0,25 3 0,-13-7 0,18 1 0,-25-5 0,4 0 0,0 0 0,-3 0 0,0 0 0,-3 0 0,-5 0 0,-5 0 0,-4 0 0,-3 0 0,-5 0 0,-3 0 0,-4 0 0,-2 0 0,-3 0 0,-2 1 0,-2 2 0,-4-1 0,-2 1 0,0 0 0,-4 0 0,3 0 0,-3-1 0,-1 1 0,0 0 0,-1 0 0,-3 3 0,0-1 0,-1 2 0,-1 0 0,0 0 0,0 0 0,0 1 0,-3 1 0,-9 6 0,-10 10 0,-16 12 0,-21 19 0,22-21 0,-2 2 0,-7 9 0,-2 2-2971,-5 4 0,-2 1 2971,0 3 0,0 1 0,-3 3 0,1-2 0,4-4 0,2-3 0,8-6 0,2-3-163,4-4 1,1-3 162,-24 23-14,3-2 14,5-6 0,10-12 0,12-11 5802,9-11-5802,8-3 114,8-5 1,2-3 0,3-2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3:16.898"/>
    </inkml:context>
    <inkml:brush xml:id="br0">
      <inkml:brushProperty name="width" value="0.1" units="cm"/>
      <inkml:brushProperty name="height" value="0.1" units="cm"/>
      <inkml:brushProperty name="color" value="#FFC114"/>
    </inkml:brush>
  </inkml:definitions>
  <inkml:trace contextRef="#ctx0" brushRef="#br0">1 1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3:23.057"/>
    </inkml:context>
    <inkml:brush xml:id="br0">
      <inkml:brushProperty name="width" value="0.1" units="cm"/>
      <inkml:brushProperty name="height" value="0.1" units="cm"/>
      <inkml:brushProperty name="color" value="#FFC114"/>
    </inkml:brush>
  </inkml:definitions>
  <inkml:trace contextRef="#ctx0" brushRef="#br0">212 1 24575,'0'25'0,"0"11"0,0 14 0,0 19 0,0 27-964,-2-37 1,0 2 963,-1 8 0,-1 3 0,-2 7 0,-3 0 0,-2 2 0,-1-1-986,0 3 1,0-2 985,0-5 0,1-3 0,1-11 0,0-3 0,2-3 0,0-2 0,1-4 0,-1 0 0,-1 1 0,1 1 0,0 1 0,1-1-218,-7 43 218,4-9 0,5 3 0,2-4 0,2-2 0,1-9 0,0-5 1259,2 4-1259,4 6 0,5 15 904,-3-45 0,2 1-904,1 1 0,1 1 0,1 1 0,0 0 0,0 0 0,1 1 0,1 1 0,1 1 0,0 2 0,0 0 0,-2-6 0,1-1 0,-2 0 0,1 0 0,-1-1 0,0 0 0,1 4 0,0 3 0,3 8 0,-1 2 0,1 2 0,-1 1-689,-1 3 0,-1 0 689,0 3 0,0 0 0,-2 0 0,0 1 0,-1 4 0,-1 4 0,-4-8 0,-1 5 0,0-4-1155,-1 14 0,0 1 1155,-2-10 0,-1 4 0,0-5 0,-1 9 0,0-4 0,-2 10 0,1-1 0,-2-11 0,-1-3-556,-1-8 0,-2-4 556,-1-8 0,-1-4 484,-7 39-484,0-13 0,4-21 0,4-21 1371,3-16-1371,3-8 2418,2-6-2418,0-2 1437,0 0-1437,0 0 139,0 3-139,0 5 0,0 4 0,0 3 0,0 2 0,0 0 0,0 3 0,-2 3 0,-3 5 0,0 4 0,-2-3 0,2 1 0,-1-1 0,-1-1 0,-1 3 0,0-4 0,2 0 0,-1 5 0,-1 4 0,-2 9 0,1 1 0,1 1 0,1 1 0,4-1 0,-2-6 0,2-9 0,1-12 0,0-12 0,2-4 0,0-5 0,0-4 0,0-2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3:24.953"/>
    </inkml:context>
    <inkml:brush xml:id="br0">
      <inkml:brushProperty name="width" value="0.1" units="cm"/>
      <inkml:brushProperty name="height" value="0.1" units="cm"/>
      <inkml:brushProperty name="color" value="#FFC114"/>
    </inkml:brush>
  </inkml:definitions>
  <inkml:trace contextRef="#ctx0" brushRef="#br0">195 0 24575,'0'64'0,"0"-1"0,0-6 0,0 5-1337,0 4 1,0 3 1336,0 14 0,0 5-1049,0-18 1,0 2 0,0 1 1048,0 7 0,0 1 0,0 2-561,0 11 1,0 1 0,0 3 560,0-18 0,0 3 0,0 0 0,0 0-1075,-2 3 0,0 2 0,-1-1 0,1-1 1075,-1-2 0,0-1 0,1-1 0,-2-2 0,-1 17 0,0-2 0,-1-2-598,-1-7 0,0-2 0,1-1 598,1-1 0,-1-1 0,1 2 120,-2 4 1,0 1 0,1-1-121,-1 1 0,1 0 0,0-1 0,-1-4 0,1-1 0,0-3 0,-1 20 0,0-4 0,-2-4 0,1-2 0,0-5 0,1-4 0,2-15 0,0-4 0,1-3 0,1-4 0,3 20 1627,0-6-1627,0 19 0,2 7 4092,3 0-4092,6-2 0,7-7 0,3-8 0,6 10 0,2 0 0,-3-5 0,-1 3 0,-5-18 0,-3 2 0,4 13 0,0 6 0,0 9 0,0 0 0,-7 1 0,-10-48 0,-1 1-623,-1 4 1,0 0 622,-2-2 0,0 0 0,0 1 0,0 2 432,0 3 0,0 2-432,0 5 0,0 3 0,-1 10 0,-1 2 0,-2 2 0,-2 1-545,-1 4 1,-1-1 544,-1-9 0,0-1 0,0-6 0,0-2-26,1-4 1,1-3 25,0-9 0,0-1 0,-4 45 0,4-28 5671,2-20-5671,2-15 1029,-1-7-1029,1-4 443,0-7 1,1-8 0,2-4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3:27.273"/>
    </inkml:context>
    <inkml:brush xml:id="br0">
      <inkml:brushProperty name="width" value="0.1" units="cm"/>
      <inkml:brushProperty name="height" value="0.1" units="cm"/>
      <inkml:brushProperty name="color" value="#FFC114"/>
    </inkml:brush>
  </inkml:definitions>
  <inkml:trace contextRef="#ctx0" brushRef="#br0">1 0 24575,'0'36'0,"0"58"0,0-8 0,0-2 0,0 6-2159,0-11 0,0 1 2159,0 15 0,0 4 0,0-27 0,0 2 0,0-1-575,-1-6 1,1 0 0,1 0 574,-1 9 0,1 0 0,1 1 0,1-1 0,1 1 0,1 0 0,1 3 0,1 2 0,1 0-516,2 6 0,0 1 1,1 0 515,1-1 0,1 0 0,-1-1 0,0-3 0,0-1 0,0-2 0,0-6 0,0-1 0,0-1 0,4 26 0,1-3 0,-3-12 0,-1-1 0,-2-4 0,-1 0 0,0 3 0,-2 1-790,0 3 0,-1 1 790,0 5 0,-1 1 288,0 1 0,-2 0-288,-1-4 0,-1-1 0,-1 0 0,-1 0 0,0-5 0,1-1 0,-1-3 0,0-2 0,0-3 0,0-2 0,0-4 0,0-3 0,0-6 0,0-1 0,0-5 0,0-1 801,0-1 0,0-1-801,0 2 0,0 1 0,0 6 0,0 2 1162,0 2 1,0-1-1163,0 2 0,0-1 0,0 1 0,0 0 0,-1-8 0,2-1 0,0 4 0,1-1 0,0-5 0,0-1 0,4 34 2096,2-4-2096,-2-22 0,2 7 0,-1 2 0,0 8 0,2 2 0,-2 1 0,2 1 0,0-11 1273,0-3-1273,1 31 0,0-30 0,1 29 335,-3-40-335,-1 3 832,-2-3-832,-1 0 129,-1-4-129,0-3 0,-3-6 0,0-6 0,0-6 0,0-4 0,0 1 0,0 3 0,0 6 0,0 2 0,0-2 0,2 0 0,3 7 0,1-1 0,5 15 0,-3-17 0,1 5 0,-2-16 0,-2-2 0,0-5 0,0-3 0,-2-5 0,1-3 0,-2-4 0,0-2 0,1 0 0,0-3 0,-1-1 0,1-3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3:30.181"/>
    </inkml:context>
    <inkml:brush xml:id="br0">
      <inkml:brushProperty name="width" value="0.1" units="cm"/>
      <inkml:brushProperty name="height" value="0.1" units="cm"/>
      <inkml:brushProperty name="color" value="#FFC114"/>
    </inkml:brush>
  </inkml:definitions>
  <inkml:trace contextRef="#ctx0" brushRef="#br0">325 0 24575,'0'28'0,"0"52"0,1-30 0,-2 6-2338,-1 32 0,-2 8 2338,0-30 0,-2 1 0,0 3-1199,-2 14 1,-2 3 0,0 2 1198,-2 6 0,0 3 0,-1 2 0,2-18 0,1 2 0,0 2 0,0 0 0,0 4 0,0 3 0,1-1 0,0 0 0,0-4 0,1-1 0,-1 0 0,1 0 0,1 2 0,-1 0 0,1 0 0,1 0 0,-1 2 0,1-1 0,0 1 0,-1 1 0,1 1 0,-1 0 0,1 1 0,0 2 0,2-14 0,-1 2 0,1 0 0,0 0 0,1-1 0,-1 15 0,0-1 0,1 0 0,0 0 0,1-16 0,0 0 0,0 0 0,1 0 0,0 0 0,0-1 0,1 1 0,-1 0 0,1-1 0,0-2 0,-1 12 0,1-2 0,0 0 0,0-1 0,0-1 0,-1 1 0,1-2 0,0-2 0,1 16 0,1-2 0,0-3 0,0-11 0,1-2 0,1-1 0,1 2 0,0-2 0,1 0-128,1-7 1,0-1 0,0-3 127,2 22 0,1-3-451,-1-1 0,-1-3 451,-1-12 0,-1-3 455,-1-10 0,-1-2-455,-2-3 0,0-3 3490,-1 33-3490,-1-20 2678,0-16-2678,0-9 1486,0-14-1486,0-7 991,0-5-991,0-4 0,0 1 0,0-1 0,0 4 0,0 7 0,0 10 0,0 7 0,0 9 0,0 4 0,0 5 0,0 8 0,0-4 0,0 3 0,0 0 0,0 3 0,0 6 0,0-6 0,0 3 0,0 1 0,0 2 0,-2 19 0,-2 7 0,1-45 0,-1 1-492,-1 5 0,0 0 492,0-3 0,-1 0 0,0-5 0,-1 0 0,1 10 0,1-2 0,-4 15 0,2 17 0,1-41 0,2-4 0,1-7 0,3-10 0,-1-5 984,1-4-984,0-3 0,0 1 0,0-1 0,0 0 0,1 0 0,-1-7 0,2-1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3:33.306"/>
    </inkml:context>
    <inkml:brush xml:id="br0">
      <inkml:brushProperty name="width" value="0.1" units="cm"/>
      <inkml:brushProperty name="height" value="0.1" units="cm"/>
      <inkml:brushProperty name="color" value="#FFC114"/>
    </inkml:brush>
  </inkml:definitions>
  <inkml:trace contextRef="#ctx0" brushRef="#br0">196 1 24575,'0'41'0,"0"9"0,0 18 0,0 27 0,0-38 0,0 2-1610,0 12 0,0 3 1610,0 7 0,0 2 0,-1-4 0,-2-1 0,-1 2 0,-1 0 0,-2-1 0,-1 0 0,-1 1 0,-1 1 0,1 4 0,1 1 0,-1-3 0,1-2 0,1-7 0,1-2 0,0-2 0,0-2 461,2-4 0,0-2-461,0-2 0,0-1 0,0-1 0,1-1 0,-1 40 0,1-3-117,1 3 117,0-43 0,0 1-518,1 8 0,-1 3 518,-1 3 0,-1 2 0,2 0 0,0 0 0,-2 2 0,0 0 0,0 1 0,1 1 0,0 0 0,1 0 0,0 3 0,1 0-352,-1-1 1,0-1 351,0-8 0,0-1 0,0-3 0,0 0-634,0-3 1,0-1 633,2 3 0,0 0 0,0 6 0,0 1 0,0 2 0,0 1 0,0 2 0,0 2 0,0 0 0,0 1 0,0 1 0,0 1 0,0-2 0,0-1 0,0-2 0,0-2 0,0-3 0,0-1 0,0-8 0,0-1 0,0-4 0,0 0 130,0-2 0,0 0-130,0 2 0,0 0 0,0 4 0,0 1 0,0-2 0,0 1 0,0 1 0,0 0 106,0-1 0,0 0-106,0 1 0,0 1 0,0 1 0,0 1 0,0-1 0,0 0 0,0-4 0,0 1 0,0 0 0,0 0 0,0-1 0,0 0 0,0 2 0,0-1 0,0-1 0,0-1 0,0-4 0,0-1 0,0 4 0,0 0 0,0 43 0,0-49 0,0 0 0,0 39 2115,0-20-2115,5 17 0,-4-31 1556,4 10-1556,-5-26 369,2 2-369,0 6 909,1 6-909,-1 0 0,-2 3 0,1-1 0,-1 1 0,0-5 0,0-4 0,0-8 0,0-5 0,0 0 0,0-6 0,0-6 0,0-6 0,0-5 0,0-3 0,0-1 0,0-1 0,0 0 0,0-1 0,0 3 0,0 4 0,0 9 0,0 8 0,0 14 0,0 6 0,0 3 0,0 1 0,0-7 0,0-2 0,1-3 0,2-4 0,-1-3 0,2-6 0,-1-8 0,-1-7 0,2-4 0,-4-6 0,2-2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7:34:10.260"/>
    </inkml:context>
    <inkml:brush xml:id="br0">
      <inkml:brushProperty name="width" value="0.1" units="cm"/>
      <inkml:brushProperty name="height" value="0.1" units="cm"/>
      <inkml:brushProperty name="color" value="#E71224"/>
    </inkml:brush>
  </inkml:definitions>
  <inkml:trace contextRef="#ctx0" brushRef="#br0">300 113 24575,'4'40'0,"-1"21"0,-2 11 0,-2 8 0,1-11 0,0 1-1581,0 17 0,0-2 1581,0-22 0,0-4 0,0 41 542,0-15-542,0-6 0,0-15 0,0-6 622,0-16-622,0-8 0,0-15 0,0-10 1617,0-26-1617,0-27 0,0-21 0,0-17 0,0 0 0,0 12 381,0 1-381,0 10 0,0-2 0,0 2 0,0 9 0,0 10 0,0 10 0,0 9 0,0 6 0,0 10 0,0 26 0,0 28 0,0 37 0,0-32 0,0 3 0,0-2 0,0-1 0,0 44 0,0-13 0,0-10 0,0-4 0,0-5 0,0-16 0,0-15 0,0-10 0,0-9 0,0-9 0,0-21 0,0-23 0,-5-30 0,-7-27-216,3 41 0,-1-3 216,-2-5 0,0-2-658,0-2 1,-1 0 657,1-3 0,1 1 0,3 8 0,0 0 0,-2-12 0,2 3-27,0-14 27,-1-14 0,5 50 0,0 6 404,1 12-404,1 9 1341,1 12-1341,1 20 29,0 22-29,0 36 0,-1-21 0,-2 5-503,-1 10 1,-2 4 502,-2 11 0,-1 2-1399,0 2 1,-1-1 1398,1-7 0,1-1 0,0 0 0,1-1-130,1-8 0,-1-3 130,1-3 0,-1-1 0,1-1 0,0-1 0,-1 30 0,3-9 0,3-23 847,0-18-847,1-13 2896,0-10-2896,4-10 319,9-27-319,11-38 0,-4 6 0,0-7-1407,5-21 1,0-7 1406,-8 25 0,1-3 0,-1 0 0,0-5 0,0-2 0,-2 1 0,-1 4 0,-2 1 0,0 1-866,4-25 1,-1 3 865,-2 6 0,-1 3-300,-2 11 1,-1 4 299,0 8 0,-1 3 0,2-23 0,-4 26 0,-4 22 2442,-2 10-2442,0 14 0,0 24 0,0 22 0,0 32 0,0 17 534,0-37 0,0 1-534,0 8 0,0 1 0,0-5 0,0-1 0,0-1 0,0-2 576,0 41-576,0-19 0,0-8 0,0-20 0,0-16 0,0-13 0,0-7 0,0-2 0,0-3 890,0-22-890,0-36 0,0-46 0,0 40 0,0 0 83,0 1 1,0 1-84,-1 3 0,0 3 0,-5-39 0,-2-4 0,-4 7 0,1 14 0,0 19 0,2 15 0,2 16 0,3 15 0,2 27 0,0 45 0,2-9 0,0 8-2061,0 24 1,0 7 2060,0-20 0,0 3 0,0 0 0,0-1 0,0-1 0,0-1-651,0 26 0,0-6 651,0-18 0,0-6 0,1-13 0,0-3 0,2-1 0,0-1 0,3 46 0,3-12 0,-3-25 0,-2-20 0,-2-15 0,-1-24 0,-1-31 0,0-23 3793,0-26-3793,0-7 0,-3-6 1126,-3-7-1126,-3 7 0,-3 2 0,3 7 0,0 10 0,2 5 0,2 7 0,-1 1 0,3 4 0,-1 4 0,2 1 504,-1 7-504,1 3 0,1 8 0,1 10 0,0 16 0,-1 21 0,4 31 0,2 23 0,3 12 0,4 2 0,6 7 0,-10-43 0,4-3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B4B262-1B8B-4A4C-819C-0B7118916BFD}" type="datetimeFigureOut">
              <a:t>9/17/26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C66DEC-9F58-194B-86B9-A0870E5C215A}" type="slidenum">
              <a:t>‹#›</a:t>
            </a:fld>
            <a:endParaRPr lang="en-US"/>
          </a:p>
        </p:txBody>
      </p:sp>
    </p:spTree>
    <p:extLst>
      <p:ext uri="{BB962C8B-B14F-4D97-AF65-F5344CB8AC3E}">
        <p14:creationId xmlns:p14="http://schemas.microsoft.com/office/powerpoint/2010/main" val="1526549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Begin with x = [1] and v = [0]. In Slide Show, press Right Arrow once for each new pair of plotted values and list entries. There are 12 clicks after the initial state.</a:t>
            </a:r>
          </a:p>
          <a:p>
            <a:endParaRPr/>
          </a:p>
          <a:p>
            <a:r>
              <a:t>Numerical assumptions: k/m = 1 and dt = 0.5. At each step, perform x_new = x_old + dt*v_old, followed by v_new = v_old - dt*x_new. This is position-first symplectic Euler. It is an approximate oscillator, not exact cosine/sine samples and not simultaneous forward Euler. The update order matters. Each label and list displays three decimal places, but later steps use full precision. Initial list entries use the requested integers 1 and 0.</a:t>
            </a:r>
          </a:p>
          <a:p>
            <a:endParaRPr/>
          </a:p>
          <a:p>
            <a:r>
              <a:t>Python for a later lesson:</a:t>
            </a:r>
          </a:p>
          <a:p>
            <a:r>
              <a:t>x = [1.0]</a:t>
            </a:r>
          </a:p>
          <a:p>
            <a:r>
              <a:t>v = [0.0]</a:t>
            </a:r>
          </a:p>
          <a:p>
            <a:r>
              <a:t>dt = 0.5</a:t>
            </a:r>
          </a:p>
          <a:p>
            <a:r>
              <a:t>for step in range(12):</a:t>
            </a:r>
          </a:p>
          <a:p>
            <a:r>
              <a:t>    x.append(x[-1] + dt*v[-1])</a:t>
            </a:r>
          </a:p>
          <a:p>
            <a:r>
              <a:t>    v.append(v[-1] - dt*x[-1])</a:t>
            </a:r>
          </a:p>
          <a:p>
            <a:endParaRPr/>
          </a:p>
          <a:p>
            <a:r>
              <a:t>On the first click, x remains 1.000 and v becomes -0.500. On the second click, x becomes 0.750 and v becomes -0.875.</a:t>
            </a:r>
          </a:p>
          <a:p>
            <a:endParaRPr/>
          </a:p>
          <a:p>
            <a:r>
              <a:t>Layout follows the supplied hand-drawn reference: equations on the left, x and v versus time on the right, with growing Python lists along the bottom.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explicit Euler, with x[n] = v[n-1]*dt + x[n-1] and v[n] = -(k/m)*x[n-1]*dt + v[n-1]. k = m = 1 and dt = 0.5. Both formulas are visible from the beginning. The initial plotted values and lists are x[0] = 1 and v[0] = 0.</a:t>
            </a:r>
          </a:p>
          <a:p>
            <a:endParaRPr/>
          </a:p>
          <a:p>
            <a:r>
              <a:t>Press Right Arrow to reveal the x[1] calculation, point, label, and new x list entry together. Press again to reveal v[1] and its calculation, point, label, and list entry. Continue alternating x then v. A total of 24 clicks reveals 12 complete Euler steps. The n label below each formula identifies which calculation is on display. At an x click the previous v calculation remains visible until the following v click. Each completed pair uses the same previous pair despite the sequential presentation.</a:t>
            </a:r>
          </a:p>
          <a:p>
            <a:endParaRPr/>
          </a:p>
          <a:p>
            <a:r>
              <a:t>Unlike slide 1, this slide uses explicit (forward) Euler, not position-first symplectic Euler. Do not use the just-computed x[n] to compute v[n]. For dt=0.5 the explicit method increases the oscillation amplitude; this is numerical error, not physical energy growth. Values displayed in labels, substitutions, and lists are rounded to three decimal places, and all updates use full precision.</a:t>
            </a:r>
          </a:p>
          <a:p>
            <a:endParaRPr/>
          </a:p>
          <a:p>
            <a:r>
              <a:t>Corresponding later Python lesson:</a:t>
            </a:r>
          </a:p>
          <a:p>
            <a:r>
              <a:t>x = [1.0]</a:t>
            </a:r>
          </a:p>
          <a:p>
            <a:r>
              <a:t>v = [0.0]</a:t>
            </a:r>
          </a:p>
          <a:p>
            <a:r>
              <a:t>dt = 0.5</a:t>
            </a:r>
          </a:p>
          <a:p>
            <a:r>
              <a:t>k = m = 1.0</a:t>
            </a:r>
          </a:p>
          <a:p>
            <a:r>
              <a:t>for n in range(1, 13):</a:t>
            </a:r>
          </a:p>
          <a:p>
            <a:r>
              <a:t>    x.append(v[n-1] * dt + x[n-1])</a:t>
            </a:r>
          </a:p>
          <a:p>
            <a:r>
              <a:t>    v.append(-(k/m) * x[n-1] * dt + v[n-1])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B033E-B3E4-D8BF-B72B-3F99C8E4EB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FD9EF3-5FE3-C61F-98D6-E8FD88A41F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86192D-F152-FAA0-B4DC-84915309E29C}"/>
              </a:ext>
            </a:extLst>
          </p:cNvPr>
          <p:cNvSpPr>
            <a:spLocks noGrp="1"/>
          </p:cNvSpPr>
          <p:nvPr>
            <p:ph type="dt" sz="half" idx="10"/>
          </p:nvPr>
        </p:nvSpPr>
        <p:spPr/>
        <p:txBody>
          <a:bodyPr/>
          <a:lstStyle/>
          <a:p>
            <a:fld id="{37646F92-438E-6F40-B57C-2225BFA3E3AC}" type="datetimeFigureOut">
              <a:t>9/17/26</a:t>
            </a:fld>
            <a:endParaRPr lang="en-US"/>
          </a:p>
        </p:txBody>
      </p:sp>
      <p:sp>
        <p:nvSpPr>
          <p:cNvPr id="5" name="Footer Placeholder 4">
            <a:extLst>
              <a:ext uri="{FF2B5EF4-FFF2-40B4-BE49-F238E27FC236}">
                <a16:creationId xmlns:a16="http://schemas.microsoft.com/office/drawing/2014/main" id="{5191B1A3-698B-7644-26F4-7E25AAA22C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E689BC-ABA8-801D-6039-2BCAF27375A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505209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D340-2A5D-9FB2-EE63-A5A7BE0440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BCB61D-74C6-3CE1-EB04-9CB162B2CA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CA2CCA-CE9B-F23C-A59D-29C7370D5CB7}"/>
              </a:ext>
            </a:extLst>
          </p:cNvPr>
          <p:cNvSpPr>
            <a:spLocks noGrp="1"/>
          </p:cNvSpPr>
          <p:nvPr>
            <p:ph type="dt" sz="half" idx="10"/>
          </p:nvPr>
        </p:nvSpPr>
        <p:spPr/>
        <p:txBody>
          <a:bodyPr/>
          <a:lstStyle/>
          <a:p>
            <a:fld id="{37646F92-438E-6F40-B57C-2225BFA3E3AC}" type="datetimeFigureOut">
              <a:t>9/17/26</a:t>
            </a:fld>
            <a:endParaRPr lang="en-US"/>
          </a:p>
        </p:txBody>
      </p:sp>
      <p:sp>
        <p:nvSpPr>
          <p:cNvPr id="5" name="Footer Placeholder 4">
            <a:extLst>
              <a:ext uri="{FF2B5EF4-FFF2-40B4-BE49-F238E27FC236}">
                <a16:creationId xmlns:a16="http://schemas.microsoft.com/office/drawing/2014/main" id="{BA7091C1-7A87-2073-0250-B7D55D8B3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1BC2CF-7EB1-F436-0711-D29B9E2CA57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8023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61481-777C-F700-6715-6054DE70F4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9D9CBD-F458-29FA-8E35-4AA82B861F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52357B-2F6B-3B74-1166-DA395732C899}"/>
              </a:ext>
            </a:extLst>
          </p:cNvPr>
          <p:cNvSpPr>
            <a:spLocks noGrp="1"/>
          </p:cNvSpPr>
          <p:nvPr>
            <p:ph type="dt" sz="half" idx="10"/>
          </p:nvPr>
        </p:nvSpPr>
        <p:spPr/>
        <p:txBody>
          <a:bodyPr/>
          <a:lstStyle/>
          <a:p>
            <a:fld id="{37646F92-438E-6F40-B57C-2225BFA3E3AC}" type="datetimeFigureOut">
              <a:t>9/17/26</a:t>
            </a:fld>
            <a:endParaRPr lang="en-US"/>
          </a:p>
        </p:txBody>
      </p:sp>
      <p:sp>
        <p:nvSpPr>
          <p:cNvPr id="5" name="Footer Placeholder 4">
            <a:extLst>
              <a:ext uri="{FF2B5EF4-FFF2-40B4-BE49-F238E27FC236}">
                <a16:creationId xmlns:a16="http://schemas.microsoft.com/office/drawing/2014/main" id="{2076B74B-EF09-9330-B5EF-CD3382F32C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A4A8CE-01F8-FA16-5B9F-2862FEEC538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668722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4AEF-07C2-1ADC-16F8-ABC7717A9F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CE002D-5A6D-9C8C-3421-75B9117A1D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4A8773-94D3-8AB1-FB00-B17AA969BF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0059AB-2836-81D1-C0BE-2E656A19AE9B}"/>
              </a:ext>
            </a:extLst>
          </p:cNvPr>
          <p:cNvSpPr>
            <a:spLocks noGrp="1"/>
          </p:cNvSpPr>
          <p:nvPr>
            <p:ph type="dt" sz="half" idx="10"/>
          </p:nvPr>
        </p:nvSpPr>
        <p:spPr/>
        <p:txBody>
          <a:bodyPr/>
          <a:lstStyle/>
          <a:p>
            <a:fld id="{37646F92-438E-6F40-B57C-2225BFA3E3AC}" type="datetimeFigureOut">
              <a:t>9/17/26</a:t>
            </a:fld>
            <a:endParaRPr lang="en-US"/>
          </a:p>
        </p:txBody>
      </p:sp>
      <p:sp>
        <p:nvSpPr>
          <p:cNvPr id="6" name="Footer Placeholder 5">
            <a:extLst>
              <a:ext uri="{FF2B5EF4-FFF2-40B4-BE49-F238E27FC236}">
                <a16:creationId xmlns:a16="http://schemas.microsoft.com/office/drawing/2014/main" id="{4364C135-8FE2-FA2E-C91D-EE1B1B05DD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1054F4-CE46-86B3-21E3-5B6ABC966BE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196619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38AE6-1C38-FA87-7D05-0817166174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9F5E04-953C-6026-E6B7-CD1557147B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1890B6-7E39-0F59-D422-B34787C22C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9CB19E-1F65-EA6B-1DE7-C4617E2323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3C98FD-BF81-6C18-5296-BCEB361956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92DB79-8863-0DA7-F8E4-229B6561C45C}"/>
              </a:ext>
            </a:extLst>
          </p:cNvPr>
          <p:cNvSpPr>
            <a:spLocks noGrp="1"/>
          </p:cNvSpPr>
          <p:nvPr>
            <p:ph type="dt" sz="half" idx="10"/>
          </p:nvPr>
        </p:nvSpPr>
        <p:spPr/>
        <p:txBody>
          <a:bodyPr/>
          <a:lstStyle/>
          <a:p>
            <a:fld id="{37646F92-438E-6F40-B57C-2225BFA3E3AC}" type="datetimeFigureOut">
              <a:t>9/17/26</a:t>
            </a:fld>
            <a:endParaRPr lang="en-US"/>
          </a:p>
        </p:txBody>
      </p:sp>
      <p:sp>
        <p:nvSpPr>
          <p:cNvPr id="8" name="Footer Placeholder 7">
            <a:extLst>
              <a:ext uri="{FF2B5EF4-FFF2-40B4-BE49-F238E27FC236}">
                <a16:creationId xmlns:a16="http://schemas.microsoft.com/office/drawing/2014/main" id="{8612CC33-1C75-C6A3-8803-22C0B52CB4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9EE189-3744-D268-6860-5C0D0810630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4202841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E1F1-7BAE-6DF2-0597-710BB17502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C64002-DECD-1DD5-370C-36935B736486}"/>
              </a:ext>
            </a:extLst>
          </p:cNvPr>
          <p:cNvSpPr>
            <a:spLocks noGrp="1"/>
          </p:cNvSpPr>
          <p:nvPr>
            <p:ph type="dt" sz="half" idx="10"/>
          </p:nvPr>
        </p:nvSpPr>
        <p:spPr/>
        <p:txBody>
          <a:bodyPr/>
          <a:lstStyle/>
          <a:p>
            <a:fld id="{37646F92-438E-6F40-B57C-2225BFA3E3AC}" type="datetimeFigureOut">
              <a:t>9/17/26</a:t>
            </a:fld>
            <a:endParaRPr lang="en-US"/>
          </a:p>
        </p:txBody>
      </p:sp>
      <p:sp>
        <p:nvSpPr>
          <p:cNvPr id="4" name="Footer Placeholder 3">
            <a:extLst>
              <a:ext uri="{FF2B5EF4-FFF2-40B4-BE49-F238E27FC236}">
                <a16:creationId xmlns:a16="http://schemas.microsoft.com/office/drawing/2014/main" id="{428C536A-1252-F499-406F-883794863F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22F046-1AC9-B7E5-7053-BFA9C3480092}"/>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66145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08825C-C265-5CAB-7AC0-23439495E732}"/>
              </a:ext>
            </a:extLst>
          </p:cNvPr>
          <p:cNvSpPr>
            <a:spLocks noGrp="1"/>
          </p:cNvSpPr>
          <p:nvPr>
            <p:ph type="dt" sz="half" idx="10"/>
          </p:nvPr>
        </p:nvSpPr>
        <p:spPr/>
        <p:txBody>
          <a:bodyPr/>
          <a:lstStyle/>
          <a:p>
            <a:fld id="{37646F92-438E-6F40-B57C-2225BFA3E3AC}" type="datetimeFigureOut">
              <a:t>9/17/26</a:t>
            </a:fld>
            <a:endParaRPr lang="en-US"/>
          </a:p>
        </p:txBody>
      </p:sp>
      <p:sp>
        <p:nvSpPr>
          <p:cNvPr id="3" name="Footer Placeholder 2">
            <a:extLst>
              <a:ext uri="{FF2B5EF4-FFF2-40B4-BE49-F238E27FC236}">
                <a16:creationId xmlns:a16="http://schemas.microsoft.com/office/drawing/2014/main" id="{179341E9-CE1B-FFF8-0DFF-7374EA2A16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4EB226-0556-2DD2-A2F4-E84E8F99B64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96573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E27F-0FE7-B99E-99CA-715FE1B10C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1A9ADE-C28A-1C3D-D71D-F439E74F8A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A4577-3B61-9617-C828-92398BAF7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BA225C-6E8F-3199-5A3B-C315D2BA567E}"/>
              </a:ext>
            </a:extLst>
          </p:cNvPr>
          <p:cNvSpPr>
            <a:spLocks noGrp="1"/>
          </p:cNvSpPr>
          <p:nvPr>
            <p:ph type="dt" sz="half" idx="10"/>
          </p:nvPr>
        </p:nvSpPr>
        <p:spPr/>
        <p:txBody>
          <a:bodyPr/>
          <a:lstStyle/>
          <a:p>
            <a:fld id="{37646F92-438E-6F40-B57C-2225BFA3E3AC}" type="datetimeFigureOut">
              <a:t>9/17/26</a:t>
            </a:fld>
            <a:endParaRPr lang="en-US"/>
          </a:p>
        </p:txBody>
      </p:sp>
      <p:sp>
        <p:nvSpPr>
          <p:cNvPr id="6" name="Footer Placeholder 5">
            <a:extLst>
              <a:ext uri="{FF2B5EF4-FFF2-40B4-BE49-F238E27FC236}">
                <a16:creationId xmlns:a16="http://schemas.microsoft.com/office/drawing/2014/main" id="{ABF5E875-97F1-4B2A-5AC0-2708F95A8F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9913F0-2055-E8BD-7B35-7E894E49B2C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399518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786A4-D083-E51D-7524-E16AB0944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09D880-38EE-237D-3B88-94692F1002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3C8615-1F31-7C21-7C9F-42E9CAF533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A19CCF-F8C3-71E1-3349-C5899E5CF156}"/>
              </a:ext>
            </a:extLst>
          </p:cNvPr>
          <p:cNvSpPr>
            <a:spLocks noGrp="1"/>
          </p:cNvSpPr>
          <p:nvPr>
            <p:ph type="dt" sz="half" idx="10"/>
          </p:nvPr>
        </p:nvSpPr>
        <p:spPr/>
        <p:txBody>
          <a:bodyPr/>
          <a:lstStyle/>
          <a:p>
            <a:fld id="{37646F92-438E-6F40-B57C-2225BFA3E3AC}" type="datetimeFigureOut">
              <a:t>9/17/26</a:t>
            </a:fld>
            <a:endParaRPr lang="en-US"/>
          </a:p>
        </p:txBody>
      </p:sp>
      <p:sp>
        <p:nvSpPr>
          <p:cNvPr id="6" name="Footer Placeholder 5">
            <a:extLst>
              <a:ext uri="{FF2B5EF4-FFF2-40B4-BE49-F238E27FC236}">
                <a16:creationId xmlns:a16="http://schemas.microsoft.com/office/drawing/2014/main" id="{3B00CE98-EA24-C4F2-2E03-187AED28F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80172-B8E6-505C-52B3-AE108F4AA2C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27392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C4F2-4109-BD4B-6D8C-A57D0513AC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57E555-8D2E-C3F2-9CA2-43C5006F1E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D83CD-08CA-0D74-7CDD-56087C9B77FB}"/>
              </a:ext>
            </a:extLst>
          </p:cNvPr>
          <p:cNvSpPr>
            <a:spLocks noGrp="1"/>
          </p:cNvSpPr>
          <p:nvPr>
            <p:ph type="dt" sz="half" idx="10"/>
          </p:nvPr>
        </p:nvSpPr>
        <p:spPr/>
        <p:txBody>
          <a:bodyPr/>
          <a:lstStyle/>
          <a:p>
            <a:fld id="{37646F92-438E-6F40-B57C-2225BFA3E3AC}" type="datetimeFigureOut">
              <a:t>9/17/26</a:t>
            </a:fld>
            <a:endParaRPr lang="en-US"/>
          </a:p>
        </p:txBody>
      </p:sp>
      <p:sp>
        <p:nvSpPr>
          <p:cNvPr id="5" name="Footer Placeholder 4">
            <a:extLst>
              <a:ext uri="{FF2B5EF4-FFF2-40B4-BE49-F238E27FC236}">
                <a16:creationId xmlns:a16="http://schemas.microsoft.com/office/drawing/2014/main" id="{EB06D11C-63FE-4B11-B038-2FE264562A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5DCBD-EC9E-3896-73AC-1D10CD39318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76175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5FED0E-7240-2A07-6730-FCED2E24E2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0051B0-D11C-F6BC-941E-5F6EA59DD7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58A2D8-5FF9-4174-9DEA-697BE8BEE516}"/>
              </a:ext>
            </a:extLst>
          </p:cNvPr>
          <p:cNvSpPr>
            <a:spLocks noGrp="1"/>
          </p:cNvSpPr>
          <p:nvPr>
            <p:ph type="dt" sz="half" idx="10"/>
          </p:nvPr>
        </p:nvSpPr>
        <p:spPr/>
        <p:txBody>
          <a:bodyPr/>
          <a:lstStyle/>
          <a:p>
            <a:fld id="{37646F92-438E-6F40-B57C-2225BFA3E3AC}" type="datetimeFigureOut">
              <a:t>9/17/26</a:t>
            </a:fld>
            <a:endParaRPr lang="en-US"/>
          </a:p>
        </p:txBody>
      </p:sp>
      <p:sp>
        <p:nvSpPr>
          <p:cNvPr id="5" name="Footer Placeholder 4">
            <a:extLst>
              <a:ext uri="{FF2B5EF4-FFF2-40B4-BE49-F238E27FC236}">
                <a16:creationId xmlns:a16="http://schemas.microsoft.com/office/drawing/2014/main" id="{B0EFEC65-256E-FCF4-185C-ED1C944759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277BC-7B02-B700-CCD6-342F9BF435C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3141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032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FF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9B67B5-93D6-11CF-76A0-070C5F42A4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0E95ED-9CA4-E2D1-3B66-C39D94808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F15462-D29C-2E3A-787F-43D9CCDE42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646F92-438E-6F40-B57C-2225BFA3E3AC}" type="datetimeFigureOut">
              <a:t>9/17/26</a:t>
            </a:fld>
            <a:endParaRPr lang="en-US"/>
          </a:p>
        </p:txBody>
      </p:sp>
      <p:sp>
        <p:nvSpPr>
          <p:cNvPr id="5" name="Footer Placeholder 4">
            <a:extLst>
              <a:ext uri="{FF2B5EF4-FFF2-40B4-BE49-F238E27FC236}">
                <a16:creationId xmlns:a16="http://schemas.microsoft.com/office/drawing/2014/main" id="{9E8167E5-E6D2-5D53-ED01-171102C405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BB2A63-327D-25E4-F362-1FC7B3E17D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837906-23E7-C341-9F29-2E2CC23DE015}" type="slidenum">
              <a:t>‹#›</a:t>
            </a:fld>
            <a:endParaRPr lang="en-US"/>
          </a:p>
        </p:txBody>
      </p:sp>
    </p:spTree>
    <p:extLst>
      <p:ext uri="{BB962C8B-B14F-4D97-AF65-F5344CB8AC3E}">
        <p14:creationId xmlns:p14="http://schemas.microsoft.com/office/powerpoint/2010/main" val="3519594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NULL"/><Relationship Id="rId18" Type="http://schemas.openxmlformats.org/officeDocument/2006/relationships/customXml" Target="../ink/ink9.xml"/><Relationship Id="rId26" Type="http://schemas.openxmlformats.org/officeDocument/2006/relationships/customXml" Target="../ink/ink13.xml"/><Relationship Id="rId3" Type="http://schemas.openxmlformats.org/officeDocument/2006/relationships/image" Target="NULL"/><Relationship Id="rId21" Type="http://schemas.openxmlformats.org/officeDocument/2006/relationships/image" Target="NULL"/><Relationship Id="rId7" Type="http://schemas.openxmlformats.org/officeDocument/2006/relationships/image" Target="NULL"/><Relationship Id="rId12" Type="http://schemas.openxmlformats.org/officeDocument/2006/relationships/customXml" Target="../ink/ink6.xml"/><Relationship Id="rId17" Type="http://schemas.openxmlformats.org/officeDocument/2006/relationships/image" Target="NULL"/><Relationship Id="rId25" Type="http://schemas.openxmlformats.org/officeDocument/2006/relationships/image" Target="NULL"/><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29"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NULL"/><Relationship Id="rId24" Type="http://schemas.openxmlformats.org/officeDocument/2006/relationships/customXml" Target="../ink/ink12.xml"/><Relationship Id="rId32" Type="http://schemas.openxmlformats.org/officeDocument/2006/relationships/image" Target="../media/image5.png"/><Relationship Id="rId5" Type="http://schemas.openxmlformats.org/officeDocument/2006/relationships/image" Target="NULL"/><Relationship Id="rId15" Type="http://schemas.openxmlformats.org/officeDocument/2006/relationships/image" Target="NULL"/><Relationship Id="rId23" Type="http://schemas.openxmlformats.org/officeDocument/2006/relationships/image" Target="NULL"/><Relationship Id="rId28" Type="http://schemas.openxmlformats.org/officeDocument/2006/relationships/customXml" Target="../ink/ink14.xml"/><Relationship Id="rId10" Type="http://schemas.openxmlformats.org/officeDocument/2006/relationships/customXml" Target="../ink/ink5.xml"/><Relationship Id="rId19" Type="http://schemas.openxmlformats.org/officeDocument/2006/relationships/image" Target="NULL"/><Relationship Id="rId31" Type="http://schemas.openxmlformats.org/officeDocument/2006/relationships/image" Target="NULL"/><Relationship Id="rId4" Type="http://schemas.openxmlformats.org/officeDocument/2006/relationships/customXml" Target="../ink/ink2.xml"/><Relationship Id="rId9" Type="http://schemas.openxmlformats.org/officeDocument/2006/relationships/image" Target="NULL"/><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NULL"/><Relationship Id="rId30" Type="http://schemas.openxmlformats.org/officeDocument/2006/relationships/customXml" Target="../ink/ink1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3E54E-FC70-7D3C-FB87-2A4422261FA4}"/>
              </a:ext>
            </a:extLst>
          </p:cNvPr>
          <p:cNvSpPr>
            <a:spLocks noGrp="1"/>
          </p:cNvSpPr>
          <p:nvPr>
            <p:ph type="ctrTitle"/>
          </p:nvPr>
        </p:nvSpPr>
        <p:spPr>
          <a:xfrm>
            <a:off x="1524000" y="1831023"/>
            <a:ext cx="9144000" cy="2387600"/>
          </a:xfrm>
        </p:spPr>
        <p:txBody>
          <a:bodyPr>
            <a:normAutofit fontScale="90000"/>
          </a:bodyPr>
          <a:lstStyle/>
          <a:p>
            <a:r>
              <a:rPr lang="en-US" sz="4400"/>
              <a:t>Ling 285</a:t>
            </a:r>
            <a:br>
              <a:rPr lang="en-US" sz="4400"/>
            </a:br>
            <a:r>
              <a:rPr lang="en-US" sz="4400"/>
              <a:t>Human Language and Technology</a:t>
            </a:r>
            <a:br>
              <a:rPr lang="en-US" sz="4400"/>
            </a:br>
            <a:r>
              <a:rPr lang="en-US" sz="4400"/>
              <a:t>Lecture 8</a:t>
            </a:r>
            <a:br>
              <a:rPr lang="en-US" sz="4400"/>
            </a:br>
            <a:br>
              <a:rPr lang="en-US" sz="4400"/>
            </a:br>
            <a:r>
              <a:rPr lang="en-US" sz="4400"/>
              <a:t>Dynamical Systems 6</a:t>
            </a:r>
            <a:br>
              <a:rPr lang="en-US" sz="4400"/>
            </a:br>
            <a:endParaRPr lang="en-US" sz="4400"/>
          </a:p>
        </p:txBody>
      </p:sp>
      <p:sp>
        <p:nvSpPr>
          <p:cNvPr id="3" name="Subtitle 2">
            <a:extLst>
              <a:ext uri="{FF2B5EF4-FFF2-40B4-BE49-F238E27FC236}">
                <a16:creationId xmlns:a16="http://schemas.microsoft.com/office/drawing/2014/main" id="{117E1F82-DB91-1E57-EE5B-ECA1A523FBD4}"/>
              </a:ext>
            </a:extLst>
          </p:cNvPr>
          <p:cNvSpPr>
            <a:spLocks noGrp="1"/>
          </p:cNvSpPr>
          <p:nvPr>
            <p:ph type="subTitle" idx="1"/>
          </p:nvPr>
        </p:nvSpPr>
        <p:spPr>
          <a:xfrm>
            <a:off x="1409700" y="4459288"/>
            <a:ext cx="9144000" cy="1655762"/>
          </a:xfrm>
        </p:spPr>
        <p:txBody>
          <a:bodyPr/>
          <a:lstStyle/>
          <a:p>
            <a:r>
              <a:rPr lang="en-US"/>
              <a:t>Khalil Iskarous</a:t>
            </a:r>
          </a:p>
          <a:p>
            <a:r>
              <a:rPr lang="en-US"/>
              <a:t>Department of Linguistics</a:t>
            </a:r>
          </a:p>
          <a:p>
            <a:r>
              <a:rPr lang="en-US"/>
              <a:t>University of Southern California</a:t>
            </a:r>
          </a:p>
        </p:txBody>
      </p:sp>
    </p:spTree>
    <p:extLst>
      <p:ext uri="{BB962C8B-B14F-4D97-AF65-F5344CB8AC3E}">
        <p14:creationId xmlns:p14="http://schemas.microsoft.com/office/powerpoint/2010/main" val="1581519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2266F-0EB0-E56E-CB5A-92F586737B50}"/>
              </a:ext>
            </a:extLst>
          </p:cNvPr>
          <p:cNvSpPr>
            <a:spLocks noGrp="1"/>
          </p:cNvSpPr>
          <p:nvPr>
            <p:ph type="title"/>
          </p:nvPr>
        </p:nvSpPr>
        <p:spPr>
          <a:xfrm>
            <a:off x="838200" y="2675839"/>
            <a:ext cx="10515600" cy="1325563"/>
          </a:xfrm>
        </p:spPr>
        <p:txBody>
          <a:bodyPr/>
          <a:lstStyle/>
          <a:p>
            <a:pPr algn="ctr"/>
            <a:r>
              <a:rPr lang="en-US"/>
              <a:t>First Exam in 2 weeks</a:t>
            </a:r>
          </a:p>
        </p:txBody>
      </p:sp>
    </p:spTree>
    <p:extLst>
      <p:ext uri="{BB962C8B-B14F-4D97-AF65-F5344CB8AC3E}">
        <p14:creationId xmlns:p14="http://schemas.microsoft.com/office/powerpoint/2010/main" val="2510514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B3EFF-C18B-29D9-1009-68430A847907}"/>
              </a:ext>
            </a:extLst>
          </p:cNvPr>
          <p:cNvSpPr>
            <a:spLocks noGrp="1"/>
          </p:cNvSpPr>
          <p:nvPr>
            <p:ph type="title"/>
          </p:nvPr>
        </p:nvSpPr>
        <p:spPr/>
        <p:txBody>
          <a:bodyPr/>
          <a:lstStyle/>
          <a:p>
            <a:r>
              <a:rPr lang="en-US"/>
              <a:t>Spring, thenMass-Spring System</a:t>
            </a:r>
          </a:p>
        </p:txBody>
      </p:sp>
      <p:pic>
        <p:nvPicPr>
          <p:cNvPr id="5" name="Content Placeholder 4">
            <a:extLst>
              <a:ext uri="{FF2B5EF4-FFF2-40B4-BE49-F238E27FC236}">
                <a16:creationId xmlns:a16="http://schemas.microsoft.com/office/drawing/2014/main" id="{E0C8A006-B82C-F253-A096-048B74F7AB6A}"/>
              </a:ext>
            </a:extLst>
          </p:cNvPr>
          <p:cNvPicPr>
            <a:picLocks noGrp="1" noChangeAspect="1"/>
          </p:cNvPicPr>
          <p:nvPr>
            <p:ph idx="1"/>
          </p:nvPr>
        </p:nvPicPr>
        <p:blipFill>
          <a:blip r:embed="rId2"/>
          <a:stretch>
            <a:fillRect/>
          </a:stretch>
        </p:blipFill>
        <p:spPr>
          <a:xfrm>
            <a:off x="1433775" y="1570472"/>
            <a:ext cx="8924428" cy="5023179"/>
          </a:xfrm>
          <a:prstGeom prst="rect">
            <a:avLst/>
          </a:prstGeom>
        </p:spPr>
      </p:pic>
    </p:spTree>
    <p:extLst>
      <p:ext uri="{BB962C8B-B14F-4D97-AF65-F5344CB8AC3E}">
        <p14:creationId xmlns:p14="http://schemas.microsoft.com/office/powerpoint/2010/main" val="3470757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8D067-C714-37DC-F1E0-BBC12648D1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0F2EF-8BFD-E3D8-061F-C48C439E6046}"/>
              </a:ext>
            </a:extLst>
          </p:cNvPr>
          <p:cNvSpPr>
            <a:spLocks noGrp="1"/>
          </p:cNvSpPr>
          <p:nvPr>
            <p:ph type="title"/>
          </p:nvPr>
        </p:nvSpPr>
        <p:spPr/>
        <p:txBody>
          <a:bodyPr/>
          <a:lstStyle/>
          <a:p>
            <a:r>
              <a:rPr lang="en-US"/>
              <a:t>Perturbation Theory</a:t>
            </a:r>
          </a:p>
        </p:txBody>
      </p:sp>
      <p:sp>
        <p:nvSpPr>
          <p:cNvPr id="3" name="Content Placeholder 2">
            <a:extLst>
              <a:ext uri="{FF2B5EF4-FFF2-40B4-BE49-F238E27FC236}">
                <a16:creationId xmlns:a16="http://schemas.microsoft.com/office/drawing/2014/main" id="{99BCF3D7-D13E-A253-8A2C-5CD63B59B97F}"/>
              </a:ext>
            </a:extLst>
          </p:cNvPr>
          <p:cNvSpPr>
            <a:spLocks noGrp="1"/>
          </p:cNvSpPr>
          <p:nvPr>
            <p:ph idx="1"/>
          </p:nvPr>
        </p:nvSpPr>
        <p:spPr>
          <a:xfrm>
            <a:off x="838199" y="1825624"/>
            <a:ext cx="10989039" cy="5032376"/>
          </a:xfrm>
        </p:spPr>
        <p:txBody>
          <a:bodyPr>
            <a:normAutofit fontScale="77500" lnSpcReduction="20000"/>
          </a:bodyPr>
          <a:lstStyle/>
          <a:p>
            <a:r>
              <a:rPr lang="en-US"/>
              <a:t>If we increase the mass m of a mass-spring system, will the frequency increase or decrease?</a:t>
            </a:r>
          </a:p>
          <a:p>
            <a:r>
              <a:rPr lang="en-US"/>
              <a:t>Frequency will Decrease</a:t>
            </a:r>
          </a:p>
          <a:p>
            <a:r>
              <a:rPr lang="en-US"/>
              <a:t>If we increase the stiffness k? </a:t>
            </a:r>
          </a:p>
          <a:p>
            <a:r>
              <a:rPr lang="en-US"/>
              <a:t>Frquency will Increase</a:t>
            </a:r>
          </a:p>
          <a:p>
            <a:r>
              <a:rPr lang="en-US"/>
              <a:t>Perturbation Theory:</a:t>
            </a:r>
          </a:p>
          <a:p>
            <a:pPr lvl="1"/>
            <a:r>
              <a:rPr lang="en-US"/>
              <a:t>m ↑ f↓</a:t>
            </a:r>
          </a:p>
          <a:p>
            <a:pPr lvl="1"/>
            <a:r>
              <a:rPr lang="en-US"/>
              <a:t>k ↑ f↑</a:t>
            </a:r>
          </a:p>
          <a:p>
            <a:r>
              <a:rPr lang="en-US"/>
              <a:t>When we speak, we change the effective mass and stiffness of different portions of air in the vocal tract, differently for each vowel and consonants, so when the air vibrates (due to vocal fold vibration), it vibrates at many frequencies, specific to that V or C, depending on where and how much the air is squeezed!!!!</a:t>
            </a:r>
          </a:p>
          <a:p>
            <a:r>
              <a:rPr lang="en-US"/>
              <a:t>Somehow, for you to hear and interpret the speech, I’m producing, your ear needs to figure out what are the low and mid and high frequencies in my voice are, and for the brain to tell, I’ve just heard a high frequency of this much and a low frequency of this much, so he said, e.g., scene, vs. two other frequencies, therefore he said “son”. How?</a:t>
            </a:r>
          </a:p>
          <a:p>
            <a:pPr marL="457200" lvl="1" indent="0">
              <a:buNone/>
            </a:pPr>
            <a:endParaRPr lang="en-US"/>
          </a:p>
        </p:txBody>
      </p:sp>
      <p:pic>
        <p:nvPicPr>
          <p:cNvPr id="5" name="Picture 4">
            <a:extLst>
              <a:ext uri="{FF2B5EF4-FFF2-40B4-BE49-F238E27FC236}">
                <a16:creationId xmlns:a16="http://schemas.microsoft.com/office/drawing/2014/main" id="{3715636A-83EA-A494-5727-F2429B96D1E2}"/>
              </a:ext>
            </a:extLst>
          </p:cNvPr>
          <p:cNvPicPr>
            <a:picLocks noChangeAspect="1"/>
          </p:cNvPicPr>
          <p:nvPr/>
        </p:nvPicPr>
        <p:blipFill>
          <a:blip r:embed="rId2"/>
          <a:stretch>
            <a:fillRect/>
          </a:stretch>
        </p:blipFill>
        <p:spPr>
          <a:xfrm>
            <a:off x="7012741" y="2297242"/>
            <a:ext cx="2855011" cy="1825053"/>
          </a:xfrm>
          <a:prstGeom prst="rect">
            <a:avLst/>
          </a:prstGeom>
        </p:spPr>
      </p:pic>
    </p:spTree>
    <p:extLst>
      <p:ext uri="{BB962C8B-B14F-4D97-AF65-F5344CB8AC3E}">
        <p14:creationId xmlns:p14="http://schemas.microsoft.com/office/powerpoint/2010/main" val="3857200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DC368-CE2F-95A4-55DC-77F2119E7C95}"/>
              </a:ext>
            </a:extLst>
          </p:cNvPr>
          <p:cNvSpPr>
            <a:spLocks noGrp="1"/>
          </p:cNvSpPr>
          <p:nvPr>
            <p:ph type="title"/>
          </p:nvPr>
        </p:nvSpPr>
        <p:spPr/>
        <p:txBody>
          <a:bodyPr/>
          <a:lstStyle/>
          <a:p>
            <a:r>
              <a:rPr lang="en-US"/>
              <a:t>How do you hear?</a:t>
            </a:r>
          </a:p>
        </p:txBody>
      </p:sp>
      <p:pic>
        <p:nvPicPr>
          <p:cNvPr id="5" name="Content Placeholder 4">
            <a:extLst>
              <a:ext uri="{FF2B5EF4-FFF2-40B4-BE49-F238E27FC236}">
                <a16:creationId xmlns:a16="http://schemas.microsoft.com/office/drawing/2014/main" id="{7E799C38-1AD2-9B3A-EA45-D0978CE3201D}"/>
              </a:ext>
            </a:extLst>
          </p:cNvPr>
          <p:cNvPicPr>
            <a:picLocks noGrp="1" noChangeAspect="1"/>
          </p:cNvPicPr>
          <p:nvPr>
            <p:ph idx="1"/>
          </p:nvPr>
        </p:nvPicPr>
        <p:blipFill>
          <a:blip r:embed="rId2"/>
          <a:stretch>
            <a:fillRect/>
          </a:stretch>
        </p:blipFill>
        <p:spPr>
          <a:xfrm>
            <a:off x="5521388" y="365124"/>
            <a:ext cx="6365812" cy="6313917"/>
          </a:xfrm>
          <a:prstGeom prst="rect">
            <a:avLst/>
          </a:prstGeom>
        </p:spPr>
      </p:pic>
      <p:sp>
        <p:nvSpPr>
          <p:cNvPr id="6" name="TextBox 5">
            <a:extLst>
              <a:ext uri="{FF2B5EF4-FFF2-40B4-BE49-F238E27FC236}">
                <a16:creationId xmlns:a16="http://schemas.microsoft.com/office/drawing/2014/main" id="{6C6827B3-3A9B-5D98-C407-B0DC52FF59D3}"/>
              </a:ext>
            </a:extLst>
          </p:cNvPr>
          <p:cNvSpPr txBox="1"/>
          <p:nvPr/>
        </p:nvSpPr>
        <p:spPr>
          <a:xfrm>
            <a:off x="304799" y="1442395"/>
            <a:ext cx="4941757" cy="830997"/>
          </a:xfrm>
          <a:prstGeom prst="rect">
            <a:avLst/>
          </a:prstGeom>
          <a:noFill/>
        </p:spPr>
        <p:txBody>
          <a:bodyPr wrap="square" rtlCol="0">
            <a:spAutoFit/>
          </a:bodyPr>
          <a:lstStyle/>
          <a:p>
            <a:r>
              <a:rPr lang="en-US" sz="2400"/>
              <a:t>You don’t need to memorize any of these names, except cochlea</a:t>
            </a:r>
          </a:p>
        </p:txBody>
      </p:sp>
      <p:sp>
        <p:nvSpPr>
          <p:cNvPr id="7" name="TextBox 6">
            <a:extLst>
              <a:ext uri="{FF2B5EF4-FFF2-40B4-BE49-F238E27FC236}">
                <a16:creationId xmlns:a16="http://schemas.microsoft.com/office/drawing/2014/main" id="{F1F3EE4B-44E8-C53F-B153-D27F24F120B3}"/>
              </a:ext>
            </a:extLst>
          </p:cNvPr>
          <p:cNvSpPr txBox="1"/>
          <p:nvPr/>
        </p:nvSpPr>
        <p:spPr>
          <a:xfrm>
            <a:off x="566508" y="2737949"/>
            <a:ext cx="4575117" cy="2677656"/>
          </a:xfrm>
          <a:prstGeom prst="rect">
            <a:avLst/>
          </a:prstGeom>
          <a:noFill/>
        </p:spPr>
        <p:txBody>
          <a:bodyPr wrap="square" rtlCol="0">
            <a:spAutoFit/>
          </a:bodyPr>
          <a:lstStyle/>
          <a:p>
            <a:r>
              <a:rPr lang="en-US" sz="2400"/>
              <a:t>Waves of vibration in the air arrive at your external ear, then travel inward to your inner ear, a part called the cochlea, the part that sends signals to your brain that say what frequencies are in the sound. </a:t>
            </a:r>
          </a:p>
        </p:txBody>
      </p:sp>
    </p:spTree>
    <p:extLst>
      <p:ext uri="{BB962C8B-B14F-4D97-AF65-F5344CB8AC3E}">
        <p14:creationId xmlns:p14="http://schemas.microsoft.com/office/powerpoint/2010/main" val="539310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C3E0C-3915-50E2-8AA1-8F958850FC19}"/>
              </a:ext>
            </a:extLst>
          </p:cNvPr>
          <p:cNvSpPr>
            <a:spLocks noGrp="1"/>
          </p:cNvSpPr>
          <p:nvPr>
            <p:ph type="title"/>
          </p:nvPr>
        </p:nvSpPr>
        <p:spPr/>
        <p:txBody>
          <a:bodyPr/>
          <a:lstStyle/>
          <a:p>
            <a:r>
              <a:rPr lang="en-US"/>
              <a:t>Basilar membrane</a:t>
            </a:r>
          </a:p>
        </p:txBody>
      </p:sp>
      <p:pic>
        <p:nvPicPr>
          <p:cNvPr id="5" name="Content Placeholder 4">
            <a:extLst>
              <a:ext uri="{FF2B5EF4-FFF2-40B4-BE49-F238E27FC236}">
                <a16:creationId xmlns:a16="http://schemas.microsoft.com/office/drawing/2014/main" id="{48A64C88-6301-FB1E-586F-EF5FB439EC19}"/>
              </a:ext>
            </a:extLst>
          </p:cNvPr>
          <p:cNvPicPr>
            <a:picLocks noGrp="1" noChangeAspect="1"/>
          </p:cNvPicPr>
          <p:nvPr>
            <p:ph idx="1"/>
          </p:nvPr>
        </p:nvPicPr>
        <p:blipFill>
          <a:blip r:embed="rId2"/>
          <a:stretch>
            <a:fillRect/>
          </a:stretch>
        </p:blipFill>
        <p:spPr>
          <a:xfrm>
            <a:off x="3777740" y="1825625"/>
            <a:ext cx="4636520" cy="4351338"/>
          </a:xfrm>
          <a:prstGeom prst="rect">
            <a:avLst/>
          </a:prstGeom>
        </p:spPr>
      </p:pic>
    </p:spTree>
    <p:extLst>
      <p:ext uri="{BB962C8B-B14F-4D97-AF65-F5344CB8AC3E}">
        <p14:creationId xmlns:p14="http://schemas.microsoft.com/office/powerpoint/2010/main" val="1805039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D3244-970C-9BE3-7724-DD65ADB3DAC2}"/>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F45C9E8-EB32-4FB5-1AF7-305454EFDDEE}"/>
                  </a:ext>
                </a:extLst>
              </p14:cNvPr>
              <p14:cNvContentPartPr/>
              <p14:nvPr/>
            </p14:nvContentPartPr>
            <p14:xfrm>
              <a:off x="3013030" y="1182492"/>
              <a:ext cx="3053880" cy="2441160"/>
            </p14:xfrm>
          </p:contentPart>
        </mc:Choice>
        <mc:Fallback xmlns="">
          <p:pic>
            <p:nvPicPr>
              <p:cNvPr id="5" name="Ink 4">
                <a:extLst>
                  <a:ext uri="{FF2B5EF4-FFF2-40B4-BE49-F238E27FC236}">
                    <a16:creationId xmlns:a16="http://schemas.microsoft.com/office/drawing/2014/main" id="{414F07AD-3834-5D0C-1899-A2C7FF8FD64E}"/>
                  </a:ext>
                </a:extLst>
              </p:cNvPr>
              <p:cNvPicPr/>
              <p:nvPr/>
            </p:nvPicPr>
            <p:blipFill>
              <a:blip r:embed="rId3"/>
              <a:stretch>
                <a:fillRect/>
              </a:stretch>
            </p:blipFill>
            <p:spPr>
              <a:xfrm>
                <a:off x="2995390" y="1164852"/>
                <a:ext cx="3089520" cy="2476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BA9C05DD-EFB1-EA3D-29A8-5C228CEB4727}"/>
                  </a:ext>
                </a:extLst>
              </p14:cNvPr>
              <p14:cNvContentPartPr/>
              <p14:nvPr/>
            </p14:nvContentPartPr>
            <p14:xfrm>
              <a:off x="3097270" y="112572"/>
              <a:ext cx="483480" cy="978120"/>
            </p14:xfrm>
          </p:contentPart>
        </mc:Choice>
        <mc:Fallback xmlns="">
          <p:pic>
            <p:nvPicPr>
              <p:cNvPr id="7" name="Ink 6">
                <a:extLst>
                  <a:ext uri="{FF2B5EF4-FFF2-40B4-BE49-F238E27FC236}">
                    <a16:creationId xmlns:a16="http://schemas.microsoft.com/office/drawing/2014/main" id="{85EFC301-2CDE-034F-1038-60C2E568E4FD}"/>
                  </a:ext>
                </a:extLst>
              </p:cNvPr>
              <p:cNvPicPr/>
              <p:nvPr/>
            </p:nvPicPr>
            <p:blipFill>
              <a:blip r:embed="rId5"/>
              <a:stretch>
                <a:fillRect/>
              </a:stretch>
            </p:blipFill>
            <p:spPr>
              <a:xfrm>
                <a:off x="3079270" y="94932"/>
                <a:ext cx="519120" cy="1013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398D275B-3772-4EFC-CA09-4CFC4C46D096}"/>
                  </a:ext>
                </a:extLst>
              </p14:cNvPr>
              <p14:cNvContentPartPr/>
              <p14:nvPr/>
            </p14:nvContentPartPr>
            <p14:xfrm>
              <a:off x="3127510" y="3836052"/>
              <a:ext cx="224280" cy="439920"/>
            </p14:xfrm>
          </p:contentPart>
        </mc:Choice>
        <mc:Fallback xmlns="">
          <p:pic>
            <p:nvPicPr>
              <p:cNvPr id="8" name="Ink 7">
                <a:extLst>
                  <a:ext uri="{FF2B5EF4-FFF2-40B4-BE49-F238E27FC236}">
                    <a16:creationId xmlns:a16="http://schemas.microsoft.com/office/drawing/2014/main" id="{BC0BA156-BE48-34A9-E37C-3176F792440B}"/>
                  </a:ext>
                </a:extLst>
              </p:cNvPr>
              <p:cNvPicPr/>
              <p:nvPr/>
            </p:nvPicPr>
            <p:blipFill>
              <a:blip r:embed="rId7"/>
              <a:stretch>
                <a:fillRect/>
              </a:stretch>
            </p:blipFill>
            <p:spPr>
              <a:xfrm>
                <a:off x="3109870" y="3818412"/>
                <a:ext cx="259920" cy="475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D4ECFCD0-2440-0254-8E50-D0620AD05DD8}"/>
                  </a:ext>
                </a:extLst>
              </p14:cNvPr>
              <p14:cNvContentPartPr/>
              <p14:nvPr/>
            </p14:nvContentPartPr>
            <p14:xfrm>
              <a:off x="6062950" y="1697292"/>
              <a:ext cx="246240" cy="227880"/>
            </p14:xfrm>
          </p:contentPart>
        </mc:Choice>
        <mc:Fallback xmlns="">
          <p:pic>
            <p:nvPicPr>
              <p:cNvPr id="9" name="Ink 8">
                <a:extLst>
                  <a:ext uri="{FF2B5EF4-FFF2-40B4-BE49-F238E27FC236}">
                    <a16:creationId xmlns:a16="http://schemas.microsoft.com/office/drawing/2014/main" id="{A5CBD9F3-D794-B328-B789-B8CCAF3983BB}"/>
                  </a:ext>
                </a:extLst>
              </p:cNvPr>
              <p:cNvPicPr/>
              <p:nvPr/>
            </p:nvPicPr>
            <p:blipFill>
              <a:blip r:embed="rId9"/>
              <a:stretch>
                <a:fillRect/>
              </a:stretch>
            </p:blipFill>
            <p:spPr>
              <a:xfrm>
                <a:off x="6044950" y="1679292"/>
                <a:ext cx="28188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A7633762-6FDE-AADA-F767-7F765BFBEB4B}"/>
                  </a:ext>
                </a:extLst>
              </p14:cNvPr>
              <p14:cNvContentPartPr/>
              <p14:nvPr/>
            </p14:nvContentPartPr>
            <p14:xfrm>
              <a:off x="3744910" y="773892"/>
              <a:ext cx="2006640" cy="1103760"/>
            </p14:xfrm>
          </p:contentPart>
        </mc:Choice>
        <mc:Fallback xmlns="">
          <p:pic>
            <p:nvPicPr>
              <p:cNvPr id="14" name="Ink 13">
                <a:extLst>
                  <a:ext uri="{FF2B5EF4-FFF2-40B4-BE49-F238E27FC236}">
                    <a16:creationId xmlns:a16="http://schemas.microsoft.com/office/drawing/2014/main" id="{5BDE29DD-5324-250F-BACA-F645EAC7B98D}"/>
                  </a:ext>
                </a:extLst>
              </p:cNvPr>
              <p:cNvPicPr/>
              <p:nvPr/>
            </p:nvPicPr>
            <p:blipFill>
              <a:blip r:embed="rId11"/>
              <a:stretch>
                <a:fillRect/>
              </a:stretch>
            </p:blipFill>
            <p:spPr>
              <a:xfrm>
                <a:off x="3727270" y="756252"/>
                <a:ext cx="2042280" cy="1139400"/>
              </a:xfrm>
              <a:prstGeom prst="rect">
                <a:avLst/>
              </a:prstGeom>
            </p:spPr>
          </p:pic>
        </mc:Fallback>
      </mc:AlternateContent>
      <p:grpSp>
        <p:nvGrpSpPr>
          <p:cNvPr id="17" name="Group 16">
            <a:extLst>
              <a:ext uri="{FF2B5EF4-FFF2-40B4-BE49-F238E27FC236}">
                <a16:creationId xmlns:a16="http://schemas.microsoft.com/office/drawing/2014/main" id="{4BF20B55-89D2-B88C-5CD0-305B287C22AE}"/>
              </a:ext>
            </a:extLst>
          </p:cNvPr>
          <p:cNvGrpSpPr/>
          <p:nvPr/>
        </p:nvGrpSpPr>
        <p:grpSpPr>
          <a:xfrm>
            <a:off x="3600190" y="2964492"/>
            <a:ext cx="3145680" cy="1166040"/>
            <a:chOff x="3600190" y="2964492"/>
            <a:chExt cx="3145680" cy="1166040"/>
          </a:xfrm>
        </p:grpSpPr>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63044F0A-2E4D-0DB1-699B-16CD6F1F2FF3}"/>
                    </a:ext>
                  </a:extLst>
                </p14:cNvPr>
                <p14:cNvContentPartPr/>
                <p14:nvPr/>
              </p14:nvContentPartPr>
              <p14:xfrm>
                <a:off x="5968630" y="2964492"/>
                <a:ext cx="538560" cy="1098360"/>
              </p14:xfrm>
            </p:contentPart>
          </mc:Choice>
          <mc:Fallback xmlns="">
            <p:pic>
              <p:nvPicPr>
                <p:cNvPr id="10" name="Ink 9">
                  <a:extLst>
                    <a:ext uri="{FF2B5EF4-FFF2-40B4-BE49-F238E27FC236}">
                      <a16:creationId xmlns:a16="http://schemas.microsoft.com/office/drawing/2014/main" id="{1089EE69-1B85-643E-1FA8-7D056E90D877}"/>
                    </a:ext>
                  </a:extLst>
                </p:cNvPr>
                <p:cNvPicPr/>
                <p:nvPr/>
              </p:nvPicPr>
              <p:blipFill>
                <a:blip r:embed="rId13"/>
                <a:stretch>
                  <a:fillRect/>
                </a:stretch>
              </p:blipFill>
              <p:spPr>
                <a:xfrm>
                  <a:off x="5950630" y="2946492"/>
                  <a:ext cx="574200" cy="1134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19500A62-0356-DAF1-C7D3-3F2DB3609785}"/>
                    </a:ext>
                  </a:extLst>
                </p14:cNvPr>
                <p14:cNvContentPartPr/>
                <p14:nvPr/>
              </p14:nvContentPartPr>
              <p14:xfrm>
                <a:off x="6170230" y="3424212"/>
                <a:ext cx="575640" cy="706320"/>
              </p14:xfrm>
            </p:contentPart>
          </mc:Choice>
          <mc:Fallback xmlns="">
            <p:pic>
              <p:nvPicPr>
                <p:cNvPr id="11" name="Ink 10">
                  <a:extLst>
                    <a:ext uri="{FF2B5EF4-FFF2-40B4-BE49-F238E27FC236}">
                      <a16:creationId xmlns:a16="http://schemas.microsoft.com/office/drawing/2014/main" id="{092181E8-B094-70F4-1FB4-5572C856A8BA}"/>
                    </a:ext>
                  </a:extLst>
                </p:cNvPr>
                <p:cNvPicPr/>
                <p:nvPr/>
              </p:nvPicPr>
              <p:blipFill>
                <a:blip r:embed="rId15"/>
                <a:stretch>
                  <a:fillRect/>
                </a:stretch>
              </p:blipFill>
              <p:spPr>
                <a:xfrm>
                  <a:off x="6152230" y="3406572"/>
                  <a:ext cx="611280" cy="741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37C5890D-276C-010C-D7F7-2206CBAA9516}"/>
                    </a:ext>
                  </a:extLst>
                </p14:cNvPr>
                <p14:cNvContentPartPr/>
                <p14:nvPr/>
              </p14:nvContentPartPr>
              <p14:xfrm>
                <a:off x="3600190" y="3076092"/>
                <a:ext cx="2092320" cy="823320"/>
              </p14:xfrm>
            </p:contentPart>
          </mc:Choice>
          <mc:Fallback xmlns="">
            <p:pic>
              <p:nvPicPr>
                <p:cNvPr id="15" name="Ink 14">
                  <a:extLst>
                    <a:ext uri="{FF2B5EF4-FFF2-40B4-BE49-F238E27FC236}">
                      <a16:creationId xmlns:a16="http://schemas.microsoft.com/office/drawing/2014/main" id="{30096E3C-E270-D204-084A-CD834C3503C3}"/>
                    </a:ext>
                  </a:extLst>
                </p:cNvPr>
                <p:cNvPicPr/>
                <p:nvPr/>
              </p:nvPicPr>
              <p:blipFill>
                <a:blip r:embed="rId17"/>
                <a:stretch>
                  <a:fillRect/>
                </a:stretch>
              </p:blipFill>
              <p:spPr>
                <a:xfrm>
                  <a:off x="3582190" y="3058452"/>
                  <a:ext cx="2127960" cy="858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25D0AD5B-FCF1-3C4F-F34A-2F45C5D55F31}"/>
                  </a:ext>
                </a:extLst>
              </p14:cNvPr>
              <p14:cNvContentPartPr/>
              <p14:nvPr/>
            </p14:nvContentPartPr>
            <p14:xfrm>
              <a:off x="3389230" y="5329332"/>
              <a:ext cx="360" cy="360"/>
            </p14:xfrm>
          </p:contentPart>
        </mc:Choice>
        <mc:Fallback xmlns="">
          <p:pic>
            <p:nvPicPr>
              <p:cNvPr id="18" name="Ink 17">
                <a:extLst>
                  <a:ext uri="{FF2B5EF4-FFF2-40B4-BE49-F238E27FC236}">
                    <a16:creationId xmlns:a16="http://schemas.microsoft.com/office/drawing/2014/main" id="{07C366C1-CCE0-549E-4507-94680854A97A}"/>
                  </a:ext>
                </a:extLst>
              </p:cNvPr>
              <p:cNvPicPr/>
              <p:nvPr/>
            </p:nvPicPr>
            <p:blipFill>
              <a:blip r:embed="rId19"/>
              <a:stretch>
                <a:fillRect/>
              </a:stretch>
            </p:blipFill>
            <p:spPr>
              <a:xfrm>
                <a:off x="3371590" y="5311692"/>
                <a:ext cx="36000" cy="36000"/>
              </a:xfrm>
              <a:prstGeom prst="rect">
                <a:avLst/>
              </a:prstGeom>
            </p:spPr>
          </p:pic>
        </mc:Fallback>
      </mc:AlternateContent>
      <p:grpSp>
        <p:nvGrpSpPr>
          <p:cNvPr id="28" name="Group 27">
            <a:extLst>
              <a:ext uri="{FF2B5EF4-FFF2-40B4-BE49-F238E27FC236}">
                <a16:creationId xmlns:a16="http://schemas.microsoft.com/office/drawing/2014/main" id="{7CC0AEC1-F6D4-8BD9-41A8-3663E897F7E9}"/>
              </a:ext>
            </a:extLst>
          </p:cNvPr>
          <p:cNvGrpSpPr/>
          <p:nvPr/>
        </p:nvGrpSpPr>
        <p:grpSpPr>
          <a:xfrm>
            <a:off x="3186190" y="3015252"/>
            <a:ext cx="2324160" cy="3504960"/>
            <a:chOff x="3186190" y="3015252"/>
            <a:chExt cx="2324160" cy="3504960"/>
          </a:xfrm>
        </p:grpSpPr>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62561CC0-655E-BE3C-22A6-B2B5A5385165}"/>
                    </a:ext>
                  </a:extLst>
                </p14:cNvPr>
                <p14:cNvContentPartPr/>
                <p14:nvPr/>
              </p14:nvContentPartPr>
              <p14:xfrm>
                <a:off x="3186190" y="3538332"/>
                <a:ext cx="173880" cy="2671200"/>
              </p14:xfrm>
            </p:contentPart>
          </mc:Choice>
          <mc:Fallback xmlns="">
            <p:pic>
              <p:nvPicPr>
                <p:cNvPr id="19" name="Ink 18">
                  <a:extLst>
                    <a:ext uri="{FF2B5EF4-FFF2-40B4-BE49-F238E27FC236}">
                      <a16:creationId xmlns:a16="http://schemas.microsoft.com/office/drawing/2014/main" id="{24E080B4-B30D-854A-9DC4-D00362E437A0}"/>
                    </a:ext>
                  </a:extLst>
                </p:cNvPr>
                <p:cNvPicPr/>
                <p:nvPr/>
              </p:nvPicPr>
              <p:blipFill>
                <a:blip r:embed="rId21"/>
                <a:stretch>
                  <a:fillRect/>
                </a:stretch>
              </p:blipFill>
              <p:spPr>
                <a:xfrm>
                  <a:off x="3168190" y="3520692"/>
                  <a:ext cx="209520" cy="2706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ED3D4DCB-CDFF-90CA-828C-E35D78EC8977}"/>
                    </a:ext>
                  </a:extLst>
                </p14:cNvPr>
                <p14:cNvContentPartPr/>
                <p14:nvPr/>
              </p14:nvContentPartPr>
              <p14:xfrm>
                <a:off x="4031110" y="3330252"/>
                <a:ext cx="111960" cy="2981160"/>
              </p14:xfrm>
            </p:contentPart>
          </mc:Choice>
          <mc:Fallback xmlns="">
            <p:pic>
              <p:nvPicPr>
                <p:cNvPr id="20" name="Ink 19">
                  <a:extLst>
                    <a:ext uri="{FF2B5EF4-FFF2-40B4-BE49-F238E27FC236}">
                      <a16:creationId xmlns:a16="http://schemas.microsoft.com/office/drawing/2014/main" id="{D1C449AF-07D9-2914-7A95-8DB8CC265358}"/>
                    </a:ext>
                  </a:extLst>
                </p:cNvPr>
                <p:cNvPicPr/>
                <p:nvPr/>
              </p:nvPicPr>
              <p:blipFill>
                <a:blip r:embed="rId23"/>
                <a:stretch>
                  <a:fillRect/>
                </a:stretch>
              </p:blipFill>
              <p:spPr>
                <a:xfrm>
                  <a:off x="4013470" y="3312252"/>
                  <a:ext cx="147600" cy="3016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3" name="Ink 22">
                  <a:extLst>
                    <a:ext uri="{FF2B5EF4-FFF2-40B4-BE49-F238E27FC236}">
                      <a16:creationId xmlns:a16="http://schemas.microsoft.com/office/drawing/2014/main" id="{F79AB900-2350-ED6C-5D38-DC884A3DAE05}"/>
                    </a:ext>
                  </a:extLst>
                </p14:cNvPr>
                <p14:cNvContentPartPr/>
                <p14:nvPr/>
              </p14:nvContentPartPr>
              <p14:xfrm>
                <a:off x="4744270" y="3148812"/>
                <a:ext cx="201600" cy="3083400"/>
              </p14:xfrm>
            </p:contentPart>
          </mc:Choice>
          <mc:Fallback xmlns="">
            <p:pic>
              <p:nvPicPr>
                <p:cNvPr id="23" name="Ink 22">
                  <a:extLst>
                    <a:ext uri="{FF2B5EF4-FFF2-40B4-BE49-F238E27FC236}">
                      <a16:creationId xmlns:a16="http://schemas.microsoft.com/office/drawing/2014/main" id="{3A4DDFC1-47AB-260E-D702-5B563496CE84}"/>
                    </a:ext>
                  </a:extLst>
                </p:cNvPr>
                <p:cNvPicPr/>
                <p:nvPr/>
              </p:nvPicPr>
              <p:blipFill>
                <a:blip r:embed="rId25"/>
                <a:stretch>
                  <a:fillRect/>
                </a:stretch>
              </p:blipFill>
              <p:spPr>
                <a:xfrm>
                  <a:off x="4726270" y="3130812"/>
                  <a:ext cx="237240" cy="3119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6" name="Ink 25">
                  <a:extLst>
                    <a:ext uri="{FF2B5EF4-FFF2-40B4-BE49-F238E27FC236}">
                      <a16:creationId xmlns:a16="http://schemas.microsoft.com/office/drawing/2014/main" id="{0DFF23E5-1149-6B46-8674-98C22C18411C}"/>
                    </a:ext>
                  </a:extLst>
                </p14:cNvPr>
                <p14:cNvContentPartPr/>
                <p14:nvPr/>
              </p14:nvContentPartPr>
              <p14:xfrm>
                <a:off x="5392630" y="3015252"/>
                <a:ext cx="117720" cy="3504960"/>
              </p14:xfrm>
            </p:contentPart>
          </mc:Choice>
          <mc:Fallback xmlns="">
            <p:pic>
              <p:nvPicPr>
                <p:cNvPr id="26" name="Ink 25">
                  <a:extLst>
                    <a:ext uri="{FF2B5EF4-FFF2-40B4-BE49-F238E27FC236}">
                      <a16:creationId xmlns:a16="http://schemas.microsoft.com/office/drawing/2014/main" id="{FF1F7836-2995-FA57-F85D-009A0C3D07CB}"/>
                    </a:ext>
                  </a:extLst>
                </p:cNvPr>
                <p:cNvPicPr/>
                <p:nvPr/>
              </p:nvPicPr>
              <p:blipFill>
                <a:blip r:embed="rId27"/>
                <a:stretch>
                  <a:fillRect/>
                </a:stretch>
              </p:blipFill>
              <p:spPr>
                <a:xfrm>
                  <a:off x="5374630" y="2997252"/>
                  <a:ext cx="153360" cy="3540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4FBA41E-404A-D8C1-CF3D-9E2E5518A51D}"/>
                  </a:ext>
                </a:extLst>
              </p14:cNvPr>
              <p14:cNvContentPartPr/>
              <p14:nvPr/>
            </p14:nvContentPartPr>
            <p14:xfrm>
              <a:off x="5873590" y="2885292"/>
              <a:ext cx="70920" cy="3440160"/>
            </p14:xfrm>
          </p:contentPart>
        </mc:Choice>
        <mc:Fallback xmlns="">
          <p:pic>
            <p:nvPicPr>
              <p:cNvPr id="29" name="Ink 28">
                <a:extLst>
                  <a:ext uri="{FF2B5EF4-FFF2-40B4-BE49-F238E27FC236}">
                    <a16:creationId xmlns:a16="http://schemas.microsoft.com/office/drawing/2014/main" id="{4CCE4348-BAE5-1A8E-5AE5-03EBA5C926D7}"/>
                  </a:ext>
                </a:extLst>
              </p:cNvPr>
              <p:cNvPicPr/>
              <p:nvPr/>
            </p:nvPicPr>
            <p:blipFill>
              <a:blip r:embed="rId29"/>
              <a:stretch>
                <a:fillRect/>
              </a:stretch>
            </p:blipFill>
            <p:spPr>
              <a:xfrm>
                <a:off x="5855950" y="2867652"/>
                <a:ext cx="106560" cy="3475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0" name="Ink 29">
                <a:extLst>
                  <a:ext uri="{FF2B5EF4-FFF2-40B4-BE49-F238E27FC236}">
                    <a16:creationId xmlns:a16="http://schemas.microsoft.com/office/drawing/2014/main" id="{4763FFA4-3911-42F7-EB62-CF20A91303D0}"/>
                  </a:ext>
                </a:extLst>
              </p14:cNvPr>
              <p14:cNvContentPartPr/>
              <p14:nvPr/>
            </p14:nvContentPartPr>
            <p14:xfrm>
              <a:off x="5842990" y="2169612"/>
              <a:ext cx="137520" cy="648000"/>
            </p14:xfrm>
          </p:contentPart>
        </mc:Choice>
        <mc:Fallback xmlns="">
          <p:pic>
            <p:nvPicPr>
              <p:cNvPr id="30" name="Ink 29">
                <a:extLst>
                  <a:ext uri="{FF2B5EF4-FFF2-40B4-BE49-F238E27FC236}">
                    <a16:creationId xmlns:a16="http://schemas.microsoft.com/office/drawing/2014/main" id="{CEE4A8CC-6BA1-EF8E-10F9-B5CDDF6E4196}"/>
                  </a:ext>
                </a:extLst>
              </p:cNvPr>
              <p:cNvPicPr/>
              <p:nvPr/>
            </p:nvPicPr>
            <p:blipFill>
              <a:blip r:embed="rId31"/>
              <a:stretch>
                <a:fillRect/>
              </a:stretch>
            </p:blipFill>
            <p:spPr>
              <a:xfrm>
                <a:off x="5825350" y="2151972"/>
                <a:ext cx="173160" cy="683640"/>
              </a:xfrm>
              <a:prstGeom prst="rect">
                <a:avLst/>
              </a:prstGeom>
            </p:spPr>
          </p:pic>
        </mc:Fallback>
      </mc:AlternateContent>
      <p:sp>
        <p:nvSpPr>
          <p:cNvPr id="3" name="TextBox 2">
            <a:extLst>
              <a:ext uri="{FF2B5EF4-FFF2-40B4-BE49-F238E27FC236}">
                <a16:creationId xmlns:a16="http://schemas.microsoft.com/office/drawing/2014/main" id="{EFF0B6A1-FADC-39A5-714E-E7C5F536B5F1}"/>
              </a:ext>
            </a:extLst>
          </p:cNvPr>
          <p:cNvSpPr txBox="1"/>
          <p:nvPr/>
        </p:nvSpPr>
        <p:spPr>
          <a:xfrm>
            <a:off x="588579" y="567559"/>
            <a:ext cx="1734896" cy="830997"/>
          </a:xfrm>
          <a:prstGeom prst="rect">
            <a:avLst/>
          </a:prstGeom>
          <a:noFill/>
        </p:spPr>
        <p:txBody>
          <a:bodyPr wrap="square" rtlCol="0">
            <a:spAutoFit/>
          </a:bodyPr>
          <a:lstStyle/>
          <a:p>
            <a:r>
              <a:rPr lang="en-US" sz="2400"/>
              <a:t>Hearing Explained!</a:t>
            </a:r>
          </a:p>
        </p:txBody>
      </p:sp>
      <p:sp>
        <p:nvSpPr>
          <p:cNvPr id="4" name="TextBox 3">
            <a:extLst>
              <a:ext uri="{FF2B5EF4-FFF2-40B4-BE49-F238E27FC236}">
                <a16:creationId xmlns:a16="http://schemas.microsoft.com/office/drawing/2014/main" id="{04FEDD6C-5538-3ACB-A77A-026669C6B673}"/>
              </a:ext>
            </a:extLst>
          </p:cNvPr>
          <p:cNvSpPr txBox="1"/>
          <p:nvPr/>
        </p:nvSpPr>
        <p:spPr>
          <a:xfrm>
            <a:off x="8008883" y="2777881"/>
            <a:ext cx="3875933" cy="369332"/>
          </a:xfrm>
          <a:prstGeom prst="rect">
            <a:avLst/>
          </a:prstGeom>
          <a:noFill/>
        </p:spPr>
        <p:txBody>
          <a:bodyPr wrap="none" rtlCol="0">
            <a:spAutoFit/>
          </a:bodyPr>
          <a:lstStyle/>
          <a:p>
            <a:r>
              <a:rPr lang="en-US"/>
              <a:t>Georg von Bekesy Nobel prize in 1961</a:t>
            </a:r>
          </a:p>
        </p:txBody>
      </p:sp>
      <p:pic>
        <p:nvPicPr>
          <p:cNvPr id="6" name="Picture 5">
            <a:extLst>
              <a:ext uri="{FF2B5EF4-FFF2-40B4-BE49-F238E27FC236}">
                <a16:creationId xmlns:a16="http://schemas.microsoft.com/office/drawing/2014/main" id="{782B6C71-6AA4-71F0-15F4-9E7FC1320D7C}"/>
              </a:ext>
            </a:extLst>
          </p:cNvPr>
          <p:cNvPicPr>
            <a:picLocks noChangeAspect="1"/>
          </p:cNvPicPr>
          <p:nvPr/>
        </p:nvPicPr>
        <p:blipFill>
          <a:blip r:embed="rId32"/>
          <a:stretch>
            <a:fillRect/>
          </a:stretch>
        </p:blipFill>
        <p:spPr>
          <a:xfrm>
            <a:off x="9359110" y="357867"/>
            <a:ext cx="1320800" cy="2108200"/>
          </a:xfrm>
          <a:prstGeom prst="rect">
            <a:avLst/>
          </a:prstGeom>
        </p:spPr>
      </p:pic>
      <p:sp>
        <p:nvSpPr>
          <p:cNvPr id="12" name="TextBox 11">
            <a:extLst>
              <a:ext uri="{FF2B5EF4-FFF2-40B4-BE49-F238E27FC236}">
                <a16:creationId xmlns:a16="http://schemas.microsoft.com/office/drawing/2014/main" id="{B1351285-491B-E41A-36F0-0E59A69FD961}"/>
              </a:ext>
            </a:extLst>
          </p:cNvPr>
          <p:cNvSpPr txBox="1"/>
          <p:nvPr/>
        </p:nvSpPr>
        <p:spPr>
          <a:xfrm>
            <a:off x="6170230" y="4586990"/>
            <a:ext cx="1513428" cy="523220"/>
          </a:xfrm>
          <a:prstGeom prst="rect">
            <a:avLst/>
          </a:prstGeom>
          <a:noFill/>
        </p:spPr>
        <p:txBody>
          <a:bodyPr wrap="none" rtlCol="0">
            <a:spAutoFit/>
          </a:bodyPr>
          <a:lstStyle/>
          <a:p>
            <a:r>
              <a:rPr lang="en-US" sz="2800"/>
              <a:t>Neurons</a:t>
            </a:r>
          </a:p>
        </p:txBody>
      </p:sp>
      <p:sp>
        <p:nvSpPr>
          <p:cNvPr id="13" name="TextBox 12">
            <a:extLst>
              <a:ext uri="{FF2B5EF4-FFF2-40B4-BE49-F238E27FC236}">
                <a16:creationId xmlns:a16="http://schemas.microsoft.com/office/drawing/2014/main" id="{599582AC-6070-F019-328A-1941046CB3FF}"/>
              </a:ext>
            </a:extLst>
          </p:cNvPr>
          <p:cNvSpPr txBox="1"/>
          <p:nvPr/>
        </p:nvSpPr>
        <p:spPr>
          <a:xfrm>
            <a:off x="6089950" y="6019806"/>
            <a:ext cx="1384353" cy="523220"/>
          </a:xfrm>
          <a:prstGeom prst="rect">
            <a:avLst/>
          </a:prstGeom>
          <a:noFill/>
        </p:spPr>
        <p:txBody>
          <a:bodyPr wrap="none" rtlCol="0">
            <a:spAutoFit/>
          </a:bodyPr>
          <a:lstStyle/>
          <a:p>
            <a:r>
              <a:rPr lang="en-US" sz="2800"/>
              <a:t>To brain</a:t>
            </a:r>
          </a:p>
        </p:txBody>
      </p:sp>
      <p:sp>
        <p:nvSpPr>
          <p:cNvPr id="21" name="TextBox 20">
            <a:extLst>
              <a:ext uri="{FF2B5EF4-FFF2-40B4-BE49-F238E27FC236}">
                <a16:creationId xmlns:a16="http://schemas.microsoft.com/office/drawing/2014/main" id="{FE59872C-8186-1D16-5F24-209CAE05682B}"/>
              </a:ext>
            </a:extLst>
          </p:cNvPr>
          <p:cNvSpPr txBox="1"/>
          <p:nvPr/>
        </p:nvSpPr>
        <p:spPr>
          <a:xfrm>
            <a:off x="3570112" y="1984946"/>
            <a:ext cx="1232069" cy="369332"/>
          </a:xfrm>
          <a:prstGeom prst="rect">
            <a:avLst/>
          </a:prstGeom>
          <a:noFill/>
        </p:spPr>
        <p:txBody>
          <a:bodyPr wrap="none" rtlCol="0">
            <a:spAutoFit/>
          </a:bodyPr>
          <a:lstStyle/>
          <a:p>
            <a:r>
              <a:rPr lang="en-US"/>
              <a:t>Frequency</a:t>
            </a:r>
          </a:p>
        </p:txBody>
      </p:sp>
      <p:cxnSp>
        <p:nvCxnSpPr>
          <p:cNvPr id="24" name="Straight Arrow Connector 23">
            <a:extLst>
              <a:ext uri="{FF2B5EF4-FFF2-40B4-BE49-F238E27FC236}">
                <a16:creationId xmlns:a16="http://schemas.microsoft.com/office/drawing/2014/main" id="{521E0E54-52A5-21B6-8345-640AA4C67B9B}"/>
              </a:ext>
            </a:extLst>
          </p:cNvPr>
          <p:cNvCxnSpPr/>
          <p:nvPr/>
        </p:nvCxnSpPr>
        <p:spPr>
          <a:xfrm flipV="1">
            <a:off x="3595330" y="2248150"/>
            <a:ext cx="1264320" cy="653601"/>
          </a:xfrm>
          <a:prstGeom prst="straightConnector1">
            <a:avLst/>
          </a:prstGeom>
          <a:ln>
            <a:solidFill>
              <a:srgbClr val="00B050">
                <a:alpha val="65521"/>
              </a:srgbClr>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3119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182C4-ACBF-D1D9-909C-575C7171B716}"/>
              </a:ext>
            </a:extLst>
          </p:cNvPr>
          <p:cNvSpPr>
            <a:spLocks noGrp="1"/>
          </p:cNvSpPr>
          <p:nvPr>
            <p:ph type="title"/>
          </p:nvPr>
        </p:nvSpPr>
        <p:spPr/>
        <p:txBody>
          <a:bodyPr/>
          <a:lstStyle/>
          <a:p>
            <a:r>
              <a:rPr lang="en-US"/>
              <a:t>Vocal folds</a:t>
            </a:r>
          </a:p>
        </p:txBody>
      </p:sp>
      <p:sp>
        <p:nvSpPr>
          <p:cNvPr id="3" name="Content Placeholder 2">
            <a:extLst>
              <a:ext uri="{FF2B5EF4-FFF2-40B4-BE49-F238E27FC236}">
                <a16:creationId xmlns:a16="http://schemas.microsoft.com/office/drawing/2014/main" id="{C13FB506-4448-2CE6-778C-FCE33856B8D6}"/>
              </a:ext>
            </a:extLst>
          </p:cNvPr>
          <p:cNvSpPr>
            <a:spLocks noGrp="1"/>
          </p:cNvSpPr>
          <p:nvPr>
            <p:ph idx="1"/>
          </p:nvPr>
        </p:nvSpPr>
        <p:spPr>
          <a:xfrm>
            <a:off x="838199" y="1825624"/>
            <a:ext cx="6191043" cy="5032375"/>
          </a:xfrm>
        </p:spPr>
        <p:txBody>
          <a:bodyPr>
            <a:normAutofit fontScale="92500" lnSpcReduction="20000"/>
          </a:bodyPr>
          <a:lstStyle/>
          <a:p>
            <a:r>
              <a:rPr lang="en-US"/>
              <a:t>Your vocal folds are muscles that are about 1 cm in length and 1 mm in height.</a:t>
            </a:r>
          </a:p>
          <a:p>
            <a:r>
              <a:rPr lang="en-US"/>
              <a:t>Muscle has mass and stiffness</a:t>
            </a:r>
          </a:p>
          <a:p>
            <a:r>
              <a:rPr lang="en-US"/>
              <a:t>Using about 10 other muscles hooked to the bones/cartilages of the housing of the folds, we can stretch them making them stiffer or bunching them making them effectively heavier.</a:t>
            </a:r>
          </a:p>
          <a:p>
            <a:r>
              <a:rPr lang="en-US"/>
              <a:t>Why?</a:t>
            </a:r>
          </a:p>
          <a:p>
            <a:pPr lvl="1"/>
            <a:r>
              <a:rPr lang="en-US"/>
              <a:t>Singing!</a:t>
            </a:r>
          </a:p>
          <a:p>
            <a:pPr lvl="1"/>
            <a:r>
              <a:rPr lang="en-US"/>
              <a:t>In English: Conveying questions, mistrust, degree of belief, surprise, emotion, etc.!</a:t>
            </a:r>
          </a:p>
          <a:p>
            <a:pPr lvl="1"/>
            <a:r>
              <a:rPr lang="en-US"/>
              <a:t>In tone language: meanings of words!!!!</a:t>
            </a:r>
          </a:p>
          <a:p>
            <a:r>
              <a:rPr lang="en-US"/>
              <a:t>We call the vibration frequency of vocal folds pitch, F0,  fundamental frequency.</a:t>
            </a:r>
          </a:p>
        </p:txBody>
      </p:sp>
      <p:pic>
        <p:nvPicPr>
          <p:cNvPr id="5" name="Picture 4">
            <a:extLst>
              <a:ext uri="{FF2B5EF4-FFF2-40B4-BE49-F238E27FC236}">
                <a16:creationId xmlns:a16="http://schemas.microsoft.com/office/drawing/2014/main" id="{A53C9A1E-9B34-81AD-401B-EF2820B5F5E0}"/>
              </a:ext>
            </a:extLst>
          </p:cNvPr>
          <p:cNvPicPr>
            <a:picLocks noChangeAspect="1"/>
          </p:cNvPicPr>
          <p:nvPr/>
        </p:nvPicPr>
        <p:blipFill>
          <a:blip r:embed="rId2"/>
          <a:stretch>
            <a:fillRect/>
          </a:stretch>
        </p:blipFill>
        <p:spPr>
          <a:xfrm>
            <a:off x="7029242" y="200909"/>
            <a:ext cx="4127501" cy="3486670"/>
          </a:xfrm>
          <a:prstGeom prst="rect">
            <a:avLst/>
          </a:prstGeom>
        </p:spPr>
      </p:pic>
      <p:cxnSp>
        <p:nvCxnSpPr>
          <p:cNvPr id="7" name="Straight Arrow Connector 6">
            <a:extLst>
              <a:ext uri="{FF2B5EF4-FFF2-40B4-BE49-F238E27FC236}">
                <a16:creationId xmlns:a16="http://schemas.microsoft.com/office/drawing/2014/main" id="{C664D7FB-8B9E-B93C-897C-4FEFD6346E55}"/>
              </a:ext>
            </a:extLst>
          </p:cNvPr>
          <p:cNvCxnSpPr/>
          <p:nvPr/>
        </p:nvCxnSpPr>
        <p:spPr>
          <a:xfrm flipH="1">
            <a:off x="9383843" y="0"/>
            <a:ext cx="1969957" cy="10439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2BF2F0CD-8EC1-09A9-9AF4-754DD6F9C9E6}"/>
              </a:ext>
            </a:extLst>
          </p:cNvPr>
          <p:cNvSpPr txBox="1"/>
          <p:nvPr/>
        </p:nvSpPr>
        <p:spPr>
          <a:xfrm>
            <a:off x="7029242" y="3687579"/>
            <a:ext cx="4924335" cy="3139321"/>
          </a:xfrm>
          <a:prstGeom prst="rect">
            <a:avLst/>
          </a:prstGeom>
          <a:noFill/>
        </p:spPr>
        <p:txBody>
          <a:bodyPr wrap="square" rtlCol="0">
            <a:spAutoFit/>
          </a:bodyPr>
          <a:lstStyle/>
          <a:p>
            <a:r>
              <a:rPr lang="en-US"/>
              <a:t>How/Why do they vibrate?</a:t>
            </a:r>
          </a:p>
          <a:p>
            <a:endParaRPr lang="en-US"/>
          </a:p>
          <a:p>
            <a:r>
              <a:rPr lang="en-US"/>
              <a:t>If we take air into our lungs, and close the vocal folds, a lot of pressure builds beneath them, and if the pressure is high enough, it blows them apart, and there is airflow between them. But just like a curtain in a shower, the airflow sucks the vocal folds back in, and the air pressure below blows them apart again, and this repeats 100’s of time per second. The suction force is called the Bernoulli force, which lifts airpalnes!</a:t>
            </a:r>
          </a:p>
        </p:txBody>
      </p:sp>
    </p:spTree>
    <p:extLst>
      <p:ext uri="{BB962C8B-B14F-4D97-AF65-F5344CB8AC3E}">
        <p14:creationId xmlns:p14="http://schemas.microsoft.com/office/powerpoint/2010/main" val="37461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itle">
            <a:extLst>
              <a:ext uri="{FF2B5EF4-FFF2-40B4-BE49-F238E27FC236}">
                <a16:creationId xmlns:a16="http://schemas.microsoft.com/office/drawing/2014/main" id="{16E0B82B-B5D3-4882-B1EE-E0107592D44B}"/>
              </a:ext>
            </a:extLst>
          </p:cNvPr>
          <p:cNvSpPr>
            <a:spLocks noGrp="1"/>
          </p:cNvSpPr>
          <p:nvPr/>
        </p:nvSpPr>
        <p:spPr>
          <a:xfrm>
            <a:off x="411480" y="464820"/>
            <a:ext cx="4648200" cy="579120"/>
          </a:xfrm>
          <a:prstGeom prst="rect">
            <a:avLst/>
          </a:prstGeom>
          <a:noFill/>
          <a:ln w="0">
            <a:noFill/>
          </a:ln>
        </p:spPr>
        <p:txBody>
          <a:bodyPr wrap="none" lIns="0" tIns="0" rIns="0" bIns="0" anchor="ctr">
            <a:noAutofit/>
          </a:bodyPr>
          <a:lstStyle/>
          <a:p>
            <a:pPr>
              <a:defRPr sz="4350">
                <a:solidFill>
                  <a:srgbClr val="111613"/>
                </a:solidFill>
                <a:latin typeface="Nimbus Sans"/>
                <a:ea typeface="Nimbus Sans"/>
                <a:cs typeface="Nimbus Sans"/>
              </a:defRPr>
            </a:pPr>
            <a:r>
              <a:rPr sz="3480">
                <a:solidFill>
                  <a:srgbClr val="111613"/>
                </a:solidFill>
                <a:latin typeface="Nimbus Sans"/>
                <a:ea typeface="Nimbus Sans"/>
                <a:cs typeface="Nimbus Sans"/>
              </a:rPr>
              <a:t>Harmonic Oscillator</a:t>
            </a:r>
          </a:p>
        </p:txBody>
      </p:sp>
      <p:sp>
        <p:nvSpPr>
          <p:cNvPr id="2" name="equation_x">
            <a:extLst>
              <a:ext uri="{FF2B5EF4-FFF2-40B4-BE49-F238E27FC236}">
                <a16:creationId xmlns:a16="http://schemas.microsoft.com/office/drawing/2014/main" id="{165DDC61-4424-44F0-90B2-BE3B185ADFC9}"/>
              </a:ext>
            </a:extLst>
          </p:cNvPr>
          <p:cNvSpPr>
            <a:spLocks noGrp="1"/>
          </p:cNvSpPr>
          <p:nvPr/>
        </p:nvSpPr>
        <p:spPr>
          <a:xfrm>
            <a:off x="1295400" y="1371600"/>
            <a:ext cx="2286000" cy="609600"/>
          </a:xfrm>
          <a:prstGeom prst="rect">
            <a:avLst/>
          </a:prstGeom>
          <a:noFill/>
          <a:ln w="0">
            <a:noFill/>
          </a:ln>
        </p:spPr>
        <p:txBody>
          <a:bodyPr wrap="none" lIns="0" tIns="0" rIns="0" bIns="0" anchor="ctr">
            <a:noAutofit/>
          </a:bodyPr>
          <a:lstStyle/>
          <a:p>
            <a:pPr>
              <a:defRPr sz="4800" i="1">
                <a:solidFill>
                  <a:srgbClr val="111613"/>
                </a:solidFill>
                <a:latin typeface="Nimbus Roman"/>
                <a:ea typeface="Nimbus Roman"/>
                <a:cs typeface="Nimbus Roman"/>
              </a:defRPr>
            </a:pPr>
            <a:r>
              <a:rPr sz="3840" i="1">
                <a:solidFill>
                  <a:srgbClr val="111613"/>
                </a:solidFill>
                <a:latin typeface="Nimbus Roman"/>
                <a:ea typeface="Nimbus Roman"/>
                <a:cs typeface="Nimbus Roman"/>
              </a:rPr>
              <a:t>x = v</a:t>
            </a:r>
          </a:p>
        </p:txBody>
      </p:sp>
      <p:sp>
        <p:nvSpPr>
          <p:cNvPr id="3" name="xdot">
            <a:extLst>
              <a:ext uri="{FF2B5EF4-FFF2-40B4-BE49-F238E27FC236}">
                <a16:creationId xmlns:a16="http://schemas.microsoft.com/office/drawing/2014/main" id="{671289EF-C02A-4277-8CDD-C346D3667C23}"/>
              </a:ext>
            </a:extLst>
          </p:cNvPr>
          <p:cNvSpPr>
            <a:spLocks noGrp="1"/>
          </p:cNvSpPr>
          <p:nvPr/>
        </p:nvSpPr>
        <p:spPr>
          <a:xfrm>
            <a:off x="1390651" y="1383031"/>
            <a:ext cx="53340" cy="53340"/>
          </a:xfrm>
          <a:prstGeom prst="ellipse">
            <a:avLst/>
          </a:prstGeom>
          <a:solidFill>
            <a:srgbClr val="111613"/>
          </a:solidFill>
          <a:ln w="0">
            <a:noFill/>
          </a:ln>
        </p:spPr>
        <p:txBody>
          <a:bodyPr/>
          <a:lstStyle/>
          <a:p>
            <a:endParaRPr lang="en-US" sz="1440"/>
          </a:p>
        </p:txBody>
      </p:sp>
      <p:sp>
        <p:nvSpPr>
          <p:cNvPr id="4" name="equation_v_left">
            <a:extLst>
              <a:ext uri="{FF2B5EF4-FFF2-40B4-BE49-F238E27FC236}">
                <a16:creationId xmlns:a16="http://schemas.microsoft.com/office/drawing/2014/main" id="{E8535779-6C42-47AB-82C9-75DA62AF23AB}"/>
              </a:ext>
            </a:extLst>
          </p:cNvPr>
          <p:cNvSpPr>
            <a:spLocks noGrp="1"/>
          </p:cNvSpPr>
          <p:nvPr/>
        </p:nvSpPr>
        <p:spPr>
          <a:xfrm>
            <a:off x="1295400" y="2209800"/>
            <a:ext cx="1333500" cy="723900"/>
          </a:xfrm>
          <a:prstGeom prst="rect">
            <a:avLst/>
          </a:prstGeom>
          <a:noFill/>
          <a:ln w="0">
            <a:noFill/>
          </a:ln>
        </p:spPr>
        <p:txBody>
          <a:bodyPr wrap="none" lIns="0" tIns="0" rIns="0" bIns="0" anchor="ctr">
            <a:noAutofit/>
          </a:bodyPr>
          <a:lstStyle/>
          <a:p>
            <a:pPr>
              <a:defRPr sz="4800" i="1">
                <a:solidFill>
                  <a:srgbClr val="111613"/>
                </a:solidFill>
                <a:latin typeface="Nimbus Roman"/>
                <a:ea typeface="Nimbus Roman"/>
                <a:cs typeface="Nimbus Roman"/>
              </a:defRPr>
            </a:pPr>
            <a:r>
              <a:rPr sz="3840" i="1">
                <a:solidFill>
                  <a:srgbClr val="111613"/>
                </a:solidFill>
                <a:latin typeface="Nimbus Roman"/>
                <a:ea typeface="Nimbus Roman"/>
                <a:cs typeface="Nimbus Roman"/>
              </a:rPr>
              <a:t>v = −</a:t>
            </a:r>
          </a:p>
        </p:txBody>
      </p:sp>
      <p:sp>
        <p:nvSpPr>
          <p:cNvPr id="5" name="vdot">
            <a:extLst>
              <a:ext uri="{FF2B5EF4-FFF2-40B4-BE49-F238E27FC236}">
                <a16:creationId xmlns:a16="http://schemas.microsoft.com/office/drawing/2014/main" id="{48FB99FD-68A6-44D1-8647-ABA394212116}"/>
              </a:ext>
            </a:extLst>
          </p:cNvPr>
          <p:cNvSpPr>
            <a:spLocks noGrp="1"/>
          </p:cNvSpPr>
          <p:nvPr/>
        </p:nvSpPr>
        <p:spPr>
          <a:xfrm>
            <a:off x="1375411" y="2205991"/>
            <a:ext cx="53340" cy="53340"/>
          </a:xfrm>
          <a:prstGeom prst="ellipse">
            <a:avLst/>
          </a:prstGeom>
          <a:solidFill>
            <a:srgbClr val="111613"/>
          </a:solidFill>
          <a:ln w="0">
            <a:noFill/>
          </a:ln>
        </p:spPr>
        <p:txBody>
          <a:bodyPr/>
          <a:lstStyle/>
          <a:p>
            <a:endParaRPr lang="en-US" sz="1440"/>
          </a:p>
        </p:txBody>
      </p:sp>
      <p:sp>
        <p:nvSpPr>
          <p:cNvPr id="6" name="equation_k">
            <a:extLst>
              <a:ext uri="{FF2B5EF4-FFF2-40B4-BE49-F238E27FC236}">
                <a16:creationId xmlns:a16="http://schemas.microsoft.com/office/drawing/2014/main" id="{9CF23EE8-C0B2-4203-894E-A504CFB8CBF6}"/>
              </a:ext>
            </a:extLst>
          </p:cNvPr>
          <p:cNvSpPr>
            <a:spLocks noGrp="1"/>
          </p:cNvSpPr>
          <p:nvPr/>
        </p:nvSpPr>
        <p:spPr>
          <a:xfrm>
            <a:off x="2613660" y="2034540"/>
            <a:ext cx="411480" cy="419100"/>
          </a:xfrm>
          <a:prstGeom prst="rect">
            <a:avLst/>
          </a:prstGeom>
          <a:noFill/>
          <a:ln w="0">
            <a:noFill/>
          </a:ln>
        </p:spPr>
        <p:txBody>
          <a:bodyPr wrap="none" lIns="0" tIns="0" rIns="0" bIns="0" anchor="ctr">
            <a:noAutofit/>
          </a:bodyPr>
          <a:lstStyle/>
          <a:p>
            <a:pPr algn="ctr">
              <a:defRPr sz="3900" i="1">
                <a:solidFill>
                  <a:srgbClr val="111613"/>
                </a:solidFill>
                <a:latin typeface="Nimbus Roman"/>
                <a:ea typeface="Nimbus Roman"/>
                <a:cs typeface="Nimbus Roman"/>
              </a:defRPr>
            </a:pPr>
            <a:r>
              <a:rPr sz="3120" i="1">
                <a:solidFill>
                  <a:srgbClr val="111613"/>
                </a:solidFill>
                <a:latin typeface="Nimbus Roman"/>
                <a:ea typeface="Nimbus Roman"/>
                <a:cs typeface="Nimbus Roman"/>
              </a:rPr>
              <a:t>k</a:t>
            </a:r>
          </a:p>
        </p:txBody>
      </p:sp>
      <p:sp>
        <p:nvSpPr>
          <p:cNvPr id="7" name="fraction">
            <a:extLst>
              <a:ext uri="{FF2B5EF4-FFF2-40B4-BE49-F238E27FC236}">
                <a16:creationId xmlns:a16="http://schemas.microsoft.com/office/drawing/2014/main" id="{33F654F1-1177-4B98-8E7B-266E0086195E}"/>
              </a:ext>
            </a:extLst>
          </p:cNvPr>
          <p:cNvSpPr>
            <a:spLocks noGrp="1"/>
          </p:cNvSpPr>
          <p:nvPr/>
        </p:nvSpPr>
        <p:spPr>
          <a:xfrm>
            <a:off x="2590800" y="2499360"/>
            <a:ext cx="464820" cy="0"/>
          </a:xfrm>
          <a:prstGeom prst="line">
            <a:avLst/>
          </a:prstGeom>
          <a:noFill/>
          <a:ln w="19050">
            <a:solidFill>
              <a:srgbClr val="111613"/>
            </a:solidFill>
          </a:ln>
        </p:spPr>
        <p:txBody>
          <a:bodyPr/>
          <a:lstStyle/>
          <a:p>
            <a:endParaRPr lang="en-US" sz="1440"/>
          </a:p>
        </p:txBody>
      </p:sp>
      <p:sp>
        <p:nvSpPr>
          <p:cNvPr id="8" name="equation_m">
            <a:extLst>
              <a:ext uri="{FF2B5EF4-FFF2-40B4-BE49-F238E27FC236}">
                <a16:creationId xmlns:a16="http://schemas.microsoft.com/office/drawing/2014/main" id="{3C4D0509-18CB-47B3-AA02-910EB86ABCBF}"/>
              </a:ext>
            </a:extLst>
          </p:cNvPr>
          <p:cNvSpPr>
            <a:spLocks noGrp="1"/>
          </p:cNvSpPr>
          <p:nvPr/>
        </p:nvSpPr>
        <p:spPr>
          <a:xfrm>
            <a:off x="2575560" y="2522220"/>
            <a:ext cx="502920" cy="419100"/>
          </a:xfrm>
          <a:prstGeom prst="rect">
            <a:avLst/>
          </a:prstGeom>
          <a:noFill/>
          <a:ln w="0">
            <a:noFill/>
          </a:ln>
        </p:spPr>
        <p:txBody>
          <a:bodyPr wrap="none" lIns="0" tIns="0" rIns="0" bIns="0" anchor="ctr">
            <a:noAutofit/>
          </a:bodyPr>
          <a:lstStyle/>
          <a:p>
            <a:pPr algn="ctr">
              <a:defRPr sz="3900" i="1">
                <a:solidFill>
                  <a:srgbClr val="111613"/>
                </a:solidFill>
                <a:latin typeface="Nimbus Roman"/>
                <a:ea typeface="Nimbus Roman"/>
                <a:cs typeface="Nimbus Roman"/>
              </a:defRPr>
            </a:pPr>
            <a:r>
              <a:rPr sz="3120" i="1">
                <a:solidFill>
                  <a:srgbClr val="111613"/>
                </a:solidFill>
                <a:latin typeface="Nimbus Roman"/>
                <a:ea typeface="Nimbus Roman"/>
                <a:cs typeface="Nimbus Roman"/>
              </a:rPr>
              <a:t>m</a:t>
            </a:r>
          </a:p>
        </p:txBody>
      </p:sp>
      <p:sp>
        <p:nvSpPr>
          <p:cNvPr id="9" name="equation_x_factor">
            <a:extLst>
              <a:ext uri="{FF2B5EF4-FFF2-40B4-BE49-F238E27FC236}">
                <a16:creationId xmlns:a16="http://schemas.microsoft.com/office/drawing/2014/main" id="{F43299E4-F998-4B42-9437-DAC5A164C741}"/>
              </a:ext>
            </a:extLst>
          </p:cNvPr>
          <p:cNvSpPr>
            <a:spLocks noGrp="1"/>
          </p:cNvSpPr>
          <p:nvPr/>
        </p:nvSpPr>
        <p:spPr>
          <a:xfrm>
            <a:off x="3185160" y="2240280"/>
            <a:ext cx="563880" cy="594360"/>
          </a:xfrm>
          <a:prstGeom prst="rect">
            <a:avLst/>
          </a:prstGeom>
          <a:noFill/>
          <a:ln w="0">
            <a:noFill/>
          </a:ln>
        </p:spPr>
        <p:txBody>
          <a:bodyPr wrap="none" lIns="0" tIns="0" rIns="0" bIns="0" anchor="ctr">
            <a:noAutofit/>
          </a:bodyPr>
          <a:lstStyle/>
          <a:p>
            <a:pPr>
              <a:defRPr sz="4800" i="1">
                <a:solidFill>
                  <a:srgbClr val="111613"/>
                </a:solidFill>
                <a:latin typeface="Nimbus Roman"/>
                <a:ea typeface="Nimbus Roman"/>
                <a:cs typeface="Nimbus Roman"/>
              </a:defRPr>
            </a:pPr>
            <a:r>
              <a:rPr sz="3840" i="1">
                <a:solidFill>
                  <a:srgbClr val="111613"/>
                </a:solidFill>
                <a:latin typeface="Nimbus Roman"/>
                <a:ea typeface="Nimbus Roman"/>
                <a:cs typeface="Nimbus Roman"/>
              </a:rPr>
              <a:t>x</a:t>
            </a:r>
          </a:p>
        </p:txBody>
      </p:sp>
      <p:sp>
        <p:nvSpPr>
          <p:cNvPr id="10" name="parameters">
            <a:extLst>
              <a:ext uri="{FF2B5EF4-FFF2-40B4-BE49-F238E27FC236}">
                <a16:creationId xmlns:a16="http://schemas.microsoft.com/office/drawing/2014/main" id="{AE2981BB-6538-42C4-9D66-E8E331D9898D}"/>
              </a:ext>
            </a:extLst>
          </p:cNvPr>
          <p:cNvSpPr>
            <a:spLocks noGrp="1"/>
          </p:cNvSpPr>
          <p:nvPr/>
        </p:nvSpPr>
        <p:spPr>
          <a:xfrm>
            <a:off x="762000" y="3352800"/>
            <a:ext cx="4114800" cy="350520"/>
          </a:xfrm>
          <a:prstGeom prst="rect">
            <a:avLst/>
          </a:prstGeom>
          <a:noFill/>
          <a:ln w="0">
            <a:noFill/>
          </a:ln>
        </p:spPr>
        <p:txBody>
          <a:bodyPr wrap="none" lIns="0" tIns="0" rIns="0" bIns="0" anchor="ctr">
            <a:noAutofit/>
          </a:bodyPr>
          <a:lstStyle/>
          <a:p>
            <a:pPr>
              <a:defRPr sz="2325">
                <a:solidFill>
                  <a:srgbClr val="111613"/>
                </a:solidFill>
                <a:latin typeface="Nimbus Sans"/>
                <a:ea typeface="Nimbus Sans"/>
                <a:cs typeface="Nimbus Sans"/>
              </a:defRPr>
            </a:pPr>
            <a:r>
              <a:rPr sz="1860">
                <a:solidFill>
                  <a:srgbClr val="111613"/>
                </a:solidFill>
                <a:latin typeface="Nimbus Sans"/>
                <a:ea typeface="Nimbus Sans"/>
                <a:cs typeface="Nimbus Sans"/>
              </a:rPr>
              <a:t>k/m = 1      Δt = 0.5</a:t>
            </a:r>
          </a:p>
        </p:txBody>
      </p:sp>
      <p:sp>
        <p:nvSpPr>
          <p:cNvPr id="11" name="initial_condition">
            <a:extLst>
              <a:ext uri="{FF2B5EF4-FFF2-40B4-BE49-F238E27FC236}">
                <a16:creationId xmlns:a16="http://schemas.microsoft.com/office/drawing/2014/main" id="{80B8959F-CDCD-4C2A-9AB7-8C8D2152F1FB}"/>
              </a:ext>
            </a:extLst>
          </p:cNvPr>
          <p:cNvSpPr>
            <a:spLocks noGrp="1"/>
          </p:cNvSpPr>
          <p:nvPr/>
        </p:nvSpPr>
        <p:spPr>
          <a:xfrm>
            <a:off x="762000" y="3810000"/>
            <a:ext cx="4000500" cy="335280"/>
          </a:xfrm>
          <a:prstGeom prst="rect">
            <a:avLst/>
          </a:prstGeom>
          <a:noFill/>
          <a:ln w="0">
            <a:noFill/>
          </a:ln>
        </p:spPr>
        <p:txBody>
          <a:bodyPr wrap="none" lIns="0" tIns="0" rIns="0" bIns="0" anchor="ctr">
            <a:noAutofit/>
          </a:bodyPr>
          <a:lstStyle/>
          <a:p>
            <a:pPr>
              <a:defRPr sz="2325">
                <a:solidFill>
                  <a:srgbClr val="111613"/>
                </a:solidFill>
                <a:latin typeface="Nimbus Sans"/>
                <a:ea typeface="Nimbus Sans"/>
                <a:cs typeface="Nimbus Sans"/>
              </a:defRPr>
            </a:pPr>
            <a:r>
              <a:rPr sz="1860">
                <a:solidFill>
                  <a:srgbClr val="111613"/>
                </a:solidFill>
                <a:latin typeface="Nimbus Sans"/>
                <a:ea typeface="Nimbus Sans"/>
                <a:cs typeface="Nimbus Sans"/>
              </a:rPr>
              <a:t>Start:  x = 1,  v = 0</a:t>
            </a:r>
          </a:p>
        </p:txBody>
      </p:sp>
      <p:sp>
        <p:nvSpPr>
          <p:cNvPr id="12" name="update_order">
            <a:extLst>
              <a:ext uri="{FF2B5EF4-FFF2-40B4-BE49-F238E27FC236}">
                <a16:creationId xmlns:a16="http://schemas.microsoft.com/office/drawing/2014/main" id="{3D1B9E68-28CD-4B8A-A889-9F435F80A840}"/>
              </a:ext>
            </a:extLst>
          </p:cNvPr>
          <p:cNvSpPr>
            <a:spLocks noGrp="1"/>
          </p:cNvSpPr>
          <p:nvPr/>
        </p:nvSpPr>
        <p:spPr>
          <a:xfrm>
            <a:off x="762000" y="4381500"/>
            <a:ext cx="4038600" cy="327660"/>
          </a:xfrm>
          <a:prstGeom prst="rect">
            <a:avLst/>
          </a:prstGeom>
          <a:noFill/>
          <a:ln w="0">
            <a:noFill/>
          </a:ln>
        </p:spPr>
        <p:txBody>
          <a:bodyPr wrap="none" lIns="0" tIns="0" rIns="0" bIns="0" anchor="ctr">
            <a:noAutofit/>
          </a:bodyPr>
          <a:lstStyle/>
          <a:p>
            <a:pPr>
              <a:defRPr sz="2175">
                <a:solidFill>
                  <a:srgbClr val="111613"/>
                </a:solidFill>
                <a:latin typeface="Nimbus Sans"/>
                <a:ea typeface="Nimbus Sans"/>
                <a:cs typeface="Nimbus Sans"/>
              </a:defRPr>
            </a:pPr>
            <a:r>
              <a:rPr sz="1740">
                <a:solidFill>
                  <a:srgbClr val="111613"/>
                </a:solidFill>
                <a:latin typeface="Nimbus Sans"/>
                <a:ea typeface="Nimbus Sans"/>
                <a:cs typeface="Nimbus Sans"/>
              </a:rPr>
              <a:t>Each step: update x, then v.</a:t>
            </a:r>
          </a:p>
        </p:txBody>
      </p:sp>
      <p:sp>
        <p:nvSpPr>
          <p:cNvPr id="13" name="update_detail">
            <a:extLst>
              <a:ext uri="{FF2B5EF4-FFF2-40B4-BE49-F238E27FC236}">
                <a16:creationId xmlns:a16="http://schemas.microsoft.com/office/drawing/2014/main" id="{EE7DFC24-DCCB-4411-86A8-CB930711B3E3}"/>
              </a:ext>
            </a:extLst>
          </p:cNvPr>
          <p:cNvSpPr>
            <a:spLocks noGrp="1"/>
          </p:cNvSpPr>
          <p:nvPr/>
        </p:nvSpPr>
        <p:spPr>
          <a:xfrm>
            <a:off x="762000" y="4724400"/>
            <a:ext cx="4229100" cy="289560"/>
          </a:xfrm>
          <a:prstGeom prst="rect">
            <a:avLst/>
          </a:prstGeom>
          <a:noFill/>
          <a:ln w="0">
            <a:noFill/>
          </a:ln>
        </p:spPr>
        <p:txBody>
          <a:bodyPr wrap="none" lIns="0" tIns="0" rIns="0" bIns="0" anchor="ctr">
            <a:noAutofit/>
          </a:bodyPr>
          <a:lstStyle/>
          <a:p>
            <a:pPr>
              <a:defRPr sz="1950">
                <a:solidFill>
                  <a:srgbClr val="47554E"/>
                </a:solidFill>
                <a:latin typeface="Nimbus Sans"/>
                <a:ea typeface="Nimbus Sans"/>
                <a:cs typeface="Nimbus Sans"/>
              </a:defRPr>
            </a:pPr>
            <a:r>
              <a:rPr sz="1560">
                <a:solidFill>
                  <a:srgbClr val="47554E"/>
                </a:solidFill>
                <a:latin typeface="Nimbus Sans"/>
                <a:ea typeface="Nimbus Sans"/>
                <a:cs typeface="Nimbus Sans"/>
              </a:rPr>
              <a:t>Use the new x when updating v.</a:t>
            </a:r>
          </a:p>
        </p:txBody>
      </p:sp>
      <p:sp>
        <p:nvSpPr>
          <p:cNvPr id="14" name="x_axis_t">
            <a:extLst>
              <a:ext uri="{FF2B5EF4-FFF2-40B4-BE49-F238E27FC236}">
                <a16:creationId xmlns:a16="http://schemas.microsoft.com/office/drawing/2014/main" id="{60B41C57-AE7D-4A5E-9A47-C84EFABD8102}"/>
              </a:ext>
            </a:extLst>
          </p:cNvPr>
          <p:cNvSpPr>
            <a:spLocks noGrp="1"/>
          </p:cNvSpPr>
          <p:nvPr/>
        </p:nvSpPr>
        <p:spPr>
          <a:xfrm>
            <a:off x="5638800" y="1767840"/>
            <a:ext cx="6134100" cy="0"/>
          </a:xfrm>
          <a:prstGeom prst="line">
            <a:avLst/>
          </a:prstGeom>
          <a:noFill/>
          <a:ln w="23813">
            <a:solidFill>
              <a:srgbClr val="111613"/>
            </a:solidFill>
          </a:ln>
        </p:spPr>
        <p:txBody>
          <a:bodyPr/>
          <a:lstStyle/>
          <a:p>
            <a:endParaRPr lang="en-US" sz="1440"/>
          </a:p>
        </p:txBody>
      </p:sp>
      <p:sp>
        <p:nvSpPr>
          <p:cNvPr id="15" name="x_axis_y">
            <a:extLst>
              <a:ext uri="{FF2B5EF4-FFF2-40B4-BE49-F238E27FC236}">
                <a16:creationId xmlns:a16="http://schemas.microsoft.com/office/drawing/2014/main" id="{135B0DE6-C633-451F-85B0-B069F248E0DE}"/>
              </a:ext>
            </a:extLst>
          </p:cNvPr>
          <p:cNvSpPr>
            <a:spLocks noGrp="1"/>
          </p:cNvSpPr>
          <p:nvPr/>
        </p:nvSpPr>
        <p:spPr>
          <a:xfrm>
            <a:off x="5638800" y="563880"/>
            <a:ext cx="0" cy="2407920"/>
          </a:xfrm>
          <a:prstGeom prst="line">
            <a:avLst/>
          </a:prstGeom>
          <a:noFill/>
          <a:ln w="23813">
            <a:solidFill>
              <a:srgbClr val="111613"/>
            </a:solidFill>
          </a:ln>
        </p:spPr>
        <p:txBody>
          <a:bodyPr/>
          <a:lstStyle/>
          <a:p>
            <a:endParaRPr lang="en-US" sz="1440"/>
          </a:p>
        </p:txBody>
      </p:sp>
      <p:sp>
        <p:nvSpPr>
          <p:cNvPr id="16" name="x_axis_name">
            <a:extLst>
              <a:ext uri="{FF2B5EF4-FFF2-40B4-BE49-F238E27FC236}">
                <a16:creationId xmlns:a16="http://schemas.microsoft.com/office/drawing/2014/main" id="{5CDB5F90-1DCB-43F1-9CB3-FFD84E6B2E54}"/>
              </a:ext>
            </a:extLst>
          </p:cNvPr>
          <p:cNvSpPr>
            <a:spLocks noGrp="1"/>
          </p:cNvSpPr>
          <p:nvPr/>
        </p:nvSpPr>
        <p:spPr>
          <a:xfrm>
            <a:off x="4907280" y="320040"/>
            <a:ext cx="335280" cy="411480"/>
          </a:xfrm>
          <a:prstGeom prst="rect">
            <a:avLst/>
          </a:prstGeom>
          <a:noFill/>
          <a:ln w="0">
            <a:noFill/>
          </a:ln>
        </p:spPr>
        <p:txBody>
          <a:bodyPr wrap="none" lIns="0" tIns="0" rIns="0" bIns="0" anchor="ctr">
            <a:noAutofit/>
          </a:bodyPr>
          <a:lstStyle/>
          <a:p>
            <a:pPr>
              <a:defRPr sz="3900" i="1">
                <a:solidFill>
                  <a:srgbClr val="111613"/>
                </a:solidFill>
                <a:latin typeface="Nimbus Roman"/>
                <a:ea typeface="Nimbus Roman"/>
                <a:cs typeface="Nimbus Roman"/>
              </a:defRPr>
            </a:pPr>
            <a:r>
              <a:rPr sz="3120" i="1">
                <a:solidFill>
                  <a:srgbClr val="111613"/>
                </a:solidFill>
                <a:latin typeface="Nimbus Roman"/>
                <a:ea typeface="Nimbus Roman"/>
                <a:cs typeface="Nimbus Roman"/>
              </a:rPr>
              <a:t>x</a:t>
            </a:r>
          </a:p>
        </p:txBody>
      </p:sp>
      <p:sp>
        <p:nvSpPr>
          <p:cNvPr id="17" name="x_t">
            <a:extLst>
              <a:ext uri="{FF2B5EF4-FFF2-40B4-BE49-F238E27FC236}">
                <a16:creationId xmlns:a16="http://schemas.microsoft.com/office/drawing/2014/main" id="{500D7F7C-CF4F-4F53-854D-5A42A5CEF172}"/>
              </a:ext>
            </a:extLst>
          </p:cNvPr>
          <p:cNvSpPr>
            <a:spLocks noGrp="1"/>
          </p:cNvSpPr>
          <p:nvPr/>
        </p:nvSpPr>
        <p:spPr>
          <a:xfrm>
            <a:off x="11780520" y="1554480"/>
            <a:ext cx="304800" cy="426720"/>
          </a:xfrm>
          <a:prstGeom prst="rect">
            <a:avLst/>
          </a:prstGeom>
          <a:noFill/>
          <a:ln w="0">
            <a:noFill/>
          </a:ln>
        </p:spPr>
        <p:txBody>
          <a:bodyPr wrap="none" lIns="0" tIns="0" rIns="0" bIns="0" anchor="ctr">
            <a:noAutofit/>
          </a:bodyPr>
          <a:lstStyle/>
          <a:p>
            <a:pPr>
              <a:defRPr sz="3600" i="1">
                <a:solidFill>
                  <a:srgbClr val="111613"/>
                </a:solidFill>
                <a:latin typeface="Nimbus Roman"/>
                <a:ea typeface="Nimbus Roman"/>
                <a:cs typeface="Nimbus Roman"/>
              </a:defRPr>
            </a:pPr>
            <a:r>
              <a:rPr sz="2880" i="1">
                <a:solidFill>
                  <a:srgbClr val="111613"/>
                </a:solidFill>
                <a:latin typeface="Nimbus Roman"/>
                <a:ea typeface="Nimbus Roman"/>
                <a:cs typeface="Nimbus Roman"/>
              </a:rPr>
              <a:t>t</a:t>
            </a:r>
          </a:p>
        </p:txBody>
      </p:sp>
      <p:sp>
        <p:nvSpPr>
          <p:cNvPr id="18" name="x_ytick_-1">
            <a:extLst>
              <a:ext uri="{FF2B5EF4-FFF2-40B4-BE49-F238E27FC236}">
                <a16:creationId xmlns:a16="http://schemas.microsoft.com/office/drawing/2014/main" id="{4D545349-552D-49AD-8FCB-FA6A9C035A08}"/>
              </a:ext>
            </a:extLst>
          </p:cNvPr>
          <p:cNvSpPr>
            <a:spLocks noGrp="1"/>
          </p:cNvSpPr>
          <p:nvPr/>
        </p:nvSpPr>
        <p:spPr>
          <a:xfrm>
            <a:off x="5600700" y="2628900"/>
            <a:ext cx="76200" cy="0"/>
          </a:xfrm>
          <a:prstGeom prst="line">
            <a:avLst/>
          </a:prstGeom>
          <a:noFill/>
          <a:ln w="17145">
            <a:solidFill>
              <a:srgbClr val="111613"/>
            </a:solidFill>
          </a:ln>
        </p:spPr>
        <p:txBody>
          <a:bodyPr/>
          <a:lstStyle/>
          <a:p>
            <a:endParaRPr lang="en-US" sz="1440"/>
          </a:p>
        </p:txBody>
      </p:sp>
      <p:sp>
        <p:nvSpPr>
          <p:cNvPr id="19" name="x_yticklabel_-1">
            <a:extLst>
              <a:ext uri="{FF2B5EF4-FFF2-40B4-BE49-F238E27FC236}">
                <a16:creationId xmlns:a16="http://schemas.microsoft.com/office/drawing/2014/main" id="{6BD31DD6-CF04-4E10-A136-810BB5148CBE}"/>
              </a:ext>
            </a:extLst>
          </p:cNvPr>
          <p:cNvSpPr>
            <a:spLocks noGrp="1"/>
          </p:cNvSpPr>
          <p:nvPr/>
        </p:nvSpPr>
        <p:spPr>
          <a:xfrm>
            <a:off x="5273040" y="2506980"/>
            <a:ext cx="243840" cy="236220"/>
          </a:xfrm>
          <a:prstGeom prst="rect">
            <a:avLst/>
          </a:prstGeom>
          <a:noFill/>
          <a:ln w="0">
            <a:noFill/>
          </a:ln>
        </p:spPr>
        <p:txBody>
          <a:bodyPr wrap="none" lIns="0" tIns="0" rIns="0" bIns="0" anchor="ctr">
            <a:noAutofit/>
          </a:bodyPr>
          <a:lstStyle/>
          <a:p>
            <a:pPr algn="r">
              <a:defRPr sz="1725">
                <a:solidFill>
                  <a:srgbClr val="5A665F"/>
                </a:solidFill>
                <a:latin typeface="Nimbus Sans"/>
                <a:ea typeface="Nimbus Sans"/>
                <a:cs typeface="Nimbus Sans"/>
              </a:defRPr>
            </a:pPr>
            <a:r>
              <a:rPr sz="1380">
                <a:solidFill>
                  <a:srgbClr val="5A665F"/>
                </a:solidFill>
                <a:latin typeface="Nimbus Sans"/>
                <a:ea typeface="Nimbus Sans"/>
                <a:cs typeface="Nimbus Sans"/>
              </a:rPr>
              <a:t>−1</a:t>
            </a:r>
          </a:p>
        </p:txBody>
      </p:sp>
      <p:sp>
        <p:nvSpPr>
          <p:cNvPr id="20" name="x_ytick_1">
            <a:extLst>
              <a:ext uri="{FF2B5EF4-FFF2-40B4-BE49-F238E27FC236}">
                <a16:creationId xmlns:a16="http://schemas.microsoft.com/office/drawing/2014/main" id="{28047CBB-DC71-4A88-93E6-860FFF22B116}"/>
              </a:ext>
            </a:extLst>
          </p:cNvPr>
          <p:cNvSpPr>
            <a:spLocks noGrp="1"/>
          </p:cNvSpPr>
          <p:nvPr/>
        </p:nvSpPr>
        <p:spPr>
          <a:xfrm>
            <a:off x="5600700" y="906780"/>
            <a:ext cx="76200" cy="0"/>
          </a:xfrm>
          <a:prstGeom prst="line">
            <a:avLst/>
          </a:prstGeom>
          <a:noFill/>
          <a:ln w="17145">
            <a:solidFill>
              <a:srgbClr val="111613"/>
            </a:solidFill>
          </a:ln>
        </p:spPr>
        <p:txBody>
          <a:bodyPr/>
          <a:lstStyle/>
          <a:p>
            <a:endParaRPr lang="en-US" sz="1440"/>
          </a:p>
        </p:txBody>
      </p:sp>
      <p:sp>
        <p:nvSpPr>
          <p:cNvPr id="21" name="x_yticklabel_1">
            <a:extLst>
              <a:ext uri="{FF2B5EF4-FFF2-40B4-BE49-F238E27FC236}">
                <a16:creationId xmlns:a16="http://schemas.microsoft.com/office/drawing/2014/main" id="{49E16773-5B7E-4DE0-BF7D-172B0ABB3042}"/>
              </a:ext>
            </a:extLst>
          </p:cNvPr>
          <p:cNvSpPr>
            <a:spLocks noGrp="1"/>
          </p:cNvSpPr>
          <p:nvPr/>
        </p:nvSpPr>
        <p:spPr>
          <a:xfrm>
            <a:off x="5273040" y="784860"/>
            <a:ext cx="243840" cy="236220"/>
          </a:xfrm>
          <a:prstGeom prst="rect">
            <a:avLst/>
          </a:prstGeom>
          <a:noFill/>
          <a:ln w="0">
            <a:noFill/>
          </a:ln>
        </p:spPr>
        <p:txBody>
          <a:bodyPr wrap="none" lIns="0" tIns="0" rIns="0" bIns="0" anchor="ctr">
            <a:noAutofit/>
          </a:bodyPr>
          <a:lstStyle/>
          <a:p>
            <a:pPr algn="r">
              <a:defRPr sz="1725">
                <a:solidFill>
                  <a:srgbClr val="5A665F"/>
                </a:solidFill>
                <a:latin typeface="Nimbus Sans"/>
                <a:ea typeface="Nimbus Sans"/>
                <a:cs typeface="Nimbus Sans"/>
              </a:defRPr>
            </a:pPr>
            <a:r>
              <a:rPr sz="1380">
                <a:solidFill>
                  <a:srgbClr val="5A665F"/>
                </a:solidFill>
                <a:latin typeface="Nimbus Sans"/>
                <a:ea typeface="Nimbus Sans"/>
                <a:cs typeface="Nimbus Sans"/>
              </a:rPr>
              <a:t>1</a:t>
            </a:r>
          </a:p>
        </p:txBody>
      </p:sp>
      <p:sp>
        <p:nvSpPr>
          <p:cNvPr id="22" name="x_tick_0">
            <a:extLst>
              <a:ext uri="{FF2B5EF4-FFF2-40B4-BE49-F238E27FC236}">
                <a16:creationId xmlns:a16="http://schemas.microsoft.com/office/drawing/2014/main" id="{11FEA5AC-F8BC-4B4E-8E22-2FACAC6172B6}"/>
              </a:ext>
            </a:extLst>
          </p:cNvPr>
          <p:cNvSpPr>
            <a:spLocks noGrp="1"/>
          </p:cNvSpPr>
          <p:nvPr/>
        </p:nvSpPr>
        <p:spPr>
          <a:xfrm>
            <a:off x="5638800" y="1737360"/>
            <a:ext cx="0" cy="60960"/>
          </a:xfrm>
          <a:prstGeom prst="line">
            <a:avLst/>
          </a:prstGeom>
          <a:noFill/>
          <a:ln w="14288">
            <a:solidFill>
              <a:srgbClr val="111613"/>
            </a:solidFill>
          </a:ln>
        </p:spPr>
        <p:txBody>
          <a:bodyPr/>
          <a:lstStyle/>
          <a:p>
            <a:endParaRPr lang="en-US" sz="1440"/>
          </a:p>
        </p:txBody>
      </p:sp>
      <p:sp>
        <p:nvSpPr>
          <p:cNvPr id="23" name="x_tick_1">
            <a:extLst>
              <a:ext uri="{FF2B5EF4-FFF2-40B4-BE49-F238E27FC236}">
                <a16:creationId xmlns:a16="http://schemas.microsoft.com/office/drawing/2014/main" id="{87B2838E-FCF0-4802-BEC0-ADCC88E9DA89}"/>
              </a:ext>
            </a:extLst>
          </p:cNvPr>
          <p:cNvSpPr>
            <a:spLocks noGrp="1"/>
          </p:cNvSpPr>
          <p:nvPr/>
        </p:nvSpPr>
        <p:spPr>
          <a:xfrm>
            <a:off x="6126480" y="1737360"/>
            <a:ext cx="0" cy="60960"/>
          </a:xfrm>
          <a:prstGeom prst="line">
            <a:avLst/>
          </a:prstGeom>
          <a:noFill/>
          <a:ln w="14288">
            <a:solidFill>
              <a:srgbClr val="111613"/>
            </a:solidFill>
          </a:ln>
        </p:spPr>
        <p:txBody>
          <a:bodyPr/>
          <a:lstStyle/>
          <a:p>
            <a:endParaRPr lang="en-US" sz="1440"/>
          </a:p>
        </p:txBody>
      </p:sp>
      <p:sp>
        <p:nvSpPr>
          <p:cNvPr id="24" name="x_tick_2">
            <a:extLst>
              <a:ext uri="{FF2B5EF4-FFF2-40B4-BE49-F238E27FC236}">
                <a16:creationId xmlns:a16="http://schemas.microsoft.com/office/drawing/2014/main" id="{EBA45C15-A2F0-46EC-8260-FFC44FF1ECEF}"/>
              </a:ext>
            </a:extLst>
          </p:cNvPr>
          <p:cNvSpPr>
            <a:spLocks noGrp="1"/>
          </p:cNvSpPr>
          <p:nvPr/>
        </p:nvSpPr>
        <p:spPr>
          <a:xfrm>
            <a:off x="6614160" y="1737360"/>
            <a:ext cx="0" cy="60960"/>
          </a:xfrm>
          <a:prstGeom prst="line">
            <a:avLst/>
          </a:prstGeom>
          <a:noFill/>
          <a:ln w="14288">
            <a:solidFill>
              <a:srgbClr val="111613"/>
            </a:solidFill>
          </a:ln>
        </p:spPr>
        <p:txBody>
          <a:bodyPr/>
          <a:lstStyle/>
          <a:p>
            <a:endParaRPr lang="en-US" sz="1440"/>
          </a:p>
        </p:txBody>
      </p:sp>
      <p:sp>
        <p:nvSpPr>
          <p:cNvPr id="25" name="x_tick_3">
            <a:extLst>
              <a:ext uri="{FF2B5EF4-FFF2-40B4-BE49-F238E27FC236}">
                <a16:creationId xmlns:a16="http://schemas.microsoft.com/office/drawing/2014/main" id="{1B2FF481-E83B-4E41-A12C-41E0FACEE6CE}"/>
              </a:ext>
            </a:extLst>
          </p:cNvPr>
          <p:cNvSpPr>
            <a:spLocks noGrp="1"/>
          </p:cNvSpPr>
          <p:nvPr/>
        </p:nvSpPr>
        <p:spPr>
          <a:xfrm>
            <a:off x="7101840" y="1737360"/>
            <a:ext cx="0" cy="60960"/>
          </a:xfrm>
          <a:prstGeom prst="line">
            <a:avLst/>
          </a:prstGeom>
          <a:noFill/>
          <a:ln w="14288">
            <a:solidFill>
              <a:srgbClr val="111613"/>
            </a:solidFill>
          </a:ln>
        </p:spPr>
        <p:txBody>
          <a:bodyPr/>
          <a:lstStyle/>
          <a:p>
            <a:endParaRPr lang="en-US" sz="1440"/>
          </a:p>
        </p:txBody>
      </p:sp>
      <p:sp>
        <p:nvSpPr>
          <p:cNvPr id="26" name="x_tick_4">
            <a:extLst>
              <a:ext uri="{FF2B5EF4-FFF2-40B4-BE49-F238E27FC236}">
                <a16:creationId xmlns:a16="http://schemas.microsoft.com/office/drawing/2014/main" id="{0529BDB4-5A46-470A-83C4-5543FD5CED58}"/>
              </a:ext>
            </a:extLst>
          </p:cNvPr>
          <p:cNvSpPr>
            <a:spLocks noGrp="1"/>
          </p:cNvSpPr>
          <p:nvPr/>
        </p:nvSpPr>
        <p:spPr>
          <a:xfrm>
            <a:off x="7589520" y="1737360"/>
            <a:ext cx="0" cy="60960"/>
          </a:xfrm>
          <a:prstGeom prst="line">
            <a:avLst/>
          </a:prstGeom>
          <a:noFill/>
          <a:ln w="14288">
            <a:solidFill>
              <a:srgbClr val="111613"/>
            </a:solidFill>
          </a:ln>
        </p:spPr>
        <p:txBody>
          <a:bodyPr/>
          <a:lstStyle/>
          <a:p>
            <a:endParaRPr lang="en-US" sz="1440"/>
          </a:p>
        </p:txBody>
      </p:sp>
      <p:sp>
        <p:nvSpPr>
          <p:cNvPr id="27" name="x_tick_5">
            <a:extLst>
              <a:ext uri="{FF2B5EF4-FFF2-40B4-BE49-F238E27FC236}">
                <a16:creationId xmlns:a16="http://schemas.microsoft.com/office/drawing/2014/main" id="{717D4903-56F3-4FC9-9B30-209939694BAD}"/>
              </a:ext>
            </a:extLst>
          </p:cNvPr>
          <p:cNvSpPr>
            <a:spLocks noGrp="1"/>
          </p:cNvSpPr>
          <p:nvPr/>
        </p:nvSpPr>
        <p:spPr>
          <a:xfrm>
            <a:off x="8077200" y="1737360"/>
            <a:ext cx="0" cy="60960"/>
          </a:xfrm>
          <a:prstGeom prst="line">
            <a:avLst/>
          </a:prstGeom>
          <a:noFill/>
          <a:ln w="14288">
            <a:solidFill>
              <a:srgbClr val="111613"/>
            </a:solidFill>
          </a:ln>
        </p:spPr>
        <p:txBody>
          <a:bodyPr/>
          <a:lstStyle/>
          <a:p>
            <a:endParaRPr lang="en-US" sz="1440"/>
          </a:p>
        </p:txBody>
      </p:sp>
      <p:sp>
        <p:nvSpPr>
          <p:cNvPr id="28" name="x_tick_6">
            <a:extLst>
              <a:ext uri="{FF2B5EF4-FFF2-40B4-BE49-F238E27FC236}">
                <a16:creationId xmlns:a16="http://schemas.microsoft.com/office/drawing/2014/main" id="{08E94F9D-A072-477D-966F-A0B4C690C537}"/>
              </a:ext>
            </a:extLst>
          </p:cNvPr>
          <p:cNvSpPr>
            <a:spLocks noGrp="1"/>
          </p:cNvSpPr>
          <p:nvPr/>
        </p:nvSpPr>
        <p:spPr>
          <a:xfrm>
            <a:off x="8564880" y="1737360"/>
            <a:ext cx="0" cy="60960"/>
          </a:xfrm>
          <a:prstGeom prst="line">
            <a:avLst/>
          </a:prstGeom>
          <a:noFill/>
          <a:ln w="14288">
            <a:solidFill>
              <a:srgbClr val="111613"/>
            </a:solidFill>
          </a:ln>
        </p:spPr>
        <p:txBody>
          <a:bodyPr/>
          <a:lstStyle/>
          <a:p>
            <a:endParaRPr lang="en-US" sz="1440"/>
          </a:p>
        </p:txBody>
      </p:sp>
      <p:sp>
        <p:nvSpPr>
          <p:cNvPr id="29" name="x_tick_7">
            <a:extLst>
              <a:ext uri="{FF2B5EF4-FFF2-40B4-BE49-F238E27FC236}">
                <a16:creationId xmlns:a16="http://schemas.microsoft.com/office/drawing/2014/main" id="{BF24B214-9ECF-4D0B-B87C-E6F4E0DE6C7E}"/>
              </a:ext>
            </a:extLst>
          </p:cNvPr>
          <p:cNvSpPr>
            <a:spLocks noGrp="1"/>
          </p:cNvSpPr>
          <p:nvPr/>
        </p:nvSpPr>
        <p:spPr>
          <a:xfrm>
            <a:off x="9052560" y="1737360"/>
            <a:ext cx="0" cy="60960"/>
          </a:xfrm>
          <a:prstGeom prst="line">
            <a:avLst/>
          </a:prstGeom>
          <a:noFill/>
          <a:ln w="14288">
            <a:solidFill>
              <a:srgbClr val="111613"/>
            </a:solidFill>
          </a:ln>
        </p:spPr>
        <p:txBody>
          <a:bodyPr/>
          <a:lstStyle/>
          <a:p>
            <a:endParaRPr lang="en-US" sz="1440"/>
          </a:p>
        </p:txBody>
      </p:sp>
      <p:sp>
        <p:nvSpPr>
          <p:cNvPr id="30" name="x_tick_8">
            <a:extLst>
              <a:ext uri="{FF2B5EF4-FFF2-40B4-BE49-F238E27FC236}">
                <a16:creationId xmlns:a16="http://schemas.microsoft.com/office/drawing/2014/main" id="{28FAF463-9047-42B4-8739-8EBEC3E90B06}"/>
              </a:ext>
            </a:extLst>
          </p:cNvPr>
          <p:cNvSpPr>
            <a:spLocks noGrp="1"/>
          </p:cNvSpPr>
          <p:nvPr/>
        </p:nvSpPr>
        <p:spPr>
          <a:xfrm>
            <a:off x="9540240" y="1737360"/>
            <a:ext cx="0" cy="60960"/>
          </a:xfrm>
          <a:prstGeom prst="line">
            <a:avLst/>
          </a:prstGeom>
          <a:noFill/>
          <a:ln w="14288">
            <a:solidFill>
              <a:srgbClr val="111613"/>
            </a:solidFill>
          </a:ln>
        </p:spPr>
        <p:txBody>
          <a:bodyPr/>
          <a:lstStyle/>
          <a:p>
            <a:endParaRPr lang="en-US" sz="1440"/>
          </a:p>
        </p:txBody>
      </p:sp>
      <p:sp>
        <p:nvSpPr>
          <p:cNvPr id="31" name="x_tick_9">
            <a:extLst>
              <a:ext uri="{FF2B5EF4-FFF2-40B4-BE49-F238E27FC236}">
                <a16:creationId xmlns:a16="http://schemas.microsoft.com/office/drawing/2014/main" id="{B21C9E25-1E82-401C-9CA4-071D79BDE174}"/>
              </a:ext>
            </a:extLst>
          </p:cNvPr>
          <p:cNvSpPr>
            <a:spLocks noGrp="1"/>
          </p:cNvSpPr>
          <p:nvPr/>
        </p:nvSpPr>
        <p:spPr>
          <a:xfrm>
            <a:off x="10027920" y="1737360"/>
            <a:ext cx="0" cy="60960"/>
          </a:xfrm>
          <a:prstGeom prst="line">
            <a:avLst/>
          </a:prstGeom>
          <a:noFill/>
          <a:ln w="14288">
            <a:solidFill>
              <a:srgbClr val="111613"/>
            </a:solidFill>
          </a:ln>
        </p:spPr>
        <p:txBody>
          <a:bodyPr/>
          <a:lstStyle/>
          <a:p>
            <a:endParaRPr lang="en-US" sz="1440"/>
          </a:p>
        </p:txBody>
      </p:sp>
      <p:sp>
        <p:nvSpPr>
          <p:cNvPr id="32" name="x_tick_10">
            <a:extLst>
              <a:ext uri="{FF2B5EF4-FFF2-40B4-BE49-F238E27FC236}">
                <a16:creationId xmlns:a16="http://schemas.microsoft.com/office/drawing/2014/main" id="{EE41ED62-8566-4313-900C-B608C1AE5213}"/>
              </a:ext>
            </a:extLst>
          </p:cNvPr>
          <p:cNvSpPr>
            <a:spLocks noGrp="1"/>
          </p:cNvSpPr>
          <p:nvPr/>
        </p:nvSpPr>
        <p:spPr>
          <a:xfrm>
            <a:off x="10515600" y="1737360"/>
            <a:ext cx="0" cy="60960"/>
          </a:xfrm>
          <a:prstGeom prst="line">
            <a:avLst/>
          </a:prstGeom>
          <a:noFill/>
          <a:ln w="14288">
            <a:solidFill>
              <a:srgbClr val="111613"/>
            </a:solidFill>
          </a:ln>
        </p:spPr>
        <p:txBody>
          <a:bodyPr/>
          <a:lstStyle/>
          <a:p>
            <a:endParaRPr lang="en-US" sz="1440"/>
          </a:p>
        </p:txBody>
      </p:sp>
      <p:sp>
        <p:nvSpPr>
          <p:cNvPr id="33" name="x_tick_11">
            <a:extLst>
              <a:ext uri="{FF2B5EF4-FFF2-40B4-BE49-F238E27FC236}">
                <a16:creationId xmlns:a16="http://schemas.microsoft.com/office/drawing/2014/main" id="{A6B60745-9058-4D62-BCFB-ECBB60BCD012}"/>
              </a:ext>
            </a:extLst>
          </p:cNvPr>
          <p:cNvSpPr>
            <a:spLocks noGrp="1"/>
          </p:cNvSpPr>
          <p:nvPr/>
        </p:nvSpPr>
        <p:spPr>
          <a:xfrm>
            <a:off x="11003280" y="1737360"/>
            <a:ext cx="0" cy="60960"/>
          </a:xfrm>
          <a:prstGeom prst="line">
            <a:avLst/>
          </a:prstGeom>
          <a:noFill/>
          <a:ln w="14288">
            <a:solidFill>
              <a:srgbClr val="111613"/>
            </a:solidFill>
          </a:ln>
        </p:spPr>
        <p:txBody>
          <a:bodyPr/>
          <a:lstStyle/>
          <a:p>
            <a:endParaRPr lang="en-US" sz="1440"/>
          </a:p>
        </p:txBody>
      </p:sp>
      <p:sp>
        <p:nvSpPr>
          <p:cNvPr id="34" name="x_tick_12">
            <a:extLst>
              <a:ext uri="{FF2B5EF4-FFF2-40B4-BE49-F238E27FC236}">
                <a16:creationId xmlns:a16="http://schemas.microsoft.com/office/drawing/2014/main" id="{8D4F3488-BD32-47CB-9241-D62B9ED75880}"/>
              </a:ext>
            </a:extLst>
          </p:cNvPr>
          <p:cNvSpPr>
            <a:spLocks noGrp="1"/>
          </p:cNvSpPr>
          <p:nvPr/>
        </p:nvSpPr>
        <p:spPr>
          <a:xfrm>
            <a:off x="11490960" y="1737360"/>
            <a:ext cx="0" cy="60960"/>
          </a:xfrm>
          <a:prstGeom prst="line">
            <a:avLst/>
          </a:prstGeom>
          <a:noFill/>
          <a:ln w="14288">
            <a:solidFill>
              <a:srgbClr val="111613"/>
            </a:solidFill>
          </a:ln>
        </p:spPr>
        <p:txBody>
          <a:bodyPr/>
          <a:lstStyle/>
          <a:p>
            <a:endParaRPr lang="en-US" sz="1440"/>
          </a:p>
        </p:txBody>
      </p:sp>
      <p:sp>
        <p:nvSpPr>
          <p:cNvPr id="35" name="step_0_x_dot">
            <a:extLst>
              <a:ext uri="{FF2B5EF4-FFF2-40B4-BE49-F238E27FC236}">
                <a16:creationId xmlns:a16="http://schemas.microsoft.com/office/drawing/2014/main" id="{FD14B9B9-C3D7-4B02-BE87-420A839C2A63}"/>
              </a:ext>
            </a:extLst>
          </p:cNvPr>
          <p:cNvSpPr>
            <a:spLocks noGrp="1"/>
          </p:cNvSpPr>
          <p:nvPr/>
        </p:nvSpPr>
        <p:spPr>
          <a:xfrm>
            <a:off x="5585460" y="853440"/>
            <a:ext cx="106680" cy="106680"/>
          </a:xfrm>
          <a:prstGeom prst="ellipse">
            <a:avLst/>
          </a:prstGeom>
          <a:solidFill>
            <a:srgbClr val="F50069"/>
          </a:solidFill>
          <a:ln w="0">
            <a:noFill/>
          </a:ln>
        </p:spPr>
        <p:txBody>
          <a:bodyPr/>
          <a:lstStyle/>
          <a:p>
            <a:endParaRPr lang="en-US" sz="1440"/>
          </a:p>
        </p:txBody>
      </p:sp>
      <p:sp>
        <p:nvSpPr>
          <p:cNvPr id="36" name="step_0_x_label">
            <a:extLst>
              <a:ext uri="{FF2B5EF4-FFF2-40B4-BE49-F238E27FC236}">
                <a16:creationId xmlns:a16="http://schemas.microsoft.com/office/drawing/2014/main" id="{27FC8EE5-8FD4-4709-8AC2-4D099BE89585}"/>
              </a:ext>
            </a:extLst>
          </p:cNvPr>
          <p:cNvSpPr>
            <a:spLocks noGrp="1"/>
          </p:cNvSpPr>
          <p:nvPr/>
        </p:nvSpPr>
        <p:spPr>
          <a:xfrm>
            <a:off x="5265420" y="548640"/>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1.000</a:t>
            </a:r>
          </a:p>
        </p:txBody>
      </p:sp>
      <p:sp>
        <p:nvSpPr>
          <p:cNvPr id="37" name="step_1_x_dot">
            <a:extLst>
              <a:ext uri="{FF2B5EF4-FFF2-40B4-BE49-F238E27FC236}">
                <a16:creationId xmlns:a16="http://schemas.microsoft.com/office/drawing/2014/main" id="{1C2D97C7-5926-405B-B269-F8069D216B60}"/>
              </a:ext>
            </a:extLst>
          </p:cNvPr>
          <p:cNvSpPr>
            <a:spLocks noGrp="1"/>
          </p:cNvSpPr>
          <p:nvPr/>
        </p:nvSpPr>
        <p:spPr>
          <a:xfrm>
            <a:off x="6073140" y="853440"/>
            <a:ext cx="106680" cy="106680"/>
          </a:xfrm>
          <a:prstGeom prst="ellipse">
            <a:avLst/>
          </a:prstGeom>
          <a:solidFill>
            <a:srgbClr val="F50069"/>
          </a:solidFill>
          <a:ln w="0">
            <a:noFill/>
          </a:ln>
        </p:spPr>
        <p:txBody>
          <a:bodyPr/>
          <a:lstStyle/>
          <a:p>
            <a:endParaRPr lang="en-US" sz="1440"/>
          </a:p>
        </p:txBody>
      </p:sp>
      <p:sp>
        <p:nvSpPr>
          <p:cNvPr id="38" name="step_1_x_label">
            <a:extLst>
              <a:ext uri="{FF2B5EF4-FFF2-40B4-BE49-F238E27FC236}">
                <a16:creationId xmlns:a16="http://schemas.microsoft.com/office/drawing/2014/main" id="{3CA33C31-9D39-4C8E-9682-44109EAF78B0}"/>
              </a:ext>
            </a:extLst>
          </p:cNvPr>
          <p:cNvSpPr>
            <a:spLocks noGrp="1"/>
          </p:cNvSpPr>
          <p:nvPr/>
        </p:nvSpPr>
        <p:spPr>
          <a:xfrm>
            <a:off x="5753100" y="1028700"/>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1.000</a:t>
            </a:r>
          </a:p>
        </p:txBody>
      </p:sp>
      <p:sp>
        <p:nvSpPr>
          <p:cNvPr id="39" name="step_2_x_dot">
            <a:extLst>
              <a:ext uri="{FF2B5EF4-FFF2-40B4-BE49-F238E27FC236}">
                <a16:creationId xmlns:a16="http://schemas.microsoft.com/office/drawing/2014/main" id="{457C0D39-5763-451F-B824-A212CC8400FC}"/>
              </a:ext>
            </a:extLst>
          </p:cNvPr>
          <p:cNvSpPr>
            <a:spLocks noGrp="1"/>
          </p:cNvSpPr>
          <p:nvPr/>
        </p:nvSpPr>
        <p:spPr>
          <a:xfrm>
            <a:off x="6560820" y="1068705"/>
            <a:ext cx="106680" cy="106680"/>
          </a:xfrm>
          <a:prstGeom prst="ellipse">
            <a:avLst/>
          </a:prstGeom>
          <a:solidFill>
            <a:srgbClr val="F50069"/>
          </a:solidFill>
          <a:ln w="0">
            <a:noFill/>
          </a:ln>
        </p:spPr>
        <p:txBody>
          <a:bodyPr/>
          <a:lstStyle/>
          <a:p>
            <a:endParaRPr lang="en-US" sz="1440"/>
          </a:p>
        </p:txBody>
      </p:sp>
      <p:sp>
        <p:nvSpPr>
          <p:cNvPr id="40" name="step_2_x_label">
            <a:extLst>
              <a:ext uri="{FF2B5EF4-FFF2-40B4-BE49-F238E27FC236}">
                <a16:creationId xmlns:a16="http://schemas.microsoft.com/office/drawing/2014/main" id="{E2FBB974-284F-40AB-A404-26A6E4DD643C}"/>
              </a:ext>
            </a:extLst>
          </p:cNvPr>
          <p:cNvSpPr>
            <a:spLocks noGrp="1"/>
          </p:cNvSpPr>
          <p:nvPr/>
        </p:nvSpPr>
        <p:spPr>
          <a:xfrm>
            <a:off x="6240780" y="763905"/>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0.750</a:t>
            </a:r>
          </a:p>
        </p:txBody>
      </p:sp>
      <p:sp>
        <p:nvSpPr>
          <p:cNvPr id="41" name="step_3_x_dot">
            <a:extLst>
              <a:ext uri="{FF2B5EF4-FFF2-40B4-BE49-F238E27FC236}">
                <a16:creationId xmlns:a16="http://schemas.microsoft.com/office/drawing/2014/main" id="{56A70A6E-62A5-44B4-B921-D3B69DBB3ADC}"/>
              </a:ext>
            </a:extLst>
          </p:cNvPr>
          <p:cNvSpPr>
            <a:spLocks noGrp="1"/>
          </p:cNvSpPr>
          <p:nvPr/>
        </p:nvSpPr>
        <p:spPr>
          <a:xfrm>
            <a:off x="7048500" y="1445418"/>
            <a:ext cx="106680" cy="106680"/>
          </a:xfrm>
          <a:prstGeom prst="ellipse">
            <a:avLst/>
          </a:prstGeom>
          <a:solidFill>
            <a:srgbClr val="F50069"/>
          </a:solidFill>
          <a:ln w="0">
            <a:noFill/>
          </a:ln>
        </p:spPr>
        <p:txBody>
          <a:bodyPr/>
          <a:lstStyle/>
          <a:p>
            <a:endParaRPr lang="en-US" sz="1440"/>
          </a:p>
        </p:txBody>
      </p:sp>
      <p:sp>
        <p:nvSpPr>
          <p:cNvPr id="42" name="step_3_x_label">
            <a:extLst>
              <a:ext uri="{FF2B5EF4-FFF2-40B4-BE49-F238E27FC236}">
                <a16:creationId xmlns:a16="http://schemas.microsoft.com/office/drawing/2014/main" id="{693A1B51-A18A-4443-94BD-6465E6C783F0}"/>
              </a:ext>
            </a:extLst>
          </p:cNvPr>
          <p:cNvSpPr>
            <a:spLocks noGrp="1"/>
          </p:cNvSpPr>
          <p:nvPr/>
        </p:nvSpPr>
        <p:spPr>
          <a:xfrm>
            <a:off x="6728460" y="1140618"/>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0.313</a:t>
            </a:r>
          </a:p>
        </p:txBody>
      </p:sp>
      <p:sp>
        <p:nvSpPr>
          <p:cNvPr id="43" name="step_4_x_dot">
            <a:extLst>
              <a:ext uri="{FF2B5EF4-FFF2-40B4-BE49-F238E27FC236}">
                <a16:creationId xmlns:a16="http://schemas.microsoft.com/office/drawing/2014/main" id="{626ABC9F-7446-45C8-BDF1-F572EB49CAC6}"/>
              </a:ext>
            </a:extLst>
          </p:cNvPr>
          <p:cNvSpPr>
            <a:spLocks noGrp="1"/>
          </p:cNvSpPr>
          <p:nvPr/>
        </p:nvSpPr>
        <p:spPr>
          <a:xfrm>
            <a:off x="7536180" y="1889403"/>
            <a:ext cx="106680" cy="106680"/>
          </a:xfrm>
          <a:prstGeom prst="ellipse">
            <a:avLst/>
          </a:prstGeom>
          <a:solidFill>
            <a:srgbClr val="F50069"/>
          </a:solidFill>
          <a:ln w="0">
            <a:noFill/>
          </a:ln>
        </p:spPr>
        <p:txBody>
          <a:bodyPr/>
          <a:lstStyle/>
          <a:p>
            <a:endParaRPr lang="en-US" sz="1440"/>
          </a:p>
        </p:txBody>
      </p:sp>
      <p:sp>
        <p:nvSpPr>
          <p:cNvPr id="44" name="step_4_x_label">
            <a:extLst>
              <a:ext uri="{FF2B5EF4-FFF2-40B4-BE49-F238E27FC236}">
                <a16:creationId xmlns:a16="http://schemas.microsoft.com/office/drawing/2014/main" id="{D13930E2-C3DE-4F35-8B6D-4AA262A4D2CF}"/>
              </a:ext>
            </a:extLst>
          </p:cNvPr>
          <p:cNvSpPr>
            <a:spLocks noGrp="1"/>
          </p:cNvSpPr>
          <p:nvPr/>
        </p:nvSpPr>
        <p:spPr>
          <a:xfrm>
            <a:off x="7216140" y="1447800"/>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-0.203</a:t>
            </a:r>
          </a:p>
        </p:txBody>
      </p:sp>
      <p:sp>
        <p:nvSpPr>
          <p:cNvPr id="45" name="step_5_x_dot">
            <a:extLst>
              <a:ext uri="{FF2B5EF4-FFF2-40B4-BE49-F238E27FC236}">
                <a16:creationId xmlns:a16="http://schemas.microsoft.com/office/drawing/2014/main" id="{DCEE96EC-2FD0-409F-8CB9-FFD02D2E8F28}"/>
              </a:ext>
            </a:extLst>
          </p:cNvPr>
          <p:cNvSpPr>
            <a:spLocks noGrp="1"/>
          </p:cNvSpPr>
          <p:nvPr/>
        </p:nvSpPr>
        <p:spPr>
          <a:xfrm>
            <a:off x="8023860" y="2289661"/>
            <a:ext cx="106680" cy="106680"/>
          </a:xfrm>
          <a:prstGeom prst="ellipse">
            <a:avLst/>
          </a:prstGeom>
          <a:solidFill>
            <a:srgbClr val="F50069"/>
          </a:solidFill>
          <a:ln w="0">
            <a:noFill/>
          </a:ln>
        </p:spPr>
        <p:txBody>
          <a:bodyPr/>
          <a:lstStyle/>
          <a:p>
            <a:endParaRPr lang="en-US" sz="1440"/>
          </a:p>
        </p:txBody>
      </p:sp>
      <p:sp>
        <p:nvSpPr>
          <p:cNvPr id="46" name="step_5_x_label">
            <a:extLst>
              <a:ext uri="{FF2B5EF4-FFF2-40B4-BE49-F238E27FC236}">
                <a16:creationId xmlns:a16="http://schemas.microsoft.com/office/drawing/2014/main" id="{1DF169FD-437E-48C5-851E-420FADD37990}"/>
              </a:ext>
            </a:extLst>
          </p:cNvPr>
          <p:cNvSpPr>
            <a:spLocks noGrp="1"/>
          </p:cNvSpPr>
          <p:nvPr/>
        </p:nvSpPr>
        <p:spPr>
          <a:xfrm>
            <a:off x="7703820" y="1984861"/>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-0.668</a:t>
            </a:r>
          </a:p>
        </p:txBody>
      </p:sp>
      <p:sp>
        <p:nvSpPr>
          <p:cNvPr id="47" name="step_6_x_dot">
            <a:extLst>
              <a:ext uri="{FF2B5EF4-FFF2-40B4-BE49-F238E27FC236}">
                <a16:creationId xmlns:a16="http://schemas.microsoft.com/office/drawing/2014/main" id="{75BFD2D0-364B-4AD1-AFD8-B788A8904217}"/>
              </a:ext>
            </a:extLst>
          </p:cNvPr>
          <p:cNvSpPr>
            <a:spLocks noGrp="1"/>
          </p:cNvSpPr>
          <p:nvPr/>
        </p:nvSpPr>
        <p:spPr>
          <a:xfrm>
            <a:off x="8511540" y="2546130"/>
            <a:ext cx="106680" cy="106680"/>
          </a:xfrm>
          <a:prstGeom prst="ellipse">
            <a:avLst/>
          </a:prstGeom>
          <a:solidFill>
            <a:srgbClr val="F50069"/>
          </a:solidFill>
          <a:ln w="0">
            <a:noFill/>
          </a:ln>
        </p:spPr>
        <p:txBody>
          <a:bodyPr/>
          <a:lstStyle/>
          <a:p>
            <a:endParaRPr lang="en-US" sz="1440"/>
          </a:p>
        </p:txBody>
      </p:sp>
      <p:sp>
        <p:nvSpPr>
          <p:cNvPr id="48" name="step_6_x_label">
            <a:extLst>
              <a:ext uri="{FF2B5EF4-FFF2-40B4-BE49-F238E27FC236}">
                <a16:creationId xmlns:a16="http://schemas.microsoft.com/office/drawing/2014/main" id="{3839EC76-2061-4CA9-8E2D-44FAA2606399}"/>
              </a:ext>
            </a:extLst>
          </p:cNvPr>
          <p:cNvSpPr>
            <a:spLocks noGrp="1"/>
          </p:cNvSpPr>
          <p:nvPr/>
        </p:nvSpPr>
        <p:spPr>
          <a:xfrm>
            <a:off x="8191500" y="2241330"/>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-0.966</a:t>
            </a:r>
          </a:p>
        </p:txBody>
      </p:sp>
      <p:sp>
        <p:nvSpPr>
          <p:cNvPr id="49" name="step_7_x_dot">
            <a:extLst>
              <a:ext uri="{FF2B5EF4-FFF2-40B4-BE49-F238E27FC236}">
                <a16:creationId xmlns:a16="http://schemas.microsoft.com/office/drawing/2014/main" id="{BB4F41AD-391C-40C7-877E-AA13C6117FF2}"/>
              </a:ext>
            </a:extLst>
          </p:cNvPr>
          <p:cNvSpPr>
            <a:spLocks noGrp="1"/>
          </p:cNvSpPr>
          <p:nvPr/>
        </p:nvSpPr>
        <p:spPr>
          <a:xfrm>
            <a:off x="8999220" y="2594690"/>
            <a:ext cx="106680" cy="106680"/>
          </a:xfrm>
          <a:prstGeom prst="ellipse">
            <a:avLst/>
          </a:prstGeom>
          <a:solidFill>
            <a:srgbClr val="F50069"/>
          </a:solidFill>
          <a:ln w="0">
            <a:noFill/>
          </a:ln>
        </p:spPr>
        <p:txBody>
          <a:bodyPr/>
          <a:lstStyle/>
          <a:p>
            <a:endParaRPr lang="en-US" sz="1440"/>
          </a:p>
        </p:txBody>
      </p:sp>
      <p:sp>
        <p:nvSpPr>
          <p:cNvPr id="50" name="step_7_x_label">
            <a:extLst>
              <a:ext uri="{FF2B5EF4-FFF2-40B4-BE49-F238E27FC236}">
                <a16:creationId xmlns:a16="http://schemas.microsoft.com/office/drawing/2014/main" id="{3F6793EE-35AB-43E4-AAE9-DC2609075CAD}"/>
              </a:ext>
            </a:extLst>
          </p:cNvPr>
          <p:cNvSpPr>
            <a:spLocks noGrp="1"/>
          </p:cNvSpPr>
          <p:nvPr/>
        </p:nvSpPr>
        <p:spPr>
          <a:xfrm>
            <a:off x="8679180" y="2769950"/>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-1.022</a:t>
            </a:r>
          </a:p>
        </p:txBody>
      </p:sp>
      <p:sp>
        <p:nvSpPr>
          <p:cNvPr id="51" name="step_8_x_dot">
            <a:extLst>
              <a:ext uri="{FF2B5EF4-FFF2-40B4-BE49-F238E27FC236}">
                <a16:creationId xmlns:a16="http://schemas.microsoft.com/office/drawing/2014/main" id="{4500B13D-E1A3-42C8-93D4-51F8026B0E12}"/>
              </a:ext>
            </a:extLst>
          </p:cNvPr>
          <p:cNvSpPr>
            <a:spLocks noGrp="1"/>
          </p:cNvSpPr>
          <p:nvPr/>
        </p:nvSpPr>
        <p:spPr>
          <a:xfrm>
            <a:off x="9486900" y="2423203"/>
            <a:ext cx="106680" cy="106680"/>
          </a:xfrm>
          <a:prstGeom prst="ellipse">
            <a:avLst/>
          </a:prstGeom>
          <a:solidFill>
            <a:srgbClr val="F50069"/>
          </a:solidFill>
          <a:ln w="0">
            <a:noFill/>
          </a:ln>
        </p:spPr>
        <p:txBody>
          <a:bodyPr/>
          <a:lstStyle/>
          <a:p>
            <a:endParaRPr lang="en-US" sz="1440"/>
          </a:p>
        </p:txBody>
      </p:sp>
      <p:sp>
        <p:nvSpPr>
          <p:cNvPr id="52" name="step_8_x_label">
            <a:extLst>
              <a:ext uri="{FF2B5EF4-FFF2-40B4-BE49-F238E27FC236}">
                <a16:creationId xmlns:a16="http://schemas.microsoft.com/office/drawing/2014/main" id="{1CB4F47E-35C6-4CFF-BBA8-607B72CE5510}"/>
              </a:ext>
            </a:extLst>
          </p:cNvPr>
          <p:cNvSpPr>
            <a:spLocks noGrp="1"/>
          </p:cNvSpPr>
          <p:nvPr/>
        </p:nvSpPr>
        <p:spPr>
          <a:xfrm>
            <a:off x="9166860" y="2118403"/>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-0.823</a:t>
            </a:r>
          </a:p>
        </p:txBody>
      </p:sp>
      <p:sp>
        <p:nvSpPr>
          <p:cNvPr id="53" name="step_9_x_dot">
            <a:extLst>
              <a:ext uri="{FF2B5EF4-FFF2-40B4-BE49-F238E27FC236}">
                <a16:creationId xmlns:a16="http://schemas.microsoft.com/office/drawing/2014/main" id="{8FC4A519-C648-406F-8682-718B4E85D185}"/>
              </a:ext>
            </a:extLst>
          </p:cNvPr>
          <p:cNvSpPr>
            <a:spLocks noGrp="1"/>
          </p:cNvSpPr>
          <p:nvPr/>
        </p:nvSpPr>
        <p:spPr>
          <a:xfrm>
            <a:off x="9974580" y="2074541"/>
            <a:ext cx="106680" cy="106680"/>
          </a:xfrm>
          <a:prstGeom prst="ellipse">
            <a:avLst/>
          </a:prstGeom>
          <a:solidFill>
            <a:srgbClr val="F50069"/>
          </a:solidFill>
          <a:ln w="0">
            <a:noFill/>
          </a:ln>
        </p:spPr>
        <p:txBody>
          <a:bodyPr/>
          <a:lstStyle/>
          <a:p>
            <a:endParaRPr lang="en-US" sz="1440"/>
          </a:p>
        </p:txBody>
      </p:sp>
      <p:sp>
        <p:nvSpPr>
          <p:cNvPr id="54" name="step_9_x_label">
            <a:extLst>
              <a:ext uri="{FF2B5EF4-FFF2-40B4-BE49-F238E27FC236}">
                <a16:creationId xmlns:a16="http://schemas.microsoft.com/office/drawing/2014/main" id="{AB52E1A8-1D74-4604-B7C9-2CB73A5A8938}"/>
              </a:ext>
            </a:extLst>
          </p:cNvPr>
          <p:cNvSpPr>
            <a:spLocks noGrp="1"/>
          </p:cNvSpPr>
          <p:nvPr/>
        </p:nvSpPr>
        <p:spPr>
          <a:xfrm>
            <a:off x="9654540" y="1769741"/>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-0.418</a:t>
            </a:r>
          </a:p>
        </p:txBody>
      </p:sp>
      <p:sp>
        <p:nvSpPr>
          <p:cNvPr id="55" name="step_10_x_dot">
            <a:extLst>
              <a:ext uri="{FF2B5EF4-FFF2-40B4-BE49-F238E27FC236}">
                <a16:creationId xmlns:a16="http://schemas.microsoft.com/office/drawing/2014/main" id="{01D1382E-B708-46DF-A465-54CA866583A9}"/>
              </a:ext>
            </a:extLst>
          </p:cNvPr>
          <p:cNvSpPr>
            <a:spLocks noGrp="1"/>
          </p:cNvSpPr>
          <p:nvPr/>
        </p:nvSpPr>
        <p:spPr>
          <a:xfrm>
            <a:off x="10462260" y="1635868"/>
            <a:ext cx="106680" cy="106680"/>
          </a:xfrm>
          <a:prstGeom prst="ellipse">
            <a:avLst/>
          </a:prstGeom>
          <a:solidFill>
            <a:srgbClr val="F50069"/>
          </a:solidFill>
          <a:ln w="0">
            <a:noFill/>
          </a:ln>
        </p:spPr>
        <p:txBody>
          <a:bodyPr/>
          <a:lstStyle/>
          <a:p>
            <a:endParaRPr lang="en-US" sz="1440"/>
          </a:p>
        </p:txBody>
      </p:sp>
      <p:sp>
        <p:nvSpPr>
          <p:cNvPr id="56" name="step_10_x_label">
            <a:extLst>
              <a:ext uri="{FF2B5EF4-FFF2-40B4-BE49-F238E27FC236}">
                <a16:creationId xmlns:a16="http://schemas.microsoft.com/office/drawing/2014/main" id="{784F0E60-52E3-48FF-9781-94D09FB4E3E2}"/>
              </a:ext>
            </a:extLst>
          </p:cNvPr>
          <p:cNvSpPr>
            <a:spLocks noGrp="1"/>
          </p:cNvSpPr>
          <p:nvPr/>
        </p:nvSpPr>
        <p:spPr>
          <a:xfrm>
            <a:off x="10142220" y="1331068"/>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0.091</a:t>
            </a:r>
          </a:p>
        </p:txBody>
      </p:sp>
      <p:sp>
        <p:nvSpPr>
          <p:cNvPr id="57" name="step_11_x_dot">
            <a:extLst>
              <a:ext uri="{FF2B5EF4-FFF2-40B4-BE49-F238E27FC236}">
                <a16:creationId xmlns:a16="http://schemas.microsoft.com/office/drawing/2014/main" id="{CE83A020-B4CA-48D5-BCA9-783A24D418E3}"/>
              </a:ext>
            </a:extLst>
          </p:cNvPr>
          <p:cNvSpPr>
            <a:spLocks noGrp="1"/>
          </p:cNvSpPr>
          <p:nvPr/>
        </p:nvSpPr>
        <p:spPr>
          <a:xfrm>
            <a:off x="10949940" y="1216854"/>
            <a:ext cx="106680" cy="106680"/>
          </a:xfrm>
          <a:prstGeom prst="ellipse">
            <a:avLst/>
          </a:prstGeom>
          <a:solidFill>
            <a:srgbClr val="F50069"/>
          </a:solidFill>
          <a:ln w="0">
            <a:noFill/>
          </a:ln>
        </p:spPr>
        <p:txBody>
          <a:bodyPr/>
          <a:lstStyle/>
          <a:p>
            <a:endParaRPr lang="en-US" sz="1440"/>
          </a:p>
        </p:txBody>
      </p:sp>
      <p:sp>
        <p:nvSpPr>
          <p:cNvPr id="58" name="step_11_x_label">
            <a:extLst>
              <a:ext uri="{FF2B5EF4-FFF2-40B4-BE49-F238E27FC236}">
                <a16:creationId xmlns:a16="http://schemas.microsoft.com/office/drawing/2014/main" id="{B070E46B-2D46-41B8-827F-1D272E83C47A}"/>
              </a:ext>
            </a:extLst>
          </p:cNvPr>
          <p:cNvSpPr>
            <a:spLocks noGrp="1"/>
          </p:cNvSpPr>
          <p:nvPr/>
        </p:nvSpPr>
        <p:spPr>
          <a:xfrm>
            <a:off x="10629900" y="912054"/>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0.578</a:t>
            </a:r>
          </a:p>
        </p:txBody>
      </p:sp>
      <p:sp>
        <p:nvSpPr>
          <p:cNvPr id="59" name="step_12_x_dot">
            <a:extLst>
              <a:ext uri="{FF2B5EF4-FFF2-40B4-BE49-F238E27FC236}">
                <a16:creationId xmlns:a16="http://schemas.microsoft.com/office/drawing/2014/main" id="{722C7540-5D48-4F99-B2BB-E4848EA75B9F}"/>
              </a:ext>
            </a:extLst>
          </p:cNvPr>
          <p:cNvSpPr>
            <a:spLocks noGrp="1"/>
          </p:cNvSpPr>
          <p:nvPr/>
        </p:nvSpPr>
        <p:spPr>
          <a:xfrm>
            <a:off x="11437620" y="922250"/>
            <a:ext cx="106680" cy="106680"/>
          </a:xfrm>
          <a:prstGeom prst="ellipse">
            <a:avLst/>
          </a:prstGeom>
          <a:solidFill>
            <a:srgbClr val="F50069"/>
          </a:solidFill>
          <a:ln w="0">
            <a:noFill/>
          </a:ln>
        </p:spPr>
        <p:txBody>
          <a:bodyPr/>
          <a:lstStyle/>
          <a:p>
            <a:endParaRPr lang="en-US" sz="1440"/>
          </a:p>
        </p:txBody>
      </p:sp>
      <p:sp>
        <p:nvSpPr>
          <p:cNvPr id="60" name="step_12_x_label">
            <a:extLst>
              <a:ext uri="{FF2B5EF4-FFF2-40B4-BE49-F238E27FC236}">
                <a16:creationId xmlns:a16="http://schemas.microsoft.com/office/drawing/2014/main" id="{B06F7863-1B0B-4D1C-8E73-8AFB3133FB92}"/>
              </a:ext>
            </a:extLst>
          </p:cNvPr>
          <p:cNvSpPr>
            <a:spLocks noGrp="1"/>
          </p:cNvSpPr>
          <p:nvPr/>
        </p:nvSpPr>
        <p:spPr>
          <a:xfrm>
            <a:off x="11117580" y="617450"/>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0.920</a:t>
            </a:r>
          </a:p>
        </p:txBody>
      </p:sp>
      <p:sp>
        <p:nvSpPr>
          <p:cNvPr id="61" name="v_axis_t">
            <a:extLst>
              <a:ext uri="{FF2B5EF4-FFF2-40B4-BE49-F238E27FC236}">
                <a16:creationId xmlns:a16="http://schemas.microsoft.com/office/drawing/2014/main" id="{C1FE5E85-94D8-4AFA-AC6D-4C48A142E41B}"/>
              </a:ext>
            </a:extLst>
          </p:cNvPr>
          <p:cNvSpPr>
            <a:spLocks noGrp="1"/>
          </p:cNvSpPr>
          <p:nvPr/>
        </p:nvSpPr>
        <p:spPr>
          <a:xfrm>
            <a:off x="5638800" y="4442460"/>
            <a:ext cx="6134100" cy="0"/>
          </a:xfrm>
          <a:prstGeom prst="line">
            <a:avLst/>
          </a:prstGeom>
          <a:noFill/>
          <a:ln w="23813">
            <a:solidFill>
              <a:srgbClr val="111613"/>
            </a:solidFill>
          </a:ln>
        </p:spPr>
        <p:txBody>
          <a:bodyPr/>
          <a:lstStyle/>
          <a:p>
            <a:endParaRPr lang="en-US" sz="1440"/>
          </a:p>
        </p:txBody>
      </p:sp>
      <p:sp>
        <p:nvSpPr>
          <p:cNvPr id="62" name="v_axis_y">
            <a:extLst>
              <a:ext uri="{FF2B5EF4-FFF2-40B4-BE49-F238E27FC236}">
                <a16:creationId xmlns:a16="http://schemas.microsoft.com/office/drawing/2014/main" id="{348DB9AC-4639-49A5-911D-15118E8165A3}"/>
              </a:ext>
            </a:extLst>
          </p:cNvPr>
          <p:cNvSpPr>
            <a:spLocks noGrp="1"/>
          </p:cNvSpPr>
          <p:nvPr/>
        </p:nvSpPr>
        <p:spPr>
          <a:xfrm>
            <a:off x="5638800" y="3238500"/>
            <a:ext cx="0" cy="2407920"/>
          </a:xfrm>
          <a:prstGeom prst="line">
            <a:avLst/>
          </a:prstGeom>
          <a:noFill/>
          <a:ln w="23813">
            <a:solidFill>
              <a:srgbClr val="111613"/>
            </a:solidFill>
          </a:ln>
        </p:spPr>
        <p:txBody>
          <a:bodyPr/>
          <a:lstStyle/>
          <a:p>
            <a:endParaRPr lang="en-US" sz="1440"/>
          </a:p>
        </p:txBody>
      </p:sp>
      <p:sp>
        <p:nvSpPr>
          <p:cNvPr id="63" name="v_axis_name">
            <a:extLst>
              <a:ext uri="{FF2B5EF4-FFF2-40B4-BE49-F238E27FC236}">
                <a16:creationId xmlns:a16="http://schemas.microsoft.com/office/drawing/2014/main" id="{32891B89-8648-4C5E-BB58-5A401B32772F}"/>
              </a:ext>
            </a:extLst>
          </p:cNvPr>
          <p:cNvSpPr>
            <a:spLocks noGrp="1"/>
          </p:cNvSpPr>
          <p:nvPr/>
        </p:nvSpPr>
        <p:spPr>
          <a:xfrm>
            <a:off x="4907280" y="2994660"/>
            <a:ext cx="335280" cy="411480"/>
          </a:xfrm>
          <a:prstGeom prst="rect">
            <a:avLst/>
          </a:prstGeom>
          <a:noFill/>
          <a:ln w="0">
            <a:noFill/>
          </a:ln>
        </p:spPr>
        <p:txBody>
          <a:bodyPr wrap="none" lIns="0" tIns="0" rIns="0" bIns="0" anchor="ctr">
            <a:noAutofit/>
          </a:bodyPr>
          <a:lstStyle/>
          <a:p>
            <a:pPr>
              <a:defRPr sz="3900" i="1">
                <a:solidFill>
                  <a:srgbClr val="111613"/>
                </a:solidFill>
                <a:latin typeface="Nimbus Roman"/>
                <a:ea typeface="Nimbus Roman"/>
                <a:cs typeface="Nimbus Roman"/>
              </a:defRPr>
            </a:pPr>
            <a:r>
              <a:rPr sz="3120" i="1">
                <a:solidFill>
                  <a:srgbClr val="111613"/>
                </a:solidFill>
                <a:latin typeface="Nimbus Roman"/>
                <a:ea typeface="Nimbus Roman"/>
                <a:cs typeface="Nimbus Roman"/>
              </a:rPr>
              <a:t>v</a:t>
            </a:r>
          </a:p>
        </p:txBody>
      </p:sp>
      <p:sp>
        <p:nvSpPr>
          <p:cNvPr id="64" name="v_t">
            <a:extLst>
              <a:ext uri="{FF2B5EF4-FFF2-40B4-BE49-F238E27FC236}">
                <a16:creationId xmlns:a16="http://schemas.microsoft.com/office/drawing/2014/main" id="{F0BC5183-A03B-42A8-AE09-66E1DDAF72B4}"/>
              </a:ext>
            </a:extLst>
          </p:cNvPr>
          <p:cNvSpPr>
            <a:spLocks noGrp="1"/>
          </p:cNvSpPr>
          <p:nvPr/>
        </p:nvSpPr>
        <p:spPr>
          <a:xfrm>
            <a:off x="11780520" y="4229100"/>
            <a:ext cx="304800" cy="426720"/>
          </a:xfrm>
          <a:prstGeom prst="rect">
            <a:avLst/>
          </a:prstGeom>
          <a:noFill/>
          <a:ln w="0">
            <a:noFill/>
          </a:ln>
        </p:spPr>
        <p:txBody>
          <a:bodyPr wrap="none" lIns="0" tIns="0" rIns="0" bIns="0" anchor="ctr">
            <a:noAutofit/>
          </a:bodyPr>
          <a:lstStyle/>
          <a:p>
            <a:pPr>
              <a:defRPr sz="3600" i="1">
                <a:solidFill>
                  <a:srgbClr val="111613"/>
                </a:solidFill>
                <a:latin typeface="Nimbus Roman"/>
                <a:ea typeface="Nimbus Roman"/>
                <a:cs typeface="Nimbus Roman"/>
              </a:defRPr>
            </a:pPr>
            <a:r>
              <a:rPr sz="2880" i="1">
                <a:solidFill>
                  <a:srgbClr val="111613"/>
                </a:solidFill>
                <a:latin typeface="Nimbus Roman"/>
                <a:ea typeface="Nimbus Roman"/>
                <a:cs typeface="Nimbus Roman"/>
              </a:rPr>
              <a:t>t</a:t>
            </a:r>
          </a:p>
        </p:txBody>
      </p:sp>
      <p:sp>
        <p:nvSpPr>
          <p:cNvPr id="65" name="v_ytick_-1">
            <a:extLst>
              <a:ext uri="{FF2B5EF4-FFF2-40B4-BE49-F238E27FC236}">
                <a16:creationId xmlns:a16="http://schemas.microsoft.com/office/drawing/2014/main" id="{496BF624-8D18-4049-BC0A-D6A56DD869DE}"/>
              </a:ext>
            </a:extLst>
          </p:cNvPr>
          <p:cNvSpPr>
            <a:spLocks noGrp="1"/>
          </p:cNvSpPr>
          <p:nvPr/>
        </p:nvSpPr>
        <p:spPr>
          <a:xfrm>
            <a:off x="5600700" y="5303520"/>
            <a:ext cx="76200" cy="0"/>
          </a:xfrm>
          <a:prstGeom prst="line">
            <a:avLst/>
          </a:prstGeom>
          <a:noFill/>
          <a:ln w="17145">
            <a:solidFill>
              <a:srgbClr val="111613"/>
            </a:solidFill>
          </a:ln>
        </p:spPr>
        <p:txBody>
          <a:bodyPr/>
          <a:lstStyle/>
          <a:p>
            <a:endParaRPr lang="en-US" sz="1440"/>
          </a:p>
        </p:txBody>
      </p:sp>
      <p:sp>
        <p:nvSpPr>
          <p:cNvPr id="66" name="v_yticklabel_-1">
            <a:extLst>
              <a:ext uri="{FF2B5EF4-FFF2-40B4-BE49-F238E27FC236}">
                <a16:creationId xmlns:a16="http://schemas.microsoft.com/office/drawing/2014/main" id="{FB8E9FA7-C1AF-4973-84F2-C06F529F1821}"/>
              </a:ext>
            </a:extLst>
          </p:cNvPr>
          <p:cNvSpPr>
            <a:spLocks noGrp="1"/>
          </p:cNvSpPr>
          <p:nvPr/>
        </p:nvSpPr>
        <p:spPr>
          <a:xfrm>
            <a:off x="5273040" y="5181600"/>
            <a:ext cx="243840" cy="236220"/>
          </a:xfrm>
          <a:prstGeom prst="rect">
            <a:avLst/>
          </a:prstGeom>
          <a:noFill/>
          <a:ln w="0">
            <a:noFill/>
          </a:ln>
        </p:spPr>
        <p:txBody>
          <a:bodyPr wrap="none" lIns="0" tIns="0" rIns="0" bIns="0" anchor="ctr">
            <a:noAutofit/>
          </a:bodyPr>
          <a:lstStyle/>
          <a:p>
            <a:pPr algn="r">
              <a:defRPr sz="1725">
                <a:solidFill>
                  <a:srgbClr val="5A665F"/>
                </a:solidFill>
                <a:latin typeface="Nimbus Sans"/>
                <a:ea typeface="Nimbus Sans"/>
                <a:cs typeface="Nimbus Sans"/>
              </a:defRPr>
            </a:pPr>
            <a:r>
              <a:rPr sz="1380">
                <a:solidFill>
                  <a:srgbClr val="5A665F"/>
                </a:solidFill>
                <a:latin typeface="Nimbus Sans"/>
                <a:ea typeface="Nimbus Sans"/>
                <a:cs typeface="Nimbus Sans"/>
              </a:rPr>
              <a:t>−1</a:t>
            </a:r>
          </a:p>
        </p:txBody>
      </p:sp>
      <p:sp>
        <p:nvSpPr>
          <p:cNvPr id="67" name="v_ytick_1">
            <a:extLst>
              <a:ext uri="{FF2B5EF4-FFF2-40B4-BE49-F238E27FC236}">
                <a16:creationId xmlns:a16="http://schemas.microsoft.com/office/drawing/2014/main" id="{9B215D39-5FEC-413D-A6B1-0D105D57340D}"/>
              </a:ext>
            </a:extLst>
          </p:cNvPr>
          <p:cNvSpPr>
            <a:spLocks noGrp="1"/>
          </p:cNvSpPr>
          <p:nvPr/>
        </p:nvSpPr>
        <p:spPr>
          <a:xfrm>
            <a:off x="5600700" y="3581400"/>
            <a:ext cx="76200" cy="0"/>
          </a:xfrm>
          <a:prstGeom prst="line">
            <a:avLst/>
          </a:prstGeom>
          <a:noFill/>
          <a:ln w="17145">
            <a:solidFill>
              <a:srgbClr val="111613"/>
            </a:solidFill>
          </a:ln>
        </p:spPr>
        <p:txBody>
          <a:bodyPr/>
          <a:lstStyle/>
          <a:p>
            <a:endParaRPr lang="en-US" sz="1440"/>
          </a:p>
        </p:txBody>
      </p:sp>
      <p:sp>
        <p:nvSpPr>
          <p:cNvPr id="68" name="v_yticklabel_1">
            <a:extLst>
              <a:ext uri="{FF2B5EF4-FFF2-40B4-BE49-F238E27FC236}">
                <a16:creationId xmlns:a16="http://schemas.microsoft.com/office/drawing/2014/main" id="{8B63A7A8-30E7-4D1C-9817-1B39C1D3554A}"/>
              </a:ext>
            </a:extLst>
          </p:cNvPr>
          <p:cNvSpPr>
            <a:spLocks noGrp="1"/>
          </p:cNvSpPr>
          <p:nvPr/>
        </p:nvSpPr>
        <p:spPr>
          <a:xfrm>
            <a:off x="5273040" y="3459480"/>
            <a:ext cx="243840" cy="236220"/>
          </a:xfrm>
          <a:prstGeom prst="rect">
            <a:avLst/>
          </a:prstGeom>
          <a:noFill/>
          <a:ln w="0">
            <a:noFill/>
          </a:ln>
        </p:spPr>
        <p:txBody>
          <a:bodyPr wrap="none" lIns="0" tIns="0" rIns="0" bIns="0" anchor="ctr">
            <a:noAutofit/>
          </a:bodyPr>
          <a:lstStyle/>
          <a:p>
            <a:pPr algn="r">
              <a:defRPr sz="1725">
                <a:solidFill>
                  <a:srgbClr val="5A665F"/>
                </a:solidFill>
                <a:latin typeface="Nimbus Sans"/>
                <a:ea typeface="Nimbus Sans"/>
                <a:cs typeface="Nimbus Sans"/>
              </a:defRPr>
            </a:pPr>
            <a:r>
              <a:rPr sz="1380">
                <a:solidFill>
                  <a:srgbClr val="5A665F"/>
                </a:solidFill>
                <a:latin typeface="Nimbus Sans"/>
                <a:ea typeface="Nimbus Sans"/>
                <a:cs typeface="Nimbus Sans"/>
              </a:rPr>
              <a:t>1</a:t>
            </a:r>
          </a:p>
        </p:txBody>
      </p:sp>
      <p:sp>
        <p:nvSpPr>
          <p:cNvPr id="69" name="v_tick_0">
            <a:extLst>
              <a:ext uri="{FF2B5EF4-FFF2-40B4-BE49-F238E27FC236}">
                <a16:creationId xmlns:a16="http://schemas.microsoft.com/office/drawing/2014/main" id="{CE2A6F52-976E-40A2-AFDD-18818BC96BCC}"/>
              </a:ext>
            </a:extLst>
          </p:cNvPr>
          <p:cNvSpPr>
            <a:spLocks noGrp="1"/>
          </p:cNvSpPr>
          <p:nvPr/>
        </p:nvSpPr>
        <p:spPr>
          <a:xfrm>
            <a:off x="5638800" y="4411980"/>
            <a:ext cx="0" cy="60960"/>
          </a:xfrm>
          <a:prstGeom prst="line">
            <a:avLst/>
          </a:prstGeom>
          <a:noFill/>
          <a:ln w="14288">
            <a:solidFill>
              <a:srgbClr val="111613"/>
            </a:solidFill>
          </a:ln>
        </p:spPr>
        <p:txBody>
          <a:bodyPr/>
          <a:lstStyle/>
          <a:p>
            <a:endParaRPr lang="en-US" sz="1440"/>
          </a:p>
        </p:txBody>
      </p:sp>
      <p:sp>
        <p:nvSpPr>
          <p:cNvPr id="70" name="v_tick_1">
            <a:extLst>
              <a:ext uri="{FF2B5EF4-FFF2-40B4-BE49-F238E27FC236}">
                <a16:creationId xmlns:a16="http://schemas.microsoft.com/office/drawing/2014/main" id="{0304958E-DC7D-45BD-9BEC-B68CD65C93FF}"/>
              </a:ext>
            </a:extLst>
          </p:cNvPr>
          <p:cNvSpPr>
            <a:spLocks noGrp="1"/>
          </p:cNvSpPr>
          <p:nvPr/>
        </p:nvSpPr>
        <p:spPr>
          <a:xfrm>
            <a:off x="6126480" y="4411980"/>
            <a:ext cx="0" cy="60960"/>
          </a:xfrm>
          <a:prstGeom prst="line">
            <a:avLst/>
          </a:prstGeom>
          <a:noFill/>
          <a:ln w="14288">
            <a:solidFill>
              <a:srgbClr val="111613"/>
            </a:solidFill>
          </a:ln>
        </p:spPr>
        <p:txBody>
          <a:bodyPr/>
          <a:lstStyle/>
          <a:p>
            <a:endParaRPr lang="en-US" sz="1440"/>
          </a:p>
        </p:txBody>
      </p:sp>
      <p:sp>
        <p:nvSpPr>
          <p:cNvPr id="71" name="v_tick_2">
            <a:extLst>
              <a:ext uri="{FF2B5EF4-FFF2-40B4-BE49-F238E27FC236}">
                <a16:creationId xmlns:a16="http://schemas.microsoft.com/office/drawing/2014/main" id="{A23569AD-71B9-44E7-96A0-4E80819FA9BA}"/>
              </a:ext>
            </a:extLst>
          </p:cNvPr>
          <p:cNvSpPr>
            <a:spLocks noGrp="1"/>
          </p:cNvSpPr>
          <p:nvPr/>
        </p:nvSpPr>
        <p:spPr>
          <a:xfrm>
            <a:off x="6614160" y="4411980"/>
            <a:ext cx="0" cy="60960"/>
          </a:xfrm>
          <a:prstGeom prst="line">
            <a:avLst/>
          </a:prstGeom>
          <a:noFill/>
          <a:ln w="14288">
            <a:solidFill>
              <a:srgbClr val="111613"/>
            </a:solidFill>
          </a:ln>
        </p:spPr>
        <p:txBody>
          <a:bodyPr/>
          <a:lstStyle/>
          <a:p>
            <a:endParaRPr lang="en-US" sz="1440"/>
          </a:p>
        </p:txBody>
      </p:sp>
      <p:sp>
        <p:nvSpPr>
          <p:cNvPr id="72" name="v_tick_3">
            <a:extLst>
              <a:ext uri="{FF2B5EF4-FFF2-40B4-BE49-F238E27FC236}">
                <a16:creationId xmlns:a16="http://schemas.microsoft.com/office/drawing/2014/main" id="{1652FFDA-CBF4-45B9-8BF8-D981BAEFB84E}"/>
              </a:ext>
            </a:extLst>
          </p:cNvPr>
          <p:cNvSpPr>
            <a:spLocks noGrp="1"/>
          </p:cNvSpPr>
          <p:nvPr/>
        </p:nvSpPr>
        <p:spPr>
          <a:xfrm>
            <a:off x="7101840" y="4411980"/>
            <a:ext cx="0" cy="60960"/>
          </a:xfrm>
          <a:prstGeom prst="line">
            <a:avLst/>
          </a:prstGeom>
          <a:noFill/>
          <a:ln w="14288">
            <a:solidFill>
              <a:srgbClr val="111613"/>
            </a:solidFill>
          </a:ln>
        </p:spPr>
        <p:txBody>
          <a:bodyPr/>
          <a:lstStyle/>
          <a:p>
            <a:endParaRPr lang="en-US" sz="1440"/>
          </a:p>
        </p:txBody>
      </p:sp>
      <p:sp>
        <p:nvSpPr>
          <p:cNvPr id="73" name="v_tick_4">
            <a:extLst>
              <a:ext uri="{FF2B5EF4-FFF2-40B4-BE49-F238E27FC236}">
                <a16:creationId xmlns:a16="http://schemas.microsoft.com/office/drawing/2014/main" id="{39786828-30D2-4201-912A-6A28F70D521D}"/>
              </a:ext>
            </a:extLst>
          </p:cNvPr>
          <p:cNvSpPr>
            <a:spLocks noGrp="1"/>
          </p:cNvSpPr>
          <p:nvPr/>
        </p:nvSpPr>
        <p:spPr>
          <a:xfrm>
            <a:off x="7589520" y="4411980"/>
            <a:ext cx="0" cy="60960"/>
          </a:xfrm>
          <a:prstGeom prst="line">
            <a:avLst/>
          </a:prstGeom>
          <a:noFill/>
          <a:ln w="14288">
            <a:solidFill>
              <a:srgbClr val="111613"/>
            </a:solidFill>
          </a:ln>
        </p:spPr>
        <p:txBody>
          <a:bodyPr/>
          <a:lstStyle/>
          <a:p>
            <a:endParaRPr lang="en-US" sz="1440"/>
          </a:p>
        </p:txBody>
      </p:sp>
      <p:sp>
        <p:nvSpPr>
          <p:cNvPr id="74" name="v_tick_5">
            <a:extLst>
              <a:ext uri="{FF2B5EF4-FFF2-40B4-BE49-F238E27FC236}">
                <a16:creationId xmlns:a16="http://schemas.microsoft.com/office/drawing/2014/main" id="{03E565D6-030A-4280-869C-68061DB143A8}"/>
              </a:ext>
            </a:extLst>
          </p:cNvPr>
          <p:cNvSpPr>
            <a:spLocks noGrp="1"/>
          </p:cNvSpPr>
          <p:nvPr/>
        </p:nvSpPr>
        <p:spPr>
          <a:xfrm>
            <a:off x="8077200" y="4411980"/>
            <a:ext cx="0" cy="60960"/>
          </a:xfrm>
          <a:prstGeom prst="line">
            <a:avLst/>
          </a:prstGeom>
          <a:noFill/>
          <a:ln w="14288">
            <a:solidFill>
              <a:srgbClr val="111613"/>
            </a:solidFill>
          </a:ln>
        </p:spPr>
        <p:txBody>
          <a:bodyPr/>
          <a:lstStyle/>
          <a:p>
            <a:endParaRPr lang="en-US" sz="1440"/>
          </a:p>
        </p:txBody>
      </p:sp>
      <p:sp>
        <p:nvSpPr>
          <p:cNvPr id="75" name="v_tick_6">
            <a:extLst>
              <a:ext uri="{FF2B5EF4-FFF2-40B4-BE49-F238E27FC236}">
                <a16:creationId xmlns:a16="http://schemas.microsoft.com/office/drawing/2014/main" id="{D8FCE715-8F98-4A1A-AF62-20477AC4F337}"/>
              </a:ext>
            </a:extLst>
          </p:cNvPr>
          <p:cNvSpPr>
            <a:spLocks noGrp="1"/>
          </p:cNvSpPr>
          <p:nvPr/>
        </p:nvSpPr>
        <p:spPr>
          <a:xfrm>
            <a:off x="8564880" y="4411980"/>
            <a:ext cx="0" cy="60960"/>
          </a:xfrm>
          <a:prstGeom prst="line">
            <a:avLst/>
          </a:prstGeom>
          <a:noFill/>
          <a:ln w="14288">
            <a:solidFill>
              <a:srgbClr val="111613"/>
            </a:solidFill>
          </a:ln>
        </p:spPr>
        <p:txBody>
          <a:bodyPr/>
          <a:lstStyle/>
          <a:p>
            <a:endParaRPr lang="en-US" sz="1440"/>
          </a:p>
        </p:txBody>
      </p:sp>
      <p:sp>
        <p:nvSpPr>
          <p:cNvPr id="76" name="v_tick_7">
            <a:extLst>
              <a:ext uri="{FF2B5EF4-FFF2-40B4-BE49-F238E27FC236}">
                <a16:creationId xmlns:a16="http://schemas.microsoft.com/office/drawing/2014/main" id="{E626B2CB-9908-493D-947F-705033963457}"/>
              </a:ext>
            </a:extLst>
          </p:cNvPr>
          <p:cNvSpPr>
            <a:spLocks noGrp="1"/>
          </p:cNvSpPr>
          <p:nvPr/>
        </p:nvSpPr>
        <p:spPr>
          <a:xfrm>
            <a:off x="9052560" y="4411980"/>
            <a:ext cx="0" cy="60960"/>
          </a:xfrm>
          <a:prstGeom prst="line">
            <a:avLst/>
          </a:prstGeom>
          <a:noFill/>
          <a:ln w="14288">
            <a:solidFill>
              <a:srgbClr val="111613"/>
            </a:solidFill>
          </a:ln>
        </p:spPr>
        <p:txBody>
          <a:bodyPr/>
          <a:lstStyle/>
          <a:p>
            <a:endParaRPr lang="en-US" sz="1440"/>
          </a:p>
        </p:txBody>
      </p:sp>
      <p:sp>
        <p:nvSpPr>
          <p:cNvPr id="77" name="v_tick_8">
            <a:extLst>
              <a:ext uri="{FF2B5EF4-FFF2-40B4-BE49-F238E27FC236}">
                <a16:creationId xmlns:a16="http://schemas.microsoft.com/office/drawing/2014/main" id="{7427A0A3-196E-4290-ADB4-E06587870529}"/>
              </a:ext>
            </a:extLst>
          </p:cNvPr>
          <p:cNvSpPr>
            <a:spLocks noGrp="1"/>
          </p:cNvSpPr>
          <p:nvPr/>
        </p:nvSpPr>
        <p:spPr>
          <a:xfrm>
            <a:off x="9540240" y="4411980"/>
            <a:ext cx="0" cy="60960"/>
          </a:xfrm>
          <a:prstGeom prst="line">
            <a:avLst/>
          </a:prstGeom>
          <a:noFill/>
          <a:ln w="14288">
            <a:solidFill>
              <a:srgbClr val="111613"/>
            </a:solidFill>
          </a:ln>
        </p:spPr>
        <p:txBody>
          <a:bodyPr/>
          <a:lstStyle/>
          <a:p>
            <a:endParaRPr lang="en-US" sz="1440"/>
          </a:p>
        </p:txBody>
      </p:sp>
      <p:sp>
        <p:nvSpPr>
          <p:cNvPr id="78" name="v_tick_9">
            <a:extLst>
              <a:ext uri="{FF2B5EF4-FFF2-40B4-BE49-F238E27FC236}">
                <a16:creationId xmlns:a16="http://schemas.microsoft.com/office/drawing/2014/main" id="{83089A62-408C-448A-9A1C-D294F46B2EF5}"/>
              </a:ext>
            </a:extLst>
          </p:cNvPr>
          <p:cNvSpPr>
            <a:spLocks noGrp="1"/>
          </p:cNvSpPr>
          <p:nvPr/>
        </p:nvSpPr>
        <p:spPr>
          <a:xfrm>
            <a:off x="10027920" y="4411980"/>
            <a:ext cx="0" cy="60960"/>
          </a:xfrm>
          <a:prstGeom prst="line">
            <a:avLst/>
          </a:prstGeom>
          <a:noFill/>
          <a:ln w="14288">
            <a:solidFill>
              <a:srgbClr val="111613"/>
            </a:solidFill>
          </a:ln>
        </p:spPr>
        <p:txBody>
          <a:bodyPr/>
          <a:lstStyle/>
          <a:p>
            <a:endParaRPr lang="en-US" sz="1440"/>
          </a:p>
        </p:txBody>
      </p:sp>
      <p:sp>
        <p:nvSpPr>
          <p:cNvPr id="79" name="v_tick_10">
            <a:extLst>
              <a:ext uri="{FF2B5EF4-FFF2-40B4-BE49-F238E27FC236}">
                <a16:creationId xmlns:a16="http://schemas.microsoft.com/office/drawing/2014/main" id="{6BD35187-6395-4FA0-BAEA-21824171BF87}"/>
              </a:ext>
            </a:extLst>
          </p:cNvPr>
          <p:cNvSpPr>
            <a:spLocks noGrp="1"/>
          </p:cNvSpPr>
          <p:nvPr/>
        </p:nvSpPr>
        <p:spPr>
          <a:xfrm>
            <a:off x="10515600" y="4411980"/>
            <a:ext cx="0" cy="60960"/>
          </a:xfrm>
          <a:prstGeom prst="line">
            <a:avLst/>
          </a:prstGeom>
          <a:noFill/>
          <a:ln w="14288">
            <a:solidFill>
              <a:srgbClr val="111613"/>
            </a:solidFill>
          </a:ln>
        </p:spPr>
        <p:txBody>
          <a:bodyPr/>
          <a:lstStyle/>
          <a:p>
            <a:endParaRPr lang="en-US" sz="1440"/>
          </a:p>
        </p:txBody>
      </p:sp>
      <p:sp>
        <p:nvSpPr>
          <p:cNvPr id="80" name="v_tick_11">
            <a:extLst>
              <a:ext uri="{FF2B5EF4-FFF2-40B4-BE49-F238E27FC236}">
                <a16:creationId xmlns:a16="http://schemas.microsoft.com/office/drawing/2014/main" id="{1EE0F794-75D5-4DC6-A486-CDD2F6A9ABF5}"/>
              </a:ext>
            </a:extLst>
          </p:cNvPr>
          <p:cNvSpPr>
            <a:spLocks noGrp="1"/>
          </p:cNvSpPr>
          <p:nvPr/>
        </p:nvSpPr>
        <p:spPr>
          <a:xfrm>
            <a:off x="11003280" y="4411980"/>
            <a:ext cx="0" cy="60960"/>
          </a:xfrm>
          <a:prstGeom prst="line">
            <a:avLst/>
          </a:prstGeom>
          <a:noFill/>
          <a:ln w="14288">
            <a:solidFill>
              <a:srgbClr val="111613"/>
            </a:solidFill>
          </a:ln>
        </p:spPr>
        <p:txBody>
          <a:bodyPr/>
          <a:lstStyle/>
          <a:p>
            <a:endParaRPr lang="en-US" sz="1440"/>
          </a:p>
        </p:txBody>
      </p:sp>
      <p:sp>
        <p:nvSpPr>
          <p:cNvPr id="81" name="v_tick_12">
            <a:extLst>
              <a:ext uri="{FF2B5EF4-FFF2-40B4-BE49-F238E27FC236}">
                <a16:creationId xmlns:a16="http://schemas.microsoft.com/office/drawing/2014/main" id="{05133756-1F32-4915-B664-AFAE10D723FE}"/>
              </a:ext>
            </a:extLst>
          </p:cNvPr>
          <p:cNvSpPr>
            <a:spLocks noGrp="1"/>
          </p:cNvSpPr>
          <p:nvPr/>
        </p:nvSpPr>
        <p:spPr>
          <a:xfrm>
            <a:off x="11490960" y="4411980"/>
            <a:ext cx="0" cy="60960"/>
          </a:xfrm>
          <a:prstGeom prst="line">
            <a:avLst/>
          </a:prstGeom>
          <a:noFill/>
          <a:ln w="14288">
            <a:solidFill>
              <a:srgbClr val="111613"/>
            </a:solidFill>
          </a:ln>
        </p:spPr>
        <p:txBody>
          <a:bodyPr/>
          <a:lstStyle/>
          <a:p>
            <a:endParaRPr lang="en-US" sz="1440"/>
          </a:p>
        </p:txBody>
      </p:sp>
      <p:sp>
        <p:nvSpPr>
          <p:cNvPr id="82" name="step_0_v_dot">
            <a:extLst>
              <a:ext uri="{FF2B5EF4-FFF2-40B4-BE49-F238E27FC236}">
                <a16:creationId xmlns:a16="http://schemas.microsoft.com/office/drawing/2014/main" id="{279FAA97-3E5A-41A1-A4A8-132741B3512B}"/>
              </a:ext>
            </a:extLst>
          </p:cNvPr>
          <p:cNvSpPr>
            <a:spLocks noGrp="1"/>
          </p:cNvSpPr>
          <p:nvPr/>
        </p:nvSpPr>
        <p:spPr>
          <a:xfrm>
            <a:off x="5585460" y="4389120"/>
            <a:ext cx="106680" cy="106680"/>
          </a:xfrm>
          <a:prstGeom prst="ellipse">
            <a:avLst/>
          </a:prstGeom>
          <a:solidFill>
            <a:srgbClr val="F50069"/>
          </a:solidFill>
          <a:ln w="0">
            <a:noFill/>
          </a:ln>
        </p:spPr>
        <p:txBody>
          <a:bodyPr/>
          <a:lstStyle/>
          <a:p>
            <a:endParaRPr lang="en-US" sz="1440"/>
          </a:p>
        </p:txBody>
      </p:sp>
      <p:sp>
        <p:nvSpPr>
          <p:cNvPr id="83" name="step_0_v_label">
            <a:extLst>
              <a:ext uri="{FF2B5EF4-FFF2-40B4-BE49-F238E27FC236}">
                <a16:creationId xmlns:a16="http://schemas.microsoft.com/office/drawing/2014/main" id="{175531E7-1155-4D3F-818B-A1B14DDB690E}"/>
              </a:ext>
            </a:extLst>
          </p:cNvPr>
          <p:cNvSpPr>
            <a:spLocks noGrp="1"/>
          </p:cNvSpPr>
          <p:nvPr/>
        </p:nvSpPr>
        <p:spPr>
          <a:xfrm>
            <a:off x="5265420" y="4084320"/>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0.000</a:t>
            </a:r>
          </a:p>
        </p:txBody>
      </p:sp>
      <p:sp>
        <p:nvSpPr>
          <p:cNvPr id="84" name="step_1_v_dot">
            <a:extLst>
              <a:ext uri="{FF2B5EF4-FFF2-40B4-BE49-F238E27FC236}">
                <a16:creationId xmlns:a16="http://schemas.microsoft.com/office/drawing/2014/main" id="{1678455E-95EC-4450-A49E-0FF0E606A183}"/>
              </a:ext>
            </a:extLst>
          </p:cNvPr>
          <p:cNvSpPr>
            <a:spLocks noGrp="1"/>
          </p:cNvSpPr>
          <p:nvPr/>
        </p:nvSpPr>
        <p:spPr>
          <a:xfrm>
            <a:off x="6073140" y="4819650"/>
            <a:ext cx="106680" cy="106680"/>
          </a:xfrm>
          <a:prstGeom prst="ellipse">
            <a:avLst/>
          </a:prstGeom>
          <a:solidFill>
            <a:srgbClr val="F50069"/>
          </a:solidFill>
          <a:ln w="0">
            <a:noFill/>
          </a:ln>
        </p:spPr>
        <p:txBody>
          <a:bodyPr/>
          <a:lstStyle/>
          <a:p>
            <a:endParaRPr lang="en-US" sz="1440"/>
          </a:p>
        </p:txBody>
      </p:sp>
      <p:sp>
        <p:nvSpPr>
          <p:cNvPr id="85" name="step_1_v_label">
            <a:extLst>
              <a:ext uri="{FF2B5EF4-FFF2-40B4-BE49-F238E27FC236}">
                <a16:creationId xmlns:a16="http://schemas.microsoft.com/office/drawing/2014/main" id="{77396539-548B-439E-BED2-5E4D9B57ECB1}"/>
              </a:ext>
            </a:extLst>
          </p:cNvPr>
          <p:cNvSpPr>
            <a:spLocks noGrp="1"/>
          </p:cNvSpPr>
          <p:nvPr/>
        </p:nvSpPr>
        <p:spPr>
          <a:xfrm>
            <a:off x="5753100" y="4514850"/>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-0.500</a:t>
            </a:r>
          </a:p>
        </p:txBody>
      </p:sp>
      <p:sp>
        <p:nvSpPr>
          <p:cNvPr id="86" name="step_2_v_dot">
            <a:extLst>
              <a:ext uri="{FF2B5EF4-FFF2-40B4-BE49-F238E27FC236}">
                <a16:creationId xmlns:a16="http://schemas.microsoft.com/office/drawing/2014/main" id="{E8368EC2-C66C-4EF6-AAFB-B52962312B58}"/>
              </a:ext>
            </a:extLst>
          </p:cNvPr>
          <p:cNvSpPr>
            <a:spLocks noGrp="1"/>
          </p:cNvSpPr>
          <p:nvPr/>
        </p:nvSpPr>
        <p:spPr>
          <a:xfrm>
            <a:off x="6560820" y="5142547"/>
            <a:ext cx="106680" cy="106680"/>
          </a:xfrm>
          <a:prstGeom prst="ellipse">
            <a:avLst/>
          </a:prstGeom>
          <a:solidFill>
            <a:srgbClr val="F50069"/>
          </a:solidFill>
          <a:ln w="0">
            <a:noFill/>
          </a:ln>
        </p:spPr>
        <p:txBody>
          <a:bodyPr/>
          <a:lstStyle/>
          <a:p>
            <a:endParaRPr lang="en-US" sz="1440"/>
          </a:p>
        </p:txBody>
      </p:sp>
      <p:sp>
        <p:nvSpPr>
          <p:cNvPr id="87" name="step_2_v_label">
            <a:extLst>
              <a:ext uri="{FF2B5EF4-FFF2-40B4-BE49-F238E27FC236}">
                <a16:creationId xmlns:a16="http://schemas.microsoft.com/office/drawing/2014/main" id="{C6F814DF-D2E8-44BA-A283-C005BFFBB164}"/>
              </a:ext>
            </a:extLst>
          </p:cNvPr>
          <p:cNvSpPr>
            <a:spLocks noGrp="1"/>
          </p:cNvSpPr>
          <p:nvPr/>
        </p:nvSpPr>
        <p:spPr>
          <a:xfrm>
            <a:off x="6240780" y="4837747"/>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-0.875</a:t>
            </a:r>
          </a:p>
        </p:txBody>
      </p:sp>
      <p:sp>
        <p:nvSpPr>
          <p:cNvPr id="88" name="step_3_v_dot">
            <a:extLst>
              <a:ext uri="{FF2B5EF4-FFF2-40B4-BE49-F238E27FC236}">
                <a16:creationId xmlns:a16="http://schemas.microsoft.com/office/drawing/2014/main" id="{6E7BFE2B-50F6-4B24-BDFC-47FB95500389}"/>
              </a:ext>
            </a:extLst>
          </p:cNvPr>
          <p:cNvSpPr>
            <a:spLocks noGrp="1"/>
          </p:cNvSpPr>
          <p:nvPr/>
        </p:nvSpPr>
        <p:spPr>
          <a:xfrm>
            <a:off x="7048500" y="5277088"/>
            <a:ext cx="106680" cy="106680"/>
          </a:xfrm>
          <a:prstGeom prst="ellipse">
            <a:avLst/>
          </a:prstGeom>
          <a:solidFill>
            <a:srgbClr val="F50069"/>
          </a:solidFill>
          <a:ln w="0">
            <a:noFill/>
          </a:ln>
        </p:spPr>
        <p:txBody>
          <a:bodyPr/>
          <a:lstStyle/>
          <a:p>
            <a:endParaRPr lang="en-US" sz="1440"/>
          </a:p>
        </p:txBody>
      </p:sp>
      <p:sp>
        <p:nvSpPr>
          <p:cNvPr id="89" name="step_3_v_label">
            <a:extLst>
              <a:ext uri="{FF2B5EF4-FFF2-40B4-BE49-F238E27FC236}">
                <a16:creationId xmlns:a16="http://schemas.microsoft.com/office/drawing/2014/main" id="{EC115BA7-4E8E-4EB3-9E27-F0C2795D7AEA}"/>
              </a:ext>
            </a:extLst>
          </p:cNvPr>
          <p:cNvSpPr>
            <a:spLocks noGrp="1"/>
          </p:cNvSpPr>
          <p:nvPr/>
        </p:nvSpPr>
        <p:spPr>
          <a:xfrm>
            <a:off x="6728460" y="5452348"/>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-1.031</a:t>
            </a:r>
          </a:p>
        </p:txBody>
      </p:sp>
      <p:sp>
        <p:nvSpPr>
          <p:cNvPr id="90" name="step_4_v_dot">
            <a:extLst>
              <a:ext uri="{FF2B5EF4-FFF2-40B4-BE49-F238E27FC236}">
                <a16:creationId xmlns:a16="http://schemas.microsoft.com/office/drawing/2014/main" id="{4B083B63-28C0-4C15-9E0E-3B6A57A1B97B}"/>
              </a:ext>
            </a:extLst>
          </p:cNvPr>
          <p:cNvSpPr>
            <a:spLocks noGrp="1"/>
          </p:cNvSpPr>
          <p:nvPr/>
        </p:nvSpPr>
        <p:spPr>
          <a:xfrm>
            <a:off x="7536180" y="5189637"/>
            <a:ext cx="106680" cy="106680"/>
          </a:xfrm>
          <a:prstGeom prst="ellipse">
            <a:avLst/>
          </a:prstGeom>
          <a:solidFill>
            <a:srgbClr val="F50069"/>
          </a:solidFill>
          <a:ln w="0">
            <a:noFill/>
          </a:ln>
        </p:spPr>
        <p:txBody>
          <a:bodyPr/>
          <a:lstStyle/>
          <a:p>
            <a:endParaRPr lang="en-US" sz="1440"/>
          </a:p>
        </p:txBody>
      </p:sp>
      <p:sp>
        <p:nvSpPr>
          <p:cNvPr id="91" name="step_4_v_label">
            <a:extLst>
              <a:ext uri="{FF2B5EF4-FFF2-40B4-BE49-F238E27FC236}">
                <a16:creationId xmlns:a16="http://schemas.microsoft.com/office/drawing/2014/main" id="{A686A702-DEE6-4490-8AD1-9895EADCB5CF}"/>
              </a:ext>
            </a:extLst>
          </p:cNvPr>
          <p:cNvSpPr>
            <a:spLocks noGrp="1"/>
          </p:cNvSpPr>
          <p:nvPr/>
        </p:nvSpPr>
        <p:spPr>
          <a:xfrm>
            <a:off x="7216140" y="4884837"/>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-0.930</a:t>
            </a:r>
          </a:p>
        </p:txBody>
      </p:sp>
      <p:sp>
        <p:nvSpPr>
          <p:cNvPr id="92" name="step_5_v_dot">
            <a:extLst>
              <a:ext uri="{FF2B5EF4-FFF2-40B4-BE49-F238E27FC236}">
                <a16:creationId xmlns:a16="http://schemas.microsoft.com/office/drawing/2014/main" id="{819D2986-FCFD-438C-8BC2-A7A63A7AA5BB}"/>
              </a:ext>
            </a:extLst>
          </p:cNvPr>
          <p:cNvSpPr>
            <a:spLocks noGrp="1"/>
          </p:cNvSpPr>
          <p:nvPr/>
        </p:nvSpPr>
        <p:spPr>
          <a:xfrm>
            <a:off x="8023860" y="4902056"/>
            <a:ext cx="106680" cy="106680"/>
          </a:xfrm>
          <a:prstGeom prst="ellipse">
            <a:avLst/>
          </a:prstGeom>
          <a:solidFill>
            <a:srgbClr val="F50069"/>
          </a:solidFill>
          <a:ln w="0">
            <a:noFill/>
          </a:ln>
        </p:spPr>
        <p:txBody>
          <a:bodyPr/>
          <a:lstStyle/>
          <a:p>
            <a:endParaRPr lang="en-US" sz="1440"/>
          </a:p>
        </p:txBody>
      </p:sp>
      <p:sp>
        <p:nvSpPr>
          <p:cNvPr id="93" name="step_5_v_label">
            <a:extLst>
              <a:ext uri="{FF2B5EF4-FFF2-40B4-BE49-F238E27FC236}">
                <a16:creationId xmlns:a16="http://schemas.microsoft.com/office/drawing/2014/main" id="{78762BAD-2ADA-4D88-8834-10EA45611D8C}"/>
              </a:ext>
            </a:extLst>
          </p:cNvPr>
          <p:cNvSpPr>
            <a:spLocks noGrp="1"/>
          </p:cNvSpPr>
          <p:nvPr/>
        </p:nvSpPr>
        <p:spPr>
          <a:xfrm>
            <a:off x="7703820" y="4597256"/>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-0.596</a:t>
            </a:r>
          </a:p>
        </p:txBody>
      </p:sp>
      <p:sp>
        <p:nvSpPr>
          <p:cNvPr id="94" name="step_6_v_dot">
            <a:extLst>
              <a:ext uri="{FF2B5EF4-FFF2-40B4-BE49-F238E27FC236}">
                <a16:creationId xmlns:a16="http://schemas.microsoft.com/office/drawing/2014/main" id="{BD56E284-2C95-4A08-8C9B-F1CDAA986D2D}"/>
              </a:ext>
            </a:extLst>
          </p:cNvPr>
          <p:cNvSpPr>
            <a:spLocks noGrp="1"/>
          </p:cNvSpPr>
          <p:nvPr/>
        </p:nvSpPr>
        <p:spPr>
          <a:xfrm>
            <a:off x="8511540" y="4486242"/>
            <a:ext cx="106680" cy="106680"/>
          </a:xfrm>
          <a:prstGeom prst="ellipse">
            <a:avLst/>
          </a:prstGeom>
          <a:solidFill>
            <a:srgbClr val="F50069"/>
          </a:solidFill>
          <a:ln w="0">
            <a:noFill/>
          </a:ln>
        </p:spPr>
        <p:txBody>
          <a:bodyPr/>
          <a:lstStyle/>
          <a:p>
            <a:endParaRPr lang="en-US" sz="1440"/>
          </a:p>
        </p:txBody>
      </p:sp>
      <p:sp>
        <p:nvSpPr>
          <p:cNvPr id="95" name="step_6_v_label">
            <a:extLst>
              <a:ext uri="{FF2B5EF4-FFF2-40B4-BE49-F238E27FC236}">
                <a16:creationId xmlns:a16="http://schemas.microsoft.com/office/drawing/2014/main" id="{F6D394D2-BEB0-4A8C-A10A-AD04F0C58D7E}"/>
              </a:ext>
            </a:extLst>
          </p:cNvPr>
          <p:cNvSpPr>
            <a:spLocks noGrp="1"/>
          </p:cNvSpPr>
          <p:nvPr/>
        </p:nvSpPr>
        <p:spPr>
          <a:xfrm>
            <a:off x="8191500" y="4181442"/>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-0.113</a:t>
            </a:r>
          </a:p>
        </p:txBody>
      </p:sp>
      <p:sp>
        <p:nvSpPr>
          <p:cNvPr id="96" name="step_7_v_dot">
            <a:extLst>
              <a:ext uri="{FF2B5EF4-FFF2-40B4-BE49-F238E27FC236}">
                <a16:creationId xmlns:a16="http://schemas.microsoft.com/office/drawing/2014/main" id="{A0C638FA-5190-4868-B030-361DA356A150}"/>
              </a:ext>
            </a:extLst>
          </p:cNvPr>
          <p:cNvSpPr>
            <a:spLocks noGrp="1"/>
          </p:cNvSpPr>
          <p:nvPr/>
        </p:nvSpPr>
        <p:spPr>
          <a:xfrm>
            <a:off x="8999220" y="4046146"/>
            <a:ext cx="106680" cy="106680"/>
          </a:xfrm>
          <a:prstGeom prst="ellipse">
            <a:avLst/>
          </a:prstGeom>
          <a:solidFill>
            <a:srgbClr val="F50069"/>
          </a:solidFill>
          <a:ln w="0">
            <a:noFill/>
          </a:ln>
        </p:spPr>
        <p:txBody>
          <a:bodyPr/>
          <a:lstStyle/>
          <a:p>
            <a:endParaRPr lang="en-US" sz="1440"/>
          </a:p>
        </p:txBody>
      </p:sp>
      <p:sp>
        <p:nvSpPr>
          <p:cNvPr id="97" name="step_7_v_label">
            <a:extLst>
              <a:ext uri="{FF2B5EF4-FFF2-40B4-BE49-F238E27FC236}">
                <a16:creationId xmlns:a16="http://schemas.microsoft.com/office/drawing/2014/main" id="{19A15283-4CAC-4434-B698-6895A2BC7CB3}"/>
              </a:ext>
            </a:extLst>
          </p:cNvPr>
          <p:cNvSpPr>
            <a:spLocks noGrp="1"/>
          </p:cNvSpPr>
          <p:nvPr/>
        </p:nvSpPr>
        <p:spPr>
          <a:xfrm>
            <a:off x="8679180" y="3741346"/>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0.398</a:t>
            </a:r>
          </a:p>
        </p:txBody>
      </p:sp>
      <p:sp>
        <p:nvSpPr>
          <p:cNvPr id="98" name="step_8_v_dot">
            <a:extLst>
              <a:ext uri="{FF2B5EF4-FFF2-40B4-BE49-F238E27FC236}">
                <a16:creationId xmlns:a16="http://schemas.microsoft.com/office/drawing/2014/main" id="{C625000F-9C6A-45A2-AC5B-A55348CDD8AD}"/>
              </a:ext>
            </a:extLst>
          </p:cNvPr>
          <p:cNvSpPr>
            <a:spLocks noGrp="1"/>
          </p:cNvSpPr>
          <p:nvPr/>
        </p:nvSpPr>
        <p:spPr>
          <a:xfrm>
            <a:off x="9486900" y="3691795"/>
            <a:ext cx="106680" cy="106680"/>
          </a:xfrm>
          <a:prstGeom prst="ellipse">
            <a:avLst/>
          </a:prstGeom>
          <a:solidFill>
            <a:srgbClr val="F50069"/>
          </a:solidFill>
          <a:ln w="0">
            <a:noFill/>
          </a:ln>
        </p:spPr>
        <p:txBody>
          <a:bodyPr/>
          <a:lstStyle/>
          <a:p>
            <a:endParaRPr lang="en-US" sz="1440"/>
          </a:p>
        </p:txBody>
      </p:sp>
      <p:sp>
        <p:nvSpPr>
          <p:cNvPr id="99" name="step_8_v_label">
            <a:extLst>
              <a:ext uri="{FF2B5EF4-FFF2-40B4-BE49-F238E27FC236}">
                <a16:creationId xmlns:a16="http://schemas.microsoft.com/office/drawing/2014/main" id="{CD534F0E-405A-4924-8FA3-636A70535938}"/>
              </a:ext>
            </a:extLst>
          </p:cNvPr>
          <p:cNvSpPr>
            <a:spLocks noGrp="1"/>
          </p:cNvSpPr>
          <p:nvPr/>
        </p:nvSpPr>
        <p:spPr>
          <a:xfrm>
            <a:off x="9166860" y="3386995"/>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0.810</a:t>
            </a:r>
          </a:p>
        </p:txBody>
      </p:sp>
      <p:sp>
        <p:nvSpPr>
          <p:cNvPr id="100" name="step_9_v_dot">
            <a:extLst>
              <a:ext uri="{FF2B5EF4-FFF2-40B4-BE49-F238E27FC236}">
                <a16:creationId xmlns:a16="http://schemas.microsoft.com/office/drawing/2014/main" id="{7C59F24C-BEE7-4B57-A077-5C314ADEC470}"/>
              </a:ext>
            </a:extLst>
          </p:cNvPr>
          <p:cNvSpPr>
            <a:spLocks noGrp="1"/>
          </p:cNvSpPr>
          <p:nvPr/>
        </p:nvSpPr>
        <p:spPr>
          <a:xfrm>
            <a:off x="9974580" y="3511774"/>
            <a:ext cx="106680" cy="106680"/>
          </a:xfrm>
          <a:prstGeom prst="ellipse">
            <a:avLst/>
          </a:prstGeom>
          <a:solidFill>
            <a:srgbClr val="F50069"/>
          </a:solidFill>
          <a:ln w="0">
            <a:noFill/>
          </a:ln>
        </p:spPr>
        <p:txBody>
          <a:bodyPr/>
          <a:lstStyle/>
          <a:p>
            <a:endParaRPr lang="en-US" sz="1440"/>
          </a:p>
        </p:txBody>
      </p:sp>
      <p:sp>
        <p:nvSpPr>
          <p:cNvPr id="101" name="step_9_v_label">
            <a:extLst>
              <a:ext uri="{FF2B5EF4-FFF2-40B4-BE49-F238E27FC236}">
                <a16:creationId xmlns:a16="http://schemas.microsoft.com/office/drawing/2014/main" id="{EAA21192-8FCF-479C-B24B-791684341547}"/>
              </a:ext>
            </a:extLst>
          </p:cNvPr>
          <p:cNvSpPr>
            <a:spLocks noGrp="1"/>
          </p:cNvSpPr>
          <p:nvPr/>
        </p:nvSpPr>
        <p:spPr>
          <a:xfrm>
            <a:off x="9654540" y="3687034"/>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1.019</a:t>
            </a:r>
          </a:p>
        </p:txBody>
      </p:sp>
      <p:sp>
        <p:nvSpPr>
          <p:cNvPr id="102" name="step_10_v_dot">
            <a:extLst>
              <a:ext uri="{FF2B5EF4-FFF2-40B4-BE49-F238E27FC236}">
                <a16:creationId xmlns:a16="http://schemas.microsoft.com/office/drawing/2014/main" id="{4835D791-4AB1-4922-8F65-B36DDC10A87C}"/>
              </a:ext>
            </a:extLst>
          </p:cNvPr>
          <p:cNvSpPr>
            <a:spLocks noGrp="1"/>
          </p:cNvSpPr>
          <p:nvPr/>
        </p:nvSpPr>
        <p:spPr>
          <a:xfrm>
            <a:off x="10462260" y="3551090"/>
            <a:ext cx="106680" cy="106680"/>
          </a:xfrm>
          <a:prstGeom prst="ellipse">
            <a:avLst/>
          </a:prstGeom>
          <a:solidFill>
            <a:srgbClr val="F50069"/>
          </a:solidFill>
          <a:ln w="0">
            <a:noFill/>
          </a:ln>
        </p:spPr>
        <p:txBody>
          <a:bodyPr/>
          <a:lstStyle/>
          <a:p>
            <a:endParaRPr lang="en-US" sz="1440"/>
          </a:p>
        </p:txBody>
      </p:sp>
      <p:sp>
        <p:nvSpPr>
          <p:cNvPr id="103" name="step_10_v_label">
            <a:extLst>
              <a:ext uri="{FF2B5EF4-FFF2-40B4-BE49-F238E27FC236}">
                <a16:creationId xmlns:a16="http://schemas.microsoft.com/office/drawing/2014/main" id="{15A5953A-A5A0-4CEA-BF41-F580E31DA3DC}"/>
              </a:ext>
            </a:extLst>
          </p:cNvPr>
          <p:cNvSpPr>
            <a:spLocks noGrp="1"/>
          </p:cNvSpPr>
          <p:nvPr/>
        </p:nvSpPr>
        <p:spPr>
          <a:xfrm>
            <a:off x="10142220" y="3246290"/>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0.973</a:t>
            </a:r>
          </a:p>
        </p:txBody>
      </p:sp>
      <p:sp>
        <p:nvSpPr>
          <p:cNvPr id="104" name="step_11_v_dot">
            <a:extLst>
              <a:ext uri="{FF2B5EF4-FFF2-40B4-BE49-F238E27FC236}">
                <a16:creationId xmlns:a16="http://schemas.microsoft.com/office/drawing/2014/main" id="{3EA7F7DD-62D6-4ED8-B5C6-7AFC0D0DCACD}"/>
              </a:ext>
            </a:extLst>
          </p:cNvPr>
          <p:cNvSpPr>
            <a:spLocks noGrp="1"/>
          </p:cNvSpPr>
          <p:nvPr/>
        </p:nvSpPr>
        <p:spPr>
          <a:xfrm>
            <a:off x="10949940" y="3799914"/>
            <a:ext cx="106680" cy="106680"/>
          </a:xfrm>
          <a:prstGeom prst="ellipse">
            <a:avLst/>
          </a:prstGeom>
          <a:solidFill>
            <a:srgbClr val="F50069"/>
          </a:solidFill>
          <a:ln w="0">
            <a:noFill/>
          </a:ln>
        </p:spPr>
        <p:txBody>
          <a:bodyPr/>
          <a:lstStyle/>
          <a:p>
            <a:endParaRPr lang="en-US" sz="1440"/>
          </a:p>
        </p:txBody>
      </p:sp>
      <p:sp>
        <p:nvSpPr>
          <p:cNvPr id="105" name="step_11_v_label">
            <a:extLst>
              <a:ext uri="{FF2B5EF4-FFF2-40B4-BE49-F238E27FC236}">
                <a16:creationId xmlns:a16="http://schemas.microsoft.com/office/drawing/2014/main" id="{E9575CF3-D1AF-4F22-A01B-AAB63269FD21}"/>
              </a:ext>
            </a:extLst>
          </p:cNvPr>
          <p:cNvSpPr>
            <a:spLocks noGrp="1"/>
          </p:cNvSpPr>
          <p:nvPr/>
        </p:nvSpPr>
        <p:spPr>
          <a:xfrm>
            <a:off x="10629900" y="3495114"/>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0.684</a:t>
            </a:r>
          </a:p>
        </p:txBody>
      </p:sp>
      <p:sp>
        <p:nvSpPr>
          <p:cNvPr id="106" name="step_12_v_dot">
            <a:extLst>
              <a:ext uri="{FF2B5EF4-FFF2-40B4-BE49-F238E27FC236}">
                <a16:creationId xmlns:a16="http://schemas.microsoft.com/office/drawing/2014/main" id="{4B629BD5-E8F8-4712-B985-E3DCE8F898FF}"/>
              </a:ext>
            </a:extLst>
          </p:cNvPr>
          <p:cNvSpPr>
            <a:spLocks noGrp="1"/>
          </p:cNvSpPr>
          <p:nvPr/>
        </p:nvSpPr>
        <p:spPr>
          <a:xfrm>
            <a:off x="11437620" y="4196039"/>
            <a:ext cx="106680" cy="106680"/>
          </a:xfrm>
          <a:prstGeom prst="ellipse">
            <a:avLst/>
          </a:prstGeom>
          <a:solidFill>
            <a:srgbClr val="F50069"/>
          </a:solidFill>
          <a:ln w="0">
            <a:noFill/>
          </a:ln>
        </p:spPr>
        <p:txBody>
          <a:bodyPr/>
          <a:lstStyle/>
          <a:p>
            <a:endParaRPr lang="en-US" sz="1440"/>
          </a:p>
        </p:txBody>
      </p:sp>
      <p:sp>
        <p:nvSpPr>
          <p:cNvPr id="107" name="step_12_v_label">
            <a:extLst>
              <a:ext uri="{FF2B5EF4-FFF2-40B4-BE49-F238E27FC236}">
                <a16:creationId xmlns:a16="http://schemas.microsoft.com/office/drawing/2014/main" id="{DB6E2E0E-21BE-4DF1-9061-E4951609CFA3}"/>
              </a:ext>
            </a:extLst>
          </p:cNvPr>
          <p:cNvSpPr>
            <a:spLocks noGrp="1"/>
          </p:cNvSpPr>
          <p:nvPr/>
        </p:nvSpPr>
        <p:spPr>
          <a:xfrm>
            <a:off x="11117580" y="3891239"/>
            <a:ext cx="746760" cy="289560"/>
          </a:xfrm>
          <a:prstGeom prst="rect">
            <a:avLst/>
          </a:prstGeom>
          <a:noFill/>
          <a:ln w="0">
            <a:noFill/>
          </a:ln>
        </p:spPr>
        <p:txBody>
          <a:bodyPr wrap="none" lIns="0" tIns="0" rIns="0" bIns="0" anchor="ctr">
            <a:noAutofit/>
          </a:bodyPr>
          <a:lstStyle/>
          <a:p>
            <a:pPr algn="ctr">
              <a:defRPr sz="2175" b="1">
                <a:solidFill>
                  <a:srgbClr val="F50069"/>
                </a:solidFill>
                <a:latin typeface="Nimbus Sans"/>
                <a:ea typeface="Nimbus Sans"/>
                <a:cs typeface="Nimbus Sans"/>
              </a:defRPr>
            </a:pPr>
            <a:r>
              <a:rPr sz="1740" b="1">
                <a:solidFill>
                  <a:srgbClr val="F50069"/>
                </a:solidFill>
                <a:latin typeface="Nimbus Sans"/>
                <a:ea typeface="Nimbus Sans"/>
                <a:cs typeface="Nimbus Sans"/>
              </a:rPr>
              <a:t>0.224</a:t>
            </a:r>
          </a:p>
        </p:txBody>
      </p:sp>
      <p:sp>
        <p:nvSpPr>
          <p:cNvPr id="108" name="step_0_x_list">
            <a:extLst>
              <a:ext uri="{FF2B5EF4-FFF2-40B4-BE49-F238E27FC236}">
                <a16:creationId xmlns:a16="http://schemas.microsoft.com/office/drawing/2014/main" id="{77F7D9A6-5D4F-40AF-B580-9A1593DA85E3}"/>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x = [1]</a:t>
            </a:r>
          </a:p>
        </p:txBody>
      </p:sp>
      <p:sp>
        <p:nvSpPr>
          <p:cNvPr id="109" name="step_0_v_list">
            <a:extLst>
              <a:ext uri="{FF2B5EF4-FFF2-40B4-BE49-F238E27FC236}">
                <a16:creationId xmlns:a16="http://schemas.microsoft.com/office/drawing/2014/main" id="{F670BB6E-33A9-44C6-BCC0-4E351C0895D6}"/>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v = [0]</a:t>
            </a:r>
          </a:p>
        </p:txBody>
      </p:sp>
      <p:sp>
        <p:nvSpPr>
          <p:cNvPr id="110" name="step_1_x_list">
            <a:extLst>
              <a:ext uri="{FF2B5EF4-FFF2-40B4-BE49-F238E27FC236}">
                <a16:creationId xmlns:a16="http://schemas.microsoft.com/office/drawing/2014/main" id="{0B52F767-1193-4474-B1A1-F59E41F32D52}"/>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x = [1, 1.000]</a:t>
            </a:r>
          </a:p>
        </p:txBody>
      </p:sp>
      <p:sp>
        <p:nvSpPr>
          <p:cNvPr id="111" name="step_1_v_list">
            <a:extLst>
              <a:ext uri="{FF2B5EF4-FFF2-40B4-BE49-F238E27FC236}">
                <a16:creationId xmlns:a16="http://schemas.microsoft.com/office/drawing/2014/main" id="{10BAC973-B3C0-4E48-B2BD-8AD06337F2EF}"/>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v = [0, -0.500]</a:t>
            </a:r>
          </a:p>
        </p:txBody>
      </p:sp>
      <p:sp>
        <p:nvSpPr>
          <p:cNvPr id="112" name="step_2_x_list">
            <a:extLst>
              <a:ext uri="{FF2B5EF4-FFF2-40B4-BE49-F238E27FC236}">
                <a16:creationId xmlns:a16="http://schemas.microsoft.com/office/drawing/2014/main" id="{927DB93C-D92D-436D-89D6-45B4154BB1F1}"/>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x = [1, 1.000, 0.750]</a:t>
            </a:r>
          </a:p>
        </p:txBody>
      </p:sp>
      <p:sp>
        <p:nvSpPr>
          <p:cNvPr id="113" name="step_2_v_list">
            <a:extLst>
              <a:ext uri="{FF2B5EF4-FFF2-40B4-BE49-F238E27FC236}">
                <a16:creationId xmlns:a16="http://schemas.microsoft.com/office/drawing/2014/main" id="{129E4E16-83AD-4113-80E5-E91D41035302}"/>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v = [0, -0.500, -0.875]</a:t>
            </a:r>
          </a:p>
        </p:txBody>
      </p:sp>
      <p:sp>
        <p:nvSpPr>
          <p:cNvPr id="114" name="step_3_x_list">
            <a:extLst>
              <a:ext uri="{FF2B5EF4-FFF2-40B4-BE49-F238E27FC236}">
                <a16:creationId xmlns:a16="http://schemas.microsoft.com/office/drawing/2014/main" id="{BAEB0FDD-EEAF-49E8-BCC5-5FAF204576AA}"/>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x = [1, 1.000, 0.750, 0.313]</a:t>
            </a:r>
          </a:p>
        </p:txBody>
      </p:sp>
      <p:sp>
        <p:nvSpPr>
          <p:cNvPr id="115" name="step_3_v_list">
            <a:extLst>
              <a:ext uri="{FF2B5EF4-FFF2-40B4-BE49-F238E27FC236}">
                <a16:creationId xmlns:a16="http://schemas.microsoft.com/office/drawing/2014/main" id="{A2C526B5-87E0-4517-84D5-0CB5A4E7433B}"/>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v = [0, -0.500, -0.875, -1.031]</a:t>
            </a:r>
          </a:p>
        </p:txBody>
      </p:sp>
      <p:sp>
        <p:nvSpPr>
          <p:cNvPr id="116" name="step_4_x_list">
            <a:extLst>
              <a:ext uri="{FF2B5EF4-FFF2-40B4-BE49-F238E27FC236}">
                <a16:creationId xmlns:a16="http://schemas.microsoft.com/office/drawing/2014/main" id="{165B8739-75E8-413C-BD02-8EFDDEC04C35}"/>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x = [1, 1.000, 0.750, 0.313, -0.203]</a:t>
            </a:r>
          </a:p>
        </p:txBody>
      </p:sp>
      <p:sp>
        <p:nvSpPr>
          <p:cNvPr id="117" name="step_4_v_list">
            <a:extLst>
              <a:ext uri="{FF2B5EF4-FFF2-40B4-BE49-F238E27FC236}">
                <a16:creationId xmlns:a16="http://schemas.microsoft.com/office/drawing/2014/main" id="{779B9CEE-156B-41F7-A4F1-4F02FAE304B2}"/>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v = [0, -0.500, -0.875, -1.031, -0.930]</a:t>
            </a:r>
          </a:p>
        </p:txBody>
      </p:sp>
      <p:sp>
        <p:nvSpPr>
          <p:cNvPr id="118" name="step_5_x_list">
            <a:extLst>
              <a:ext uri="{FF2B5EF4-FFF2-40B4-BE49-F238E27FC236}">
                <a16:creationId xmlns:a16="http://schemas.microsoft.com/office/drawing/2014/main" id="{A7E7FFD5-5090-45B3-B3E4-717CA4F7952A}"/>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x = [1, 1.000, 0.750, 0.313, -0.203, -0.668]</a:t>
            </a:r>
          </a:p>
        </p:txBody>
      </p:sp>
      <p:sp>
        <p:nvSpPr>
          <p:cNvPr id="119" name="step_5_v_list">
            <a:extLst>
              <a:ext uri="{FF2B5EF4-FFF2-40B4-BE49-F238E27FC236}">
                <a16:creationId xmlns:a16="http://schemas.microsoft.com/office/drawing/2014/main" id="{D51547BE-5B09-4739-9D6F-4997023F7976}"/>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v = [0, -0.500, -0.875, -1.031, -0.930, -0.596]</a:t>
            </a:r>
          </a:p>
        </p:txBody>
      </p:sp>
      <p:sp>
        <p:nvSpPr>
          <p:cNvPr id="120" name="step_6_x_list">
            <a:extLst>
              <a:ext uri="{FF2B5EF4-FFF2-40B4-BE49-F238E27FC236}">
                <a16:creationId xmlns:a16="http://schemas.microsoft.com/office/drawing/2014/main" id="{3EA5FC73-959A-4350-847E-113D493A8D76}"/>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x = [1, 1.000, 0.750, 0.313, -0.203, -0.668, -0.966]</a:t>
            </a:r>
          </a:p>
        </p:txBody>
      </p:sp>
      <p:sp>
        <p:nvSpPr>
          <p:cNvPr id="121" name="step_6_v_list">
            <a:extLst>
              <a:ext uri="{FF2B5EF4-FFF2-40B4-BE49-F238E27FC236}">
                <a16:creationId xmlns:a16="http://schemas.microsoft.com/office/drawing/2014/main" id="{FE51F4CF-E619-43C8-A81F-F054668742E4}"/>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v = [0, -0.500, -0.875, -1.031, -0.930, -0.596, -0.113]</a:t>
            </a:r>
          </a:p>
        </p:txBody>
      </p:sp>
      <p:sp>
        <p:nvSpPr>
          <p:cNvPr id="122" name="step_7_x_list">
            <a:extLst>
              <a:ext uri="{FF2B5EF4-FFF2-40B4-BE49-F238E27FC236}">
                <a16:creationId xmlns:a16="http://schemas.microsoft.com/office/drawing/2014/main" id="{632FA022-EF6C-4EF3-9895-B89610E9FB71}"/>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x = [1, 1.000, 0.750, 0.313, -0.203, -0.668, -0.966, -1.022]</a:t>
            </a:r>
          </a:p>
        </p:txBody>
      </p:sp>
      <p:sp>
        <p:nvSpPr>
          <p:cNvPr id="123" name="step_7_v_list">
            <a:extLst>
              <a:ext uri="{FF2B5EF4-FFF2-40B4-BE49-F238E27FC236}">
                <a16:creationId xmlns:a16="http://schemas.microsoft.com/office/drawing/2014/main" id="{3B32F337-9B71-40BF-A5BA-14ED67548BD2}"/>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v = [0, -0.500, -0.875, -1.031, -0.930, -0.596, -0.113, 0.398]</a:t>
            </a:r>
          </a:p>
        </p:txBody>
      </p:sp>
      <p:sp>
        <p:nvSpPr>
          <p:cNvPr id="124" name="step_8_x_list">
            <a:extLst>
              <a:ext uri="{FF2B5EF4-FFF2-40B4-BE49-F238E27FC236}">
                <a16:creationId xmlns:a16="http://schemas.microsoft.com/office/drawing/2014/main" id="{9FF81EE5-20D1-4CB6-8472-AAF16C0ADFBE}"/>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x = [1, 1.000, 0.750, 0.313, -0.203, -0.668, -0.966, -1.022, -0.823]</a:t>
            </a:r>
          </a:p>
        </p:txBody>
      </p:sp>
      <p:sp>
        <p:nvSpPr>
          <p:cNvPr id="125" name="step_8_v_list">
            <a:extLst>
              <a:ext uri="{FF2B5EF4-FFF2-40B4-BE49-F238E27FC236}">
                <a16:creationId xmlns:a16="http://schemas.microsoft.com/office/drawing/2014/main" id="{0E59757F-1854-4027-BAA4-86DFECC8D1E4}"/>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v = [0, -0.500, -0.875, -1.031, -0.930, -0.596, -0.113, 0.398, 0.810]</a:t>
            </a:r>
          </a:p>
        </p:txBody>
      </p:sp>
      <p:sp>
        <p:nvSpPr>
          <p:cNvPr id="126" name="step_9_x_list">
            <a:extLst>
              <a:ext uri="{FF2B5EF4-FFF2-40B4-BE49-F238E27FC236}">
                <a16:creationId xmlns:a16="http://schemas.microsoft.com/office/drawing/2014/main" id="{D1480E99-9243-4C36-9F22-A55C1A0160B3}"/>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x = [1, 1.000, 0.750, 0.313, -0.203, -0.668, -0.966, -1.022, -0.823, -0.418]</a:t>
            </a:r>
          </a:p>
        </p:txBody>
      </p:sp>
      <p:sp>
        <p:nvSpPr>
          <p:cNvPr id="127" name="step_9_v_list">
            <a:extLst>
              <a:ext uri="{FF2B5EF4-FFF2-40B4-BE49-F238E27FC236}">
                <a16:creationId xmlns:a16="http://schemas.microsoft.com/office/drawing/2014/main" id="{65E70C2B-FD63-4516-8C2F-EA7B6840CF52}"/>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v = [0, -0.500, -0.875, -1.031, -0.930, -0.596, -0.113, 0.398, 0.810, 1.019]</a:t>
            </a:r>
          </a:p>
        </p:txBody>
      </p:sp>
      <p:sp>
        <p:nvSpPr>
          <p:cNvPr id="128" name="step_10_x_list">
            <a:extLst>
              <a:ext uri="{FF2B5EF4-FFF2-40B4-BE49-F238E27FC236}">
                <a16:creationId xmlns:a16="http://schemas.microsoft.com/office/drawing/2014/main" id="{368A5ACC-9612-441B-9CB3-69F73434274F}"/>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x = [1, 1.000, 0.750, 0.313, -0.203, -0.668, -0.966, -1.022, -0.823, -0.418, 0.091]</a:t>
            </a:r>
          </a:p>
        </p:txBody>
      </p:sp>
      <p:sp>
        <p:nvSpPr>
          <p:cNvPr id="129" name="step_10_v_list">
            <a:extLst>
              <a:ext uri="{FF2B5EF4-FFF2-40B4-BE49-F238E27FC236}">
                <a16:creationId xmlns:a16="http://schemas.microsoft.com/office/drawing/2014/main" id="{D8E521DA-79C9-4608-A5A2-34DED6235397}"/>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v = [0, -0.500, -0.875, -1.031, -0.930, -0.596, -0.113, 0.398, 0.810, 1.019, 0.973]</a:t>
            </a:r>
          </a:p>
        </p:txBody>
      </p:sp>
      <p:sp>
        <p:nvSpPr>
          <p:cNvPr id="130" name="step_11_x_list">
            <a:extLst>
              <a:ext uri="{FF2B5EF4-FFF2-40B4-BE49-F238E27FC236}">
                <a16:creationId xmlns:a16="http://schemas.microsoft.com/office/drawing/2014/main" id="{14538ED6-6BFF-40A3-BB34-DBB8A6EE92C9}"/>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x = [1, 1.000, 0.750, 0.313, -0.203, -0.668, -0.966, -1.022, -0.823, -0.418, 0.091, 0.578]</a:t>
            </a:r>
          </a:p>
        </p:txBody>
      </p:sp>
      <p:sp>
        <p:nvSpPr>
          <p:cNvPr id="131" name="step_11_v_list">
            <a:extLst>
              <a:ext uri="{FF2B5EF4-FFF2-40B4-BE49-F238E27FC236}">
                <a16:creationId xmlns:a16="http://schemas.microsoft.com/office/drawing/2014/main" id="{E45A9E19-74AD-4CB7-B5C5-2EAEA70BCCCB}"/>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v = [0, -0.500, -0.875, -1.031, -0.930, -0.596, -0.113, 0.398, 0.810, 1.019, 0.973, 0.684]</a:t>
            </a:r>
          </a:p>
        </p:txBody>
      </p:sp>
      <p:sp>
        <p:nvSpPr>
          <p:cNvPr id="132" name="step_12_x_list">
            <a:extLst>
              <a:ext uri="{FF2B5EF4-FFF2-40B4-BE49-F238E27FC236}">
                <a16:creationId xmlns:a16="http://schemas.microsoft.com/office/drawing/2014/main" id="{207308DB-4AA9-4F24-B1FE-EF9B723DAD1F}"/>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x = [1, 1.000, 0.750, 0.313, -0.203, -0.668, -0.966, -1.022, -0.823, -0.418, 0.091, 0.578, 0.920]</a:t>
            </a:r>
          </a:p>
        </p:txBody>
      </p:sp>
      <p:sp>
        <p:nvSpPr>
          <p:cNvPr id="133" name="step_12_v_list">
            <a:extLst>
              <a:ext uri="{FF2B5EF4-FFF2-40B4-BE49-F238E27FC236}">
                <a16:creationId xmlns:a16="http://schemas.microsoft.com/office/drawing/2014/main" id="{CAB2598B-AE83-403D-8F50-ADB3DDBFBF6B}"/>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950">
                <a:solidFill>
                  <a:srgbClr val="111613"/>
                </a:solidFill>
                <a:latin typeface="Nimbus Mono PS"/>
                <a:ea typeface="Nimbus Mono PS"/>
                <a:cs typeface="Nimbus Mono PS"/>
              </a:defRPr>
            </a:pPr>
            <a:r>
              <a:rPr sz="1560">
                <a:solidFill>
                  <a:srgbClr val="111613"/>
                </a:solidFill>
                <a:latin typeface="Nimbus Mono PS"/>
                <a:ea typeface="Nimbus Mono PS"/>
                <a:cs typeface="Nimbus Mono PS"/>
              </a:rPr>
              <a:t>v = [0, -0.500, -0.875, -1.031, -0.930, -0.596, -0.113, 0.398, 0.810, 1.019, 0.973, 0.684, 0.224]</a:t>
            </a:r>
          </a:p>
        </p:txBody>
      </p:sp>
    </p:spTree>
    <p:extLst>
      <p:ext uri="{BB962C8B-B14F-4D97-AF65-F5344CB8AC3E}">
        <p14:creationId xmlns:p14="http://schemas.microsoft.com/office/powerpoint/2010/main" val="213836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9"/>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10"/>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11"/>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12"/>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13"/>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114"/>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115"/>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9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9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1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0"/>
                                          </p:stCondLst>
                                        </p:cTn>
                                        <p:tgtEl>
                                          <p:spTgt spid="116"/>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117"/>
                                        </p:tgtEl>
                                        <p:attrNameLst>
                                          <p:attrName>style.visibility</p:attrName>
                                        </p:attrNameLst>
                                      </p:cBhvr>
                                      <p:to>
                                        <p:strVal val="hidden"/>
                                      </p:to>
                                    </p:set>
                                  </p:childTnLst>
                                </p:cTn>
                              </p:par>
                              <p:par>
                                <p:cTn id="81" presetID="1" presetClass="entr" presetSubtype="0" fill="hold" nodeType="with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1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9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9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1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nodeType="clickEffect">
                                  <p:stCondLst>
                                    <p:cond delay="0"/>
                                  </p:stCondLst>
                                  <p:childTnLst>
                                    <p:set>
                                      <p:cBhvr>
                                        <p:cTn id="96" dur="1" fill="hold">
                                          <p:stCondLst>
                                            <p:cond delay="0"/>
                                          </p:stCondLst>
                                        </p:cTn>
                                        <p:tgtEl>
                                          <p:spTgt spid="118"/>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119"/>
                                        </p:tgtEl>
                                        <p:attrNameLst>
                                          <p:attrName>style.visibility</p:attrName>
                                        </p:attrNameLst>
                                      </p:cBhvr>
                                      <p:to>
                                        <p:strVal val="hidden"/>
                                      </p:to>
                                    </p:set>
                                  </p:childTnLst>
                                </p:cTn>
                              </p:par>
                              <p:par>
                                <p:cTn id="99" presetID="1" presetClass="entr" presetSubtype="0" fill="hold" nodeType="withEffect">
                                  <p:stCondLst>
                                    <p:cond delay="0"/>
                                  </p:stCondLst>
                                  <p:childTnLst>
                                    <p:set>
                                      <p:cBhvr>
                                        <p:cTn id="100" dur="1" fill="hold">
                                          <p:stCondLst>
                                            <p:cond delay="0"/>
                                          </p:stCondLst>
                                        </p:cTn>
                                        <p:tgtEl>
                                          <p:spTgt spid="47"/>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48"/>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20"/>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94"/>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95"/>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2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xit" presetSubtype="0" fill="hold" nodeType="clickEffect">
                                  <p:stCondLst>
                                    <p:cond delay="0"/>
                                  </p:stCondLst>
                                  <p:childTnLst>
                                    <p:set>
                                      <p:cBhvr>
                                        <p:cTn id="114" dur="1" fill="hold">
                                          <p:stCondLst>
                                            <p:cond delay="0"/>
                                          </p:stCondLst>
                                        </p:cTn>
                                        <p:tgtEl>
                                          <p:spTgt spid="120"/>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121"/>
                                        </p:tgtEl>
                                        <p:attrNameLst>
                                          <p:attrName>style.visibility</p:attrName>
                                        </p:attrNameLst>
                                      </p:cBhvr>
                                      <p:to>
                                        <p:strVal val="hidden"/>
                                      </p:to>
                                    </p:set>
                                  </p:childTnLst>
                                </p:cTn>
                              </p:par>
                              <p:par>
                                <p:cTn id="117" presetID="1" presetClass="entr" presetSubtype="0" fill="hold" nodeType="withEffect">
                                  <p:stCondLst>
                                    <p:cond delay="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122"/>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96"/>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97"/>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23"/>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xit" presetSubtype="0" fill="hold" nodeType="clickEffect">
                                  <p:stCondLst>
                                    <p:cond delay="0"/>
                                  </p:stCondLst>
                                  <p:childTnLst>
                                    <p:set>
                                      <p:cBhvr>
                                        <p:cTn id="132" dur="1" fill="hold">
                                          <p:stCondLst>
                                            <p:cond delay="0"/>
                                          </p:stCondLst>
                                        </p:cTn>
                                        <p:tgtEl>
                                          <p:spTgt spid="122"/>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0"/>
                                          </p:stCondLst>
                                        </p:cTn>
                                        <p:tgtEl>
                                          <p:spTgt spid="123"/>
                                        </p:tgtEl>
                                        <p:attrNameLst>
                                          <p:attrName>style.visibility</p:attrName>
                                        </p:attrNameLst>
                                      </p:cBhvr>
                                      <p:to>
                                        <p:strVal val="hidden"/>
                                      </p:to>
                                    </p:set>
                                  </p:childTnLst>
                                </p:cTn>
                              </p:par>
                              <p:par>
                                <p:cTn id="135" presetID="1" presetClass="entr" presetSubtype="0" fill="hold" nodeType="withEffect">
                                  <p:stCondLst>
                                    <p:cond delay="0"/>
                                  </p:stCondLst>
                                  <p:childTnLst>
                                    <p:set>
                                      <p:cBhvr>
                                        <p:cTn id="136" dur="1" fill="hold">
                                          <p:stCondLst>
                                            <p:cond delay="0"/>
                                          </p:stCondLst>
                                        </p:cTn>
                                        <p:tgtEl>
                                          <p:spTgt spid="51"/>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52"/>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124"/>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98"/>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99"/>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125"/>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xit" presetSubtype="0" fill="hold" nodeType="clickEffect">
                                  <p:stCondLst>
                                    <p:cond delay="0"/>
                                  </p:stCondLst>
                                  <p:childTnLst>
                                    <p:set>
                                      <p:cBhvr>
                                        <p:cTn id="150" dur="1" fill="hold">
                                          <p:stCondLst>
                                            <p:cond delay="0"/>
                                          </p:stCondLst>
                                        </p:cTn>
                                        <p:tgtEl>
                                          <p:spTgt spid="124"/>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125"/>
                                        </p:tgtEl>
                                        <p:attrNameLst>
                                          <p:attrName>style.visibility</p:attrName>
                                        </p:attrNameLst>
                                      </p:cBhvr>
                                      <p:to>
                                        <p:strVal val="hidden"/>
                                      </p:to>
                                    </p:set>
                                  </p:childTnLst>
                                </p:cTn>
                              </p:par>
                              <p:par>
                                <p:cTn id="153" presetID="1" presetClass="entr" presetSubtype="0" fill="hold" nodeType="withEffect">
                                  <p:stCondLst>
                                    <p:cond delay="0"/>
                                  </p:stCondLst>
                                  <p:childTnLst>
                                    <p:set>
                                      <p:cBhvr>
                                        <p:cTn id="154" dur="1" fill="hold">
                                          <p:stCondLst>
                                            <p:cond delay="0"/>
                                          </p:stCondLst>
                                        </p:cTn>
                                        <p:tgtEl>
                                          <p:spTgt spid="53"/>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54"/>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126"/>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00"/>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101"/>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127"/>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xit" presetSubtype="0" fill="hold" nodeType="clickEffect">
                                  <p:stCondLst>
                                    <p:cond delay="0"/>
                                  </p:stCondLst>
                                  <p:childTnLst>
                                    <p:set>
                                      <p:cBhvr>
                                        <p:cTn id="168" dur="1" fill="hold">
                                          <p:stCondLst>
                                            <p:cond delay="0"/>
                                          </p:stCondLst>
                                        </p:cTn>
                                        <p:tgtEl>
                                          <p:spTgt spid="126"/>
                                        </p:tgtEl>
                                        <p:attrNameLst>
                                          <p:attrName>style.visibility</p:attrName>
                                        </p:attrNameLst>
                                      </p:cBhvr>
                                      <p:to>
                                        <p:strVal val="hidden"/>
                                      </p:to>
                                    </p:set>
                                  </p:childTnLst>
                                </p:cTn>
                              </p:par>
                              <p:par>
                                <p:cTn id="169" presetID="1" presetClass="exit" presetSubtype="0" fill="hold" nodeType="withEffect">
                                  <p:stCondLst>
                                    <p:cond delay="0"/>
                                  </p:stCondLst>
                                  <p:childTnLst>
                                    <p:set>
                                      <p:cBhvr>
                                        <p:cTn id="170" dur="1" fill="hold">
                                          <p:stCondLst>
                                            <p:cond delay="0"/>
                                          </p:stCondLst>
                                        </p:cTn>
                                        <p:tgtEl>
                                          <p:spTgt spid="127"/>
                                        </p:tgtEl>
                                        <p:attrNameLst>
                                          <p:attrName>style.visibility</p:attrName>
                                        </p:attrNameLst>
                                      </p:cBhvr>
                                      <p:to>
                                        <p:strVal val="hidden"/>
                                      </p:to>
                                    </p:set>
                                  </p:childTnLst>
                                </p:cTn>
                              </p:par>
                              <p:par>
                                <p:cTn id="171" presetID="1" presetClass="entr" presetSubtype="0" fill="hold" nodeType="withEffect">
                                  <p:stCondLst>
                                    <p:cond delay="0"/>
                                  </p:stCondLst>
                                  <p:childTnLst>
                                    <p:set>
                                      <p:cBhvr>
                                        <p:cTn id="172" dur="1" fill="hold">
                                          <p:stCondLst>
                                            <p:cond delay="0"/>
                                          </p:stCondLst>
                                        </p:cTn>
                                        <p:tgtEl>
                                          <p:spTgt spid="55"/>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56"/>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128"/>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102"/>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03"/>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129"/>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xit" presetSubtype="0" fill="hold" nodeType="clickEffect">
                                  <p:stCondLst>
                                    <p:cond delay="0"/>
                                  </p:stCondLst>
                                  <p:childTnLst>
                                    <p:set>
                                      <p:cBhvr>
                                        <p:cTn id="186" dur="1" fill="hold">
                                          <p:stCondLst>
                                            <p:cond delay="0"/>
                                          </p:stCondLst>
                                        </p:cTn>
                                        <p:tgtEl>
                                          <p:spTgt spid="128"/>
                                        </p:tgtEl>
                                        <p:attrNameLst>
                                          <p:attrName>style.visibility</p:attrName>
                                        </p:attrNameLst>
                                      </p:cBhvr>
                                      <p:to>
                                        <p:strVal val="hidden"/>
                                      </p:to>
                                    </p:set>
                                  </p:childTnLst>
                                </p:cTn>
                              </p:par>
                              <p:par>
                                <p:cTn id="187" presetID="1" presetClass="exit" presetSubtype="0" fill="hold" nodeType="withEffect">
                                  <p:stCondLst>
                                    <p:cond delay="0"/>
                                  </p:stCondLst>
                                  <p:childTnLst>
                                    <p:set>
                                      <p:cBhvr>
                                        <p:cTn id="188" dur="1" fill="hold">
                                          <p:stCondLst>
                                            <p:cond delay="0"/>
                                          </p:stCondLst>
                                        </p:cTn>
                                        <p:tgtEl>
                                          <p:spTgt spid="129"/>
                                        </p:tgtEl>
                                        <p:attrNameLst>
                                          <p:attrName>style.visibility</p:attrName>
                                        </p:attrNameLst>
                                      </p:cBhvr>
                                      <p:to>
                                        <p:strVal val="hidden"/>
                                      </p:to>
                                    </p:set>
                                  </p:childTnLst>
                                </p:cTn>
                              </p:par>
                              <p:par>
                                <p:cTn id="189" presetID="1" presetClass="entr" presetSubtype="0" fill="hold" nodeType="withEffect">
                                  <p:stCondLst>
                                    <p:cond delay="0"/>
                                  </p:stCondLst>
                                  <p:childTnLst>
                                    <p:set>
                                      <p:cBhvr>
                                        <p:cTn id="190" dur="1" fill="hold">
                                          <p:stCondLst>
                                            <p:cond delay="0"/>
                                          </p:stCondLst>
                                        </p:cTn>
                                        <p:tgtEl>
                                          <p:spTgt spid="57"/>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58"/>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130"/>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104"/>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105"/>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131"/>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xit" presetSubtype="0" fill="hold" nodeType="clickEffect">
                                  <p:stCondLst>
                                    <p:cond delay="0"/>
                                  </p:stCondLst>
                                  <p:childTnLst>
                                    <p:set>
                                      <p:cBhvr>
                                        <p:cTn id="204" dur="1" fill="hold">
                                          <p:stCondLst>
                                            <p:cond delay="0"/>
                                          </p:stCondLst>
                                        </p:cTn>
                                        <p:tgtEl>
                                          <p:spTgt spid="130"/>
                                        </p:tgtEl>
                                        <p:attrNameLst>
                                          <p:attrName>style.visibility</p:attrName>
                                        </p:attrNameLst>
                                      </p:cBhvr>
                                      <p:to>
                                        <p:strVal val="hidden"/>
                                      </p:to>
                                    </p:set>
                                  </p:childTnLst>
                                </p:cTn>
                              </p:par>
                              <p:par>
                                <p:cTn id="205" presetID="1" presetClass="exit" presetSubtype="0" fill="hold" nodeType="withEffect">
                                  <p:stCondLst>
                                    <p:cond delay="0"/>
                                  </p:stCondLst>
                                  <p:childTnLst>
                                    <p:set>
                                      <p:cBhvr>
                                        <p:cTn id="206" dur="1" fill="hold">
                                          <p:stCondLst>
                                            <p:cond delay="0"/>
                                          </p:stCondLst>
                                        </p:cTn>
                                        <p:tgtEl>
                                          <p:spTgt spid="131"/>
                                        </p:tgtEl>
                                        <p:attrNameLst>
                                          <p:attrName>style.visibility</p:attrName>
                                        </p:attrNameLst>
                                      </p:cBhvr>
                                      <p:to>
                                        <p:strVal val="hidden"/>
                                      </p:to>
                                    </p:set>
                                  </p:childTnLst>
                                </p:cTn>
                              </p:par>
                              <p:par>
                                <p:cTn id="207" presetID="1" presetClass="entr" presetSubtype="0" fill="hold" nodeType="withEffect">
                                  <p:stCondLst>
                                    <p:cond delay="0"/>
                                  </p:stCondLst>
                                  <p:childTnLst>
                                    <p:set>
                                      <p:cBhvr>
                                        <p:cTn id="208" dur="1" fill="hold">
                                          <p:stCondLst>
                                            <p:cond delay="0"/>
                                          </p:stCondLst>
                                        </p:cTn>
                                        <p:tgtEl>
                                          <p:spTgt spid="59"/>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60"/>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132"/>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106"/>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107"/>
                                        </p:tgtEl>
                                        <p:attrNameLst>
                                          <p:attrName>style.visibility</p:attrName>
                                        </p:attrNameLst>
                                      </p:cBhvr>
                                      <p:to>
                                        <p:strVal val="visible"/>
                                      </p:to>
                                    </p:set>
                                  </p:childTnLst>
                                </p:cTn>
                              </p:par>
                              <p:par>
                                <p:cTn id="217" presetID="1" presetClass="entr" presetSubtype="0" fill="hold" nodeType="withEffect">
                                  <p:stCondLst>
                                    <p:cond delay="0"/>
                                  </p:stCondLst>
                                  <p:childTnLst>
                                    <p:set>
                                      <p:cBhvr>
                                        <p:cTn id="218"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build="allAtOnce"/>
      <p:bldP spid="40" grpId="0" build="allAtOnce"/>
      <p:bldP spid="42" grpId="0" build="allAtOnce"/>
      <p:bldP spid="44" grpId="0" build="allAtOnce"/>
      <p:bldP spid="46" grpId="0" build="allAtOnce"/>
      <p:bldP spid="48" grpId="0" build="allAtOnce"/>
      <p:bldP spid="50" grpId="0" build="allAtOnce"/>
      <p:bldP spid="52" grpId="0" build="allAtOnce"/>
      <p:bldP spid="54" grpId="0" build="allAtOnce"/>
      <p:bldP spid="58" grpId="0" build="allAtOnce"/>
      <p:bldP spid="60" grpId="0" build="allAtOnce"/>
      <p:bldP spid="85" grpId="0" build="allAtOnce"/>
      <p:bldP spid="87" grpId="0" build="allAtOnce"/>
      <p:bldP spid="89" grpId="0" build="allAtOnce"/>
      <p:bldP spid="91" grpId="0" build="allAtOnce"/>
      <p:bldP spid="93" grpId="0" build="allAtOnce"/>
      <p:bldP spid="95" grpId="0" build="allAtOnce"/>
      <p:bldP spid="97" grpId="0" build="allAtOnce"/>
      <p:bldP spid="99" grpId="0" build="allAtOnce"/>
      <p:bldP spid="101" grpId="0" build="allAtOnce"/>
      <p:bldP spid="105" grpId="0" build="allAtOnce"/>
      <p:bldP spid="107" grpId="0" build="allAtOnce"/>
      <p:bldP spid="108" grpId="0" build="allAtOnce"/>
      <p:bldP spid="109" grpId="0" build="allAtOnce"/>
      <p:bldP spid="110" grpId="0" build="allAtOnce"/>
      <p:bldP spid="111" grpId="0" build="allAtOnce"/>
      <p:bldP spid="112" grpId="0" build="allAtOnce"/>
      <p:bldP spid="113" grpId="0" build="allAtOnce"/>
      <p:bldP spid="114" grpId="0" build="allAtOnce"/>
      <p:bldP spid="115" grpId="0" build="allAtOnce"/>
      <p:bldP spid="116" grpId="0" build="allAtOnce"/>
      <p:bldP spid="117" grpId="0" build="allAtOnce"/>
      <p:bldP spid="118" grpId="0" build="allAtOnce"/>
      <p:bldP spid="119" grpId="0" build="allAtOnce"/>
      <p:bldP spid="120" grpId="0" build="allAtOnce"/>
      <p:bldP spid="121" grpId="0" build="allAtOnce"/>
      <p:bldP spid="122" grpId="0" build="allAtOnce"/>
      <p:bldP spid="123" grpId="0" build="allAtOnce"/>
      <p:bldP spid="124" grpId="0" build="allAtOnce"/>
      <p:bldP spid="125" grpId="0" build="allAtOnce"/>
      <p:bldP spid="126" grpId="0" build="allAtOnce"/>
      <p:bldP spid="127" grpId="0" build="allAtOnce"/>
      <p:bldP spid="128" grpId="0" build="allAtOnce"/>
      <p:bldP spid="129" grpId="0" build="allAtOnce"/>
      <p:bldP spid="130" grpId="0" build="allAtOnce"/>
      <p:bldP spid="131" grpId="0" build="allAtOnce"/>
      <p:bldP spid="132" grpId="0" build="allAtOnce"/>
      <p:bldP spid="133"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x_t_axis">
            <a:extLst>
              <a:ext uri="{FF2B5EF4-FFF2-40B4-BE49-F238E27FC236}">
                <a16:creationId xmlns:a16="http://schemas.microsoft.com/office/drawing/2014/main" id="{488E621D-641B-4409-B391-3E9D52201998}"/>
              </a:ext>
            </a:extLst>
          </p:cNvPr>
          <p:cNvSpPr>
            <a:spLocks noGrp="1"/>
          </p:cNvSpPr>
          <p:nvPr/>
        </p:nvSpPr>
        <p:spPr>
          <a:xfrm>
            <a:off x="800100" y="1264920"/>
            <a:ext cx="4907280" cy="0"/>
          </a:xfrm>
          <a:prstGeom prst="line">
            <a:avLst/>
          </a:prstGeom>
          <a:noFill/>
          <a:ln w="19050">
            <a:solidFill>
              <a:srgbClr val="111613"/>
            </a:solidFill>
          </a:ln>
        </p:spPr>
        <p:txBody>
          <a:bodyPr/>
          <a:lstStyle/>
          <a:p>
            <a:endParaRPr lang="en-US" sz="1440"/>
          </a:p>
        </p:txBody>
      </p:sp>
      <p:sp>
        <p:nvSpPr>
          <p:cNvPr id="2" name="x_y_axis">
            <a:extLst>
              <a:ext uri="{FF2B5EF4-FFF2-40B4-BE49-F238E27FC236}">
                <a16:creationId xmlns:a16="http://schemas.microsoft.com/office/drawing/2014/main" id="{267F65D4-F883-4D76-A868-10B71D4F8476}"/>
              </a:ext>
            </a:extLst>
          </p:cNvPr>
          <p:cNvSpPr>
            <a:spLocks noGrp="1"/>
          </p:cNvSpPr>
          <p:nvPr/>
        </p:nvSpPr>
        <p:spPr>
          <a:xfrm>
            <a:off x="800100" y="289560"/>
            <a:ext cx="0" cy="1798320"/>
          </a:xfrm>
          <a:prstGeom prst="line">
            <a:avLst/>
          </a:prstGeom>
          <a:noFill/>
          <a:ln w="19050">
            <a:solidFill>
              <a:srgbClr val="111613"/>
            </a:solidFill>
          </a:ln>
        </p:spPr>
        <p:txBody>
          <a:bodyPr/>
          <a:lstStyle/>
          <a:p>
            <a:endParaRPr lang="en-US" sz="1440"/>
          </a:p>
        </p:txBody>
      </p:sp>
      <p:sp>
        <p:nvSpPr>
          <p:cNvPr id="3" name="x_axis_label">
            <a:extLst>
              <a:ext uri="{FF2B5EF4-FFF2-40B4-BE49-F238E27FC236}">
                <a16:creationId xmlns:a16="http://schemas.microsoft.com/office/drawing/2014/main" id="{94301CEA-2351-4280-B84F-E784DAB27917}"/>
              </a:ext>
            </a:extLst>
          </p:cNvPr>
          <p:cNvSpPr>
            <a:spLocks noGrp="1"/>
          </p:cNvSpPr>
          <p:nvPr/>
        </p:nvSpPr>
        <p:spPr>
          <a:xfrm>
            <a:off x="320040" y="30480"/>
            <a:ext cx="342900" cy="365760"/>
          </a:xfrm>
          <a:prstGeom prst="rect">
            <a:avLst/>
          </a:prstGeom>
          <a:noFill/>
          <a:ln w="0">
            <a:noFill/>
          </a:ln>
        </p:spPr>
        <p:txBody>
          <a:bodyPr wrap="none" lIns="0" tIns="0" rIns="0" bIns="0" anchor="ctr">
            <a:noAutofit/>
          </a:bodyPr>
          <a:lstStyle/>
          <a:p>
            <a:pPr>
              <a:defRPr sz="3150" i="1">
                <a:solidFill>
                  <a:srgbClr val="111613"/>
                </a:solidFill>
                <a:latin typeface="Nimbus Roman"/>
                <a:ea typeface="Nimbus Roman"/>
                <a:cs typeface="Nimbus Roman"/>
              </a:defRPr>
            </a:pPr>
            <a:r>
              <a:rPr sz="2520" i="1">
                <a:solidFill>
                  <a:srgbClr val="111613"/>
                </a:solidFill>
                <a:latin typeface="Nimbus Roman"/>
                <a:ea typeface="Nimbus Roman"/>
                <a:cs typeface="Nimbus Roman"/>
              </a:rPr>
              <a:t>x</a:t>
            </a:r>
          </a:p>
        </p:txBody>
      </p:sp>
      <p:sp>
        <p:nvSpPr>
          <p:cNvPr id="4" name="x_t">
            <a:extLst>
              <a:ext uri="{FF2B5EF4-FFF2-40B4-BE49-F238E27FC236}">
                <a16:creationId xmlns:a16="http://schemas.microsoft.com/office/drawing/2014/main" id="{D91DE654-018C-49D4-8B24-1DAFA541A296}"/>
              </a:ext>
            </a:extLst>
          </p:cNvPr>
          <p:cNvSpPr>
            <a:spLocks noGrp="1"/>
          </p:cNvSpPr>
          <p:nvPr/>
        </p:nvSpPr>
        <p:spPr>
          <a:xfrm>
            <a:off x="5753100" y="1074420"/>
            <a:ext cx="213360" cy="350520"/>
          </a:xfrm>
          <a:prstGeom prst="rect">
            <a:avLst/>
          </a:prstGeom>
          <a:noFill/>
          <a:ln w="0">
            <a:noFill/>
          </a:ln>
        </p:spPr>
        <p:txBody>
          <a:bodyPr wrap="none" lIns="0" tIns="0" rIns="0" bIns="0" anchor="ctr">
            <a:noAutofit/>
          </a:bodyPr>
          <a:lstStyle/>
          <a:p>
            <a:pPr>
              <a:defRPr sz="2700" i="1">
                <a:solidFill>
                  <a:srgbClr val="111613"/>
                </a:solidFill>
                <a:latin typeface="Nimbus Roman"/>
                <a:ea typeface="Nimbus Roman"/>
                <a:cs typeface="Nimbus Roman"/>
              </a:defRPr>
            </a:pPr>
            <a:r>
              <a:rPr sz="2160" i="1">
                <a:solidFill>
                  <a:srgbClr val="111613"/>
                </a:solidFill>
                <a:latin typeface="Nimbus Roman"/>
                <a:ea typeface="Nimbus Roman"/>
                <a:cs typeface="Nimbus Roman"/>
              </a:rPr>
              <a:t>t</a:t>
            </a:r>
          </a:p>
        </p:txBody>
      </p:sp>
      <p:sp>
        <p:nvSpPr>
          <p:cNvPr id="5" name="x_tick_y_-2">
            <a:extLst>
              <a:ext uri="{FF2B5EF4-FFF2-40B4-BE49-F238E27FC236}">
                <a16:creationId xmlns:a16="http://schemas.microsoft.com/office/drawing/2014/main" id="{CF1D4058-6B6E-4DC8-A4BF-07CE01CBEAAA}"/>
              </a:ext>
            </a:extLst>
          </p:cNvPr>
          <p:cNvSpPr>
            <a:spLocks noGrp="1"/>
          </p:cNvSpPr>
          <p:nvPr/>
        </p:nvSpPr>
        <p:spPr>
          <a:xfrm>
            <a:off x="769620" y="1767840"/>
            <a:ext cx="60960" cy="0"/>
          </a:xfrm>
          <a:prstGeom prst="line">
            <a:avLst/>
          </a:prstGeom>
          <a:noFill/>
          <a:ln w="14288">
            <a:solidFill>
              <a:srgbClr val="111613"/>
            </a:solidFill>
          </a:ln>
        </p:spPr>
        <p:txBody>
          <a:bodyPr/>
          <a:lstStyle/>
          <a:p>
            <a:endParaRPr lang="en-US" sz="1440"/>
          </a:p>
        </p:txBody>
      </p:sp>
      <p:sp>
        <p:nvSpPr>
          <p:cNvPr id="6" name="x_tick_y_text_-2">
            <a:extLst>
              <a:ext uri="{FF2B5EF4-FFF2-40B4-BE49-F238E27FC236}">
                <a16:creationId xmlns:a16="http://schemas.microsoft.com/office/drawing/2014/main" id="{AFEABB71-7218-4552-B6EC-034DE53FD411}"/>
              </a:ext>
            </a:extLst>
          </p:cNvPr>
          <p:cNvSpPr>
            <a:spLocks noGrp="1"/>
          </p:cNvSpPr>
          <p:nvPr/>
        </p:nvSpPr>
        <p:spPr>
          <a:xfrm>
            <a:off x="281940" y="1676400"/>
            <a:ext cx="213360" cy="182880"/>
          </a:xfrm>
          <a:prstGeom prst="rect">
            <a:avLst/>
          </a:prstGeom>
          <a:noFill/>
          <a:ln w="0">
            <a:noFill/>
          </a:ln>
        </p:spPr>
        <p:txBody>
          <a:bodyPr wrap="none" lIns="0" tIns="0" rIns="0" bIns="0" anchor="ctr">
            <a:noAutofit/>
          </a:bodyPr>
          <a:lstStyle/>
          <a:p>
            <a:pPr algn="r">
              <a:defRPr sz="1350">
                <a:solidFill>
                  <a:srgbClr val="47554E"/>
                </a:solidFill>
                <a:latin typeface="Nimbus Sans"/>
                <a:ea typeface="Nimbus Sans"/>
                <a:cs typeface="Nimbus Sans"/>
              </a:defRPr>
            </a:pPr>
            <a:r>
              <a:rPr sz="1080">
                <a:solidFill>
                  <a:srgbClr val="47554E"/>
                </a:solidFill>
                <a:latin typeface="Nimbus Sans"/>
                <a:ea typeface="Nimbus Sans"/>
                <a:cs typeface="Nimbus Sans"/>
              </a:rPr>
              <a:t>−2</a:t>
            </a:r>
          </a:p>
        </p:txBody>
      </p:sp>
      <p:sp>
        <p:nvSpPr>
          <p:cNvPr id="7" name="x_tick_y_-1">
            <a:extLst>
              <a:ext uri="{FF2B5EF4-FFF2-40B4-BE49-F238E27FC236}">
                <a16:creationId xmlns:a16="http://schemas.microsoft.com/office/drawing/2014/main" id="{36234902-641B-4DDE-8411-E2AE9A46B8A2}"/>
              </a:ext>
            </a:extLst>
          </p:cNvPr>
          <p:cNvSpPr>
            <a:spLocks noGrp="1"/>
          </p:cNvSpPr>
          <p:nvPr/>
        </p:nvSpPr>
        <p:spPr>
          <a:xfrm>
            <a:off x="769620" y="1516380"/>
            <a:ext cx="60960" cy="0"/>
          </a:xfrm>
          <a:prstGeom prst="line">
            <a:avLst/>
          </a:prstGeom>
          <a:noFill/>
          <a:ln w="14288">
            <a:solidFill>
              <a:srgbClr val="111613"/>
            </a:solidFill>
          </a:ln>
        </p:spPr>
        <p:txBody>
          <a:bodyPr/>
          <a:lstStyle/>
          <a:p>
            <a:endParaRPr lang="en-US" sz="1440"/>
          </a:p>
        </p:txBody>
      </p:sp>
      <p:sp>
        <p:nvSpPr>
          <p:cNvPr id="8" name="x_tick_y_text_-1">
            <a:extLst>
              <a:ext uri="{FF2B5EF4-FFF2-40B4-BE49-F238E27FC236}">
                <a16:creationId xmlns:a16="http://schemas.microsoft.com/office/drawing/2014/main" id="{AF949275-6D90-47B1-95E7-CB99A611C818}"/>
              </a:ext>
            </a:extLst>
          </p:cNvPr>
          <p:cNvSpPr>
            <a:spLocks noGrp="1"/>
          </p:cNvSpPr>
          <p:nvPr/>
        </p:nvSpPr>
        <p:spPr>
          <a:xfrm>
            <a:off x="281940" y="1424940"/>
            <a:ext cx="213360" cy="182880"/>
          </a:xfrm>
          <a:prstGeom prst="rect">
            <a:avLst/>
          </a:prstGeom>
          <a:noFill/>
          <a:ln w="0">
            <a:noFill/>
          </a:ln>
        </p:spPr>
        <p:txBody>
          <a:bodyPr wrap="none" lIns="0" tIns="0" rIns="0" bIns="0" anchor="ctr">
            <a:noAutofit/>
          </a:bodyPr>
          <a:lstStyle/>
          <a:p>
            <a:pPr algn="r">
              <a:defRPr sz="1350">
                <a:solidFill>
                  <a:srgbClr val="47554E"/>
                </a:solidFill>
                <a:latin typeface="Nimbus Sans"/>
                <a:ea typeface="Nimbus Sans"/>
                <a:cs typeface="Nimbus Sans"/>
              </a:defRPr>
            </a:pPr>
            <a:r>
              <a:rPr sz="1080">
                <a:solidFill>
                  <a:srgbClr val="47554E"/>
                </a:solidFill>
                <a:latin typeface="Nimbus Sans"/>
                <a:ea typeface="Nimbus Sans"/>
                <a:cs typeface="Nimbus Sans"/>
              </a:rPr>
              <a:t>−1</a:t>
            </a:r>
          </a:p>
        </p:txBody>
      </p:sp>
      <p:sp>
        <p:nvSpPr>
          <p:cNvPr id="9" name="x_tick_y_1">
            <a:extLst>
              <a:ext uri="{FF2B5EF4-FFF2-40B4-BE49-F238E27FC236}">
                <a16:creationId xmlns:a16="http://schemas.microsoft.com/office/drawing/2014/main" id="{AB384DFA-9FF2-4E2A-A897-2648B43094A9}"/>
              </a:ext>
            </a:extLst>
          </p:cNvPr>
          <p:cNvSpPr>
            <a:spLocks noGrp="1"/>
          </p:cNvSpPr>
          <p:nvPr/>
        </p:nvSpPr>
        <p:spPr>
          <a:xfrm>
            <a:off x="769620" y="1013460"/>
            <a:ext cx="60960" cy="0"/>
          </a:xfrm>
          <a:prstGeom prst="line">
            <a:avLst/>
          </a:prstGeom>
          <a:noFill/>
          <a:ln w="14288">
            <a:solidFill>
              <a:srgbClr val="111613"/>
            </a:solidFill>
          </a:ln>
        </p:spPr>
        <p:txBody>
          <a:bodyPr/>
          <a:lstStyle/>
          <a:p>
            <a:endParaRPr lang="en-US" sz="1440"/>
          </a:p>
        </p:txBody>
      </p:sp>
      <p:sp>
        <p:nvSpPr>
          <p:cNvPr id="10" name="x_tick_y_text_1">
            <a:extLst>
              <a:ext uri="{FF2B5EF4-FFF2-40B4-BE49-F238E27FC236}">
                <a16:creationId xmlns:a16="http://schemas.microsoft.com/office/drawing/2014/main" id="{24AEC8F6-A8EB-4596-928E-D80880DDDF77}"/>
              </a:ext>
            </a:extLst>
          </p:cNvPr>
          <p:cNvSpPr>
            <a:spLocks noGrp="1"/>
          </p:cNvSpPr>
          <p:nvPr/>
        </p:nvSpPr>
        <p:spPr>
          <a:xfrm>
            <a:off x="281940" y="922020"/>
            <a:ext cx="213360" cy="182880"/>
          </a:xfrm>
          <a:prstGeom prst="rect">
            <a:avLst/>
          </a:prstGeom>
          <a:noFill/>
          <a:ln w="0">
            <a:noFill/>
          </a:ln>
        </p:spPr>
        <p:txBody>
          <a:bodyPr wrap="none" lIns="0" tIns="0" rIns="0" bIns="0" anchor="ctr">
            <a:noAutofit/>
          </a:bodyPr>
          <a:lstStyle/>
          <a:p>
            <a:pPr algn="r">
              <a:defRPr sz="1350">
                <a:solidFill>
                  <a:srgbClr val="47554E"/>
                </a:solidFill>
                <a:latin typeface="Nimbus Sans"/>
                <a:ea typeface="Nimbus Sans"/>
                <a:cs typeface="Nimbus Sans"/>
              </a:defRPr>
            </a:pPr>
            <a:r>
              <a:rPr sz="1080">
                <a:solidFill>
                  <a:srgbClr val="47554E"/>
                </a:solidFill>
                <a:latin typeface="Nimbus Sans"/>
                <a:ea typeface="Nimbus Sans"/>
                <a:cs typeface="Nimbus Sans"/>
              </a:rPr>
              <a:t>1</a:t>
            </a:r>
          </a:p>
        </p:txBody>
      </p:sp>
      <p:sp>
        <p:nvSpPr>
          <p:cNvPr id="11" name="x_tick_y_2">
            <a:extLst>
              <a:ext uri="{FF2B5EF4-FFF2-40B4-BE49-F238E27FC236}">
                <a16:creationId xmlns:a16="http://schemas.microsoft.com/office/drawing/2014/main" id="{BAA0B17D-59A8-472E-812B-441B5D1C20F4}"/>
              </a:ext>
            </a:extLst>
          </p:cNvPr>
          <p:cNvSpPr>
            <a:spLocks noGrp="1"/>
          </p:cNvSpPr>
          <p:nvPr/>
        </p:nvSpPr>
        <p:spPr>
          <a:xfrm>
            <a:off x="769620" y="762000"/>
            <a:ext cx="60960" cy="0"/>
          </a:xfrm>
          <a:prstGeom prst="line">
            <a:avLst/>
          </a:prstGeom>
          <a:noFill/>
          <a:ln w="14288">
            <a:solidFill>
              <a:srgbClr val="111613"/>
            </a:solidFill>
          </a:ln>
        </p:spPr>
        <p:txBody>
          <a:bodyPr/>
          <a:lstStyle/>
          <a:p>
            <a:endParaRPr lang="en-US" sz="1440"/>
          </a:p>
        </p:txBody>
      </p:sp>
      <p:sp>
        <p:nvSpPr>
          <p:cNvPr id="12" name="x_tick_y_text_2">
            <a:extLst>
              <a:ext uri="{FF2B5EF4-FFF2-40B4-BE49-F238E27FC236}">
                <a16:creationId xmlns:a16="http://schemas.microsoft.com/office/drawing/2014/main" id="{E86C4454-1CF9-4816-BB37-41F326F8B42F}"/>
              </a:ext>
            </a:extLst>
          </p:cNvPr>
          <p:cNvSpPr>
            <a:spLocks noGrp="1"/>
          </p:cNvSpPr>
          <p:nvPr/>
        </p:nvSpPr>
        <p:spPr>
          <a:xfrm>
            <a:off x="281940" y="670560"/>
            <a:ext cx="213360" cy="182880"/>
          </a:xfrm>
          <a:prstGeom prst="rect">
            <a:avLst/>
          </a:prstGeom>
          <a:noFill/>
          <a:ln w="0">
            <a:noFill/>
          </a:ln>
        </p:spPr>
        <p:txBody>
          <a:bodyPr wrap="none" lIns="0" tIns="0" rIns="0" bIns="0" anchor="ctr">
            <a:noAutofit/>
          </a:bodyPr>
          <a:lstStyle/>
          <a:p>
            <a:pPr algn="r">
              <a:defRPr sz="1350">
                <a:solidFill>
                  <a:srgbClr val="47554E"/>
                </a:solidFill>
                <a:latin typeface="Nimbus Sans"/>
                <a:ea typeface="Nimbus Sans"/>
                <a:cs typeface="Nimbus Sans"/>
              </a:defRPr>
            </a:pPr>
            <a:r>
              <a:rPr sz="1080">
                <a:solidFill>
                  <a:srgbClr val="47554E"/>
                </a:solidFill>
                <a:latin typeface="Nimbus Sans"/>
                <a:ea typeface="Nimbus Sans"/>
                <a:cs typeface="Nimbus Sans"/>
              </a:rPr>
              <a:t>2</a:t>
            </a:r>
          </a:p>
        </p:txBody>
      </p:sp>
      <p:sp>
        <p:nvSpPr>
          <p:cNvPr id="13" name="x_tick_y_3">
            <a:extLst>
              <a:ext uri="{FF2B5EF4-FFF2-40B4-BE49-F238E27FC236}">
                <a16:creationId xmlns:a16="http://schemas.microsoft.com/office/drawing/2014/main" id="{2157371C-FD2F-4CBF-8EAF-27415E18D316}"/>
              </a:ext>
            </a:extLst>
          </p:cNvPr>
          <p:cNvSpPr>
            <a:spLocks noGrp="1"/>
          </p:cNvSpPr>
          <p:nvPr/>
        </p:nvSpPr>
        <p:spPr>
          <a:xfrm>
            <a:off x="769620" y="510540"/>
            <a:ext cx="60960" cy="0"/>
          </a:xfrm>
          <a:prstGeom prst="line">
            <a:avLst/>
          </a:prstGeom>
          <a:noFill/>
          <a:ln w="14288">
            <a:solidFill>
              <a:srgbClr val="111613"/>
            </a:solidFill>
          </a:ln>
        </p:spPr>
        <p:txBody>
          <a:bodyPr/>
          <a:lstStyle/>
          <a:p>
            <a:endParaRPr lang="en-US" sz="1440"/>
          </a:p>
        </p:txBody>
      </p:sp>
      <p:sp>
        <p:nvSpPr>
          <p:cNvPr id="14" name="x_tick_y_text_3">
            <a:extLst>
              <a:ext uri="{FF2B5EF4-FFF2-40B4-BE49-F238E27FC236}">
                <a16:creationId xmlns:a16="http://schemas.microsoft.com/office/drawing/2014/main" id="{0AD35DFD-2CCF-4F48-8591-ED83813D849A}"/>
              </a:ext>
            </a:extLst>
          </p:cNvPr>
          <p:cNvSpPr>
            <a:spLocks noGrp="1"/>
          </p:cNvSpPr>
          <p:nvPr/>
        </p:nvSpPr>
        <p:spPr>
          <a:xfrm>
            <a:off x="281940" y="419100"/>
            <a:ext cx="213360" cy="182880"/>
          </a:xfrm>
          <a:prstGeom prst="rect">
            <a:avLst/>
          </a:prstGeom>
          <a:noFill/>
          <a:ln w="0">
            <a:noFill/>
          </a:ln>
        </p:spPr>
        <p:txBody>
          <a:bodyPr wrap="none" lIns="0" tIns="0" rIns="0" bIns="0" anchor="ctr">
            <a:noAutofit/>
          </a:bodyPr>
          <a:lstStyle/>
          <a:p>
            <a:pPr algn="r">
              <a:defRPr sz="1350">
                <a:solidFill>
                  <a:srgbClr val="47554E"/>
                </a:solidFill>
                <a:latin typeface="Nimbus Sans"/>
                <a:ea typeface="Nimbus Sans"/>
                <a:cs typeface="Nimbus Sans"/>
              </a:defRPr>
            </a:pPr>
            <a:r>
              <a:rPr sz="1080">
                <a:solidFill>
                  <a:srgbClr val="47554E"/>
                </a:solidFill>
                <a:latin typeface="Nimbus Sans"/>
                <a:ea typeface="Nimbus Sans"/>
                <a:cs typeface="Nimbus Sans"/>
              </a:rPr>
              <a:t>3</a:t>
            </a:r>
          </a:p>
        </p:txBody>
      </p:sp>
      <p:sp>
        <p:nvSpPr>
          <p:cNvPr id="15" name="x_tick_0">
            <a:extLst>
              <a:ext uri="{FF2B5EF4-FFF2-40B4-BE49-F238E27FC236}">
                <a16:creationId xmlns:a16="http://schemas.microsoft.com/office/drawing/2014/main" id="{D8C68244-13EC-4761-9842-F98E8C549045}"/>
              </a:ext>
            </a:extLst>
          </p:cNvPr>
          <p:cNvSpPr>
            <a:spLocks noGrp="1"/>
          </p:cNvSpPr>
          <p:nvPr/>
        </p:nvSpPr>
        <p:spPr>
          <a:xfrm>
            <a:off x="800100" y="1242060"/>
            <a:ext cx="0" cy="45720"/>
          </a:xfrm>
          <a:prstGeom prst="line">
            <a:avLst/>
          </a:prstGeom>
          <a:noFill/>
          <a:ln w="11430">
            <a:solidFill>
              <a:srgbClr val="111613"/>
            </a:solidFill>
          </a:ln>
        </p:spPr>
        <p:txBody>
          <a:bodyPr/>
          <a:lstStyle/>
          <a:p>
            <a:endParaRPr lang="en-US" sz="1440"/>
          </a:p>
        </p:txBody>
      </p:sp>
      <p:sp>
        <p:nvSpPr>
          <p:cNvPr id="16" name="x_tick_1">
            <a:extLst>
              <a:ext uri="{FF2B5EF4-FFF2-40B4-BE49-F238E27FC236}">
                <a16:creationId xmlns:a16="http://schemas.microsoft.com/office/drawing/2014/main" id="{FCF1EE4E-C713-41E2-9100-AFBFBEA170CE}"/>
              </a:ext>
            </a:extLst>
          </p:cNvPr>
          <p:cNvSpPr>
            <a:spLocks noGrp="1"/>
          </p:cNvSpPr>
          <p:nvPr/>
        </p:nvSpPr>
        <p:spPr>
          <a:xfrm>
            <a:off x="1195070" y="1242060"/>
            <a:ext cx="0" cy="45720"/>
          </a:xfrm>
          <a:prstGeom prst="line">
            <a:avLst/>
          </a:prstGeom>
          <a:noFill/>
          <a:ln w="11430">
            <a:solidFill>
              <a:srgbClr val="111613"/>
            </a:solidFill>
          </a:ln>
        </p:spPr>
        <p:txBody>
          <a:bodyPr/>
          <a:lstStyle/>
          <a:p>
            <a:endParaRPr lang="en-US" sz="1440"/>
          </a:p>
        </p:txBody>
      </p:sp>
      <p:sp>
        <p:nvSpPr>
          <p:cNvPr id="17" name="x_tick_2">
            <a:extLst>
              <a:ext uri="{FF2B5EF4-FFF2-40B4-BE49-F238E27FC236}">
                <a16:creationId xmlns:a16="http://schemas.microsoft.com/office/drawing/2014/main" id="{104C9620-57E1-4954-AE30-FA87D4EBBE5E}"/>
              </a:ext>
            </a:extLst>
          </p:cNvPr>
          <p:cNvSpPr>
            <a:spLocks noGrp="1"/>
          </p:cNvSpPr>
          <p:nvPr/>
        </p:nvSpPr>
        <p:spPr>
          <a:xfrm>
            <a:off x="1590040" y="1242060"/>
            <a:ext cx="0" cy="45720"/>
          </a:xfrm>
          <a:prstGeom prst="line">
            <a:avLst/>
          </a:prstGeom>
          <a:noFill/>
          <a:ln w="11430">
            <a:solidFill>
              <a:srgbClr val="111613"/>
            </a:solidFill>
          </a:ln>
        </p:spPr>
        <p:txBody>
          <a:bodyPr/>
          <a:lstStyle/>
          <a:p>
            <a:endParaRPr lang="en-US" sz="1440"/>
          </a:p>
        </p:txBody>
      </p:sp>
      <p:sp>
        <p:nvSpPr>
          <p:cNvPr id="18" name="x_tick_3">
            <a:extLst>
              <a:ext uri="{FF2B5EF4-FFF2-40B4-BE49-F238E27FC236}">
                <a16:creationId xmlns:a16="http://schemas.microsoft.com/office/drawing/2014/main" id="{13E56E26-E687-4D55-A8C1-E858CA6F167D}"/>
              </a:ext>
            </a:extLst>
          </p:cNvPr>
          <p:cNvSpPr>
            <a:spLocks noGrp="1"/>
          </p:cNvSpPr>
          <p:nvPr/>
        </p:nvSpPr>
        <p:spPr>
          <a:xfrm>
            <a:off x="1985010" y="1242060"/>
            <a:ext cx="0" cy="45720"/>
          </a:xfrm>
          <a:prstGeom prst="line">
            <a:avLst/>
          </a:prstGeom>
          <a:noFill/>
          <a:ln w="11430">
            <a:solidFill>
              <a:srgbClr val="111613"/>
            </a:solidFill>
          </a:ln>
        </p:spPr>
        <p:txBody>
          <a:bodyPr/>
          <a:lstStyle/>
          <a:p>
            <a:endParaRPr lang="en-US" sz="1440"/>
          </a:p>
        </p:txBody>
      </p:sp>
      <p:sp>
        <p:nvSpPr>
          <p:cNvPr id="19" name="x_tick_4">
            <a:extLst>
              <a:ext uri="{FF2B5EF4-FFF2-40B4-BE49-F238E27FC236}">
                <a16:creationId xmlns:a16="http://schemas.microsoft.com/office/drawing/2014/main" id="{FD5B390E-8D27-4940-A8FE-18BB32F8BFB2}"/>
              </a:ext>
            </a:extLst>
          </p:cNvPr>
          <p:cNvSpPr>
            <a:spLocks noGrp="1"/>
          </p:cNvSpPr>
          <p:nvPr/>
        </p:nvSpPr>
        <p:spPr>
          <a:xfrm>
            <a:off x="2379980" y="1242060"/>
            <a:ext cx="0" cy="45720"/>
          </a:xfrm>
          <a:prstGeom prst="line">
            <a:avLst/>
          </a:prstGeom>
          <a:noFill/>
          <a:ln w="11430">
            <a:solidFill>
              <a:srgbClr val="111613"/>
            </a:solidFill>
          </a:ln>
        </p:spPr>
        <p:txBody>
          <a:bodyPr/>
          <a:lstStyle/>
          <a:p>
            <a:endParaRPr lang="en-US" sz="1440"/>
          </a:p>
        </p:txBody>
      </p:sp>
      <p:sp>
        <p:nvSpPr>
          <p:cNvPr id="20" name="x_tick_5">
            <a:extLst>
              <a:ext uri="{FF2B5EF4-FFF2-40B4-BE49-F238E27FC236}">
                <a16:creationId xmlns:a16="http://schemas.microsoft.com/office/drawing/2014/main" id="{76D71908-2234-4988-B412-731155793ACC}"/>
              </a:ext>
            </a:extLst>
          </p:cNvPr>
          <p:cNvSpPr>
            <a:spLocks noGrp="1"/>
          </p:cNvSpPr>
          <p:nvPr/>
        </p:nvSpPr>
        <p:spPr>
          <a:xfrm>
            <a:off x="2774950" y="1242060"/>
            <a:ext cx="0" cy="45720"/>
          </a:xfrm>
          <a:prstGeom prst="line">
            <a:avLst/>
          </a:prstGeom>
          <a:noFill/>
          <a:ln w="11430">
            <a:solidFill>
              <a:srgbClr val="111613"/>
            </a:solidFill>
          </a:ln>
        </p:spPr>
        <p:txBody>
          <a:bodyPr/>
          <a:lstStyle/>
          <a:p>
            <a:endParaRPr lang="en-US" sz="1440"/>
          </a:p>
        </p:txBody>
      </p:sp>
      <p:sp>
        <p:nvSpPr>
          <p:cNvPr id="21" name="x_tick_6">
            <a:extLst>
              <a:ext uri="{FF2B5EF4-FFF2-40B4-BE49-F238E27FC236}">
                <a16:creationId xmlns:a16="http://schemas.microsoft.com/office/drawing/2014/main" id="{F81640E9-2833-4F04-893C-87656C2552CE}"/>
              </a:ext>
            </a:extLst>
          </p:cNvPr>
          <p:cNvSpPr>
            <a:spLocks noGrp="1"/>
          </p:cNvSpPr>
          <p:nvPr/>
        </p:nvSpPr>
        <p:spPr>
          <a:xfrm>
            <a:off x="3169920" y="1242060"/>
            <a:ext cx="0" cy="45720"/>
          </a:xfrm>
          <a:prstGeom prst="line">
            <a:avLst/>
          </a:prstGeom>
          <a:noFill/>
          <a:ln w="11430">
            <a:solidFill>
              <a:srgbClr val="111613"/>
            </a:solidFill>
          </a:ln>
        </p:spPr>
        <p:txBody>
          <a:bodyPr/>
          <a:lstStyle/>
          <a:p>
            <a:endParaRPr lang="en-US" sz="1440"/>
          </a:p>
        </p:txBody>
      </p:sp>
      <p:sp>
        <p:nvSpPr>
          <p:cNvPr id="22" name="x_tick_7">
            <a:extLst>
              <a:ext uri="{FF2B5EF4-FFF2-40B4-BE49-F238E27FC236}">
                <a16:creationId xmlns:a16="http://schemas.microsoft.com/office/drawing/2014/main" id="{AA5CA2D3-21A9-4829-BA89-32E845A586A9}"/>
              </a:ext>
            </a:extLst>
          </p:cNvPr>
          <p:cNvSpPr>
            <a:spLocks noGrp="1"/>
          </p:cNvSpPr>
          <p:nvPr/>
        </p:nvSpPr>
        <p:spPr>
          <a:xfrm>
            <a:off x="3564890" y="1242060"/>
            <a:ext cx="0" cy="45720"/>
          </a:xfrm>
          <a:prstGeom prst="line">
            <a:avLst/>
          </a:prstGeom>
          <a:noFill/>
          <a:ln w="11430">
            <a:solidFill>
              <a:srgbClr val="111613"/>
            </a:solidFill>
          </a:ln>
        </p:spPr>
        <p:txBody>
          <a:bodyPr/>
          <a:lstStyle/>
          <a:p>
            <a:endParaRPr lang="en-US" sz="1440"/>
          </a:p>
        </p:txBody>
      </p:sp>
      <p:sp>
        <p:nvSpPr>
          <p:cNvPr id="23" name="x_tick_8">
            <a:extLst>
              <a:ext uri="{FF2B5EF4-FFF2-40B4-BE49-F238E27FC236}">
                <a16:creationId xmlns:a16="http://schemas.microsoft.com/office/drawing/2014/main" id="{D761211B-2394-4812-B211-CEC0214BC0E9}"/>
              </a:ext>
            </a:extLst>
          </p:cNvPr>
          <p:cNvSpPr>
            <a:spLocks noGrp="1"/>
          </p:cNvSpPr>
          <p:nvPr/>
        </p:nvSpPr>
        <p:spPr>
          <a:xfrm>
            <a:off x="3959860" y="1242060"/>
            <a:ext cx="0" cy="45720"/>
          </a:xfrm>
          <a:prstGeom prst="line">
            <a:avLst/>
          </a:prstGeom>
          <a:noFill/>
          <a:ln w="11430">
            <a:solidFill>
              <a:srgbClr val="111613"/>
            </a:solidFill>
          </a:ln>
        </p:spPr>
        <p:txBody>
          <a:bodyPr/>
          <a:lstStyle/>
          <a:p>
            <a:endParaRPr lang="en-US" sz="1440"/>
          </a:p>
        </p:txBody>
      </p:sp>
      <p:sp>
        <p:nvSpPr>
          <p:cNvPr id="24" name="x_tick_9">
            <a:extLst>
              <a:ext uri="{FF2B5EF4-FFF2-40B4-BE49-F238E27FC236}">
                <a16:creationId xmlns:a16="http://schemas.microsoft.com/office/drawing/2014/main" id="{85620223-1C90-4593-96D9-82DAA16B275E}"/>
              </a:ext>
            </a:extLst>
          </p:cNvPr>
          <p:cNvSpPr>
            <a:spLocks noGrp="1"/>
          </p:cNvSpPr>
          <p:nvPr/>
        </p:nvSpPr>
        <p:spPr>
          <a:xfrm>
            <a:off x="4354830" y="1242060"/>
            <a:ext cx="0" cy="45720"/>
          </a:xfrm>
          <a:prstGeom prst="line">
            <a:avLst/>
          </a:prstGeom>
          <a:noFill/>
          <a:ln w="11430">
            <a:solidFill>
              <a:srgbClr val="111613"/>
            </a:solidFill>
          </a:ln>
        </p:spPr>
        <p:txBody>
          <a:bodyPr/>
          <a:lstStyle/>
          <a:p>
            <a:endParaRPr lang="en-US" sz="1440"/>
          </a:p>
        </p:txBody>
      </p:sp>
      <p:sp>
        <p:nvSpPr>
          <p:cNvPr id="25" name="x_tick_10">
            <a:extLst>
              <a:ext uri="{FF2B5EF4-FFF2-40B4-BE49-F238E27FC236}">
                <a16:creationId xmlns:a16="http://schemas.microsoft.com/office/drawing/2014/main" id="{E4D27B3C-7C8C-4117-9A21-CAAF9E8F8CC7}"/>
              </a:ext>
            </a:extLst>
          </p:cNvPr>
          <p:cNvSpPr>
            <a:spLocks noGrp="1"/>
          </p:cNvSpPr>
          <p:nvPr/>
        </p:nvSpPr>
        <p:spPr>
          <a:xfrm>
            <a:off x="4749800" y="1242060"/>
            <a:ext cx="0" cy="45720"/>
          </a:xfrm>
          <a:prstGeom prst="line">
            <a:avLst/>
          </a:prstGeom>
          <a:noFill/>
          <a:ln w="11430">
            <a:solidFill>
              <a:srgbClr val="111613"/>
            </a:solidFill>
          </a:ln>
        </p:spPr>
        <p:txBody>
          <a:bodyPr/>
          <a:lstStyle/>
          <a:p>
            <a:endParaRPr lang="en-US" sz="1440"/>
          </a:p>
        </p:txBody>
      </p:sp>
      <p:sp>
        <p:nvSpPr>
          <p:cNvPr id="26" name="x_tick_11">
            <a:extLst>
              <a:ext uri="{FF2B5EF4-FFF2-40B4-BE49-F238E27FC236}">
                <a16:creationId xmlns:a16="http://schemas.microsoft.com/office/drawing/2014/main" id="{6CA696E2-9AD8-403C-9248-BA03E5F26B9C}"/>
              </a:ext>
            </a:extLst>
          </p:cNvPr>
          <p:cNvSpPr>
            <a:spLocks noGrp="1"/>
          </p:cNvSpPr>
          <p:nvPr/>
        </p:nvSpPr>
        <p:spPr>
          <a:xfrm>
            <a:off x="5144770" y="1242060"/>
            <a:ext cx="0" cy="45720"/>
          </a:xfrm>
          <a:prstGeom prst="line">
            <a:avLst/>
          </a:prstGeom>
          <a:noFill/>
          <a:ln w="11430">
            <a:solidFill>
              <a:srgbClr val="111613"/>
            </a:solidFill>
          </a:ln>
        </p:spPr>
        <p:txBody>
          <a:bodyPr/>
          <a:lstStyle/>
          <a:p>
            <a:endParaRPr lang="en-US" sz="1440"/>
          </a:p>
        </p:txBody>
      </p:sp>
      <p:sp>
        <p:nvSpPr>
          <p:cNvPr id="27" name="x_tick_12">
            <a:extLst>
              <a:ext uri="{FF2B5EF4-FFF2-40B4-BE49-F238E27FC236}">
                <a16:creationId xmlns:a16="http://schemas.microsoft.com/office/drawing/2014/main" id="{410437AA-AA02-4911-9D65-582B223D80C1}"/>
              </a:ext>
            </a:extLst>
          </p:cNvPr>
          <p:cNvSpPr>
            <a:spLocks noGrp="1"/>
          </p:cNvSpPr>
          <p:nvPr/>
        </p:nvSpPr>
        <p:spPr>
          <a:xfrm>
            <a:off x="5539740" y="1242060"/>
            <a:ext cx="0" cy="45720"/>
          </a:xfrm>
          <a:prstGeom prst="line">
            <a:avLst/>
          </a:prstGeom>
          <a:noFill/>
          <a:ln w="11430">
            <a:solidFill>
              <a:srgbClr val="111613"/>
            </a:solidFill>
          </a:ln>
        </p:spPr>
        <p:txBody>
          <a:bodyPr/>
          <a:lstStyle/>
          <a:p>
            <a:endParaRPr lang="en-US" sz="1440"/>
          </a:p>
        </p:txBody>
      </p:sp>
      <p:sp>
        <p:nvSpPr>
          <p:cNvPr id="28" name="e_x_0_dot">
            <a:extLst>
              <a:ext uri="{FF2B5EF4-FFF2-40B4-BE49-F238E27FC236}">
                <a16:creationId xmlns:a16="http://schemas.microsoft.com/office/drawing/2014/main" id="{26F9E348-A460-41E7-873C-6089F1CCBCBC}"/>
              </a:ext>
            </a:extLst>
          </p:cNvPr>
          <p:cNvSpPr>
            <a:spLocks noGrp="1"/>
          </p:cNvSpPr>
          <p:nvPr/>
        </p:nvSpPr>
        <p:spPr>
          <a:xfrm>
            <a:off x="758191" y="971551"/>
            <a:ext cx="83820" cy="83820"/>
          </a:xfrm>
          <a:prstGeom prst="ellipse">
            <a:avLst/>
          </a:prstGeom>
          <a:solidFill>
            <a:srgbClr val="F50069"/>
          </a:solidFill>
          <a:ln w="0">
            <a:noFill/>
          </a:ln>
        </p:spPr>
        <p:txBody>
          <a:bodyPr/>
          <a:lstStyle/>
          <a:p>
            <a:endParaRPr lang="en-US" sz="1440"/>
          </a:p>
        </p:txBody>
      </p:sp>
      <p:sp>
        <p:nvSpPr>
          <p:cNvPr id="29" name="e_x_0_label">
            <a:extLst>
              <a:ext uri="{FF2B5EF4-FFF2-40B4-BE49-F238E27FC236}">
                <a16:creationId xmlns:a16="http://schemas.microsoft.com/office/drawing/2014/main" id="{56FB9C4F-477E-4D93-AAFA-AB14D6E469FB}"/>
              </a:ext>
            </a:extLst>
          </p:cNvPr>
          <p:cNvSpPr>
            <a:spLocks noGrp="1"/>
          </p:cNvSpPr>
          <p:nvPr/>
        </p:nvSpPr>
        <p:spPr>
          <a:xfrm>
            <a:off x="480060" y="746760"/>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1.000</a:t>
            </a:r>
          </a:p>
        </p:txBody>
      </p:sp>
      <p:sp>
        <p:nvSpPr>
          <p:cNvPr id="30" name="e_x_1_dot">
            <a:extLst>
              <a:ext uri="{FF2B5EF4-FFF2-40B4-BE49-F238E27FC236}">
                <a16:creationId xmlns:a16="http://schemas.microsoft.com/office/drawing/2014/main" id="{AC35A048-D705-42F8-9182-C166CD46A5D2}"/>
              </a:ext>
            </a:extLst>
          </p:cNvPr>
          <p:cNvSpPr>
            <a:spLocks noGrp="1"/>
          </p:cNvSpPr>
          <p:nvPr/>
        </p:nvSpPr>
        <p:spPr>
          <a:xfrm>
            <a:off x="1153160" y="971551"/>
            <a:ext cx="83820" cy="83820"/>
          </a:xfrm>
          <a:prstGeom prst="ellipse">
            <a:avLst/>
          </a:prstGeom>
          <a:solidFill>
            <a:srgbClr val="F50069"/>
          </a:solidFill>
          <a:ln w="0">
            <a:noFill/>
          </a:ln>
        </p:spPr>
        <p:txBody>
          <a:bodyPr/>
          <a:lstStyle/>
          <a:p>
            <a:endParaRPr lang="en-US" sz="1440"/>
          </a:p>
        </p:txBody>
      </p:sp>
      <p:sp>
        <p:nvSpPr>
          <p:cNvPr id="31" name="e_x_1_label">
            <a:extLst>
              <a:ext uri="{FF2B5EF4-FFF2-40B4-BE49-F238E27FC236}">
                <a16:creationId xmlns:a16="http://schemas.microsoft.com/office/drawing/2014/main" id="{12084FD8-F39C-4500-A64C-1C49BA02C067}"/>
              </a:ext>
            </a:extLst>
          </p:cNvPr>
          <p:cNvSpPr>
            <a:spLocks noGrp="1"/>
          </p:cNvSpPr>
          <p:nvPr/>
        </p:nvSpPr>
        <p:spPr>
          <a:xfrm>
            <a:off x="875030" y="1074420"/>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1.000</a:t>
            </a:r>
          </a:p>
        </p:txBody>
      </p:sp>
      <p:sp>
        <p:nvSpPr>
          <p:cNvPr id="32" name="e_x_2_dot">
            <a:extLst>
              <a:ext uri="{FF2B5EF4-FFF2-40B4-BE49-F238E27FC236}">
                <a16:creationId xmlns:a16="http://schemas.microsoft.com/office/drawing/2014/main" id="{C921672E-4F49-4BD4-9E8E-B24407864615}"/>
              </a:ext>
            </a:extLst>
          </p:cNvPr>
          <p:cNvSpPr>
            <a:spLocks noGrp="1"/>
          </p:cNvSpPr>
          <p:nvPr/>
        </p:nvSpPr>
        <p:spPr>
          <a:xfrm>
            <a:off x="1548131" y="1034416"/>
            <a:ext cx="83820" cy="83820"/>
          </a:xfrm>
          <a:prstGeom prst="ellipse">
            <a:avLst/>
          </a:prstGeom>
          <a:solidFill>
            <a:srgbClr val="F50069"/>
          </a:solidFill>
          <a:ln w="0">
            <a:noFill/>
          </a:ln>
        </p:spPr>
        <p:txBody>
          <a:bodyPr/>
          <a:lstStyle/>
          <a:p>
            <a:endParaRPr lang="en-US" sz="1440"/>
          </a:p>
        </p:txBody>
      </p:sp>
      <p:sp>
        <p:nvSpPr>
          <p:cNvPr id="33" name="e_x_2_label">
            <a:extLst>
              <a:ext uri="{FF2B5EF4-FFF2-40B4-BE49-F238E27FC236}">
                <a16:creationId xmlns:a16="http://schemas.microsoft.com/office/drawing/2014/main" id="{503660DA-108E-497C-8E36-497A10D02163}"/>
              </a:ext>
            </a:extLst>
          </p:cNvPr>
          <p:cNvSpPr>
            <a:spLocks noGrp="1"/>
          </p:cNvSpPr>
          <p:nvPr/>
        </p:nvSpPr>
        <p:spPr>
          <a:xfrm>
            <a:off x="1270000" y="809625"/>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0.750</a:t>
            </a:r>
          </a:p>
        </p:txBody>
      </p:sp>
      <p:sp>
        <p:nvSpPr>
          <p:cNvPr id="34" name="e_x_3_dot">
            <a:extLst>
              <a:ext uri="{FF2B5EF4-FFF2-40B4-BE49-F238E27FC236}">
                <a16:creationId xmlns:a16="http://schemas.microsoft.com/office/drawing/2014/main" id="{DCDDE123-C02A-4BC6-A2E4-037811477849}"/>
              </a:ext>
            </a:extLst>
          </p:cNvPr>
          <p:cNvSpPr>
            <a:spLocks noGrp="1"/>
          </p:cNvSpPr>
          <p:nvPr/>
        </p:nvSpPr>
        <p:spPr>
          <a:xfrm>
            <a:off x="1943100" y="1160145"/>
            <a:ext cx="83820" cy="83820"/>
          </a:xfrm>
          <a:prstGeom prst="ellipse">
            <a:avLst/>
          </a:prstGeom>
          <a:solidFill>
            <a:srgbClr val="F50069"/>
          </a:solidFill>
          <a:ln w="0">
            <a:noFill/>
          </a:ln>
        </p:spPr>
        <p:txBody>
          <a:bodyPr/>
          <a:lstStyle/>
          <a:p>
            <a:endParaRPr lang="en-US" sz="1440"/>
          </a:p>
        </p:txBody>
      </p:sp>
      <p:sp>
        <p:nvSpPr>
          <p:cNvPr id="35" name="e_x_3_label">
            <a:extLst>
              <a:ext uri="{FF2B5EF4-FFF2-40B4-BE49-F238E27FC236}">
                <a16:creationId xmlns:a16="http://schemas.microsoft.com/office/drawing/2014/main" id="{1F031E42-CF21-4B0D-A051-CEF343C5D8CE}"/>
              </a:ext>
            </a:extLst>
          </p:cNvPr>
          <p:cNvSpPr>
            <a:spLocks noGrp="1"/>
          </p:cNvSpPr>
          <p:nvPr/>
        </p:nvSpPr>
        <p:spPr>
          <a:xfrm>
            <a:off x="1664970" y="1263015"/>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0.250</a:t>
            </a:r>
          </a:p>
        </p:txBody>
      </p:sp>
      <p:sp>
        <p:nvSpPr>
          <p:cNvPr id="36" name="e_x_4_dot">
            <a:extLst>
              <a:ext uri="{FF2B5EF4-FFF2-40B4-BE49-F238E27FC236}">
                <a16:creationId xmlns:a16="http://schemas.microsoft.com/office/drawing/2014/main" id="{02658E5F-C6F1-4634-BEB2-1C20B8C6242B}"/>
              </a:ext>
            </a:extLst>
          </p:cNvPr>
          <p:cNvSpPr>
            <a:spLocks noGrp="1"/>
          </p:cNvSpPr>
          <p:nvPr/>
        </p:nvSpPr>
        <p:spPr>
          <a:xfrm>
            <a:off x="2338071" y="1333024"/>
            <a:ext cx="83820" cy="83820"/>
          </a:xfrm>
          <a:prstGeom prst="ellipse">
            <a:avLst/>
          </a:prstGeom>
          <a:solidFill>
            <a:srgbClr val="F50069"/>
          </a:solidFill>
          <a:ln w="0">
            <a:noFill/>
          </a:ln>
        </p:spPr>
        <p:txBody>
          <a:bodyPr/>
          <a:lstStyle/>
          <a:p>
            <a:endParaRPr lang="en-US" sz="1440"/>
          </a:p>
        </p:txBody>
      </p:sp>
      <p:sp>
        <p:nvSpPr>
          <p:cNvPr id="37" name="e_x_4_label">
            <a:extLst>
              <a:ext uri="{FF2B5EF4-FFF2-40B4-BE49-F238E27FC236}">
                <a16:creationId xmlns:a16="http://schemas.microsoft.com/office/drawing/2014/main" id="{5D4D5499-7F07-4A10-AEE9-49F2982AB907}"/>
              </a:ext>
            </a:extLst>
          </p:cNvPr>
          <p:cNvSpPr>
            <a:spLocks noGrp="1"/>
          </p:cNvSpPr>
          <p:nvPr/>
        </p:nvSpPr>
        <p:spPr>
          <a:xfrm>
            <a:off x="2059940" y="906780"/>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−0.438</a:t>
            </a:r>
          </a:p>
        </p:txBody>
      </p:sp>
      <p:sp>
        <p:nvSpPr>
          <p:cNvPr id="38" name="e_x_5_dot">
            <a:extLst>
              <a:ext uri="{FF2B5EF4-FFF2-40B4-BE49-F238E27FC236}">
                <a16:creationId xmlns:a16="http://schemas.microsoft.com/office/drawing/2014/main" id="{F3BAA0FA-A780-4C82-8BCD-CB861AE0E5CA}"/>
              </a:ext>
            </a:extLst>
          </p:cNvPr>
          <p:cNvSpPr>
            <a:spLocks noGrp="1"/>
          </p:cNvSpPr>
          <p:nvPr/>
        </p:nvSpPr>
        <p:spPr>
          <a:xfrm>
            <a:off x="2733040" y="1521619"/>
            <a:ext cx="83820" cy="83820"/>
          </a:xfrm>
          <a:prstGeom prst="ellipse">
            <a:avLst/>
          </a:prstGeom>
          <a:solidFill>
            <a:srgbClr val="F50069"/>
          </a:solidFill>
          <a:ln w="0">
            <a:noFill/>
          </a:ln>
        </p:spPr>
        <p:txBody>
          <a:bodyPr/>
          <a:lstStyle/>
          <a:p>
            <a:endParaRPr lang="en-US" sz="1440"/>
          </a:p>
        </p:txBody>
      </p:sp>
      <p:sp>
        <p:nvSpPr>
          <p:cNvPr id="39" name="e_x_5_label">
            <a:extLst>
              <a:ext uri="{FF2B5EF4-FFF2-40B4-BE49-F238E27FC236}">
                <a16:creationId xmlns:a16="http://schemas.microsoft.com/office/drawing/2014/main" id="{C8577E61-0B51-4729-82F4-5EE7E8236EE1}"/>
              </a:ext>
            </a:extLst>
          </p:cNvPr>
          <p:cNvSpPr>
            <a:spLocks noGrp="1"/>
          </p:cNvSpPr>
          <p:nvPr/>
        </p:nvSpPr>
        <p:spPr>
          <a:xfrm>
            <a:off x="2454910" y="1624489"/>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−1.188</a:t>
            </a:r>
          </a:p>
        </p:txBody>
      </p:sp>
      <p:sp>
        <p:nvSpPr>
          <p:cNvPr id="40" name="e_x_6_dot">
            <a:extLst>
              <a:ext uri="{FF2B5EF4-FFF2-40B4-BE49-F238E27FC236}">
                <a16:creationId xmlns:a16="http://schemas.microsoft.com/office/drawing/2014/main" id="{A2458BFA-C2DB-44D6-A330-0A5C327E0037}"/>
              </a:ext>
            </a:extLst>
          </p:cNvPr>
          <p:cNvSpPr>
            <a:spLocks noGrp="1"/>
          </p:cNvSpPr>
          <p:nvPr/>
        </p:nvSpPr>
        <p:spPr>
          <a:xfrm>
            <a:off x="3128011" y="1682711"/>
            <a:ext cx="83820" cy="83820"/>
          </a:xfrm>
          <a:prstGeom prst="ellipse">
            <a:avLst/>
          </a:prstGeom>
          <a:solidFill>
            <a:srgbClr val="F50069"/>
          </a:solidFill>
          <a:ln w="0">
            <a:noFill/>
          </a:ln>
        </p:spPr>
        <p:txBody>
          <a:bodyPr/>
          <a:lstStyle/>
          <a:p>
            <a:endParaRPr lang="en-US" sz="1440"/>
          </a:p>
        </p:txBody>
      </p:sp>
      <p:sp>
        <p:nvSpPr>
          <p:cNvPr id="41" name="e_x_6_label">
            <a:extLst>
              <a:ext uri="{FF2B5EF4-FFF2-40B4-BE49-F238E27FC236}">
                <a16:creationId xmlns:a16="http://schemas.microsoft.com/office/drawing/2014/main" id="{20B860DE-A6A2-4DE1-8BFD-D1D94558ADD3}"/>
              </a:ext>
            </a:extLst>
          </p:cNvPr>
          <p:cNvSpPr>
            <a:spLocks noGrp="1"/>
          </p:cNvSpPr>
          <p:nvPr/>
        </p:nvSpPr>
        <p:spPr>
          <a:xfrm>
            <a:off x="2849880" y="1404580"/>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−1.828</a:t>
            </a:r>
          </a:p>
        </p:txBody>
      </p:sp>
      <p:sp>
        <p:nvSpPr>
          <p:cNvPr id="42" name="e_x_7_dot">
            <a:extLst>
              <a:ext uri="{FF2B5EF4-FFF2-40B4-BE49-F238E27FC236}">
                <a16:creationId xmlns:a16="http://schemas.microsoft.com/office/drawing/2014/main" id="{3DECEDC9-252D-4549-AF5B-83DF92A84FAB}"/>
              </a:ext>
            </a:extLst>
          </p:cNvPr>
          <p:cNvSpPr>
            <a:spLocks noGrp="1"/>
          </p:cNvSpPr>
          <p:nvPr/>
        </p:nvSpPr>
        <p:spPr>
          <a:xfrm>
            <a:off x="3522980" y="1769150"/>
            <a:ext cx="83820" cy="83820"/>
          </a:xfrm>
          <a:prstGeom prst="ellipse">
            <a:avLst/>
          </a:prstGeom>
          <a:solidFill>
            <a:srgbClr val="F50069"/>
          </a:solidFill>
          <a:ln w="0">
            <a:noFill/>
          </a:ln>
        </p:spPr>
        <p:txBody>
          <a:bodyPr/>
          <a:lstStyle/>
          <a:p>
            <a:endParaRPr lang="en-US" sz="1440"/>
          </a:p>
        </p:txBody>
      </p:sp>
      <p:sp>
        <p:nvSpPr>
          <p:cNvPr id="43" name="e_x_7_label">
            <a:extLst>
              <a:ext uri="{FF2B5EF4-FFF2-40B4-BE49-F238E27FC236}">
                <a16:creationId xmlns:a16="http://schemas.microsoft.com/office/drawing/2014/main" id="{BA1E51D7-B9AB-48F4-A127-25AF85430578}"/>
              </a:ext>
            </a:extLst>
          </p:cNvPr>
          <p:cNvSpPr>
            <a:spLocks noGrp="1"/>
          </p:cNvSpPr>
          <p:nvPr/>
        </p:nvSpPr>
        <p:spPr>
          <a:xfrm>
            <a:off x="3244850" y="1872020"/>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−2.172</a:t>
            </a:r>
          </a:p>
        </p:txBody>
      </p:sp>
      <p:sp>
        <p:nvSpPr>
          <p:cNvPr id="44" name="e_x_8_dot">
            <a:extLst>
              <a:ext uri="{FF2B5EF4-FFF2-40B4-BE49-F238E27FC236}">
                <a16:creationId xmlns:a16="http://schemas.microsoft.com/office/drawing/2014/main" id="{24A9E7D5-17AA-43D4-A6E8-E29E157AD72C}"/>
              </a:ext>
            </a:extLst>
          </p:cNvPr>
          <p:cNvSpPr>
            <a:spLocks noGrp="1"/>
          </p:cNvSpPr>
          <p:nvPr/>
        </p:nvSpPr>
        <p:spPr>
          <a:xfrm>
            <a:off x="3917951" y="1740664"/>
            <a:ext cx="83820" cy="83820"/>
          </a:xfrm>
          <a:prstGeom prst="ellipse">
            <a:avLst/>
          </a:prstGeom>
          <a:solidFill>
            <a:srgbClr val="F50069"/>
          </a:solidFill>
          <a:ln w="0">
            <a:noFill/>
          </a:ln>
        </p:spPr>
        <p:txBody>
          <a:bodyPr/>
          <a:lstStyle/>
          <a:p>
            <a:endParaRPr lang="en-US" sz="1440"/>
          </a:p>
        </p:txBody>
      </p:sp>
      <p:sp>
        <p:nvSpPr>
          <p:cNvPr id="45" name="e_x_8_label">
            <a:extLst>
              <a:ext uri="{FF2B5EF4-FFF2-40B4-BE49-F238E27FC236}">
                <a16:creationId xmlns:a16="http://schemas.microsoft.com/office/drawing/2014/main" id="{2ED98C30-31AF-40D4-B86A-AD1292AE23DF}"/>
              </a:ext>
            </a:extLst>
          </p:cNvPr>
          <p:cNvSpPr>
            <a:spLocks noGrp="1"/>
          </p:cNvSpPr>
          <p:nvPr/>
        </p:nvSpPr>
        <p:spPr>
          <a:xfrm>
            <a:off x="3639820" y="1515874"/>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−2.059</a:t>
            </a:r>
          </a:p>
        </p:txBody>
      </p:sp>
      <p:sp>
        <p:nvSpPr>
          <p:cNvPr id="46" name="e_x_9_dot">
            <a:extLst>
              <a:ext uri="{FF2B5EF4-FFF2-40B4-BE49-F238E27FC236}">
                <a16:creationId xmlns:a16="http://schemas.microsoft.com/office/drawing/2014/main" id="{D22BA31B-2B25-43ED-BA9C-A1D3D8F0A8C2}"/>
              </a:ext>
            </a:extLst>
          </p:cNvPr>
          <p:cNvSpPr>
            <a:spLocks noGrp="1"/>
          </p:cNvSpPr>
          <p:nvPr/>
        </p:nvSpPr>
        <p:spPr>
          <a:xfrm>
            <a:off x="4312920" y="1575644"/>
            <a:ext cx="83820" cy="83820"/>
          </a:xfrm>
          <a:prstGeom prst="ellipse">
            <a:avLst/>
          </a:prstGeom>
          <a:solidFill>
            <a:srgbClr val="F50069"/>
          </a:solidFill>
          <a:ln w="0">
            <a:noFill/>
          </a:ln>
        </p:spPr>
        <p:txBody>
          <a:bodyPr/>
          <a:lstStyle/>
          <a:p>
            <a:endParaRPr lang="en-US" sz="1440"/>
          </a:p>
        </p:txBody>
      </p:sp>
      <p:sp>
        <p:nvSpPr>
          <p:cNvPr id="47" name="e_x_9_label">
            <a:extLst>
              <a:ext uri="{FF2B5EF4-FFF2-40B4-BE49-F238E27FC236}">
                <a16:creationId xmlns:a16="http://schemas.microsoft.com/office/drawing/2014/main" id="{F62E6707-3E43-45D5-B84A-FD4F0A4290BA}"/>
              </a:ext>
            </a:extLst>
          </p:cNvPr>
          <p:cNvSpPr>
            <a:spLocks noGrp="1"/>
          </p:cNvSpPr>
          <p:nvPr/>
        </p:nvSpPr>
        <p:spPr>
          <a:xfrm>
            <a:off x="4034790" y="1769954"/>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−1.402</a:t>
            </a:r>
          </a:p>
        </p:txBody>
      </p:sp>
      <p:sp>
        <p:nvSpPr>
          <p:cNvPr id="48" name="e_x_10_dot">
            <a:extLst>
              <a:ext uri="{FF2B5EF4-FFF2-40B4-BE49-F238E27FC236}">
                <a16:creationId xmlns:a16="http://schemas.microsoft.com/office/drawing/2014/main" id="{90842CF6-F114-4664-9417-ED97DF135AA1}"/>
              </a:ext>
            </a:extLst>
          </p:cNvPr>
          <p:cNvSpPr>
            <a:spLocks noGrp="1"/>
          </p:cNvSpPr>
          <p:nvPr/>
        </p:nvSpPr>
        <p:spPr>
          <a:xfrm>
            <a:off x="4707891" y="1281210"/>
            <a:ext cx="83820" cy="83820"/>
          </a:xfrm>
          <a:prstGeom prst="ellipse">
            <a:avLst/>
          </a:prstGeom>
          <a:solidFill>
            <a:srgbClr val="F50069"/>
          </a:solidFill>
          <a:ln w="0">
            <a:noFill/>
          </a:ln>
        </p:spPr>
        <p:txBody>
          <a:bodyPr/>
          <a:lstStyle/>
          <a:p>
            <a:endParaRPr lang="en-US" sz="1440"/>
          </a:p>
        </p:txBody>
      </p:sp>
      <p:sp>
        <p:nvSpPr>
          <p:cNvPr id="49" name="e_x_10_label">
            <a:extLst>
              <a:ext uri="{FF2B5EF4-FFF2-40B4-BE49-F238E27FC236}">
                <a16:creationId xmlns:a16="http://schemas.microsoft.com/office/drawing/2014/main" id="{7877CC18-9415-4A7A-9ACB-6FC89A4D7DC3}"/>
              </a:ext>
            </a:extLst>
          </p:cNvPr>
          <p:cNvSpPr>
            <a:spLocks noGrp="1"/>
          </p:cNvSpPr>
          <p:nvPr/>
        </p:nvSpPr>
        <p:spPr>
          <a:xfrm>
            <a:off x="4429760" y="1056419"/>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−0.231</a:t>
            </a:r>
          </a:p>
        </p:txBody>
      </p:sp>
      <p:sp>
        <p:nvSpPr>
          <p:cNvPr id="50" name="e_x_11_dot">
            <a:extLst>
              <a:ext uri="{FF2B5EF4-FFF2-40B4-BE49-F238E27FC236}">
                <a16:creationId xmlns:a16="http://schemas.microsoft.com/office/drawing/2014/main" id="{D36D702C-3DC6-473B-B977-26A69EE1000D}"/>
              </a:ext>
            </a:extLst>
          </p:cNvPr>
          <p:cNvSpPr>
            <a:spLocks noGrp="1"/>
          </p:cNvSpPr>
          <p:nvPr/>
        </p:nvSpPr>
        <p:spPr>
          <a:xfrm>
            <a:off x="5102860" y="898617"/>
            <a:ext cx="83820" cy="83820"/>
          </a:xfrm>
          <a:prstGeom prst="ellipse">
            <a:avLst/>
          </a:prstGeom>
          <a:solidFill>
            <a:srgbClr val="F50069"/>
          </a:solidFill>
          <a:ln w="0">
            <a:noFill/>
          </a:ln>
        </p:spPr>
        <p:txBody>
          <a:bodyPr/>
          <a:lstStyle/>
          <a:p>
            <a:endParaRPr lang="en-US" sz="1440"/>
          </a:p>
        </p:txBody>
      </p:sp>
      <p:sp>
        <p:nvSpPr>
          <p:cNvPr id="51" name="e_x_11_label">
            <a:extLst>
              <a:ext uri="{FF2B5EF4-FFF2-40B4-BE49-F238E27FC236}">
                <a16:creationId xmlns:a16="http://schemas.microsoft.com/office/drawing/2014/main" id="{5415D3A9-E6C7-4B96-9D68-6122DAE1EF0C}"/>
              </a:ext>
            </a:extLst>
          </p:cNvPr>
          <p:cNvSpPr>
            <a:spLocks noGrp="1"/>
          </p:cNvSpPr>
          <p:nvPr/>
        </p:nvSpPr>
        <p:spPr>
          <a:xfrm>
            <a:off x="4824730" y="673826"/>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1.290</a:t>
            </a:r>
          </a:p>
        </p:txBody>
      </p:sp>
      <p:sp>
        <p:nvSpPr>
          <p:cNvPr id="52" name="e_x_12_dot">
            <a:extLst>
              <a:ext uri="{FF2B5EF4-FFF2-40B4-BE49-F238E27FC236}">
                <a16:creationId xmlns:a16="http://schemas.microsoft.com/office/drawing/2014/main" id="{4938C17C-B8AF-47E0-9E14-1D7F6DBF5A7B}"/>
              </a:ext>
            </a:extLst>
          </p:cNvPr>
          <p:cNvSpPr>
            <a:spLocks noGrp="1"/>
          </p:cNvSpPr>
          <p:nvPr/>
        </p:nvSpPr>
        <p:spPr>
          <a:xfrm>
            <a:off x="5497831" y="501475"/>
            <a:ext cx="83820" cy="83820"/>
          </a:xfrm>
          <a:prstGeom prst="ellipse">
            <a:avLst/>
          </a:prstGeom>
          <a:solidFill>
            <a:srgbClr val="F50069"/>
          </a:solidFill>
          <a:ln w="0">
            <a:noFill/>
          </a:ln>
        </p:spPr>
        <p:txBody>
          <a:bodyPr/>
          <a:lstStyle/>
          <a:p>
            <a:endParaRPr lang="en-US" sz="1440"/>
          </a:p>
        </p:txBody>
      </p:sp>
      <p:sp>
        <p:nvSpPr>
          <p:cNvPr id="53" name="e_x_12_label">
            <a:extLst>
              <a:ext uri="{FF2B5EF4-FFF2-40B4-BE49-F238E27FC236}">
                <a16:creationId xmlns:a16="http://schemas.microsoft.com/office/drawing/2014/main" id="{89128513-84CD-4E71-89F3-00AE1E236A26}"/>
              </a:ext>
            </a:extLst>
          </p:cNvPr>
          <p:cNvSpPr>
            <a:spLocks noGrp="1"/>
          </p:cNvSpPr>
          <p:nvPr/>
        </p:nvSpPr>
        <p:spPr>
          <a:xfrm>
            <a:off x="5219700" y="276685"/>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2.869</a:t>
            </a:r>
          </a:p>
        </p:txBody>
      </p:sp>
      <p:sp>
        <p:nvSpPr>
          <p:cNvPr id="54" name="v_t_axis">
            <a:extLst>
              <a:ext uri="{FF2B5EF4-FFF2-40B4-BE49-F238E27FC236}">
                <a16:creationId xmlns:a16="http://schemas.microsoft.com/office/drawing/2014/main" id="{EFB9EF47-6B13-42CD-A221-4919E6A96393}"/>
              </a:ext>
            </a:extLst>
          </p:cNvPr>
          <p:cNvSpPr>
            <a:spLocks noGrp="1"/>
          </p:cNvSpPr>
          <p:nvPr/>
        </p:nvSpPr>
        <p:spPr>
          <a:xfrm>
            <a:off x="6819900" y="1264920"/>
            <a:ext cx="4907280" cy="0"/>
          </a:xfrm>
          <a:prstGeom prst="line">
            <a:avLst/>
          </a:prstGeom>
          <a:noFill/>
          <a:ln w="19050">
            <a:solidFill>
              <a:srgbClr val="111613"/>
            </a:solidFill>
          </a:ln>
        </p:spPr>
        <p:txBody>
          <a:bodyPr/>
          <a:lstStyle/>
          <a:p>
            <a:endParaRPr lang="en-US" sz="1440"/>
          </a:p>
        </p:txBody>
      </p:sp>
      <p:sp>
        <p:nvSpPr>
          <p:cNvPr id="55" name="v_y_axis">
            <a:extLst>
              <a:ext uri="{FF2B5EF4-FFF2-40B4-BE49-F238E27FC236}">
                <a16:creationId xmlns:a16="http://schemas.microsoft.com/office/drawing/2014/main" id="{6D9E6400-C931-4599-83F6-2771AC08FF43}"/>
              </a:ext>
            </a:extLst>
          </p:cNvPr>
          <p:cNvSpPr>
            <a:spLocks noGrp="1"/>
          </p:cNvSpPr>
          <p:nvPr/>
        </p:nvSpPr>
        <p:spPr>
          <a:xfrm>
            <a:off x="6819900" y="289560"/>
            <a:ext cx="0" cy="1798320"/>
          </a:xfrm>
          <a:prstGeom prst="line">
            <a:avLst/>
          </a:prstGeom>
          <a:noFill/>
          <a:ln w="19050">
            <a:solidFill>
              <a:srgbClr val="111613"/>
            </a:solidFill>
          </a:ln>
        </p:spPr>
        <p:txBody>
          <a:bodyPr/>
          <a:lstStyle/>
          <a:p>
            <a:endParaRPr lang="en-US" sz="1440"/>
          </a:p>
        </p:txBody>
      </p:sp>
      <p:sp>
        <p:nvSpPr>
          <p:cNvPr id="56" name="v_axis_label">
            <a:extLst>
              <a:ext uri="{FF2B5EF4-FFF2-40B4-BE49-F238E27FC236}">
                <a16:creationId xmlns:a16="http://schemas.microsoft.com/office/drawing/2014/main" id="{9E3B5F92-90E3-46CD-A908-3A5B42E229EF}"/>
              </a:ext>
            </a:extLst>
          </p:cNvPr>
          <p:cNvSpPr>
            <a:spLocks noGrp="1"/>
          </p:cNvSpPr>
          <p:nvPr/>
        </p:nvSpPr>
        <p:spPr>
          <a:xfrm>
            <a:off x="6339840" y="30480"/>
            <a:ext cx="342900" cy="365760"/>
          </a:xfrm>
          <a:prstGeom prst="rect">
            <a:avLst/>
          </a:prstGeom>
          <a:noFill/>
          <a:ln w="0">
            <a:noFill/>
          </a:ln>
        </p:spPr>
        <p:txBody>
          <a:bodyPr wrap="none" lIns="0" tIns="0" rIns="0" bIns="0" anchor="ctr">
            <a:noAutofit/>
          </a:bodyPr>
          <a:lstStyle/>
          <a:p>
            <a:pPr>
              <a:defRPr sz="3150" i="1">
                <a:solidFill>
                  <a:srgbClr val="111613"/>
                </a:solidFill>
                <a:latin typeface="Nimbus Roman"/>
                <a:ea typeface="Nimbus Roman"/>
                <a:cs typeface="Nimbus Roman"/>
              </a:defRPr>
            </a:pPr>
            <a:r>
              <a:rPr sz="2520" i="1">
                <a:solidFill>
                  <a:srgbClr val="111613"/>
                </a:solidFill>
                <a:latin typeface="Nimbus Roman"/>
                <a:ea typeface="Nimbus Roman"/>
                <a:cs typeface="Nimbus Roman"/>
              </a:rPr>
              <a:t>v</a:t>
            </a:r>
          </a:p>
        </p:txBody>
      </p:sp>
      <p:sp>
        <p:nvSpPr>
          <p:cNvPr id="57" name="v_t">
            <a:extLst>
              <a:ext uri="{FF2B5EF4-FFF2-40B4-BE49-F238E27FC236}">
                <a16:creationId xmlns:a16="http://schemas.microsoft.com/office/drawing/2014/main" id="{244406B0-8416-400B-84CC-7C0ACF016630}"/>
              </a:ext>
            </a:extLst>
          </p:cNvPr>
          <p:cNvSpPr>
            <a:spLocks noGrp="1"/>
          </p:cNvSpPr>
          <p:nvPr/>
        </p:nvSpPr>
        <p:spPr>
          <a:xfrm>
            <a:off x="11772900" y="1074420"/>
            <a:ext cx="213360" cy="350520"/>
          </a:xfrm>
          <a:prstGeom prst="rect">
            <a:avLst/>
          </a:prstGeom>
          <a:noFill/>
          <a:ln w="0">
            <a:noFill/>
          </a:ln>
        </p:spPr>
        <p:txBody>
          <a:bodyPr wrap="none" lIns="0" tIns="0" rIns="0" bIns="0" anchor="ctr">
            <a:noAutofit/>
          </a:bodyPr>
          <a:lstStyle/>
          <a:p>
            <a:pPr>
              <a:defRPr sz="2700" i="1">
                <a:solidFill>
                  <a:srgbClr val="111613"/>
                </a:solidFill>
                <a:latin typeface="Nimbus Roman"/>
                <a:ea typeface="Nimbus Roman"/>
                <a:cs typeface="Nimbus Roman"/>
              </a:defRPr>
            </a:pPr>
            <a:r>
              <a:rPr sz="2160" i="1">
                <a:solidFill>
                  <a:srgbClr val="111613"/>
                </a:solidFill>
                <a:latin typeface="Nimbus Roman"/>
                <a:ea typeface="Nimbus Roman"/>
                <a:cs typeface="Nimbus Roman"/>
              </a:rPr>
              <a:t>t</a:t>
            </a:r>
          </a:p>
        </p:txBody>
      </p:sp>
      <p:sp>
        <p:nvSpPr>
          <p:cNvPr id="58" name="v_tick_y_-2">
            <a:extLst>
              <a:ext uri="{FF2B5EF4-FFF2-40B4-BE49-F238E27FC236}">
                <a16:creationId xmlns:a16="http://schemas.microsoft.com/office/drawing/2014/main" id="{EB71C1D9-F085-46C5-920E-EC67E7AAC7C8}"/>
              </a:ext>
            </a:extLst>
          </p:cNvPr>
          <p:cNvSpPr>
            <a:spLocks noGrp="1"/>
          </p:cNvSpPr>
          <p:nvPr/>
        </p:nvSpPr>
        <p:spPr>
          <a:xfrm>
            <a:off x="6789420" y="1767840"/>
            <a:ext cx="60960" cy="0"/>
          </a:xfrm>
          <a:prstGeom prst="line">
            <a:avLst/>
          </a:prstGeom>
          <a:noFill/>
          <a:ln w="14288">
            <a:solidFill>
              <a:srgbClr val="111613"/>
            </a:solidFill>
          </a:ln>
        </p:spPr>
        <p:txBody>
          <a:bodyPr/>
          <a:lstStyle/>
          <a:p>
            <a:endParaRPr lang="en-US" sz="1440"/>
          </a:p>
        </p:txBody>
      </p:sp>
      <p:sp>
        <p:nvSpPr>
          <p:cNvPr id="59" name="v_tick_y_text_-2">
            <a:extLst>
              <a:ext uri="{FF2B5EF4-FFF2-40B4-BE49-F238E27FC236}">
                <a16:creationId xmlns:a16="http://schemas.microsoft.com/office/drawing/2014/main" id="{5B2F6FBE-2DE9-45B7-8E78-6946180D939A}"/>
              </a:ext>
            </a:extLst>
          </p:cNvPr>
          <p:cNvSpPr>
            <a:spLocks noGrp="1"/>
          </p:cNvSpPr>
          <p:nvPr/>
        </p:nvSpPr>
        <p:spPr>
          <a:xfrm>
            <a:off x="6301740" y="1676400"/>
            <a:ext cx="213360" cy="182880"/>
          </a:xfrm>
          <a:prstGeom prst="rect">
            <a:avLst/>
          </a:prstGeom>
          <a:noFill/>
          <a:ln w="0">
            <a:noFill/>
          </a:ln>
        </p:spPr>
        <p:txBody>
          <a:bodyPr wrap="none" lIns="0" tIns="0" rIns="0" bIns="0" anchor="ctr">
            <a:noAutofit/>
          </a:bodyPr>
          <a:lstStyle/>
          <a:p>
            <a:pPr algn="r">
              <a:defRPr sz="1350">
                <a:solidFill>
                  <a:srgbClr val="47554E"/>
                </a:solidFill>
                <a:latin typeface="Nimbus Sans"/>
                <a:ea typeface="Nimbus Sans"/>
                <a:cs typeface="Nimbus Sans"/>
              </a:defRPr>
            </a:pPr>
            <a:r>
              <a:rPr sz="1080">
                <a:solidFill>
                  <a:srgbClr val="47554E"/>
                </a:solidFill>
                <a:latin typeface="Nimbus Sans"/>
                <a:ea typeface="Nimbus Sans"/>
                <a:cs typeface="Nimbus Sans"/>
              </a:rPr>
              <a:t>−2</a:t>
            </a:r>
          </a:p>
        </p:txBody>
      </p:sp>
      <p:sp>
        <p:nvSpPr>
          <p:cNvPr id="60" name="v_tick_y_-1">
            <a:extLst>
              <a:ext uri="{FF2B5EF4-FFF2-40B4-BE49-F238E27FC236}">
                <a16:creationId xmlns:a16="http://schemas.microsoft.com/office/drawing/2014/main" id="{6E73C8D8-6084-428B-B04D-6F117022F769}"/>
              </a:ext>
            </a:extLst>
          </p:cNvPr>
          <p:cNvSpPr>
            <a:spLocks noGrp="1"/>
          </p:cNvSpPr>
          <p:nvPr/>
        </p:nvSpPr>
        <p:spPr>
          <a:xfrm>
            <a:off x="6789420" y="1516380"/>
            <a:ext cx="60960" cy="0"/>
          </a:xfrm>
          <a:prstGeom prst="line">
            <a:avLst/>
          </a:prstGeom>
          <a:noFill/>
          <a:ln w="14288">
            <a:solidFill>
              <a:srgbClr val="111613"/>
            </a:solidFill>
          </a:ln>
        </p:spPr>
        <p:txBody>
          <a:bodyPr/>
          <a:lstStyle/>
          <a:p>
            <a:endParaRPr lang="en-US" sz="1440"/>
          </a:p>
        </p:txBody>
      </p:sp>
      <p:sp>
        <p:nvSpPr>
          <p:cNvPr id="61" name="v_tick_y_text_-1">
            <a:extLst>
              <a:ext uri="{FF2B5EF4-FFF2-40B4-BE49-F238E27FC236}">
                <a16:creationId xmlns:a16="http://schemas.microsoft.com/office/drawing/2014/main" id="{0CFB1103-4C47-4DED-82AC-3CAE49AE22A8}"/>
              </a:ext>
            </a:extLst>
          </p:cNvPr>
          <p:cNvSpPr>
            <a:spLocks noGrp="1"/>
          </p:cNvSpPr>
          <p:nvPr/>
        </p:nvSpPr>
        <p:spPr>
          <a:xfrm>
            <a:off x="6301740" y="1424940"/>
            <a:ext cx="213360" cy="182880"/>
          </a:xfrm>
          <a:prstGeom prst="rect">
            <a:avLst/>
          </a:prstGeom>
          <a:noFill/>
          <a:ln w="0">
            <a:noFill/>
          </a:ln>
        </p:spPr>
        <p:txBody>
          <a:bodyPr wrap="none" lIns="0" tIns="0" rIns="0" bIns="0" anchor="ctr">
            <a:noAutofit/>
          </a:bodyPr>
          <a:lstStyle/>
          <a:p>
            <a:pPr algn="r">
              <a:defRPr sz="1350">
                <a:solidFill>
                  <a:srgbClr val="47554E"/>
                </a:solidFill>
                <a:latin typeface="Nimbus Sans"/>
                <a:ea typeface="Nimbus Sans"/>
                <a:cs typeface="Nimbus Sans"/>
              </a:defRPr>
            </a:pPr>
            <a:r>
              <a:rPr sz="1080">
                <a:solidFill>
                  <a:srgbClr val="47554E"/>
                </a:solidFill>
                <a:latin typeface="Nimbus Sans"/>
                <a:ea typeface="Nimbus Sans"/>
                <a:cs typeface="Nimbus Sans"/>
              </a:rPr>
              <a:t>−1</a:t>
            </a:r>
          </a:p>
        </p:txBody>
      </p:sp>
      <p:sp>
        <p:nvSpPr>
          <p:cNvPr id="62" name="v_tick_y_1">
            <a:extLst>
              <a:ext uri="{FF2B5EF4-FFF2-40B4-BE49-F238E27FC236}">
                <a16:creationId xmlns:a16="http://schemas.microsoft.com/office/drawing/2014/main" id="{C950EB6C-82F4-4F3F-B10D-E2189853C8A4}"/>
              </a:ext>
            </a:extLst>
          </p:cNvPr>
          <p:cNvSpPr>
            <a:spLocks noGrp="1"/>
          </p:cNvSpPr>
          <p:nvPr/>
        </p:nvSpPr>
        <p:spPr>
          <a:xfrm>
            <a:off x="6789420" y="1013460"/>
            <a:ext cx="60960" cy="0"/>
          </a:xfrm>
          <a:prstGeom prst="line">
            <a:avLst/>
          </a:prstGeom>
          <a:noFill/>
          <a:ln w="14288">
            <a:solidFill>
              <a:srgbClr val="111613"/>
            </a:solidFill>
          </a:ln>
        </p:spPr>
        <p:txBody>
          <a:bodyPr/>
          <a:lstStyle/>
          <a:p>
            <a:endParaRPr lang="en-US" sz="1440"/>
          </a:p>
        </p:txBody>
      </p:sp>
      <p:sp>
        <p:nvSpPr>
          <p:cNvPr id="63" name="v_tick_y_text_1">
            <a:extLst>
              <a:ext uri="{FF2B5EF4-FFF2-40B4-BE49-F238E27FC236}">
                <a16:creationId xmlns:a16="http://schemas.microsoft.com/office/drawing/2014/main" id="{175C7332-4C9E-437E-A8D4-EAA3D2213C11}"/>
              </a:ext>
            </a:extLst>
          </p:cNvPr>
          <p:cNvSpPr>
            <a:spLocks noGrp="1"/>
          </p:cNvSpPr>
          <p:nvPr/>
        </p:nvSpPr>
        <p:spPr>
          <a:xfrm>
            <a:off x="6301740" y="922020"/>
            <a:ext cx="213360" cy="182880"/>
          </a:xfrm>
          <a:prstGeom prst="rect">
            <a:avLst/>
          </a:prstGeom>
          <a:noFill/>
          <a:ln w="0">
            <a:noFill/>
          </a:ln>
        </p:spPr>
        <p:txBody>
          <a:bodyPr wrap="none" lIns="0" tIns="0" rIns="0" bIns="0" anchor="ctr">
            <a:noAutofit/>
          </a:bodyPr>
          <a:lstStyle/>
          <a:p>
            <a:pPr algn="r">
              <a:defRPr sz="1350">
                <a:solidFill>
                  <a:srgbClr val="47554E"/>
                </a:solidFill>
                <a:latin typeface="Nimbus Sans"/>
                <a:ea typeface="Nimbus Sans"/>
                <a:cs typeface="Nimbus Sans"/>
              </a:defRPr>
            </a:pPr>
            <a:r>
              <a:rPr sz="1080">
                <a:solidFill>
                  <a:srgbClr val="47554E"/>
                </a:solidFill>
                <a:latin typeface="Nimbus Sans"/>
                <a:ea typeface="Nimbus Sans"/>
                <a:cs typeface="Nimbus Sans"/>
              </a:rPr>
              <a:t>1</a:t>
            </a:r>
          </a:p>
        </p:txBody>
      </p:sp>
      <p:sp>
        <p:nvSpPr>
          <p:cNvPr id="64" name="v_tick_y_2">
            <a:extLst>
              <a:ext uri="{FF2B5EF4-FFF2-40B4-BE49-F238E27FC236}">
                <a16:creationId xmlns:a16="http://schemas.microsoft.com/office/drawing/2014/main" id="{4569A176-EE2B-44CD-A31E-98BB3934EB48}"/>
              </a:ext>
            </a:extLst>
          </p:cNvPr>
          <p:cNvSpPr>
            <a:spLocks noGrp="1"/>
          </p:cNvSpPr>
          <p:nvPr/>
        </p:nvSpPr>
        <p:spPr>
          <a:xfrm>
            <a:off x="6789420" y="762000"/>
            <a:ext cx="60960" cy="0"/>
          </a:xfrm>
          <a:prstGeom prst="line">
            <a:avLst/>
          </a:prstGeom>
          <a:noFill/>
          <a:ln w="14288">
            <a:solidFill>
              <a:srgbClr val="111613"/>
            </a:solidFill>
          </a:ln>
        </p:spPr>
        <p:txBody>
          <a:bodyPr/>
          <a:lstStyle/>
          <a:p>
            <a:endParaRPr lang="en-US" sz="1440"/>
          </a:p>
        </p:txBody>
      </p:sp>
      <p:sp>
        <p:nvSpPr>
          <p:cNvPr id="65" name="v_tick_y_text_2">
            <a:extLst>
              <a:ext uri="{FF2B5EF4-FFF2-40B4-BE49-F238E27FC236}">
                <a16:creationId xmlns:a16="http://schemas.microsoft.com/office/drawing/2014/main" id="{D0F44553-5B77-4511-9E08-D5FF81AFD768}"/>
              </a:ext>
            </a:extLst>
          </p:cNvPr>
          <p:cNvSpPr>
            <a:spLocks noGrp="1"/>
          </p:cNvSpPr>
          <p:nvPr/>
        </p:nvSpPr>
        <p:spPr>
          <a:xfrm>
            <a:off x="6301740" y="670560"/>
            <a:ext cx="213360" cy="182880"/>
          </a:xfrm>
          <a:prstGeom prst="rect">
            <a:avLst/>
          </a:prstGeom>
          <a:noFill/>
          <a:ln w="0">
            <a:noFill/>
          </a:ln>
        </p:spPr>
        <p:txBody>
          <a:bodyPr wrap="none" lIns="0" tIns="0" rIns="0" bIns="0" anchor="ctr">
            <a:noAutofit/>
          </a:bodyPr>
          <a:lstStyle/>
          <a:p>
            <a:pPr algn="r">
              <a:defRPr sz="1350">
                <a:solidFill>
                  <a:srgbClr val="47554E"/>
                </a:solidFill>
                <a:latin typeface="Nimbus Sans"/>
                <a:ea typeface="Nimbus Sans"/>
                <a:cs typeface="Nimbus Sans"/>
              </a:defRPr>
            </a:pPr>
            <a:r>
              <a:rPr sz="1080">
                <a:solidFill>
                  <a:srgbClr val="47554E"/>
                </a:solidFill>
                <a:latin typeface="Nimbus Sans"/>
                <a:ea typeface="Nimbus Sans"/>
                <a:cs typeface="Nimbus Sans"/>
              </a:rPr>
              <a:t>2</a:t>
            </a:r>
          </a:p>
        </p:txBody>
      </p:sp>
      <p:sp>
        <p:nvSpPr>
          <p:cNvPr id="66" name="v_tick_y_3">
            <a:extLst>
              <a:ext uri="{FF2B5EF4-FFF2-40B4-BE49-F238E27FC236}">
                <a16:creationId xmlns:a16="http://schemas.microsoft.com/office/drawing/2014/main" id="{07D921DC-6A36-4C26-A820-2E388E615DEF}"/>
              </a:ext>
            </a:extLst>
          </p:cNvPr>
          <p:cNvSpPr>
            <a:spLocks noGrp="1"/>
          </p:cNvSpPr>
          <p:nvPr/>
        </p:nvSpPr>
        <p:spPr>
          <a:xfrm>
            <a:off x="6789420" y="510540"/>
            <a:ext cx="60960" cy="0"/>
          </a:xfrm>
          <a:prstGeom prst="line">
            <a:avLst/>
          </a:prstGeom>
          <a:noFill/>
          <a:ln w="14288">
            <a:solidFill>
              <a:srgbClr val="111613"/>
            </a:solidFill>
          </a:ln>
        </p:spPr>
        <p:txBody>
          <a:bodyPr/>
          <a:lstStyle/>
          <a:p>
            <a:endParaRPr lang="en-US" sz="1440"/>
          </a:p>
        </p:txBody>
      </p:sp>
      <p:sp>
        <p:nvSpPr>
          <p:cNvPr id="67" name="v_tick_y_text_3">
            <a:extLst>
              <a:ext uri="{FF2B5EF4-FFF2-40B4-BE49-F238E27FC236}">
                <a16:creationId xmlns:a16="http://schemas.microsoft.com/office/drawing/2014/main" id="{7DCADE2D-C05A-440B-AF26-B953784D6D24}"/>
              </a:ext>
            </a:extLst>
          </p:cNvPr>
          <p:cNvSpPr>
            <a:spLocks noGrp="1"/>
          </p:cNvSpPr>
          <p:nvPr/>
        </p:nvSpPr>
        <p:spPr>
          <a:xfrm>
            <a:off x="6301740" y="419100"/>
            <a:ext cx="213360" cy="182880"/>
          </a:xfrm>
          <a:prstGeom prst="rect">
            <a:avLst/>
          </a:prstGeom>
          <a:noFill/>
          <a:ln w="0">
            <a:noFill/>
          </a:ln>
        </p:spPr>
        <p:txBody>
          <a:bodyPr wrap="none" lIns="0" tIns="0" rIns="0" bIns="0" anchor="ctr">
            <a:noAutofit/>
          </a:bodyPr>
          <a:lstStyle/>
          <a:p>
            <a:pPr algn="r">
              <a:defRPr sz="1350">
                <a:solidFill>
                  <a:srgbClr val="47554E"/>
                </a:solidFill>
                <a:latin typeface="Nimbus Sans"/>
                <a:ea typeface="Nimbus Sans"/>
                <a:cs typeface="Nimbus Sans"/>
              </a:defRPr>
            </a:pPr>
            <a:r>
              <a:rPr sz="1080">
                <a:solidFill>
                  <a:srgbClr val="47554E"/>
                </a:solidFill>
                <a:latin typeface="Nimbus Sans"/>
                <a:ea typeface="Nimbus Sans"/>
                <a:cs typeface="Nimbus Sans"/>
              </a:rPr>
              <a:t>3</a:t>
            </a:r>
          </a:p>
        </p:txBody>
      </p:sp>
      <p:sp>
        <p:nvSpPr>
          <p:cNvPr id="68" name="v_tick_0">
            <a:extLst>
              <a:ext uri="{FF2B5EF4-FFF2-40B4-BE49-F238E27FC236}">
                <a16:creationId xmlns:a16="http://schemas.microsoft.com/office/drawing/2014/main" id="{CDFAF414-C621-4286-972B-3E7E564F2BC1}"/>
              </a:ext>
            </a:extLst>
          </p:cNvPr>
          <p:cNvSpPr>
            <a:spLocks noGrp="1"/>
          </p:cNvSpPr>
          <p:nvPr/>
        </p:nvSpPr>
        <p:spPr>
          <a:xfrm>
            <a:off x="6819900" y="1242060"/>
            <a:ext cx="0" cy="45720"/>
          </a:xfrm>
          <a:prstGeom prst="line">
            <a:avLst/>
          </a:prstGeom>
          <a:noFill/>
          <a:ln w="11430">
            <a:solidFill>
              <a:srgbClr val="111613"/>
            </a:solidFill>
          </a:ln>
        </p:spPr>
        <p:txBody>
          <a:bodyPr/>
          <a:lstStyle/>
          <a:p>
            <a:endParaRPr lang="en-US" sz="1440"/>
          </a:p>
        </p:txBody>
      </p:sp>
      <p:sp>
        <p:nvSpPr>
          <p:cNvPr id="69" name="v_tick_1">
            <a:extLst>
              <a:ext uri="{FF2B5EF4-FFF2-40B4-BE49-F238E27FC236}">
                <a16:creationId xmlns:a16="http://schemas.microsoft.com/office/drawing/2014/main" id="{9DF79AF9-DBA2-4AA9-A1FA-FBC0088BC3C2}"/>
              </a:ext>
            </a:extLst>
          </p:cNvPr>
          <p:cNvSpPr>
            <a:spLocks noGrp="1"/>
          </p:cNvSpPr>
          <p:nvPr/>
        </p:nvSpPr>
        <p:spPr>
          <a:xfrm>
            <a:off x="7214870" y="1242060"/>
            <a:ext cx="0" cy="45720"/>
          </a:xfrm>
          <a:prstGeom prst="line">
            <a:avLst/>
          </a:prstGeom>
          <a:noFill/>
          <a:ln w="11430">
            <a:solidFill>
              <a:srgbClr val="111613"/>
            </a:solidFill>
          </a:ln>
        </p:spPr>
        <p:txBody>
          <a:bodyPr/>
          <a:lstStyle/>
          <a:p>
            <a:endParaRPr lang="en-US" sz="1440"/>
          </a:p>
        </p:txBody>
      </p:sp>
      <p:sp>
        <p:nvSpPr>
          <p:cNvPr id="70" name="v_tick_2">
            <a:extLst>
              <a:ext uri="{FF2B5EF4-FFF2-40B4-BE49-F238E27FC236}">
                <a16:creationId xmlns:a16="http://schemas.microsoft.com/office/drawing/2014/main" id="{8855DACF-53B5-4874-92A1-B332C6447DE6}"/>
              </a:ext>
            </a:extLst>
          </p:cNvPr>
          <p:cNvSpPr>
            <a:spLocks noGrp="1"/>
          </p:cNvSpPr>
          <p:nvPr/>
        </p:nvSpPr>
        <p:spPr>
          <a:xfrm>
            <a:off x="7609840" y="1242060"/>
            <a:ext cx="0" cy="45720"/>
          </a:xfrm>
          <a:prstGeom prst="line">
            <a:avLst/>
          </a:prstGeom>
          <a:noFill/>
          <a:ln w="11430">
            <a:solidFill>
              <a:srgbClr val="111613"/>
            </a:solidFill>
          </a:ln>
        </p:spPr>
        <p:txBody>
          <a:bodyPr/>
          <a:lstStyle/>
          <a:p>
            <a:endParaRPr lang="en-US" sz="1440"/>
          </a:p>
        </p:txBody>
      </p:sp>
      <p:sp>
        <p:nvSpPr>
          <p:cNvPr id="71" name="v_tick_3">
            <a:extLst>
              <a:ext uri="{FF2B5EF4-FFF2-40B4-BE49-F238E27FC236}">
                <a16:creationId xmlns:a16="http://schemas.microsoft.com/office/drawing/2014/main" id="{D98D517F-D24A-4FDC-B079-5AE6D3187D58}"/>
              </a:ext>
            </a:extLst>
          </p:cNvPr>
          <p:cNvSpPr>
            <a:spLocks noGrp="1"/>
          </p:cNvSpPr>
          <p:nvPr/>
        </p:nvSpPr>
        <p:spPr>
          <a:xfrm>
            <a:off x="8004810" y="1242060"/>
            <a:ext cx="0" cy="45720"/>
          </a:xfrm>
          <a:prstGeom prst="line">
            <a:avLst/>
          </a:prstGeom>
          <a:noFill/>
          <a:ln w="11430">
            <a:solidFill>
              <a:srgbClr val="111613"/>
            </a:solidFill>
          </a:ln>
        </p:spPr>
        <p:txBody>
          <a:bodyPr/>
          <a:lstStyle/>
          <a:p>
            <a:endParaRPr lang="en-US" sz="1440"/>
          </a:p>
        </p:txBody>
      </p:sp>
      <p:sp>
        <p:nvSpPr>
          <p:cNvPr id="72" name="v_tick_4">
            <a:extLst>
              <a:ext uri="{FF2B5EF4-FFF2-40B4-BE49-F238E27FC236}">
                <a16:creationId xmlns:a16="http://schemas.microsoft.com/office/drawing/2014/main" id="{53F6263E-5D29-4D6A-A37D-D27F5D661D09}"/>
              </a:ext>
            </a:extLst>
          </p:cNvPr>
          <p:cNvSpPr>
            <a:spLocks noGrp="1"/>
          </p:cNvSpPr>
          <p:nvPr/>
        </p:nvSpPr>
        <p:spPr>
          <a:xfrm>
            <a:off x="8399780" y="1242060"/>
            <a:ext cx="0" cy="45720"/>
          </a:xfrm>
          <a:prstGeom prst="line">
            <a:avLst/>
          </a:prstGeom>
          <a:noFill/>
          <a:ln w="11430">
            <a:solidFill>
              <a:srgbClr val="111613"/>
            </a:solidFill>
          </a:ln>
        </p:spPr>
        <p:txBody>
          <a:bodyPr/>
          <a:lstStyle/>
          <a:p>
            <a:endParaRPr lang="en-US" sz="1440"/>
          </a:p>
        </p:txBody>
      </p:sp>
      <p:sp>
        <p:nvSpPr>
          <p:cNvPr id="73" name="v_tick_5">
            <a:extLst>
              <a:ext uri="{FF2B5EF4-FFF2-40B4-BE49-F238E27FC236}">
                <a16:creationId xmlns:a16="http://schemas.microsoft.com/office/drawing/2014/main" id="{CD7533FB-8416-4CC9-8CCE-4AF816EBB17D}"/>
              </a:ext>
            </a:extLst>
          </p:cNvPr>
          <p:cNvSpPr>
            <a:spLocks noGrp="1"/>
          </p:cNvSpPr>
          <p:nvPr/>
        </p:nvSpPr>
        <p:spPr>
          <a:xfrm>
            <a:off x="8794750" y="1242060"/>
            <a:ext cx="0" cy="45720"/>
          </a:xfrm>
          <a:prstGeom prst="line">
            <a:avLst/>
          </a:prstGeom>
          <a:noFill/>
          <a:ln w="11430">
            <a:solidFill>
              <a:srgbClr val="111613"/>
            </a:solidFill>
          </a:ln>
        </p:spPr>
        <p:txBody>
          <a:bodyPr/>
          <a:lstStyle/>
          <a:p>
            <a:endParaRPr lang="en-US" sz="1440"/>
          </a:p>
        </p:txBody>
      </p:sp>
      <p:sp>
        <p:nvSpPr>
          <p:cNvPr id="74" name="v_tick_6">
            <a:extLst>
              <a:ext uri="{FF2B5EF4-FFF2-40B4-BE49-F238E27FC236}">
                <a16:creationId xmlns:a16="http://schemas.microsoft.com/office/drawing/2014/main" id="{D57F976E-96F4-4574-8EFE-2BCA2EA693F9}"/>
              </a:ext>
            </a:extLst>
          </p:cNvPr>
          <p:cNvSpPr>
            <a:spLocks noGrp="1"/>
          </p:cNvSpPr>
          <p:nvPr/>
        </p:nvSpPr>
        <p:spPr>
          <a:xfrm>
            <a:off x="9189720" y="1242060"/>
            <a:ext cx="0" cy="45720"/>
          </a:xfrm>
          <a:prstGeom prst="line">
            <a:avLst/>
          </a:prstGeom>
          <a:noFill/>
          <a:ln w="11430">
            <a:solidFill>
              <a:srgbClr val="111613"/>
            </a:solidFill>
          </a:ln>
        </p:spPr>
        <p:txBody>
          <a:bodyPr/>
          <a:lstStyle/>
          <a:p>
            <a:endParaRPr lang="en-US" sz="1440"/>
          </a:p>
        </p:txBody>
      </p:sp>
      <p:sp>
        <p:nvSpPr>
          <p:cNvPr id="75" name="v_tick_7">
            <a:extLst>
              <a:ext uri="{FF2B5EF4-FFF2-40B4-BE49-F238E27FC236}">
                <a16:creationId xmlns:a16="http://schemas.microsoft.com/office/drawing/2014/main" id="{3A5B4CED-C14C-4CB5-BF40-7E16637061CD}"/>
              </a:ext>
            </a:extLst>
          </p:cNvPr>
          <p:cNvSpPr>
            <a:spLocks noGrp="1"/>
          </p:cNvSpPr>
          <p:nvPr/>
        </p:nvSpPr>
        <p:spPr>
          <a:xfrm>
            <a:off x="9584690" y="1242060"/>
            <a:ext cx="0" cy="45720"/>
          </a:xfrm>
          <a:prstGeom prst="line">
            <a:avLst/>
          </a:prstGeom>
          <a:noFill/>
          <a:ln w="11430">
            <a:solidFill>
              <a:srgbClr val="111613"/>
            </a:solidFill>
          </a:ln>
        </p:spPr>
        <p:txBody>
          <a:bodyPr/>
          <a:lstStyle/>
          <a:p>
            <a:endParaRPr lang="en-US" sz="1440"/>
          </a:p>
        </p:txBody>
      </p:sp>
      <p:sp>
        <p:nvSpPr>
          <p:cNvPr id="76" name="v_tick_8">
            <a:extLst>
              <a:ext uri="{FF2B5EF4-FFF2-40B4-BE49-F238E27FC236}">
                <a16:creationId xmlns:a16="http://schemas.microsoft.com/office/drawing/2014/main" id="{E2BF8603-1AF1-458E-8E9E-D0FD7E182144}"/>
              </a:ext>
            </a:extLst>
          </p:cNvPr>
          <p:cNvSpPr>
            <a:spLocks noGrp="1"/>
          </p:cNvSpPr>
          <p:nvPr/>
        </p:nvSpPr>
        <p:spPr>
          <a:xfrm>
            <a:off x="9979660" y="1242060"/>
            <a:ext cx="0" cy="45720"/>
          </a:xfrm>
          <a:prstGeom prst="line">
            <a:avLst/>
          </a:prstGeom>
          <a:noFill/>
          <a:ln w="11430">
            <a:solidFill>
              <a:srgbClr val="111613"/>
            </a:solidFill>
          </a:ln>
        </p:spPr>
        <p:txBody>
          <a:bodyPr/>
          <a:lstStyle/>
          <a:p>
            <a:endParaRPr lang="en-US" sz="1440"/>
          </a:p>
        </p:txBody>
      </p:sp>
      <p:sp>
        <p:nvSpPr>
          <p:cNvPr id="77" name="v_tick_9">
            <a:extLst>
              <a:ext uri="{FF2B5EF4-FFF2-40B4-BE49-F238E27FC236}">
                <a16:creationId xmlns:a16="http://schemas.microsoft.com/office/drawing/2014/main" id="{1CEEADED-73E9-4C8F-BE6D-0D9FBC56E81E}"/>
              </a:ext>
            </a:extLst>
          </p:cNvPr>
          <p:cNvSpPr>
            <a:spLocks noGrp="1"/>
          </p:cNvSpPr>
          <p:nvPr/>
        </p:nvSpPr>
        <p:spPr>
          <a:xfrm>
            <a:off x="10374630" y="1242060"/>
            <a:ext cx="0" cy="45720"/>
          </a:xfrm>
          <a:prstGeom prst="line">
            <a:avLst/>
          </a:prstGeom>
          <a:noFill/>
          <a:ln w="11430">
            <a:solidFill>
              <a:srgbClr val="111613"/>
            </a:solidFill>
          </a:ln>
        </p:spPr>
        <p:txBody>
          <a:bodyPr/>
          <a:lstStyle/>
          <a:p>
            <a:endParaRPr lang="en-US" sz="1440"/>
          </a:p>
        </p:txBody>
      </p:sp>
      <p:sp>
        <p:nvSpPr>
          <p:cNvPr id="78" name="v_tick_10">
            <a:extLst>
              <a:ext uri="{FF2B5EF4-FFF2-40B4-BE49-F238E27FC236}">
                <a16:creationId xmlns:a16="http://schemas.microsoft.com/office/drawing/2014/main" id="{50533F87-6E0C-45DA-98BA-5B68A7DCCDFF}"/>
              </a:ext>
            </a:extLst>
          </p:cNvPr>
          <p:cNvSpPr>
            <a:spLocks noGrp="1"/>
          </p:cNvSpPr>
          <p:nvPr/>
        </p:nvSpPr>
        <p:spPr>
          <a:xfrm>
            <a:off x="10769600" y="1242060"/>
            <a:ext cx="0" cy="45720"/>
          </a:xfrm>
          <a:prstGeom prst="line">
            <a:avLst/>
          </a:prstGeom>
          <a:noFill/>
          <a:ln w="11430">
            <a:solidFill>
              <a:srgbClr val="111613"/>
            </a:solidFill>
          </a:ln>
        </p:spPr>
        <p:txBody>
          <a:bodyPr/>
          <a:lstStyle/>
          <a:p>
            <a:endParaRPr lang="en-US" sz="1440"/>
          </a:p>
        </p:txBody>
      </p:sp>
      <p:sp>
        <p:nvSpPr>
          <p:cNvPr id="79" name="v_tick_11">
            <a:extLst>
              <a:ext uri="{FF2B5EF4-FFF2-40B4-BE49-F238E27FC236}">
                <a16:creationId xmlns:a16="http://schemas.microsoft.com/office/drawing/2014/main" id="{16690598-49D9-4D13-BF96-A0C0FEE468C9}"/>
              </a:ext>
            </a:extLst>
          </p:cNvPr>
          <p:cNvSpPr>
            <a:spLocks noGrp="1"/>
          </p:cNvSpPr>
          <p:nvPr/>
        </p:nvSpPr>
        <p:spPr>
          <a:xfrm>
            <a:off x="11164570" y="1242060"/>
            <a:ext cx="0" cy="45720"/>
          </a:xfrm>
          <a:prstGeom prst="line">
            <a:avLst/>
          </a:prstGeom>
          <a:noFill/>
          <a:ln w="11430">
            <a:solidFill>
              <a:srgbClr val="111613"/>
            </a:solidFill>
          </a:ln>
        </p:spPr>
        <p:txBody>
          <a:bodyPr/>
          <a:lstStyle/>
          <a:p>
            <a:endParaRPr lang="en-US" sz="1440"/>
          </a:p>
        </p:txBody>
      </p:sp>
      <p:sp>
        <p:nvSpPr>
          <p:cNvPr id="80" name="v_tick_12">
            <a:extLst>
              <a:ext uri="{FF2B5EF4-FFF2-40B4-BE49-F238E27FC236}">
                <a16:creationId xmlns:a16="http://schemas.microsoft.com/office/drawing/2014/main" id="{C48063FB-881C-41A8-BD05-57120E99236C}"/>
              </a:ext>
            </a:extLst>
          </p:cNvPr>
          <p:cNvSpPr>
            <a:spLocks noGrp="1"/>
          </p:cNvSpPr>
          <p:nvPr/>
        </p:nvSpPr>
        <p:spPr>
          <a:xfrm>
            <a:off x="11559540" y="1242060"/>
            <a:ext cx="0" cy="45720"/>
          </a:xfrm>
          <a:prstGeom prst="line">
            <a:avLst/>
          </a:prstGeom>
          <a:noFill/>
          <a:ln w="11430">
            <a:solidFill>
              <a:srgbClr val="111613"/>
            </a:solidFill>
          </a:ln>
        </p:spPr>
        <p:txBody>
          <a:bodyPr/>
          <a:lstStyle/>
          <a:p>
            <a:endParaRPr lang="en-US" sz="1440"/>
          </a:p>
        </p:txBody>
      </p:sp>
      <p:sp>
        <p:nvSpPr>
          <p:cNvPr id="81" name="e_v_0_dot">
            <a:extLst>
              <a:ext uri="{FF2B5EF4-FFF2-40B4-BE49-F238E27FC236}">
                <a16:creationId xmlns:a16="http://schemas.microsoft.com/office/drawing/2014/main" id="{0C428BA1-2B89-4D88-9744-55325EABD849}"/>
              </a:ext>
            </a:extLst>
          </p:cNvPr>
          <p:cNvSpPr>
            <a:spLocks noGrp="1"/>
          </p:cNvSpPr>
          <p:nvPr/>
        </p:nvSpPr>
        <p:spPr>
          <a:xfrm>
            <a:off x="6777991" y="1223011"/>
            <a:ext cx="83820" cy="83820"/>
          </a:xfrm>
          <a:prstGeom prst="ellipse">
            <a:avLst/>
          </a:prstGeom>
          <a:solidFill>
            <a:srgbClr val="F50069"/>
          </a:solidFill>
          <a:ln w="0">
            <a:noFill/>
          </a:ln>
        </p:spPr>
        <p:txBody>
          <a:bodyPr/>
          <a:lstStyle/>
          <a:p>
            <a:endParaRPr lang="en-US" sz="1440"/>
          </a:p>
        </p:txBody>
      </p:sp>
      <p:sp>
        <p:nvSpPr>
          <p:cNvPr id="82" name="e_v_0_label">
            <a:extLst>
              <a:ext uri="{FF2B5EF4-FFF2-40B4-BE49-F238E27FC236}">
                <a16:creationId xmlns:a16="http://schemas.microsoft.com/office/drawing/2014/main" id="{38EC54BA-82C5-4EF8-B434-F24AD4C3AA3A}"/>
              </a:ext>
            </a:extLst>
          </p:cNvPr>
          <p:cNvSpPr>
            <a:spLocks noGrp="1"/>
          </p:cNvSpPr>
          <p:nvPr/>
        </p:nvSpPr>
        <p:spPr>
          <a:xfrm>
            <a:off x="6499860" y="1325880"/>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0.000</a:t>
            </a:r>
          </a:p>
        </p:txBody>
      </p:sp>
      <p:sp>
        <p:nvSpPr>
          <p:cNvPr id="83" name="e_v_1_dot">
            <a:extLst>
              <a:ext uri="{FF2B5EF4-FFF2-40B4-BE49-F238E27FC236}">
                <a16:creationId xmlns:a16="http://schemas.microsoft.com/office/drawing/2014/main" id="{8D18879D-4C61-4926-AD6D-460B54057174}"/>
              </a:ext>
            </a:extLst>
          </p:cNvPr>
          <p:cNvSpPr>
            <a:spLocks noGrp="1"/>
          </p:cNvSpPr>
          <p:nvPr/>
        </p:nvSpPr>
        <p:spPr>
          <a:xfrm>
            <a:off x="7172960" y="1348740"/>
            <a:ext cx="83820" cy="83820"/>
          </a:xfrm>
          <a:prstGeom prst="ellipse">
            <a:avLst/>
          </a:prstGeom>
          <a:solidFill>
            <a:srgbClr val="F50069"/>
          </a:solidFill>
          <a:ln w="0">
            <a:noFill/>
          </a:ln>
        </p:spPr>
        <p:txBody>
          <a:bodyPr/>
          <a:lstStyle/>
          <a:p>
            <a:endParaRPr lang="en-US" sz="1440"/>
          </a:p>
        </p:txBody>
      </p:sp>
      <p:sp>
        <p:nvSpPr>
          <p:cNvPr id="84" name="e_v_1_label">
            <a:extLst>
              <a:ext uri="{FF2B5EF4-FFF2-40B4-BE49-F238E27FC236}">
                <a16:creationId xmlns:a16="http://schemas.microsoft.com/office/drawing/2014/main" id="{E65BDF96-11B6-400D-9B20-E73B94437578}"/>
              </a:ext>
            </a:extLst>
          </p:cNvPr>
          <p:cNvSpPr>
            <a:spLocks noGrp="1"/>
          </p:cNvSpPr>
          <p:nvPr/>
        </p:nvSpPr>
        <p:spPr>
          <a:xfrm>
            <a:off x="6894830" y="906780"/>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−0.500</a:t>
            </a:r>
          </a:p>
        </p:txBody>
      </p:sp>
      <p:sp>
        <p:nvSpPr>
          <p:cNvPr id="85" name="e_v_2_dot">
            <a:extLst>
              <a:ext uri="{FF2B5EF4-FFF2-40B4-BE49-F238E27FC236}">
                <a16:creationId xmlns:a16="http://schemas.microsoft.com/office/drawing/2014/main" id="{403BAD5C-231F-4640-BB4C-1E26F1AB8468}"/>
              </a:ext>
            </a:extLst>
          </p:cNvPr>
          <p:cNvSpPr>
            <a:spLocks noGrp="1"/>
          </p:cNvSpPr>
          <p:nvPr/>
        </p:nvSpPr>
        <p:spPr>
          <a:xfrm>
            <a:off x="7567931" y="1474471"/>
            <a:ext cx="83820" cy="83820"/>
          </a:xfrm>
          <a:prstGeom prst="ellipse">
            <a:avLst/>
          </a:prstGeom>
          <a:solidFill>
            <a:srgbClr val="F50069"/>
          </a:solidFill>
          <a:ln w="0">
            <a:noFill/>
          </a:ln>
        </p:spPr>
        <p:txBody>
          <a:bodyPr/>
          <a:lstStyle/>
          <a:p>
            <a:endParaRPr lang="en-US" sz="1440"/>
          </a:p>
        </p:txBody>
      </p:sp>
      <p:sp>
        <p:nvSpPr>
          <p:cNvPr id="86" name="e_v_2_label">
            <a:extLst>
              <a:ext uri="{FF2B5EF4-FFF2-40B4-BE49-F238E27FC236}">
                <a16:creationId xmlns:a16="http://schemas.microsoft.com/office/drawing/2014/main" id="{92CD4C77-7730-4620-BD7D-186E6B94F9DF}"/>
              </a:ext>
            </a:extLst>
          </p:cNvPr>
          <p:cNvSpPr>
            <a:spLocks noGrp="1"/>
          </p:cNvSpPr>
          <p:nvPr/>
        </p:nvSpPr>
        <p:spPr>
          <a:xfrm>
            <a:off x="7289800" y="1577340"/>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−1.000</a:t>
            </a:r>
          </a:p>
        </p:txBody>
      </p:sp>
      <p:sp>
        <p:nvSpPr>
          <p:cNvPr id="87" name="e_v_3_dot">
            <a:extLst>
              <a:ext uri="{FF2B5EF4-FFF2-40B4-BE49-F238E27FC236}">
                <a16:creationId xmlns:a16="http://schemas.microsoft.com/office/drawing/2014/main" id="{99987E4B-E2D3-4D0E-8190-028E31C4AE65}"/>
              </a:ext>
            </a:extLst>
          </p:cNvPr>
          <p:cNvSpPr>
            <a:spLocks noGrp="1"/>
          </p:cNvSpPr>
          <p:nvPr/>
        </p:nvSpPr>
        <p:spPr>
          <a:xfrm>
            <a:off x="7962900" y="1568768"/>
            <a:ext cx="83820" cy="83820"/>
          </a:xfrm>
          <a:prstGeom prst="ellipse">
            <a:avLst/>
          </a:prstGeom>
          <a:solidFill>
            <a:srgbClr val="F50069"/>
          </a:solidFill>
          <a:ln w="0">
            <a:noFill/>
          </a:ln>
        </p:spPr>
        <p:txBody>
          <a:bodyPr/>
          <a:lstStyle/>
          <a:p>
            <a:endParaRPr lang="en-US" sz="1440"/>
          </a:p>
        </p:txBody>
      </p:sp>
      <p:sp>
        <p:nvSpPr>
          <p:cNvPr id="88" name="e_v_3_label">
            <a:extLst>
              <a:ext uri="{FF2B5EF4-FFF2-40B4-BE49-F238E27FC236}">
                <a16:creationId xmlns:a16="http://schemas.microsoft.com/office/drawing/2014/main" id="{22688A56-485E-4FF6-977F-58FD2B0E6367}"/>
              </a:ext>
            </a:extLst>
          </p:cNvPr>
          <p:cNvSpPr>
            <a:spLocks noGrp="1"/>
          </p:cNvSpPr>
          <p:nvPr/>
        </p:nvSpPr>
        <p:spPr>
          <a:xfrm>
            <a:off x="7684770" y="1343978"/>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−1.375</a:t>
            </a:r>
          </a:p>
        </p:txBody>
      </p:sp>
      <p:sp>
        <p:nvSpPr>
          <p:cNvPr id="89" name="e_v_4_dot">
            <a:extLst>
              <a:ext uri="{FF2B5EF4-FFF2-40B4-BE49-F238E27FC236}">
                <a16:creationId xmlns:a16="http://schemas.microsoft.com/office/drawing/2014/main" id="{4FBF0225-5F17-48C1-A893-2C50331C4897}"/>
              </a:ext>
            </a:extLst>
          </p:cNvPr>
          <p:cNvSpPr>
            <a:spLocks noGrp="1"/>
          </p:cNvSpPr>
          <p:nvPr/>
        </p:nvSpPr>
        <p:spPr>
          <a:xfrm>
            <a:off x="8357871" y="1600200"/>
            <a:ext cx="83820" cy="83820"/>
          </a:xfrm>
          <a:prstGeom prst="ellipse">
            <a:avLst/>
          </a:prstGeom>
          <a:solidFill>
            <a:srgbClr val="F50069"/>
          </a:solidFill>
          <a:ln w="0">
            <a:noFill/>
          </a:ln>
        </p:spPr>
        <p:txBody>
          <a:bodyPr/>
          <a:lstStyle/>
          <a:p>
            <a:endParaRPr lang="en-US" sz="1440"/>
          </a:p>
        </p:txBody>
      </p:sp>
      <p:sp>
        <p:nvSpPr>
          <p:cNvPr id="90" name="e_v_4_label">
            <a:extLst>
              <a:ext uri="{FF2B5EF4-FFF2-40B4-BE49-F238E27FC236}">
                <a16:creationId xmlns:a16="http://schemas.microsoft.com/office/drawing/2014/main" id="{A426F106-D797-43D0-9AAA-F6A23AF273B5}"/>
              </a:ext>
            </a:extLst>
          </p:cNvPr>
          <p:cNvSpPr>
            <a:spLocks noGrp="1"/>
          </p:cNvSpPr>
          <p:nvPr/>
        </p:nvSpPr>
        <p:spPr>
          <a:xfrm>
            <a:off x="8079740" y="1703070"/>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−1.500</a:t>
            </a:r>
          </a:p>
        </p:txBody>
      </p:sp>
      <p:sp>
        <p:nvSpPr>
          <p:cNvPr id="91" name="e_v_5_dot">
            <a:extLst>
              <a:ext uri="{FF2B5EF4-FFF2-40B4-BE49-F238E27FC236}">
                <a16:creationId xmlns:a16="http://schemas.microsoft.com/office/drawing/2014/main" id="{6E3071AD-4ED6-4157-AA5A-BA1D8164EC20}"/>
              </a:ext>
            </a:extLst>
          </p:cNvPr>
          <p:cNvSpPr>
            <a:spLocks noGrp="1"/>
          </p:cNvSpPr>
          <p:nvPr/>
        </p:nvSpPr>
        <p:spPr>
          <a:xfrm>
            <a:off x="8752840" y="1545193"/>
            <a:ext cx="83820" cy="83820"/>
          </a:xfrm>
          <a:prstGeom prst="ellipse">
            <a:avLst/>
          </a:prstGeom>
          <a:solidFill>
            <a:srgbClr val="F50069"/>
          </a:solidFill>
          <a:ln w="0">
            <a:noFill/>
          </a:ln>
        </p:spPr>
        <p:txBody>
          <a:bodyPr/>
          <a:lstStyle/>
          <a:p>
            <a:endParaRPr lang="en-US" sz="1440"/>
          </a:p>
        </p:txBody>
      </p:sp>
      <p:sp>
        <p:nvSpPr>
          <p:cNvPr id="92" name="e_v_5_label">
            <a:extLst>
              <a:ext uri="{FF2B5EF4-FFF2-40B4-BE49-F238E27FC236}">
                <a16:creationId xmlns:a16="http://schemas.microsoft.com/office/drawing/2014/main" id="{5E1C1DCF-4F83-4AAD-BFAD-320DB1A86A10}"/>
              </a:ext>
            </a:extLst>
          </p:cNvPr>
          <p:cNvSpPr>
            <a:spLocks noGrp="1"/>
          </p:cNvSpPr>
          <p:nvPr/>
        </p:nvSpPr>
        <p:spPr>
          <a:xfrm>
            <a:off x="8474710" y="1320403"/>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−1.281</a:t>
            </a:r>
          </a:p>
        </p:txBody>
      </p:sp>
      <p:sp>
        <p:nvSpPr>
          <p:cNvPr id="93" name="e_v_6_dot">
            <a:extLst>
              <a:ext uri="{FF2B5EF4-FFF2-40B4-BE49-F238E27FC236}">
                <a16:creationId xmlns:a16="http://schemas.microsoft.com/office/drawing/2014/main" id="{48086572-0143-422B-9ECB-BFD70D6940D5}"/>
              </a:ext>
            </a:extLst>
          </p:cNvPr>
          <p:cNvSpPr>
            <a:spLocks noGrp="1"/>
          </p:cNvSpPr>
          <p:nvPr/>
        </p:nvSpPr>
        <p:spPr>
          <a:xfrm>
            <a:off x="9147811" y="1395889"/>
            <a:ext cx="83820" cy="83820"/>
          </a:xfrm>
          <a:prstGeom prst="ellipse">
            <a:avLst/>
          </a:prstGeom>
          <a:solidFill>
            <a:srgbClr val="F50069"/>
          </a:solidFill>
          <a:ln w="0">
            <a:noFill/>
          </a:ln>
        </p:spPr>
        <p:txBody>
          <a:bodyPr/>
          <a:lstStyle/>
          <a:p>
            <a:endParaRPr lang="en-US" sz="1440"/>
          </a:p>
        </p:txBody>
      </p:sp>
      <p:sp>
        <p:nvSpPr>
          <p:cNvPr id="94" name="e_v_6_label">
            <a:extLst>
              <a:ext uri="{FF2B5EF4-FFF2-40B4-BE49-F238E27FC236}">
                <a16:creationId xmlns:a16="http://schemas.microsoft.com/office/drawing/2014/main" id="{90790F4E-69A7-424C-9891-9CC3675F292A}"/>
              </a:ext>
            </a:extLst>
          </p:cNvPr>
          <p:cNvSpPr>
            <a:spLocks noGrp="1"/>
          </p:cNvSpPr>
          <p:nvPr/>
        </p:nvSpPr>
        <p:spPr>
          <a:xfrm>
            <a:off x="8869680" y="1498758"/>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−0.688</a:t>
            </a:r>
          </a:p>
        </p:txBody>
      </p:sp>
      <p:sp>
        <p:nvSpPr>
          <p:cNvPr id="95" name="e_v_7_dot">
            <a:extLst>
              <a:ext uri="{FF2B5EF4-FFF2-40B4-BE49-F238E27FC236}">
                <a16:creationId xmlns:a16="http://schemas.microsoft.com/office/drawing/2014/main" id="{55112096-344D-4365-A081-A61AF3E7EE69}"/>
              </a:ext>
            </a:extLst>
          </p:cNvPr>
          <p:cNvSpPr>
            <a:spLocks noGrp="1"/>
          </p:cNvSpPr>
          <p:nvPr/>
        </p:nvSpPr>
        <p:spPr>
          <a:xfrm>
            <a:off x="9542780" y="1166039"/>
            <a:ext cx="83820" cy="83820"/>
          </a:xfrm>
          <a:prstGeom prst="ellipse">
            <a:avLst/>
          </a:prstGeom>
          <a:solidFill>
            <a:srgbClr val="F50069"/>
          </a:solidFill>
          <a:ln w="0">
            <a:noFill/>
          </a:ln>
        </p:spPr>
        <p:txBody>
          <a:bodyPr/>
          <a:lstStyle/>
          <a:p>
            <a:endParaRPr lang="en-US" sz="1440"/>
          </a:p>
        </p:txBody>
      </p:sp>
      <p:sp>
        <p:nvSpPr>
          <p:cNvPr id="96" name="e_v_7_label">
            <a:extLst>
              <a:ext uri="{FF2B5EF4-FFF2-40B4-BE49-F238E27FC236}">
                <a16:creationId xmlns:a16="http://schemas.microsoft.com/office/drawing/2014/main" id="{CBA6B854-F6FC-4103-A796-1779AC694412}"/>
              </a:ext>
            </a:extLst>
          </p:cNvPr>
          <p:cNvSpPr>
            <a:spLocks noGrp="1"/>
          </p:cNvSpPr>
          <p:nvPr/>
        </p:nvSpPr>
        <p:spPr>
          <a:xfrm>
            <a:off x="9264650" y="941249"/>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0.227</a:t>
            </a:r>
          </a:p>
        </p:txBody>
      </p:sp>
      <p:sp>
        <p:nvSpPr>
          <p:cNvPr id="97" name="e_v_8_dot">
            <a:extLst>
              <a:ext uri="{FF2B5EF4-FFF2-40B4-BE49-F238E27FC236}">
                <a16:creationId xmlns:a16="http://schemas.microsoft.com/office/drawing/2014/main" id="{736098D4-EE2B-4CA3-8B31-D3B718E007FC}"/>
              </a:ext>
            </a:extLst>
          </p:cNvPr>
          <p:cNvSpPr>
            <a:spLocks noGrp="1"/>
          </p:cNvSpPr>
          <p:nvPr/>
        </p:nvSpPr>
        <p:spPr>
          <a:xfrm>
            <a:off x="9937751" y="892969"/>
            <a:ext cx="83820" cy="83820"/>
          </a:xfrm>
          <a:prstGeom prst="ellipse">
            <a:avLst/>
          </a:prstGeom>
          <a:solidFill>
            <a:srgbClr val="F50069"/>
          </a:solidFill>
          <a:ln w="0">
            <a:noFill/>
          </a:ln>
        </p:spPr>
        <p:txBody>
          <a:bodyPr/>
          <a:lstStyle/>
          <a:p>
            <a:endParaRPr lang="en-US" sz="1440"/>
          </a:p>
        </p:txBody>
      </p:sp>
      <p:sp>
        <p:nvSpPr>
          <p:cNvPr id="98" name="e_v_8_label">
            <a:extLst>
              <a:ext uri="{FF2B5EF4-FFF2-40B4-BE49-F238E27FC236}">
                <a16:creationId xmlns:a16="http://schemas.microsoft.com/office/drawing/2014/main" id="{561C62F6-FC0A-4967-AC30-A68FB7458645}"/>
              </a:ext>
            </a:extLst>
          </p:cNvPr>
          <p:cNvSpPr>
            <a:spLocks noGrp="1"/>
          </p:cNvSpPr>
          <p:nvPr/>
        </p:nvSpPr>
        <p:spPr>
          <a:xfrm>
            <a:off x="9659620" y="668178"/>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1.313</a:t>
            </a:r>
          </a:p>
        </p:txBody>
      </p:sp>
      <p:sp>
        <p:nvSpPr>
          <p:cNvPr id="99" name="e_v_9_dot">
            <a:extLst>
              <a:ext uri="{FF2B5EF4-FFF2-40B4-BE49-F238E27FC236}">
                <a16:creationId xmlns:a16="http://schemas.microsoft.com/office/drawing/2014/main" id="{F94B0401-8B17-4060-A67E-EE3195A483D8}"/>
              </a:ext>
            </a:extLst>
          </p:cNvPr>
          <p:cNvSpPr>
            <a:spLocks noGrp="1"/>
          </p:cNvSpPr>
          <p:nvPr/>
        </p:nvSpPr>
        <p:spPr>
          <a:xfrm>
            <a:off x="10332720" y="634142"/>
            <a:ext cx="83820" cy="83820"/>
          </a:xfrm>
          <a:prstGeom prst="ellipse">
            <a:avLst/>
          </a:prstGeom>
          <a:solidFill>
            <a:srgbClr val="F50069"/>
          </a:solidFill>
          <a:ln w="0">
            <a:noFill/>
          </a:ln>
        </p:spPr>
        <p:txBody>
          <a:bodyPr/>
          <a:lstStyle/>
          <a:p>
            <a:endParaRPr lang="en-US" sz="1440"/>
          </a:p>
        </p:txBody>
      </p:sp>
      <p:sp>
        <p:nvSpPr>
          <p:cNvPr id="100" name="e_v_9_label">
            <a:extLst>
              <a:ext uri="{FF2B5EF4-FFF2-40B4-BE49-F238E27FC236}">
                <a16:creationId xmlns:a16="http://schemas.microsoft.com/office/drawing/2014/main" id="{5978C33A-2D3D-43A5-BAE0-291BE46CAC92}"/>
              </a:ext>
            </a:extLst>
          </p:cNvPr>
          <p:cNvSpPr>
            <a:spLocks noGrp="1"/>
          </p:cNvSpPr>
          <p:nvPr/>
        </p:nvSpPr>
        <p:spPr>
          <a:xfrm>
            <a:off x="10054590" y="409352"/>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2.342</a:t>
            </a:r>
          </a:p>
        </p:txBody>
      </p:sp>
      <p:sp>
        <p:nvSpPr>
          <p:cNvPr id="101" name="e_v_10_dot">
            <a:extLst>
              <a:ext uri="{FF2B5EF4-FFF2-40B4-BE49-F238E27FC236}">
                <a16:creationId xmlns:a16="http://schemas.microsoft.com/office/drawing/2014/main" id="{68CE625C-C538-4B06-9F2D-26B61A529DC0}"/>
              </a:ext>
            </a:extLst>
          </p:cNvPr>
          <p:cNvSpPr>
            <a:spLocks noGrp="1"/>
          </p:cNvSpPr>
          <p:nvPr/>
        </p:nvSpPr>
        <p:spPr>
          <a:xfrm>
            <a:off x="10727691" y="457825"/>
            <a:ext cx="83820" cy="83820"/>
          </a:xfrm>
          <a:prstGeom prst="ellipse">
            <a:avLst/>
          </a:prstGeom>
          <a:solidFill>
            <a:srgbClr val="F50069"/>
          </a:solidFill>
          <a:ln w="0">
            <a:noFill/>
          </a:ln>
        </p:spPr>
        <p:txBody>
          <a:bodyPr/>
          <a:lstStyle/>
          <a:p>
            <a:endParaRPr lang="en-US" sz="1440"/>
          </a:p>
        </p:txBody>
      </p:sp>
      <p:sp>
        <p:nvSpPr>
          <p:cNvPr id="102" name="e_v_10_label">
            <a:extLst>
              <a:ext uri="{FF2B5EF4-FFF2-40B4-BE49-F238E27FC236}">
                <a16:creationId xmlns:a16="http://schemas.microsoft.com/office/drawing/2014/main" id="{372E3770-52D5-407D-B031-08A3FA197210}"/>
              </a:ext>
            </a:extLst>
          </p:cNvPr>
          <p:cNvSpPr>
            <a:spLocks noGrp="1"/>
          </p:cNvSpPr>
          <p:nvPr/>
        </p:nvSpPr>
        <p:spPr>
          <a:xfrm>
            <a:off x="10449560" y="674995"/>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3.043</a:t>
            </a:r>
          </a:p>
        </p:txBody>
      </p:sp>
      <p:sp>
        <p:nvSpPr>
          <p:cNvPr id="103" name="e_v_11_dot">
            <a:extLst>
              <a:ext uri="{FF2B5EF4-FFF2-40B4-BE49-F238E27FC236}">
                <a16:creationId xmlns:a16="http://schemas.microsoft.com/office/drawing/2014/main" id="{DD184BE0-575D-4F83-B5DB-799F8FF32550}"/>
              </a:ext>
            </a:extLst>
          </p:cNvPr>
          <p:cNvSpPr>
            <a:spLocks noGrp="1"/>
          </p:cNvSpPr>
          <p:nvPr/>
        </p:nvSpPr>
        <p:spPr>
          <a:xfrm>
            <a:off x="11122660" y="428726"/>
            <a:ext cx="83820" cy="83820"/>
          </a:xfrm>
          <a:prstGeom prst="ellipse">
            <a:avLst/>
          </a:prstGeom>
          <a:solidFill>
            <a:srgbClr val="F50069"/>
          </a:solidFill>
          <a:ln w="0">
            <a:noFill/>
          </a:ln>
        </p:spPr>
        <p:txBody>
          <a:bodyPr/>
          <a:lstStyle/>
          <a:p>
            <a:endParaRPr lang="en-US" sz="1440"/>
          </a:p>
        </p:txBody>
      </p:sp>
      <p:sp>
        <p:nvSpPr>
          <p:cNvPr id="104" name="e_v_11_label">
            <a:extLst>
              <a:ext uri="{FF2B5EF4-FFF2-40B4-BE49-F238E27FC236}">
                <a16:creationId xmlns:a16="http://schemas.microsoft.com/office/drawing/2014/main" id="{C76C6B94-ED62-468F-8C43-602F90B040C2}"/>
              </a:ext>
            </a:extLst>
          </p:cNvPr>
          <p:cNvSpPr>
            <a:spLocks noGrp="1"/>
          </p:cNvSpPr>
          <p:nvPr/>
        </p:nvSpPr>
        <p:spPr>
          <a:xfrm>
            <a:off x="10844530" y="203935"/>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3.159</a:t>
            </a:r>
          </a:p>
        </p:txBody>
      </p:sp>
      <p:sp>
        <p:nvSpPr>
          <p:cNvPr id="105" name="e_v_12_dot">
            <a:extLst>
              <a:ext uri="{FF2B5EF4-FFF2-40B4-BE49-F238E27FC236}">
                <a16:creationId xmlns:a16="http://schemas.microsoft.com/office/drawing/2014/main" id="{56A59025-2146-489F-A236-824B189FB828}"/>
              </a:ext>
            </a:extLst>
          </p:cNvPr>
          <p:cNvSpPr>
            <a:spLocks noGrp="1"/>
          </p:cNvSpPr>
          <p:nvPr/>
        </p:nvSpPr>
        <p:spPr>
          <a:xfrm>
            <a:off x="11517631" y="590923"/>
            <a:ext cx="83820" cy="83820"/>
          </a:xfrm>
          <a:prstGeom prst="ellipse">
            <a:avLst/>
          </a:prstGeom>
          <a:solidFill>
            <a:srgbClr val="F50069"/>
          </a:solidFill>
          <a:ln w="0">
            <a:noFill/>
          </a:ln>
        </p:spPr>
        <p:txBody>
          <a:bodyPr/>
          <a:lstStyle/>
          <a:p>
            <a:endParaRPr lang="en-US" sz="1440"/>
          </a:p>
        </p:txBody>
      </p:sp>
      <p:sp>
        <p:nvSpPr>
          <p:cNvPr id="106" name="e_v_12_label">
            <a:extLst>
              <a:ext uri="{FF2B5EF4-FFF2-40B4-BE49-F238E27FC236}">
                <a16:creationId xmlns:a16="http://schemas.microsoft.com/office/drawing/2014/main" id="{6B93CF44-C600-4C6C-9054-A98AA7547446}"/>
              </a:ext>
            </a:extLst>
          </p:cNvPr>
          <p:cNvSpPr>
            <a:spLocks noGrp="1"/>
          </p:cNvSpPr>
          <p:nvPr/>
        </p:nvSpPr>
        <p:spPr>
          <a:xfrm>
            <a:off x="11239500" y="693792"/>
            <a:ext cx="640080" cy="228600"/>
          </a:xfrm>
          <a:prstGeom prst="rect">
            <a:avLst/>
          </a:prstGeom>
          <a:noFill/>
          <a:ln w="0">
            <a:noFill/>
          </a:ln>
        </p:spPr>
        <p:txBody>
          <a:bodyPr wrap="none" lIns="0" tIns="0" rIns="0" bIns="0" anchor="ctr">
            <a:noAutofit/>
          </a:bodyPr>
          <a:lstStyle/>
          <a:p>
            <a:pPr algn="ctr">
              <a:defRPr sz="1650" b="1">
                <a:solidFill>
                  <a:srgbClr val="F50069"/>
                </a:solidFill>
                <a:latin typeface="Nimbus Sans"/>
                <a:ea typeface="Nimbus Sans"/>
                <a:cs typeface="Nimbus Sans"/>
              </a:defRPr>
            </a:pPr>
            <a:r>
              <a:rPr sz="1320" b="1">
                <a:solidFill>
                  <a:srgbClr val="F50069"/>
                </a:solidFill>
                <a:latin typeface="Nimbus Sans"/>
                <a:ea typeface="Nimbus Sans"/>
                <a:cs typeface="Nimbus Sans"/>
              </a:rPr>
              <a:t>2.514</a:t>
            </a:r>
          </a:p>
        </p:txBody>
      </p:sp>
      <p:sp>
        <p:nvSpPr>
          <p:cNvPr id="107" name="method">
            <a:extLst>
              <a:ext uri="{FF2B5EF4-FFF2-40B4-BE49-F238E27FC236}">
                <a16:creationId xmlns:a16="http://schemas.microsoft.com/office/drawing/2014/main" id="{AB1D46E8-03EC-4D46-AB80-6C39017DE42F}"/>
              </a:ext>
            </a:extLst>
          </p:cNvPr>
          <p:cNvSpPr>
            <a:spLocks noGrp="1"/>
          </p:cNvSpPr>
          <p:nvPr/>
        </p:nvSpPr>
        <p:spPr>
          <a:xfrm>
            <a:off x="426720" y="2446020"/>
            <a:ext cx="2552700" cy="381000"/>
          </a:xfrm>
          <a:prstGeom prst="rect">
            <a:avLst/>
          </a:prstGeom>
          <a:noFill/>
          <a:ln w="0">
            <a:noFill/>
          </a:ln>
        </p:spPr>
        <p:txBody>
          <a:bodyPr wrap="none" lIns="0" tIns="0" rIns="0" bIns="0" anchor="ctr">
            <a:noAutofit/>
          </a:bodyPr>
          <a:lstStyle/>
          <a:p>
            <a:pPr>
              <a:defRPr sz="2925">
                <a:solidFill>
                  <a:srgbClr val="111613"/>
                </a:solidFill>
                <a:latin typeface="Nimbus Sans"/>
                <a:ea typeface="Nimbus Sans"/>
                <a:cs typeface="Nimbus Sans"/>
              </a:defRPr>
            </a:pPr>
            <a:r>
              <a:rPr sz="2340">
                <a:solidFill>
                  <a:srgbClr val="111613"/>
                </a:solidFill>
                <a:latin typeface="Nimbus Sans"/>
                <a:ea typeface="Nimbus Sans"/>
                <a:cs typeface="Nimbus Sans"/>
              </a:rPr>
              <a:t>Explicit Euler</a:t>
            </a:r>
          </a:p>
        </p:txBody>
      </p:sp>
      <p:sp>
        <p:nvSpPr>
          <p:cNvPr id="108" name="parameters">
            <a:extLst>
              <a:ext uri="{FF2B5EF4-FFF2-40B4-BE49-F238E27FC236}">
                <a16:creationId xmlns:a16="http://schemas.microsoft.com/office/drawing/2014/main" id="{2F243C61-3463-44FF-B555-BCB086DEAE1C}"/>
              </a:ext>
            </a:extLst>
          </p:cNvPr>
          <p:cNvSpPr>
            <a:spLocks noGrp="1"/>
          </p:cNvSpPr>
          <p:nvPr/>
        </p:nvSpPr>
        <p:spPr>
          <a:xfrm>
            <a:off x="8077200" y="2468880"/>
            <a:ext cx="3695700" cy="342900"/>
          </a:xfrm>
          <a:prstGeom prst="rect">
            <a:avLst/>
          </a:prstGeom>
          <a:noFill/>
          <a:ln w="0">
            <a:noFill/>
          </a:ln>
        </p:spPr>
        <p:txBody>
          <a:bodyPr wrap="none" lIns="0" tIns="0" rIns="0" bIns="0" anchor="ctr">
            <a:noAutofit/>
          </a:bodyPr>
          <a:lstStyle/>
          <a:p>
            <a:pPr algn="r">
              <a:defRPr sz="2100">
                <a:solidFill>
                  <a:srgbClr val="47554E"/>
                </a:solidFill>
                <a:latin typeface="Nimbus Sans"/>
                <a:ea typeface="Nimbus Sans"/>
                <a:cs typeface="Nimbus Sans"/>
              </a:defRPr>
            </a:pPr>
            <a:r>
              <a:rPr sz="1680">
                <a:solidFill>
                  <a:srgbClr val="47554E"/>
                </a:solidFill>
                <a:latin typeface="Nimbus Sans"/>
                <a:ea typeface="Nimbus Sans"/>
                <a:cs typeface="Nimbus Sans"/>
              </a:rPr>
              <a:t>k = 1     m = 1     dt = 0.5</a:t>
            </a:r>
          </a:p>
        </p:txBody>
      </p:sp>
      <p:sp>
        <p:nvSpPr>
          <p:cNvPr id="109" name="x_formula">
            <a:extLst>
              <a:ext uri="{FF2B5EF4-FFF2-40B4-BE49-F238E27FC236}">
                <a16:creationId xmlns:a16="http://schemas.microsoft.com/office/drawing/2014/main" id="{0BC88417-6D28-4FE9-8E1E-EDB4328DCEF5}"/>
              </a:ext>
            </a:extLst>
          </p:cNvPr>
          <p:cNvSpPr>
            <a:spLocks noGrp="1"/>
          </p:cNvSpPr>
          <p:nvPr/>
        </p:nvSpPr>
        <p:spPr>
          <a:xfrm>
            <a:off x="426720" y="3131820"/>
            <a:ext cx="5372100" cy="472440"/>
          </a:xfrm>
          <a:prstGeom prst="rect">
            <a:avLst/>
          </a:prstGeom>
          <a:noFill/>
          <a:ln w="0">
            <a:noFill/>
          </a:ln>
        </p:spPr>
        <p:txBody>
          <a:bodyPr wrap="none" lIns="0" tIns="0" rIns="0" bIns="0" anchor="ctr">
            <a:noAutofit/>
          </a:bodyPr>
          <a:lstStyle/>
          <a:p>
            <a:pPr>
              <a:defRPr sz="2850">
                <a:solidFill>
                  <a:srgbClr val="111613"/>
                </a:solidFill>
                <a:latin typeface="Nimbus Sans"/>
                <a:ea typeface="Nimbus Sans"/>
                <a:cs typeface="Nimbus Sans"/>
              </a:defRPr>
            </a:pPr>
            <a:r>
              <a:rPr sz="2280">
                <a:solidFill>
                  <a:srgbClr val="111613"/>
                </a:solidFill>
                <a:latin typeface="Nimbus Sans"/>
                <a:ea typeface="Nimbus Sans"/>
                <a:cs typeface="Nimbus Sans"/>
              </a:rPr>
              <a:t>x[n] = v[n−1] * dt + x[n−1]</a:t>
            </a:r>
          </a:p>
        </p:txBody>
      </p:sp>
      <p:sp>
        <p:nvSpPr>
          <p:cNvPr id="110" name="v_formula">
            <a:extLst>
              <a:ext uri="{FF2B5EF4-FFF2-40B4-BE49-F238E27FC236}">
                <a16:creationId xmlns:a16="http://schemas.microsoft.com/office/drawing/2014/main" id="{DF446BFF-E3E3-4A6A-A62E-F33502279B07}"/>
              </a:ext>
            </a:extLst>
          </p:cNvPr>
          <p:cNvSpPr>
            <a:spLocks noGrp="1"/>
          </p:cNvSpPr>
          <p:nvPr/>
        </p:nvSpPr>
        <p:spPr>
          <a:xfrm>
            <a:off x="6195060" y="3131820"/>
            <a:ext cx="5562600" cy="472440"/>
          </a:xfrm>
          <a:prstGeom prst="rect">
            <a:avLst/>
          </a:prstGeom>
          <a:noFill/>
          <a:ln w="0">
            <a:noFill/>
          </a:ln>
        </p:spPr>
        <p:txBody>
          <a:bodyPr wrap="none" lIns="0" tIns="0" rIns="0" bIns="0" anchor="ctr">
            <a:noAutofit/>
          </a:bodyPr>
          <a:lstStyle/>
          <a:p>
            <a:pPr>
              <a:defRPr sz="2550">
                <a:solidFill>
                  <a:srgbClr val="111613"/>
                </a:solidFill>
                <a:latin typeface="Nimbus Sans"/>
                <a:ea typeface="Nimbus Sans"/>
                <a:cs typeface="Nimbus Sans"/>
              </a:defRPr>
            </a:pPr>
            <a:r>
              <a:rPr sz="2040">
                <a:solidFill>
                  <a:srgbClr val="111613"/>
                </a:solidFill>
                <a:latin typeface="Nimbus Sans"/>
                <a:ea typeface="Nimbus Sans"/>
                <a:cs typeface="Nimbus Sans"/>
              </a:rPr>
              <a:t>v[n] = −(k/m) x[n−1] * dt + v[n−1]</a:t>
            </a:r>
          </a:p>
        </p:txBody>
      </p:sp>
      <p:sp>
        <p:nvSpPr>
          <p:cNvPr id="111" name="initial">
            <a:extLst>
              <a:ext uri="{FF2B5EF4-FFF2-40B4-BE49-F238E27FC236}">
                <a16:creationId xmlns:a16="http://schemas.microsoft.com/office/drawing/2014/main" id="{B9F79687-4749-48BD-9897-EF1602007E72}"/>
              </a:ext>
            </a:extLst>
          </p:cNvPr>
          <p:cNvSpPr>
            <a:spLocks noGrp="1"/>
          </p:cNvSpPr>
          <p:nvPr/>
        </p:nvSpPr>
        <p:spPr>
          <a:xfrm>
            <a:off x="426720" y="2842260"/>
            <a:ext cx="5715000" cy="266700"/>
          </a:xfrm>
          <a:prstGeom prst="rect">
            <a:avLst/>
          </a:prstGeom>
          <a:noFill/>
          <a:ln w="0">
            <a:noFill/>
          </a:ln>
        </p:spPr>
        <p:txBody>
          <a:bodyPr wrap="none" lIns="0" tIns="0" rIns="0" bIns="0" anchor="ctr">
            <a:noAutofit/>
          </a:bodyPr>
          <a:lstStyle/>
          <a:p>
            <a:pPr>
              <a:defRPr sz="1875">
                <a:solidFill>
                  <a:srgbClr val="47554E"/>
                </a:solidFill>
                <a:latin typeface="Nimbus Sans"/>
                <a:ea typeface="Nimbus Sans"/>
                <a:cs typeface="Nimbus Sans"/>
              </a:defRPr>
            </a:pPr>
            <a:r>
              <a:rPr sz="1500">
                <a:solidFill>
                  <a:srgbClr val="47554E"/>
                </a:solidFill>
                <a:latin typeface="Nimbus Sans"/>
                <a:ea typeface="Nimbus Sans"/>
                <a:cs typeface="Nimbus Sans"/>
              </a:rPr>
              <a:t>x[0] = 1       v[0] = 0</a:t>
            </a:r>
          </a:p>
        </p:txBody>
      </p:sp>
      <p:sp>
        <p:nvSpPr>
          <p:cNvPr id="112" name="old_pair">
            <a:extLst>
              <a:ext uri="{FF2B5EF4-FFF2-40B4-BE49-F238E27FC236}">
                <a16:creationId xmlns:a16="http://schemas.microsoft.com/office/drawing/2014/main" id="{D01991F3-8430-4E39-8533-73D1DE72CD39}"/>
              </a:ext>
            </a:extLst>
          </p:cNvPr>
          <p:cNvSpPr>
            <a:spLocks noGrp="1"/>
          </p:cNvSpPr>
          <p:nvPr/>
        </p:nvSpPr>
        <p:spPr>
          <a:xfrm>
            <a:off x="426720" y="5242560"/>
            <a:ext cx="11201400" cy="350520"/>
          </a:xfrm>
          <a:prstGeom prst="rect">
            <a:avLst/>
          </a:prstGeom>
          <a:noFill/>
          <a:ln w="0">
            <a:noFill/>
          </a:ln>
        </p:spPr>
        <p:txBody>
          <a:bodyPr wrap="none" lIns="0" tIns="0" rIns="0" bIns="0" anchor="ctr">
            <a:noAutofit/>
          </a:bodyPr>
          <a:lstStyle/>
          <a:p>
            <a:pPr>
              <a:defRPr sz="2250">
                <a:solidFill>
                  <a:srgbClr val="111613"/>
                </a:solidFill>
                <a:latin typeface="Nimbus Sans"/>
                <a:ea typeface="Nimbus Sans"/>
                <a:cs typeface="Nimbus Sans"/>
              </a:defRPr>
            </a:pPr>
            <a:r>
              <a:rPr>
                <a:solidFill>
                  <a:srgbClr val="111613"/>
                </a:solidFill>
                <a:latin typeface="Nimbus Sans"/>
                <a:ea typeface="Nimbus Sans"/>
                <a:cs typeface="Nimbus Sans"/>
              </a:rPr>
              <a:t>Both calculations use the previous pair: x[n−1], v[n−1].</a:t>
            </a:r>
          </a:p>
        </p:txBody>
      </p:sp>
      <p:sp>
        <p:nvSpPr>
          <p:cNvPr id="113" name="e_x_0_list">
            <a:extLst>
              <a:ext uri="{FF2B5EF4-FFF2-40B4-BE49-F238E27FC236}">
                <a16:creationId xmlns:a16="http://schemas.microsoft.com/office/drawing/2014/main" id="{CCA05954-B596-4E3C-A7D9-14AE270FFB5F}"/>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x = [1]</a:t>
            </a:r>
          </a:p>
        </p:txBody>
      </p:sp>
      <p:sp>
        <p:nvSpPr>
          <p:cNvPr id="114" name="e_x_1_list">
            <a:extLst>
              <a:ext uri="{FF2B5EF4-FFF2-40B4-BE49-F238E27FC236}">
                <a16:creationId xmlns:a16="http://schemas.microsoft.com/office/drawing/2014/main" id="{92532179-47BD-4C35-BF9C-091208CFFA57}"/>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x = [1, 1.000]</a:t>
            </a:r>
          </a:p>
        </p:txBody>
      </p:sp>
      <p:sp>
        <p:nvSpPr>
          <p:cNvPr id="115" name="e_x_2_list">
            <a:extLst>
              <a:ext uri="{FF2B5EF4-FFF2-40B4-BE49-F238E27FC236}">
                <a16:creationId xmlns:a16="http://schemas.microsoft.com/office/drawing/2014/main" id="{A722E102-F3B6-44D1-A354-805E53A3CA42}"/>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x = [1, 1.000, 0.750]</a:t>
            </a:r>
          </a:p>
        </p:txBody>
      </p:sp>
      <p:sp>
        <p:nvSpPr>
          <p:cNvPr id="116" name="e_x_3_list">
            <a:extLst>
              <a:ext uri="{FF2B5EF4-FFF2-40B4-BE49-F238E27FC236}">
                <a16:creationId xmlns:a16="http://schemas.microsoft.com/office/drawing/2014/main" id="{63D3F1D7-B3FB-4264-A5F8-BD9004202192}"/>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x = [1, 1.000, 0.750, 0.250]</a:t>
            </a:r>
          </a:p>
        </p:txBody>
      </p:sp>
      <p:sp>
        <p:nvSpPr>
          <p:cNvPr id="117" name="e_x_4_list">
            <a:extLst>
              <a:ext uri="{FF2B5EF4-FFF2-40B4-BE49-F238E27FC236}">
                <a16:creationId xmlns:a16="http://schemas.microsoft.com/office/drawing/2014/main" id="{B688784C-9BC2-4F9C-985C-FE4BC62E7B02}"/>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x = [1, 1.000, 0.750, 0.250, -0.438]</a:t>
            </a:r>
          </a:p>
        </p:txBody>
      </p:sp>
      <p:sp>
        <p:nvSpPr>
          <p:cNvPr id="118" name="e_x_5_list">
            <a:extLst>
              <a:ext uri="{FF2B5EF4-FFF2-40B4-BE49-F238E27FC236}">
                <a16:creationId xmlns:a16="http://schemas.microsoft.com/office/drawing/2014/main" id="{D795DF01-3983-4FD3-AD80-DE8004D2325D}"/>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x = [1, 1.000, 0.750, 0.250, -0.438, -1.188]</a:t>
            </a:r>
          </a:p>
        </p:txBody>
      </p:sp>
      <p:sp>
        <p:nvSpPr>
          <p:cNvPr id="119" name="e_x_6_list">
            <a:extLst>
              <a:ext uri="{FF2B5EF4-FFF2-40B4-BE49-F238E27FC236}">
                <a16:creationId xmlns:a16="http://schemas.microsoft.com/office/drawing/2014/main" id="{905346F0-3BE5-47BC-877E-8D2F5629DBC9}"/>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x = [1, 1.000, 0.750, 0.250, -0.438, -1.188, -1.828]</a:t>
            </a:r>
          </a:p>
        </p:txBody>
      </p:sp>
      <p:sp>
        <p:nvSpPr>
          <p:cNvPr id="120" name="e_x_7_list">
            <a:extLst>
              <a:ext uri="{FF2B5EF4-FFF2-40B4-BE49-F238E27FC236}">
                <a16:creationId xmlns:a16="http://schemas.microsoft.com/office/drawing/2014/main" id="{AF83B12B-A565-45DB-9020-123DD2C48BD1}"/>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x = [1, 1.000, 0.750, 0.250, -0.438, -1.188, -1.828, -2.172]</a:t>
            </a:r>
          </a:p>
        </p:txBody>
      </p:sp>
      <p:sp>
        <p:nvSpPr>
          <p:cNvPr id="121" name="e_x_8_list">
            <a:extLst>
              <a:ext uri="{FF2B5EF4-FFF2-40B4-BE49-F238E27FC236}">
                <a16:creationId xmlns:a16="http://schemas.microsoft.com/office/drawing/2014/main" id="{7F2D9F02-236A-407C-9693-39D5C76DB8BF}"/>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x = [1, 1.000, 0.750, 0.250, -0.438, -1.188, -1.828, -2.172, -2.059]</a:t>
            </a:r>
          </a:p>
        </p:txBody>
      </p:sp>
      <p:sp>
        <p:nvSpPr>
          <p:cNvPr id="122" name="e_x_9_list">
            <a:extLst>
              <a:ext uri="{FF2B5EF4-FFF2-40B4-BE49-F238E27FC236}">
                <a16:creationId xmlns:a16="http://schemas.microsoft.com/office/drawing/2014/main" id="{34D8AD31-E2E9-4A13-88D3-71C7E3DC4E6E}"/>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x = [1, 1.000, 0.750, 0.250, -0.438, -1.188, -1.828, -2.172, -2.059, -1.402]</a:t>
            </a:r>
          </a:p>
        </p:txBody>
      </p:sp>
      <p:sp>
        <p:nvSpPr>
          <p:cNvPr id="123" name="e_x_10_list">
            <a:extLst>
              <a:ext uri="{FF2B5EF4-FFF2-40B4-BE49-F238E27FC236}">
                <a16:creationId xmlns:a16="http://schemas.microsoft.com/office/drawing/2014/main" id="{FCCA4B84-4B84-4741-AB35-38E27675693D}"/>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x = [1, 1.000, 0.750, 0.250, -0.438, -1.188, -1.828, -2.172, -2.059, -1.402, -0.231]</a:t>
            </a:r>
          </a:p>
        </p:txBody>
      </p:sp>
      <p:sp>
        <p:nvSpPr>
          <p:cNvPr id="124" name="e_x_11_list">
            <a:extLst>
              <a:ext uri="{FF2B5EF4-FFF2-40B4-BE49-F238E27FC236}">
                <a16:creationId xmlns:a16="http://schemas.microsoft.com/office/drawing/2014/main" id="{8344EF01-B28B-4DAC-89D1-AB38AA3CD872}"/>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x = [1, 1.000, 0.750, 0.250, -0.438, -1.188, -1.828, -2.172, -2.059, -1.402, -0.231, 1.290]</a:t>
            </a:r>
          </a:p>
        </p:txBody>
      </p:sp>
      <p:sp>
        <p:nvSpPr>
          <p:cNvPr id="125" name="e_x_12_list">
            <a:extLst>
              <a:ext uri="{FF2B5EF4-FFF2-40B4-BE49-F238E27FC236}">
                <a16:creationId xmlns:a16="http://schemas.microsoft.com/office/drawing/2014/main" id="{BEE11F54-4BF8-445D-986F-01C1A36541F4}"/>
              </a:ext>
            </a:extLst>
          </p:cNvPr>
          <p:cNvSpPr>
            <a:spLocks noGrp="1"/>
          </p:cNvSpPr>
          <p:nvPr/>
        </p:nvSpPr>
        <p:spPr>
          <a:xfrm>
            <a:off x="396240" y="587502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x = [1, 1.000, 0.750, 0.250, -0.438, -1.188, -1.828, -2.172, -2.059, -1.402, -0.231, 1.290, 2.869]</a:t>
            </a:r>
          </a:p>
        </p:txBody>
      </p:sp>
      <p:sp>
        <p:nvSpPr>
          <p:cNvPr id="126" name="e_x_1_n">
            <a:extLst>
              <a:ext uri="{FF2B5EF4-FFF2-40B4-BE49-F238E27FC236}">
                <a16:creationId xmlns:a16="http://schemas.microsoft.com/office/drawing/2014/main" id="{C660A10F-220D-4372-BAA7-A9FE4F9EC484}"/>
              </a:ext>
            </a:extLst>
          </p:cNvPr>
          <p:cNvSpPr>
            <a:spLocks noGrp="1"/>
          </p:cNvSpPr>
          <p:nvPr/>
        </p:nvSpPr>
        <p:spPr>
          <a:xfrm>
            <a:off x="42672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1</a:t>
            </a:r>
          </a:p>
        </p:txBody>
      </p:sp>
      <p:sp>
        <p:nvSpPr>
          <p:cNvPr id="127" name="e_x_1_calc">
            <a:extLst>
              <a:ext uri="{FF2B5EF4-FFF2-40B4-BE49-F238E27FC236}">
                <a16:creationId xmlns:a16="http://schemas.microsoft.com/office/drawing/2014/main" id="{4FFB608B-8A2B-490D-BEF4-271E417BD55D}"/>
              </a:ext>
            </a:extLst>
          </p:cNvPr>
          <p:cNvSpPr>
            <a:spLocks noGrp="1"/>
          </p:cNvSpPr>
          <p:nvPr/>
        </p:nvSpPr>
        <p:spPr>
          <a:xfrm>
            <a:off x="426720" y="4122420"/>
            <a:ext cx="5379720" cy="563880"/>
          </a:xfrm>
          <a:prstGeom prst="rect">
            <a:avLst/>
          </a:prstGeom>
          <a:solidFill>
            <a:srgbClr val="F5FFF9"/>
          </a:solidFill>
          <a:ln w="0">
            <a:noFill/>
          </a:ln>
        </p:spPr>
        <p:txBody>
          <a:bodyPr wrap="none" lIns="0" tIns="0" rIns="0" bIns="0" anchor="ctr">
            <a:noAutofit/>
          </a:bodyPr>
          <a:lstStyle/>
          <a:p>
            <a:pPr>
              <a:defRPr sz="2850">
                <a:solidFill>
                  <a:srgbClr val="F50069"/>
                </a:solidFill>
                <a:latin typeface="Nimbus Sans"/>
                <a:ea typeface="Nimbus Sans"/>
                <a:cs typeface="Nimbus Sans"/>
              </a:defRPr>
            </a:pPr>
            <a:r>
              <a:rPr sz="2280">
                <a:solidFill>
                  <a:srgbClr val="F50069"/>
                </a:solidFill>
                <a:latin typeface="Nimbus Sans"/>
                <a:ea typeface="Nimbus Sans"/>
                <a:cs typeface="Nimbus Sans"/>
              </a:rPr>
              <a:t>1 = 0 × .5 + 1</a:t>
            </a:r>
          </a:p>
        </p:txBody>
      </p:sp>
      <p:sp>
        <p:nvSpPr>
          <p:cNvPr id="128" name="e_x_2_n">
            <a:extLst>
              <a:ext uri="{FF2B5EF4-FFF2-40B4-BE49-F238E27FC236}">
                <a16:creationId xmlns:a16="http://schemas.microsoft.com/office/drawing/2014/main" id="{08FD8561-B107-4280-A4D4-530082A305AF}"/>
              </a:ext>
            </a:extLst>
          </p:cNvPr>
          <p:cNvSpPr>
            <a:spLocks noGrp="1"/>
          </p:cNvSpPr>
          <p:nvPr/>
        </p:nvSpPr>
        <p:spPr>
          <a:xfrm>
            <a:off x="42672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2</a:t>
            </a:r>
          </a:p>
        </p:txBody>
      </p:sp>
      <p:sp>
        <p:nvSpPr>
          <p:cNvPr id="129" name="e_x_2_calc">
            <a:extLst>
              <a:ext uri="{FF2B5EF4-FFF2-40B4-BE49-F238E27FC236}">
                <a16:creationId xmlns:a16="http://schemas.microsoft.com/office/drawing/2014/main" id="{5145792C-1582-4A1E-B901-3839358DEF04}"/>
              </a:ext>
            </a:extLst>
          </p:cNvPr>
          <p:cNvSpPr>
            <a:spLocks noGrp="1"/>
          </p:cNvSpPr>
          <p:nvPr/>
        </p:nvSpPr>
        <p:spPr>
          <a:xfrm>
            <a:off x="426720" y="4122420"/>
            <a:ext cx="5379720" cy="563880"/>
          </a:xfrm>
          <a:prstGeom prst="rect">
            <a:avLst/>
          </a:prstGeom>
          <a:solidFill>
            <a:srgbClr val="F5FFF9"/>
          </a:solidFill>
          <a:ln w="0">
            <a:noFill/>
          </a:ln>
        </p:spPr>
        <p:txBody>
          <a:bodyPr wrap="none" lIns="0" tIns="0" rIns="0" bIns="0" anchor="ctr">
            <a:noAutofit/>
          </a:bodyPr>
          <a:lstStyle/>
          <a:p>
            <a:pPr>
              <a:defRPr sz="2850">
                <a:solidFill>
                  <a:srgbClr val="F50069"/>
                </a:solidFill>
                <a:latin typeface="Nimbus Sans"/>
                <a:ea typeface="Nimbus Sans"/>
                <a:cs typeface="Nimbus Sans"/>
              </a:defRPr>
            </a:pPr>
            <a:r>
              <a:rPr sz="2280">
                <a:solidFill>
                  <a:srgbClr val="F50069"/>
                </a:solidFill>
                <a:latin typeface="Nimbus Sans"/>
                <a:ea typeface="Nimbus Sans"/>
                <a:cs typeface="Nimbus Sans"/>
              </a:rPr>
              <a:t>0.750 = (−0.500) × .5 + 1</a:t>
            </a:r>
          </a:p>
        </p:txBody>
      </p:sp>
      <p:sp>
        <p:nvSpPr>
          <p:cNvPr id="130" name="e_x_3_n">
            <a:extLst>
              <a:ext uri="{FF2B5EF4-FFF2-40B4-BE49-F238E27FC236}">
                <a16:creationId xmlns:a16="http://schemas.microsoft.com/office/drawing/2014/main" id="{650CEC2B-95A9-4243-AA32-35B629167798}"/>
              </a:ext>
            </a:extLst>
          </p:cNvPr>
          <p:cNvSpPr>
            <a:spLocks noGrp="1"/>
          </p:cNvSpPr>
          <p:nvPr/>
        </p:nvSpPr>
        <p:spPr>
          <a:xfrm>
            <a:off x="42672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3</a:t>
            </a:r>
          </a:p>
        </p:txBody>
      </p:sp>
      <p:sp>
        <p:nvSpPr>
          <p:cNvPr id="131" name="e_x_3_calc">
            <a:extLst>
              <a:ext uri="{FF2B5EF4-FFF2-40B4-BE49-F238E27FC236}">
                <a16:creationId xmlns:a16="http://schemas.microsoft.com/office/drawing/2014/main" id="{E3927DF6-011E-4374-B597-9E456BD217FC}"/>
              </a:ext>
            </a:extLst>
          </p:cNvPr>
          <p:cNvSpPr>
            <a:spLocks noGrp="1"/>
          </p:cNvSpPr>
          <p:nvPr/>
        </p:nvSpPr>
        <p:spPr>
          <a:xfrm>
            <a:off x="426720" y="4122420"/>
            <a:ext cx="5379720" cy="563880"/>
          </a:xfrm>
          <a:prstGeom prst="rect">
            <a:avLst/>
          </a:prstGeom>
          <a:solidFill>
            <a:srgbClr val="F5FFF9"/>
          </a:solidFill>
          <a:ln w="0">
            <a:noFill/>
          </a:ln>
        </p:spPr>
        <p:txBody>
          <a:bodyPr wrap="none" lIns="0" tIns="0" rIns="0" bIns="0" anchor="ctr">
            <a:noAutofit/>
          </a:bodyPr>
          <a:lstStyle/>
          <a:p>
            <a:pPr>
              <a:defRPr sz="2850">
                <a:solidFill>
                  <a:srgbClr val="F50069"/>
                </a:solidFill>
                <a:latin typeface="Nimbus Sans"/>
                <a:ea typeface="Nimbus Sans"/>
                <a:cs typeface="Nimbus Sans"/>
              </a:defRPr>
            </a:pPr>
            <a:r>
              <a:rPr sz="2280">
                <a:solidFill>
                  <a:srgbClr val="F50069"/>
                </a:solidFill>
                <a:latin typeface="Nimbus Sans"/>
                <a:ea typeface="Nimbus Sans"/>
                <a:cs typeface="Nimbus Sans"/>
              </a:rPr>
              <a:t>0.250 = (−1) × .5 + 0.750</a:t>
            </a:r>
          </a:p>
        </p:txBody>
      </p:sp>
      <p:sp>
        <p:nvSpPr>
          <p:cNvPr id="132" name="e_x_4_n">
            <a:extLst>
              <a:ext uri="{FF2B5EF4-FFF2-40B4-BE49-F238E27FC236}">
                <a16:creationId xmlns:a16="http://schemas.microsoft.com/office/drawing/2014/main" id="{A2E21E41-5CC2-4F93-80CA-520F0ADE2340}"/>
              </a:ext>
            </a:extLst>
          </p:cNvPr>
          <p:cNvSpPr>
            <a:spLocks noGrp="1"/>
          </p:cNvSpPr>
          <p:nvPr/>
        </p:nvSpPr>
        <p:spPr>
          <a:xfrm>
            <a:off x="42672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4</a:t>
            </a:r>
          </a:p>
        </p:txBody>
      </p:sp>
      <p:sp>
        <p:nvSpPr>
          <p:cNvPr id="133" name="e_x_4_calc">
            <a:extLst>
              <a:ext uri="{FF2B5EF4-FFF2-40B4-BE49-F238E27FC236}">
                <a16:creationId xmlns:a16="http://schemas.microsoft.com/office/drawing/2014/main" id="{B77DBFDF-07C2-4716-A45C-A14CBBBD27D0}"/>
              </a:ext>
            </a:extLst>
          </p:cNvPr>
          <p:cNvSpPr>
            <a:spLocks noGrp="1"/>
          </p:cNvSpPr>
          <p:nvPr/>
        </p:nvSpPr>
        <p:spPr>
          <a:xfrm>
            <a:off x="426720" y="4122420"/>
            <a:ext cx="5379720" cy="563880"/>
          </a:xfrm>
          <a:prstGeom prst="rect">
            <a:avLst/>
          </a:prstGeom>
          <a:solidFill>
            <a:srgbClr val="F5FFF9"/>
          </a:solidFill>
          <a:ln w="0">
            <a:noFill/>
          </a:ln>
        </p:spPr>
        <p:txBody>
          <a:bodyPr wrap="none" lIns="0" tIns="0" rIns="0" bIns="0" anchor="ctr">
            <a:noAutofit/>
          </a:bodyPr>
          <a:lstStyle/>
          <a:p>
            <a:pPr>
              <a:defRPr sz="2850">
                <a:solidFill>
                  <a:srgbClr val="F50069"/>
                </a:solidFill>
                <a:latin typeface="Nimbus Sans"/>
                <a:ea typeface="Nimbus Sans"/>
                <a:cs typeface="Nimbus Sans"/>
              </a:defRPr>
            </a:pPr>
            <a:r>
              <a:rPr sz="2280">
                <a:solidFill>
                  <a:srgbClr val="F50069"/>
                </a:solidFill>
                <a:latin typeface="Nimbus Sans"/>
                <a:ea typeface="Nimbus Sans"/>
                <a:cs typeface="Nimbus Sans"/>
              </a:rPr>
              <a:t>−0.438 = (−1.375) × .5 + 0.250</a:t>
            </a:r>
          </a:p>
        </p:txBody>
      </p:sp>
      <p:sp>
        <p:nvSpPr>
          <p:cNvPr id="134" name="e_x_5_n">
            <a:extLst>
              <a:ext uri="{FF2B5EF4-FFF2-40B4-BE49-F238E27FC236}">
                <a16:creationId xmlns:a16="http://schemas.microsoft.com/office/drawing/2014/main" id="{13670DC8-9BDF-44C3-98FD-B4F7C4C064A4}"/>
              </a:ext>
            </a:extLst>
          </p:cNvPr>
          <p:cNvSpPr>
            <a:spLocks noGrp="1"/>
          </p:cNvSpPr>
          <p:nvPr/>
        </p:nvSpPr>
        <p:spPr>
          <a:xfrm>
            <a:off x="42672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5</a:t>
            </a:r>
          </a:p>
        </p:txBody>
      </p:sp>
      <p:sp>
        <p:nvSpPr>
          <p:cNvPr id="135" name="e_x_5_calc">
            <a:extLst>
              <a:ext uri="{FF2B5EF4-FFF2-40B4-BE49-F238E27FC236}">
                <a16:creationId xmlns:a16="http://schemas.microsoft.com/office/drawing/2014/main" id="{532F8B3A-5FBC-4E2C-95E7-F1A72D1F4068}"/>
              </a:ext>
            </a:extLst>
          </p:cNvPr>
          <p:cNvSpPr>
            <a:spLocks noGrp="1"/>
          </p:cNvSpPr>
          <p:nvPr/>
        </p:nvSpPr>
        <p:spPr>
          <a:xfrm>
            <a:off x="426720" y="4122420"/>
            <a:ext cx="5379720" cy="563880"/>
          </a:xfrm>
          <a:prstGeom prst="rect">
            <a:avLst/>
          </a:prstGeom>
          <a:solidFill>
            <a:srgbClr val="F5FFF9"/>
          </a:solidFill>
          <a:ln w="0">
            <a:noFill/>
          </a:ln>
        </p:spPr>
        <p:txBody>
          <a:bodyPr wrap="none" lIns="0" tIns="0" rIns="0" bIns="0" anchor="ctr">
            <a:noAutofit/>
          </a:bodyPr>
          <a:lstStyle/>
          <a:p>
            <a:pPr>
              <a:defRPr sz="2850">
                <a:solidFill>
                  <a:srgbClr val="F50069"/>
                </a:solidFill>
                <a:latin typeface="Nimbus Sans"/>
                <a:ea typeface="Nimbus Sans"/>
                <a:cs typeface="Nimbus Sans"/>
              </a:defRPr>
            </a:pPr>
            <a:r>
              <a:rPr sz="2280">
                <a:solidFill>
                  <a:srgbClr val="F50069"/>
                </a:solidFill>
                <a:latin typeface="Nimbus Sans"/>
                <a:ea typeface="Nimbus Sans"/>
                <a:cs typeface="Nimbus Sans"/>
              </a:rPr>
              <a:t>−1.188 = (−1.500) × .5 + (−0.438)</a:t>
            </a:r>
          </a:p>
        </p:txBody>
      </p:sp>
      <p:sp>
        <p:nvSpPr>
          <p:cNvPr id="136" name="e_x_6_n">
            <a:extLst>
              <a:ext uri="{FF2B5EF4-FFF2-40B4-BE49-F238E27FC236}">
                <a16:creationId xmlns:a16="http://schemas.microsoft.com/office/drawing/2014/main" id="{D2A2EA8D-FB9D-4465-8DF3-EF12765B7624}"/>
              </a:ext>
            </a:extLst>
          </p:cNvPr>
          <p:cNvSpPr>
            <a:spLocks noGrp="1"/>
          </p:cNvSpPr>
          <p:nvPr/>
        </p:nvSpPr>
        <p:spPr>
          <a:xfrm>
            <a:off x="42672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6</a:t>
            </a:r>
          </a:p>
        </p:txBody>
      </p:sp>
      <p:sp>
        <p:nvSpPr>
          <p:cNvPr id="137" name="e_x_6_calc">
            <a:extLst>
              <a:ext uri="{FF2B5EF4-FFF2-40B4-BE49-F238E27FC236}">
                <a16:creationId xmlns:a16="http://schemas.microsoft.com/office/drawing/2014/main" id="{04CF1B19-4BD6-4001-9929-A02D6D70AFAE}"/>
              </a:ext>
            </a:extLst>
          </p:cNvPr>
          <p:cNvSpPr>
            <a:spLocks noGrp="1"/>
          </p:cNvSpPr>
          <p:nvPr/>
        </p:nvSpPr>
        <p:spPr>
          <a:xfrm>
            <a:off x="426720" y="4122420"/>
            <a:ext cx="5379720" cy="563880"/>
          </a:xfrm>
          <a:prstGeom prst="rect">
            <a:avLst/>
          </a:prstGeom>
          <a:solidFill>
            <a:srgbClr val="F5FFF9"/>
          </a:solidFill>
          <a:ln w="0">
            <a:noFill/>
          </a:ln>
        </p:spPr>
        <p:txBody>
          <a:bodyPr wrap="none" lIns="0" tIns="0" rIns="0" bIns="0" anchor="ctr">
            <a:noAutofit/>
          </a:bodyPr>
          <a:lstStyle/>
          <a:p>
            <a:pPr>
              <a:defRPr sz="2850">
                <a:solidFill>
                  <a:srgbClr val="F50069"/>
                </a:solidFill>
                <a:latin typeface="Nimbus Sans"/>
                <a:ea typeface="Nimbus Sans"/>
                <a:cs typeface="Nimbus Sans"/>
              </a:defRPr>
            </a:pPr>
            <a:r>
              <a:rPr sz="2280">
                <a:solidFill>
                  <a:srgbClr val="F50069"/>
                </a:solidFill>
                <a:latin typeface="Nimbus Sans"/>
                <a:ea typeface="Nimbus Sans"/>
                <a:cs typeface="Nimbus Sans"/>
              </a:rPr>
              <a:t>−1.828 = (−1.281) × .5 + (−1.188)</a:t>
            </a:r>
          </a:p>
        </p:txBody>
      </p:sp>
      <p:sp>
        <p:nvSpPr>
          <p:cNvPr id="138" name="e_x_7_n">
            <a:extLst>
              <a:ext uri="{FF2B5EF4-FFF2-40B4-BE49-F238E27FC236}">
                <a16:creationId xmlns:a16="http://schemas.microsoft.com/office/drawing/2014/main" id="{1929085A-4651-4FEC-8F24-94F48347A750}"/>
              </a:ext>
            </a:extLst>
          </p:cNvPr>
          <p:cNvSpPr>
            <a:spLocks noGrp="1"/>
          </p:cNvSpPr>
          <p:nvPr/>
        </p:nvSpPr>
        <p:spPr>
          <a:xfrm>
            <a:off x="42672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7</a:t>
            </a:r>
          </a:p>
        </p:txBody>
      </p:sp>
      <p:sp>
        <p:nvSpPr>
          <p:cNvPr id="139" name="e_x_7_calc">
            <a:extLst>
              <a:ext uri="{FF2B5EF4-FFF2-40B4-BE49-F238E27FC236}">
                <a16:creationId xmlns:a16="http://schemas.microsoft.com/office/drawing/2014/main" id="{935FCC96-AD2A-4DC2-A971-E4E49F7C0F85}"/>
              </a:ext>
            </a:extLst>
          </p:cNvPr>
          <p:cNvSpPr>
            <a:spLocks noGrp="1"/>
          </p:cNvSpPr>
          <p:nvPr/>
        </p:nvSpPr>
        <p:spPr>
          <a:xfrm>
            <a:off x="426720" y="4122420"/>
            <a:ext cx="5379720" cy="563880"/>
          </a:xfrm>
          <a:prstGeom prst="rect">
            <a:avLst/>
          </a:prstGeom>
          <a:solidFill>
            <a:srgbClr val="F5FFF9"/>
          </a:solidFill>
          <a:ln w="0">
            <a:noFill/>
          </a:ln>
        </p:spPr>
        <p:txBody>
          <a:bodyPr wrap="none" lIns="0" tIns="0" rIns="0" bIns="0" anchor="ctr">
            <a:noAutofit/>
          </a:bodyPr>
          <a:lstStyle/>
          <a:p>
            <a:pPr>
              <a:defRPr sz="2850">
                <a:solidFill>
                  <a:srgbClr val="F50069"/>
                </a:solidFill>
                <a:latin typeface="Nimbus Sans"/>
                <a:ea typeface="Nimbus Sans"/>
                <a:cs typeface="Nimbus Sans"/>
              </a:defRPr>
            </a:pPr>
            <a:r>
              <a:rPr sz="2280">
                <a:solidFill>
                  <a:srgbClr val="F50069"/>
                </a:solidFill>
                <a:latin typeface="Nimbus Sans"/>
                <a:ea typeface="Nimbus Sans"/>
                <a:cs typeface="Nimbus Sans"/>
              </a:rPr>
              <a:t>−2.172 = (−0.688) × .5 + (−1.828)</a:t>
            </a:r>
          </a:p>
        </p:txBody>
      </p:sp>
      <p:sp>
        <p:nvSpPr>
          <p:cNvPr id="140" name="e_x_8_n">
            <a:extLst>
              <a:ext uri="{FF2B5EF4-FFF2-40B4-BE49-F238E27FC236}">
                <a16:creationId xmlns:a16="http://schemas.microsoft.com/office/drawing/2014/main" id="{ED90E9E5-0680-4BED-9C1E-6C10287AA82E}"/>
              </a:ext>
            </a:extLst>
          </p:cNvPr>
          <p:cNvSpPr>
            <a:spLocks noGrp="1"/>
          </p:cNvSpPr>
          <p:nvPr/>
        </p:nvSpPr>
        <p:spPr>
          <a:xfrm>
            <a:off x="42672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8</a:t>
            </a:r>
          </a:p>
        </p:txBody>
      </p:sp>
      <p:sp>
        <p:nvSpPr>
          <p:cNvPr id="141" name="e_x_8_calc">
            <a:extLst>
              <a:ext uri="{FF2B5EF4-FFF2-40B4-BE49-F238E27FC236}">
                <a16:creationId xmlns:a16="http://schemas.microsoft.com/office/drawing/2014/main" id="{54A5BC17-69A7-499A-9A2A-5CA8FA681E29}"/>
              </a:ext>
            </a:extLst>
          </p:cNvPr>
          <p:cNvSpPr>
            <a:spLocks noGrp="1"/>
          </p:cNvSpPr>
          <p:nvPr/>
        </p:nvSpPr>
        <p:spPr>
          <a:xfrm>
            <a:off x="426720" y="4122420"/>
            <a:ext cx="5379720" cy="563880"/>
          </a:xfrm>
          <a:prstGeom prst="rect">
            <a:avLst/>
          </a:prstGeom>
          <a:solidFill>
            <a:srgbClr val="F5FFF9"/>
          </a:solidFill>
          <a:ln w="0">
            <a:noFill/>
          </a:ln>
        </p:spPr>
        <p:txBody>
          <a:bodyPr wrap="none" lIns="0" tIns="0" rIns="0" bIns="0" anchor="ctr">
            <a:noAutofit/>
          </a:bodyPr>
          <a:lstStyle/>
          <a:p>
            <a:pPr>
              <a:defRPr sz="2850">
                <a:solidFill>
                  <a:srgbClr val="F50069"/>
                </a:solidFill>
                <a:latin typeface="Nimbus Sans"/>
                <a:ea typeface="Nimbus Sans"/>
                <a:cs typeface="Nimbus Sans"/>
              </a:defRPr>
            </a:pPr>
            <a:r>
              <a:rPr sz="2280">
                <a:solidFill>
                  <a:srgbClr val="F50069"/>
                </a:solidFill>
                <a:latin typeface="Nimbus Sans"/>
                <a:ea typeface="Nimbus Sans"/>
                <a:cs typeface="Nimbus Sans"/>
              </a:rPr>
              <a:t>−2.059 = 0.227 × .5 + (−2.172)</a:t>
            </a:r>
          </a:p>
        </p:txBody>
      </p:sp>
      <p:sp>
        <p:nvSpPr>
          <p:cNvPr id="142" name="e_x_9_n">
            <a:extLst>
              <a:ext uri="{FF2B5EF4-FFF2-40B4-BE49-F238E27FC236}">
                <a16:creationId xmlns:a16="http://schemas.microsoft.com/office/drawing/2014/main" id="{547B4CD7-B179-440B-BA7C-F42B89B786A8}"/>
              </a:ext>
            </a:extLst>
          </p:cNvPr>
          <p:cNvSpPr>
            <a:spLocks noGrp="1"/>
          </p:cNvSpPr>
          <p:nvPr/>
        </p:nvSpPr>
        <p:spPr>
          <a:xfrm>
            <a:off x="42672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9</a:t>
            </a:r>
          </a:p>
        </p:txBody>
      </p:sp>
      <p:sp>
        <p:nvSpPr>
          <p:cNvPr id="143" name="e_x_9_calc">
            <a:extLst>
              <a:ext uri="{FF2B5EF4-FFF2-40B4-BE49-F238E27FC236}">
                <a16:creationId xmlns:a16="http://schemas.microsoft.com/office/drawing/2014/main" id="{EC7E87A3-2755-48C1-93C0-4C033B60E1B3}"/>
              </a:ext>
            </a:extLst>
          </p:cNvPr>
          <p:cNvSpPr>
            <a:spLocks noGrp="1"/>
          </p:cNvSpPr>
          <p:nvPr/>
        </p:nvSpPr>
        <p:spPr>
          <a:xfrm>
            <a:off x="426720" y="4122420"/>
            <a:ext cx="5379720" cy="563880"/>
          </a:xfrm>
          <a:prstGeom prst="rect">
            <a:avLst/>
          </a:prstGeom>
          <a:solidFill>
            <a:srgbClr val="F5FFF9"/>
          </a:solidFill>
          <a:ln w="0">
            <a:noFill/>
          </a:ln>
        </p:spPr>
        <p:txBody>
          <a:bodyPr wrap="none" lIns="0" tIns="0" rIns="0" bIns="0" anchor="ctr">
            <a:noAutofit/>
          </a:bodyPr>
          <a:lstStyle/>
          <a:p>
            <a:pPr>
              <a:defRPr sz="2850">
                <a:solidFill>
                  <a:srgbClr val="F50069"/>
                </a:solidFill>
                <a:latin typeface="Nimbus Sans"/>
                <a:ea typeface="Nimbus Sans"/>
                <a:cs typeface="Nimbus Sans"/>
              </a:defRPr>
            </a:pPr>
            <a:r>
              <a:rPr sz="2280">
                <a:solidFill>
                  <a:srgbClr val="F50069"/>
                </a:solidFill>
                <a:latin typeface="Nimbus Sans"/>
                <a:ea typeface="Nimbus Sans"/>
                <a:cs typeface="Nimbus Sans"/>
              </a:rPr>
              <a:t>−1.402 = 1.313 × .5 + (−2.059)</a:t>
            </a:r>
          </a:p>
        </p:txBody>
      </p:sp>
      <p:sp>
        <p:nvSpPr>
          <p:cNvPr id="144" name="e_x_10_n">
            <a:extLst>
              <a:ext uri="{FF2B5EF4-FFF2-40B4-BE49-F238E27FC236}">
                <a16:creationId xmlns:a16="http://schemas.microsoft.com/office/drawing/2014/main" id="{E53DE0E0-B9F3-4312-B470-DAD6470EB59F}"/>
              </a:ext>
            </a:extLst>
          </p:cNvPr>
          <p:cNvSpPr>
            <a:spLocks noGrp="1"/>
          </p:cNvSpPr>
          <p:nvPr/>
        </p:nvSpPr>
        <p:spPr>
          <a:xfrm>
            <a:off x="42672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10</a:t>
            </a:r>
          </a:p>
        </p:txBody>
      </p:sp>
      <p:sp>
        <p:nvSpPr>
          <p:cNvPr id="145" name="e_x_10_calc">
            <a:extLst>
              <a:ext uri="{FF2B5EF4-FFF2-40B4-BE49-F238E27FC236}">
                <a16:creationId xmlns:a16="http://schemas.microsoft.com/office/drawing/2014/main" id="{7D372687-9B84-4C5E-B0E6-74F32AC002D9}"/>
              </a:ext>
            </a:extLst>
          </p:cNvPr>
          <p:cNvSpPr>
            <a:spLocks noGrp="1"/>
          </p:cNvSpPr>
          <p:nvPr/>
        </p:nvSpPr>
        <p:spPr>
          <a:xfrm>
            <a:off x="426720" y="4122420"/>
            <a:ext cx="5379720" cy="563880"/>
          </a:xfrm>
          <a:prstGeom prst="rect">
            <a:avLst/>
          </a:prstGeom>
          <a:solidFill>
            <a:srgbClr val="F5FFF9"/>
          </a:solidFill>
          <a:ln w="0">
            <a:noFill/>
          </a:ln>
        </p:spPr>
        <p:txBody>
          <a:bodyPr wrap="none" lIns="0" tIns="0" rIns="0" bIns="0" anchor="ctr">
            <a:noAutofit/>
          </a:bodyPr>
          <a:lstStyle/>
          <a:p>
            <a:pPr>
              <a:defRPr sz="2850">
                <a:solidFill>
                  <a:srgbClr val="F50069"/>
                </a:solidFill>
                <a:latin typeface="Nimbus Sans"/>
                <a:ea typeface="Nimbus Sans"/>
                <a:cs typeface="Nimbus Sans"/>
              </a:defRPr>
            </a:pPr>
            <a:r>
              <a:rPr sz="2280">
                <a:solidFill>
                  <a:srgbClr val="F50069"/>
                </a:solidFill>
                <a:latin typeface="Nimbus Sans"/>
                <a:ea typeface="Nimbus Sans"/>
                <a:cs typeface="Nimbus Sans"/>
              </a:rPr>
              <a:t>−0.231 = 2.342 × .5 + (−1.402)</a:t>
            </a:r>
          </a:p>
        </p:txBody>
      </p:sp>
      <p:sp>
        <p:nvSpPr>
          <p:cNvPr id="146" name="e_x_11_n">
            <a:extLst>
              <a:ext uri="{FF2B5EF4-FFF2-40B4-BE49-F238E27FC236}">
                <a16:creationId xmlns:a16="http://schemas.microsoft.com/office/drawing/2014/main" id="{0D8FF71A-9EB4-4384-923D-0726DB954991}"/>
              </a:ext>
            </a:extLst>
          </p:cNvPr>
          <p:cNvSpPr>
            <a:spLocks noGrp="1"/>
          </p:cNvSpPr>
          <p:nvPr/>
        </p:nvSpPr>
        <p:spPr>
          <a:xfrm>
            <a:off x="42672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11</a:t>
            </a:r>
          </a:p>
        </p:txBody>
      </p:sp>
      <p:sp>
        <p:nvSpPr>
          <p:cNvPr id="147" name="e_x_11_calc">
            <a:extLst>
              <a:ext uri="{FF2B5EF4-FFF2-40B4-BE49-F238E27FC236}">
                <a16:creationId xmlns:a16="http://schemas.microsoft.com/office/drawing/2014/main" id="{A17B27A6-AD3E-405D-8138-4C05D77B87C7}"/>
              </a:ext>
            </a:extLst>
          </p:cNvPr>
          <p:cNvSpPr>
            <a:spLocks noGrp="1"/>
          </p:cNvSpPr>
          <p:nvPr/>
        </p:nvSpPr>
        <p:spPr>
          <a:xfrm>
            <a:off x="426720" y="4122420"/>
            <a:ext cx="5379720" cy="563880"/>
          </a:xfrm>
          <a:prstGeom prst="rect">
            <a:avLst/>
          </a:prstGeom>
          <a:solidFill>
            <a:srgbClr val="F5FFF9"/>
          </a:solidFill>
          <a:ln w="0">
            <a:noFill/>
          </a:ln>
        </p:spPr>
        <p:txBody>
          <a:bodyPr wrap="none" lIns="0" tIns="0" rIns="0" bIns="0" anchor="ctr">
            <a:noAutofit/>
          </a:bodyPr>
          <a:lstStyle/>
          <a:p>
            <a:pPr>
              <a:defRPr sz="2850">
                <a:solidFill>
                  <a:srgbClr val="F50069"/>
                </a:solidFill>
                <a:latin typeface="Nimbus Sans"/>
                <a:ea typeface="Nimbus Sans"/>
                <a:cs typeface="Nimbus Sans"/>
              </a:defRPr>
            </a:pPr>
            <a:r>
              <a:rPr sz="2280">
                <a:solidFill>
                  <a:srgbClr val="F50069"/>
                </a:solidFill>
                <a:latin typeface="Nimbus Sans"/>
                <a:ea typeface="Nimbus Sans"/>
                <a:cs typeface="Nimbus Sans"/>
              </a:rPr>
              <a:t>1.290 = 3.043 × .5 + (−0.231)</a:t>
            </a:r>
          </a:p>
        </p:txBody>
      </p:sp>
      <p:sp>
        <p:nvSpPr>
          <p:cNvPr id="148" name="e_x_12_n">
            <a:extLst>
              <a:ext uri="{FF2B5EF4-FFF2-40B4-BE49-F238E27FC236}">
                <a16:creationId xmlns:a16="http://schemas.microsoft.com/office/drawing/2014/main" id="{FDB6104A-3459-4F18-A087-823BE9005A16}"/>
              </a:ext>
            </a:extLst>
          </p:cNvPr>
          <p:cNvSpPr>
            <a:spLocks noGrp="1"/>
          </p:cNvSpPr>
          <p:nvPr/>
        </p:nvSpPr>
        <p:spPr>
          <a:xfrm>
            <a:off x="42672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12</a:t>
            </a:r>
          </a:p>
        </p:txBody>
      </p:sp>
      <p:sp>
        <p:nvSpPr>
          <p:cNvPr id="149" name="e_x_12_calc">
            <a:extLst>
              <a:ext uri="{FF2B5EF4-FFF2-40B4-BE49-F238E27FC236}">
                <a16:creationId xmlns:a16="http://schemas.microsoft.com/office/drawing/2014/main" id="{C16DB8D2-91E3-4ED7-906E-475636D671B1}"/>
              </a:ext>
            </a:extLst>
          </p:cNvPr>
          <p:cNvSpPr>
            <a:spLocks noGrp="1"/>
          </p:cNvSpPr>
          <p:nvPr/>
        </p:nvSpPr>
        <p:spPr>
          <a:xfrm>
            <a:off x="426720" y="4122420"/>
            <a:ext cx="5379720" cy="563880"/>
          </a:xfrm>
          <a:prstGeom prst="rect">
            <a:avLst/>
          </a:prstGeom>
          <a:solidFill>
            <a:srgbClr val="F5FFF9"/>
          </a:solidFill>
          <a:ln w="0">
            <a:noFill/>
          </a:ln>
        </p:spPr>
        <p:txBody>
          <a:bodyPr wrap="none" lIns="0" tIns="0" rIns="0" bIns="0" anchor="ctr">
            <a:noAutofit/>
          </a:bodyPr>
          <a:lstStyle/>
          <a:p>
            <a:pPr>
              <a:defRPr sz="2850">
                <a:solidFill>
                  <a:srgbClr val="F50069"/>
                </a:solidFill>
                <a:latin typeface="Nimbus Sans"/>
                <a:ea typeface="Nimbus Sans"/>
                <a:cs typeface="Nimbus Sans"/>
              </a:defRPr>
            </a:pPr>
            <a:r>
              <a:rPr sz="2280">
                <a:solidFill>
                  <a:srgbClr val="F50069"/>
                </a:solidFill>
                <a:latin typeface="Nimbus Sans"/>
                <a:ea typeface="Nimbus Sans"/>
                <a:cs typeface="Nimbus Sans"/>
              </a:rPr>
              <a:t>2.869 = 3.159 × .5 + 1.290</a:t>
            </a:r>
          </a:p>
        </p:txBody>
      </p:sp>
      <p:sp>
        <p:nvSpPr>
          <p:cNvPr id="150" name="e_v_0_list">
            <a:extLst>
              <a:ext uri="{FF2B5EF4-FFF2-40B4-BE49-F238E27FC236}">
                <a16:creationId xmlns:a16="http://schemas.microsoft.com/office/drawing/2014/main" id="{3D88B4FB-B5DD-41DA-A150-CF54CF6D8A1C}"/>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v = [0]</a:t>
            </a:r>
          </a:p>
        </p:txBody>
      </p:sp>
      <p:sp>
        <p:nvSpPr>
          <p:cNvPr id="151" name="e_v_1_list">
            <a:extLst>
              <a:ext uri="{FF2B5EF4-FFF2-40B4-BE49-F238E27FC236}">
                <a16:creationId xmlns:a16="http://schemas.microsoft.com/office/drawing/2014/main" id="{7A6F7189-89B0-4AA2-AFF4-F6AE538D21CE}"/>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v = [0, -0.500]</a:t>
            </a:r>
          </a:p>
        </p:txBody>
      </p:sp>
      <p:sp>
        <p:nvSpPr>
          <p:cNvPr id="152" name="e_v_2_list">
            <a:extLst>
              <a:ext uri="{FF2B5EF4-FFF2-40B4-BE49-F238E27FC236}">
                <a16:creationId xmlns:a16="http://schemas.microsoft.com/office/drawing/2014/main" id="{A180028F-1839-4A5F-95AA-CFEE6193408E}"/>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v = [0, -0.500, -1.000]</a:t>
            </a:r>
          </a:p>
        </p:txBody>
      </p:sp>
      <p:sp>
        <p:nvSpPr>
          <p:cNvPr id="153" name="e_v_3_list">
            <a:extLst>
              <a:ext uri="{FF2B5EF4-FFF2-40B4-BE49-F238E27FC236}">
                <a16:creationId xmlns:a16="http://schemas.microsoft.com/office/drawing/2014/main" id="{114A25DB-1E1D-4EF6-88F2-F985D3326691}"/>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v = [0, -0.500, -1.000, -1.375]</a:t>
            </a:r>
          </a:p>
        </p:txBody>
      </p:sp>
      <p:sp>
        <p:nvSpPr>
          <p:cNvPr id="154" name="e_v_4_list">
            <a:extLst>
              <a:ext uri="{FF2B5EF4-FFF2-40B4-BE49-F238E27FC236}">
                <a16:creationId xmlns:a16="http://schemas.microsoft.com/office/drawing/2014/main" id="{30364D90-95CF-42BA-9970-C5C622131378}"/>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v = [0, -0.500, -1.000, -1.375, -1.500]</a:t>
            </a:r>
          </a:p>
        </p:txBody>
      </p:sp>
      <p:sp>
        <p:nvSpPr>
          <p:cNvPr id="155" name="e_v_5_list">
            <a:extLst>
              <a:ext uri="{FF2B5EF4-FFF2-40B4-BE49-F238E27FC236}">
                <a16:creationId xmlns:a16="http://schemas.microsoft.com/office/drawing/2014/main" id="{418E05C1-6EE2-46DF-92CF-F3C7EFD5AD2B}"/>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v = [0, -0.500, -1.000, -1.375, -1.500, -1.281]</a:t>
            </a:r>
          </a:p>
        </p:txBody>
      </p:sp>
      <p:sp>
        <p:nvSpPr>
          <p:cNvPr id="156" name="e_v_6_list">
            <a:extLst>
              <a:ext uri="{FF2B5EF4-FFF2-40B4-BE49-F238E27FC236}">
                <a16:creationId xmlns:a16="http://schemas.microsoft.com/office/drawing/2014/main" id="{23469E5B-CD32-4643-B74A-921DFF7DA5FD}"/>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v = [0, -0.500, -1.000, -1.375, -1.500, -1.281, -0.688]</a:t>
            </a:r>
          </a:p>
        </p:txBody>
      </p:sp>
      <p:sp>
        <p:nvSpPr>
          <p:cNvPr id="157" name="e_v_7_list">
            <a:extLst>
              <a:ext uri="{FF2B5EF4-FFF2-40B4-BE49-F238E27FC236}">
                <a16:creationId xmlns:a16="http://schemas.microsoft.com/office/drawing/2014/main" id="{15F85284-7374-4C94-A7DA-6E4D06CF3F37}"/>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v = [0, -0.500, -1.000, -1.375, -1.500, -1.281, -0.688, 0.227]</a:t>
            </a:r>
          </a:p>
        </p:txBody>
      </p:sp>
      <p:sp>
        <p:nvSpPr>
          <p:cNvPr id="158" name="e_v_8_list">
            <a:extLst>
              <a:ext uri="{FF2B5EF4-FFF2-40B4-BE49-F238E27FC236}">
                <a16:creationId xmlns:a16="http://schemas.microsoft.com/office/drawing/2014/main" id="{A971841D-880C-44B1-9090-388607A34CAE}"/>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v = [0, -0.500, -1.000, -1.375, -1.500, -1.281, -0.688, 0.227, 1.313]</a:t>
            </a:r>
          </a:p>
        </p:txBody>
      </p:sp>
      <p:sp>
        <p:nvSpPr>
          <p:cNvPr id="159" name="e_v_9_list">
            <a:extLst>
              <a:ext uri="{FF2B5EF4-FFF2-40B4-BE49-F238E27FC236}">
                <a16:creationId xmlns:a16="http://schemas.microsoft.com/office/drawing/2014/main" id="{DD8362D5-C452-4828-AD53-128A89512730}"/>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v = [0, -0.500, -1.000, -1.375, -1.500, -1.281, -0.688, 0.227, 1.313, 2.342]</a:t>
            </a:r>
          </a:p>
        </p:txBody>
      </p:sp>
      <p:sp>
        <p:nvSpPr>
          <p:cNvPr id="160" name="e_v_10_list">
            <a:extLst>
              <a:ext uri="{FF2B5EF4-FFF2-40B4-BE49-F238E27FC236}">
                <a16:creationId xmlns:a16="http://schemas.microsoft.com/office/drawing/2014/main" id="{FE60BC5C-9C0E-42F4-8EA9-73C50B54BAE9}"/>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v = [0, -0.500, -1.000, -1.375, -1.500, -1.281, -0.688, 0.227, 1.313, 2.342, 3.043]</a:t>
            </a:r>
          </a:p>
        </p:txBody>
      </p:sp>
      <p:sp>
        <p:nvSpPr>
          <p:cNvPr id="161" name="e_v_11_list">
            <a:extLst>
              <a:ext uri="{FF2B5EF4-FFF2-40B4-BE49-F238E27FC236}">
                <a16:creationId xmlns:a16="http://schemas.microsoft.com/office/drawing/2014/main" id="{B9CA1743-1854-4224-A64E-FAFB0D111537}"/>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v = [0, -0.500, -1.000, -1.375, -1.500, -1.281, -0.688, 0.227, 1.313, 2.342, 3.043, 3.159]</a:t>
            </a:r>
          </a:p>
        </p:txBody>
      </p:sp>
      <p:sp>
        <p:nvSpPr>
          <p:cNvPr id="162" name="e_v_12_list">
            <a:extLst>
              <a:ext uri="{FF2B5EF4-FFF2-40B4-BE49-F238E27FC236}">
                <a16:creationId xmlns:a16="http://schemas.microsoft.com/office/drawing/2014/main" id="{0E3FA351-E0EE-4465-89AA-8A86C16135E9}"/>
              </a:ext>
            </a:extLst>
          </p:cNvPr>
          <p:cNvSpPr>
            <a:spLocks noGrp="1"/>
          </p:cNvSpPr>
          <p:nvPr/>
        </p:nvSpPr>
        <p:spPr>
          <a:xfrm>
            <a:off x="396240" y="6309360"/>
            <a:ext cx="11399520" cy="335280"/>
          </a:xfrm>
          <a:prstGeom prst="rect">
            <a:avLst/>
          </a:prstGeom>
          <a:solidFill>
            <a:srgbClr val="F5FFF9"/>
          </a:solidFill>
          <a:ln w="0">
            <a:noFill/>
          </a:ln>
        </p:spPr>
        <p:txBody>
          <a:bodyPr wrap="none" lIns="0" tIns="0" rIns="0" bIns="0" anchor="ctr">
            <a:noAutofit/>
          </a:bodyPr>
          <a:lstStyle/>
          <a:p>
            <a:pPr>
              <a:defRPr sz="1875">
                <a:solidFill>
                  <a:srgbClr val="111613"/>
                </a:solidFill>
                <a:latin typeface="Nimbus Mono PS"/>
                <a:ea typeface="Nimbus Mono PS"/>
                <a:cs typeface="Nimbus Mono PS"/>
              </a:defRPr>
            </a:pPr>
            <a:r>
              <a:rPr sz="1500">
                <a:solidFill>
                  <a:srgbClr val="111613"/>
                </a:solidFill>
                <a:latin typeface="Nimbus Mono PS"/>
                <a:ea typeface="Nimbus Mono PS"/>
                <a:cs typeface="Nimbus Mono PS"/>
              </a:rPr>
              <a:t>v = [0, -0.500, -1.000, -1.375, -1.500, -1.281, -0.688, 0.227, 1.313, 2.342, 3.043, 3.159, 2.514]</a:t>
            </a:r>
          </a:p>
        </p:txBody>
      </p:sp>
      <p:sp>
        <p:nvSpPr>
          <p:cNvPr id="163" name="e_v_1_n">
            <a:extLst>
              <a:ext uri="{FF2B5EF4-FFF2-40B4-BE49-F238E27FC236}">
                <a16:creationId xmlns:a16="http://schemas.microsoft.com/office/drawing/2014/main" id="{07940DA8-FFA0-45AB-B48C-3BFC247725A1}"/>
              </a:ext>
            </a:extLst>
          </p:cNvPr>
          <p:cNvSpPr>
            <a:spLocks noGrp="1"/>
          </p:cNvSpPr>
          <p:nvPr/>
        </p:nvSpPr>
        <p:spPr>
          <a:xfrm>
            <a:off x="619506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1</a:t>
            </a:r>
          </a:p>
        </p:txBody>
      </p:sp>
      <p:sp>
        <p:nvSpPr>
          <p:cNvPr id="164" name="e_v_1_calc">
            <a:extLst>
              <a:ext uri="{FF2B5EF4-FFF2-40B4-BE49-F238E27FC236}">
                <a16:creationId xmlns:a16="http://schemas.microsoft.com/office/drawing/2014/main" id="{A56CF561-3489-458F-A704-24D074C1F491}"/>
              </a:ext>
            </a:extLst>
          </p:cNvPr>
          <p:cNvSpPr>
            <a:spLocks noGrp="1"/>
          </p:cNvSpPr>
          <p:nvPr/>
        </p:nvSpPr>
        <p:spPr>
          <a:xfrm>
            <a:off x="6195060" y="4122420"/>
            <a:ext cx="5562600" cy="563880"/>
          </a:xfrm>
          <a:prstGeom prst="rect">
            <a:avLst/>
          </a:prstGeom>
          <a:solidFill>
            <a:srgbClr val="F5FFF9"/>
          </a:solidFill>
          <a:ln w="0">
            <a:noFill/>
          </a:ln>
        </p:spPr>
        <p:txBody>
          <a:bodyPr wrap="none" lIns="0" tIns="0" rIns="0" bIns="0" anchor="ctr">
            <a:noAutofit/>
          </a:bodyPr>
          <a:lstStyle/>
          <a:p>
            <a:pPr>
              <a:defRPr sz="2700">
                <a:solidFill>
                  <a:srgbClr val="F50069"/>
                </a:solidFill>
                <a:latin typeface="Nimbus Sans"/>
                <a:ea typeface="Nimbus Sans"/>
                <a:cs typeface="Nimbus Sans"/>
              </a:defRPr>
            </a:pPr>
            <a:r>
              <a:rPr sz="2160">
                <a:solidFill>
                  <a:srgbClr val="F50069"/>
                </a:solidFill>
                <a:latin typeface="Nimbus Sans"/>
                <a:ea typeface="Nimbus Sans"/>
                <a:cs typeface="Nimbus Sans"/>
              </a:rPr>
              <a:t>−0.500 = −(1/1) × 1 × .5 + 0</a:t>
            </a:r>
          </a:p>
        </p:txBody>
      </p:sp>
      <p:sp>
        <p:nvSpPr>
          <p:cNvPr id="165" name="e_v_2_n">
            <a:extLst>
              <a:ext uri="{FF2B5EF4-FFF2-40B4-BE49-F238E27FC236}">
                <a16:creationId xmlns:a16="http://schemas.microsoft.com/office/drawing/2014/main" id="{0CA2F073-BC1A-41A4-BDEC-C3A0EC6EDCF7}"/>
              </a:ext>
            </a:extLst>
          </p:cNvPr>
          <p:cNvSpPr>
            <a:spLocks noGrp="1"/>
          </p:cNvSpPr>
          <p:nvPr/>
        </p:nvSpPr>
        <p:spPr>
          <a:xfrm>
            <a:off x="619506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2</a:t>
            </a:r>
          </a:p>
        </p:txBody>
      </p:sp>
      <p:sp>
        <p:nvSpPr>
          <p:cNvPr id="166" name="e_v_2_calc">
            <a:extLst>
              <a:ext uri="{FF2B5EF4-FFF2-40B4-BE49-F238E27FC236}">
                <a16:creationId xmlns:a16="http://schemas.microsoft.com/office/drawing/2014/main" id="{5D84CBF4-3D2F-4D6C-89A1-987618726393}"/>
              </a:ext>
            </a:extLst>
          </p:cNvPr>
          <p:cNvSpPr>
            <a:spLocks noGrp="1"/>
          </p:cNvSpPr>
          <p:nvPr/>
        </p:nvSpPr>
        <p:spPr>
          <a:xfrm>
            <a:off x="6195060" y="4122420"/>
            <a:ext cx="5562600" cy="563880"/>
          </a:xfrm>
          <a:prstGeom prst="rect">
            <a:avLst/>
          </a:prstGeom>
          <a:solidFill>
            <a:srgbClr val="F5FFF9"/>
          </a:solidFill>
          <a:ln w="0">
            <a:noFill/>
          </a:ln>
        </p:spPr>
        <p:txBody>
          <a:bodyPr wrap="none" lIns="0" tIns="0" rIns="0" bIns="0" anchor="ctr">
            <a:noAutofit/>
          </a:bodyPr>
          <a:lstStyle/>
          <a:p>
            <a:pPr>
              <a:defRPr sz="2700">
                <a:solidFill>
                  <a:srgbClr val="F50069"/>
                </a:solidFill>
                <a:latin typeface="Nimbus Sans"/>
                <a:ea typeface="Nimbus Sans"/>
                <a:cs typeface="Nimbus Sans"/>
              </a:defRPr>
            </a:pPr>
            <a:r>
              <a:rPr sz="2160">
                <a:solidFill>
                  <a:srgbClr val="F50069"/>
                </a:solidFill>
                <a:latin typeface="Nimbus Sans"/>
                <a:ea typeface="Nimbus Sans"/>
                <a:cs typeface="Nimbus Sans"/>
              </a:rPr>
              <a:t>−1 = −(1/1) × 1 × .5 + (−0.500)</a:t>
            </a:r>
          </a:p>
        </p:txBody>
      </p:sp>
      <p:sp>
        <p:nvSpPr>
          <p:cNvPr id="167" name="e_v_3_n">
            <a:extLst>
              <a:ext uri="{FF2B5EF4-FFF2-40B4-BE49-F238E27FC236}">
                <a16:creationId xmlns:a16="http://schemas.microsoft.com/office/drawing/2014/main" id="{7A4A91EE-2F4A-4BDA-8DFE-254D3DA0EBF7}"/>
              </a:ext>
            </a:extLst>
          </p:cNvPr>
          <p:cNvSpPr>
            <a:spLocks noGrp="1"/>
          </p:cNvSpPr>
          <p:nvPr/>
        </p:nvSpPr>
        <p:spPr>
          <a:xfrm>
            <a:off x="619506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3</a:t>
            </a:r>
          </a:p>
        </p:txBody>
      </p:sp>
      <p:sp>
        <p:nvSpPr>
          <p:cNvPr id="168" name="e_v_3_calc">
            <a:extLst>
              <a:ext uri="{FF2B5EF4-FFF2-40B4-BE49-F238E27FC236}">
                <a16:creationId xmlns:a16="http://schemas.microsoft.com/office/drawing/2014/main" id="{F5AC08CE-D2C7-4C88-99A5-40BCEB16CCA1}"/>
              </a:ext>
            </a:extLst>
          </p:cNvPr>
          <p:cNvSpPr>
            <a:spLocks noGrp="1"/>
          </p:cNvSpPr>
          <p:nvPr/>
        </p:nvSpPr>
        <p:spPr>
          <a:xfrm>
            <a:off x="6195060" y="4122420"/>
            <a:ext cx="5562600" cy="563880"/>
          </a:xfrm>
          <a:prstGeom prst="rect">
            <a:avLst/>
          </a:prstGeom>
          <a:solidFill>
            <a:srgbClr val="F5FFF9"/>
          </a:solidFill>
          <a:ln w="0">
            <a:noFill/>
          </a:ln>
        </p:spPr>
        <p:txBody>
          <a:bodyPr wrap="none" lIns="0" tIns="0" rIns="0" bIns="0" anchor="ctr">
            <a:noAutofit/>
          </a:bodyPr>
          <a:lstStyle/>
          <a:p>
            <a:pPr>
              <a:defRPr sz="2700">
                <a:solidFill>
                  <a:srgbClr val="F50069"/>
                </a:solidFill>
                <a:latin typeface="Nimbus Sans"/>
                <a:ea typeface="Nimbus Sans"/>
                <a:cs typeface="Nimbus Sans"/>
              </a:defRPr>
            </a:pPr>
            <a:r>
              <a:rPr sz="2160">
                <a:solidFill>
                  <a:srgbClr val="F50069"/>
                </a:solidFill>
                <a:latin typeface="Nimbus Sans"/>
                <a:ea typeface="Nimbus Sans"/>
                <a:cs typeface="Nimbus Sans"/>
              </a:rPr>
              <a:t>−1.375 = −(1/1) × 0.750 × .5 + (−1)</a:t>
            </a:r>
          </a:p>
        </p:txBody>
      </p:sp>
      <p:sp>
        <p:nvSpPr>
          <p:cNvPr id="169" name="e_v_4_n">
            <a:extLst>
              <a:ext uri="{FF2B5EF4-FFF2-40B4-BE49-F238E27FC236}">
                <a16:creationId xmlns:a16="http://schemas.microsoft.com/office/drawing/2014/main" id="{E08189C3-3918-470B-8B73-47239DD7CF98}"/>
              </a:ext>
            </a:extLst>
          </p:cNvPr>
          <p:cNvSpPr>
            <a:spLocks noGrp="1"/>
          </p:cNvSpPr>
          <p:nvPr/>
        </p:nvSpPr>
        <p:spPr>
          <a:xfrm>
            <a:off x="619506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4</a:t>
            </a:r>
          </a:p>
        </p:txBody>
      </p:sp>
      <p:sp>
        <p:nvSpPr>
          <p:cNvPr id="170" name="e_v_4_calc">
            <a:extLst>
              <a:ext uri="{FF2B5EF4-FFF2-40B4-BE49-F238E27FC236}">
                <a16:creationId xmlns:a16="http://schemas.microsoft.com/office/drawing/2014/main" id="{19264C27-1D6C-4D16-AAF5-1F92986B17C7}"/>
              </a:ext>
            </a:extLst>
          </p:cNvPr>
          <p:cNvSpPr>
            <a:spLocks noGrp="1"/>
          </p:cNvSpPr>
          <p:nvPr/>
        </p:nvSpPr>
        <p:spPr>
          <a:xfrm>
            <a:off x="6195060" y="4122420"/>
            <a:ext cx="5562600" cy="563880"/>
          </a:xfrm>
          <a:prstGeom prst="rect">
            <a:avLst/>
          </a:prstGeom>
          <a:solidFill>
            <a:srgbClr val="F5FFF9"/>
          </a:solidFill>
          <a:ln w="0">
            <a:noFill/>
          </a:ln>
        </p:spPr>
        <p:txBody>
          <a:bodyPr wrap="none" lIns="0" tIns="0" rIns="0" bIns="0" anchor="ctr">
            <a:noAutofit/>
          </a:bodyPr>
          <a:lstStyle/>
          <a:p>
            <a:pPr>
              <a:defRPr sz="2577">
                <a:solidFill>
                  <a:srgbClr val="F50069"/>
                </a:solidFill>
                <a:latin typeface="Nimbus Sans"/>
                <a:ea typeface="Nimbus Sans"/>
                <a:cs typeface="Nimbus Sans"/>
              </a:defRPr>
            </a:pPr>
            <a:r>
              <a:rPr sz="2062">
                <a:solidFill>
                  <a:srgbClr val="F50069"/>
                </a:solidFill>
                <a:latin typeface="Nimbus Sans"/>
                <a:ea typeface="Nimbus Sans"/>
                <a:cs typeface="Nimbus Sans"/>
              </a:rPr>
              <a:t>−1.500 = −(1/1) × 0.250 × .5 + (−1.375)</a:t>
            </a:r>
          </a:p>
        </p:txBody>
      </p:sp>
      <p:sp>
        <p:nvSpPr>
          <p:cNvPr id="171" name="e_v_5_n">
            <a:extLst>
              <a:ext uri="{FF2B5EF4-FFF2-40B4-BE49-F238E27FC236}">
                <a16:creationId xmlns:a16="http://schemas.microsoft.com/office/drawing/2014/main" id="{A8AC98E3-542B-4A27-86CB-F97EB59C07FF}"/>
              </a:ext>
            </a:extLst>
          </p:cNvPr>
          <p:cNvSpPr>
            <a:spLocks noGrp="1"/>
          </p:cNvSpPr>
          <p:nvPr/>
        </p:nvSpPr>
        <p:spPr>
          <a:xfrm>
            <a:off x="619506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5</a:t>
            </a:r>
          </a:p>
        </p:txBody>
      </p:sp>
      <p:sp>
        <p:nvSpPr>
          <p:cNvPr id="172" name="e_v_5_calc">
            <a:extLst>
              <a:ext uri="{FF2B5EF4-FFF2-40B4-BE49-F238E27FC236}">
                <a16:creationId xmlns:a16="http://schemas.microsoft.com/office/drawing/2014/main" id="{7A20A616-F53E-416A-803B-B3C21F05DEF8}"/>
              </a:ext>
            </a:extLst>
          </p:cNvPr>
          <p:cNvSpPr>
            <a:spLocks noGrp="1"/>
          </p:cNvSpPr>
          <p:nvPr/>
        </p:nvSpPr>
        <p:spPr>
          <a:xfrm>
            <a:off x="6195060" y="4122420"/>
            <a:ext cx="5562600" cy="563880"/>
          </a:xfrm>
          <a:prstGeom prst="rect">
            <a:avLst/>
          </a:prstGeom>
          <a:solidFill>
            <a:srgbClr val="F5FFF9"/>
          </a:solidFill>
          <a:ln w="0">
            <a:noFill/>
          </a:ln>
        </p:spPr>
        <p:txBody>
          <a:bodyPr wrap="none" lIns="0" tIns="0" rIns="0" bIns="0" anchor="ctr">
            <a:noAutofit/>
          </a:bodyPr>
          <a:lstStyle/>
          <a:p>
            <a:pPr>
              <a:defRPr sz="2393">
                <a:solidFill>
                  <a:srgbClr val="F50069"/>
                </a:solidFill>
                <a:latin typeface="Nimbus Sans"/>
                <a:ea typeface="Nimbus Sans"/>
                <a:cs typeface="Nimbus Sans"/>
              </a:defRPr>
            </a:pPr>
            <a:r>
              <a:rPr sz="1914">
                <a:solidFill>
                  <a:srgbClr val="F50069"/>
                </a:solidFill>
                <a:latin typeface="Nimbus Sans"/>
                <a:ea typeface="Nimbus Sans"/>
                <a:cs typeface="Nimbus Sans"/>
              </a:rPr>
              <a:t>−1.281 = −(1/1) × (−0.438) × .5 + (−1.500)</a:t>
            </a:r>
          </a:p>
        </p:txBody>
      </p:sp>
      <p:sp>
        <p:nvSpPr>
          <p:cNvPr id="173" name="e_v_6_n">
            <a:extLst>
              <a:ext uri="{FF2B5EF4-FFF2-40B4-BE49-F238E27FC236}">
                <a16:creationId xmlns:a16="http://schemas.microsoft.com/office/drawing/2014/main" id="{16B85D53-3241-4C9A-8562-269854F020BE}"/>
              </a:ext>
            </a:extLst>
          </p:cNvPr>
          <p:cNvSpPr>
            <a:spLocks noGrp="1"/>
          </p:cNvSpPr>
          <p:nvPr/>
        </p:nvSpPr>
        <p:spPr>
          <a:xfrm>
            <a:off x="619506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6</a:t>
            </a:r>
          </a:p>
        </p:txBody>
      </p:sp>
      <p:sp>
        <p:nvSpPr>
          <p:cNvPr id="174" name="e_v_6_calc">
            <a:extLst>
              <a:ext uri="{FF2B5EF4-FFF2-40B4-BE49-F238E27FC236}">
                <a16:creationId xmlns:a16="http://schemas.microsoft.com/office/drawing/2014/main" id="{DAB6078C-7467-4364-9DD6-6A0F80874595}"/>
              </a:ext>
            </a:extLst>
          </p:cNvPr>
          <p:cNvSpPr>
            <a:spLocks noGrp="1"/>
          </p:cNvSpPr>
          <p:nvPr/>
        </p:nvSpPr>
        <p:spPr>
          <a:xfrm>
            <a:off x="6195060" y="4122420"/>
            <a:ext cx="5562600" cy="563880"/>
          </a:xfrm>
          <a:prstGeom prst="rect">
            <a:avLst/>
          </a:prstGeom>
          <a:solidFill>
            <a:srgbClr val="F5FFF9"/>
          </a:solidFill>
          <a:ln w="0">
            <a:noFill/>
          </a:ln>
        </p:spPr>
        <p:txBody>
          <a:bodyPr wrap="none" lIns="0" tIns="0" rIns="0" bIns="0" anchor="ctr">
            <a:noAutofit/>
          </a:bodyPr>
          <a:lstStyle/>
          <a:p>
            <a:pPr>
              <a:defRPr sz="2393">
                <a:solidFill>
                  <a:srgbClr val="F50069"/>
                </a:solidFill>
                <a:latin typeface="Nimbus Sans"/>
                <a:ea typeface="Nimbus Sans"/>
                <a:cs typeface="Nimbus Sans"/>
              </a:defRPr>
            </a:pPr>
            <a:r>
              <a:rPr sz="1914">
                <a:solidFill>
                  <a:srgbClr val="F50069"/>
                </a:solidFill>
                <a:latin typeface="Nimbus Sans"/>
                <a:ea typeface="Nimbus Sans"/>
                <a:cs typeface="Nimbus Sans"/>
              </a:rPr>
              <a:t>−0.688 = −(1/1) × (−1.188) × .5 + (−1.281)</a:t>
            </a:r>
          </a:p>
        </p:txBody>
      </p:sp>
      <p:sp>
        <p:nvSpPr>
          <p:cNvPr id="175" name="e_v_7_n">
            <a:extLst>
              <a:ext uri="{FF2B5EF4-FFF2-40B4-BE49-F238E27FC236}">
                <a16:creationId xmlns:a16="http://schemas.microsoft.com/office/drawing/2014/main" id="{37AF4D45-71CF-4DF7-BE6A-56D2E4BE67B2}"/>
              </a:ext>
            </a:extLst>
          </p:cNvPr>
          <p:cNvSpPr>
            <a:spLocks noGrp="1"/>
          </p:cNvSpPr>
          <p:nvPr/>
        </p:nvSpPr>
        <p:spPr>
          <a:xfrm>
            <a:off x="619506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7</a:t>
            </a:r>
          </a:p>
        </p:txBody>
      </p:sp>
      <p:sp>
        <p:nvSpPr>
          <p:cNvPr id="176" name="e_v_7_calc">
            <a:extLst>
              <a:ext uri="{FF2B5EF4-FFF2-40B4-BE49-F238E27FC236}">
                <a16:creationId xmlns:a16="http://schemas.microsoft.com/office/drawing/2014/main" id="{574647D0-69B7-474D-93AF-3808128A7F4B}"/>
              </a:ext>
            </a:extLst>
          </p:cNvPr>
          <p:cNvSpPr>
            <a:spLocks noGrp="1"/>
          </p:cNvSpPr>
          <p:nvPr/>
        </p:nvSpPr>
        <p:spPr>
          <a:xfrm>
            <a:off x="6195060" y="4122420"/>
            <a:ext cx="5562600" cy="563880"/>
          </a:xfrm>
          <a:prstGeom prst="rect">
            <a:avLst/>
          </a:prstGeom>
          <a:solidFill>
            <a:srgbClr val="F5FFF9"/>
          </a:solidFill>
          <a:ln w="0">
            <a:noFill/>
          </a:ln>
        </p:spPr>
        <p:txBody>
          <a:bodyPr wrap="none" lIns="0" tIns="0" rIns="0" bIns="0" anchor="ctr">
            <a:noAutofit/>
          </a:bodyPr>
          <a:lstStyle/>
          <a:p>
            <a:pPr>
              <a:defRPr sz="2451">
                <a:solidFill>
                  <a:srgbClr val="F50069"/>
                </a:solidFill>
                <a:latin typeface="Nimbus Sans"/>
                <a:ea typeface="Nimbus Sans"/>
                <a:cs typeface="Nimbus Sans"/>
              </a:defRPr>
            </a:pPr>
            <a:r>
              <a:rPr sz="1961">
                <a:solidFill>
                  <a:srgbClr val="F50069"/>
                </a:solidFill>
                <a:latin typeface="Nimbus Sans"/>
                <a:ea typeface="Nimbus Sans"/>
                <a:cs typeface="Nimbus Sans"/>
              </a:rPr>
              <a:t>0.227 = −(1/1) × (−1.828) × .5 + (−0.688)</a:t>
            </a:r>
          </a:p>
        </p:txBody>
      </p:sp>
      <p:sp>
        <p:nvSpPr>
          <p:cNvPr id="177" name="e_v_8_n">
            <a:extLst>
              <a:ext uri="{FF2B5EF4-FFF2-40B4-BE49-F238E27FC236}">
                <a16:creationId xmlns:a16="http://schemas.microsoft.com/office/drawing/2014/main" id="{7AB2F7ED-A104-411F-9386-0196F59565B6}"/>
              </a:ext>
            </a:extLst>
          </p:cNvPr>
          <p:cNvSpPr>
            <a:spLocks noGrp="1"/>
          </p:cNvSpPr>
          <p:nvPr/>
        </p:nvSpPr>
        <p:spPr>
          <a:xfrm>
            <a:off x="619506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8</a:t>
            </a:r>
          </a:p>
        </p:txBody>
      </p:sp>
      <p:sp>
        <p:nvSpPr>
          <p:cNvPr id="178" name="e_v_8_calc">
            <a:extLst>
              <a:ext uri="{FF2B5EF4-FFF2-40B4-BE49-F238E27FC236}">
                <a16:creationId xmlns:a16="http://schemas.microsoft.com/office/drawing/2014/main" id="{E6FA0BFE-3D09-408E-B08A-333CFA710E91}"/>
              </a:ext>
            </a:extLst>
          </p:cNvPr>
          <p:cNvSpPr>
            <a:spLocks noGrp="1"/>
          </p:cNvSpPr>
          <p:nvPr/>
        </p:nvSpPr>
        <p:spPr>
          <a:xfrm>
            <a:off x="6195060" y="4122420"/>
            <a:ext cx="5562600" cy="563880"/>
          </a:xfrm>
          <a:prstGeom prst="rect">
            <a:avLst/>
          </a:prstGeom>
          <a:solidFill>
            <a:srgbClr val="F5FFF9"/>
          </a:solidFill>
          <a:ln w="0">
            <a:noFill/>
          </a:ln>
        </p:spPr>
        <p:txBody>
          <a:bodyPr wrap="none" lIns="0" tIns="0" rIns="0" bIns="0" anchor="ctr">
            <a:noAutofit/>
          </a:bodyPr>
          <a:lstStyle/>
          <a:p>
            <a:pPr>
              <a:defRPr sz="2645">
                <a:solidFill>
                  <a:srgbClr val="F50069"/>
                </a:solidFill>
                <a:latin typeface="Nimbus Sans"/>
                <a:ea typeface="Nimbus Sans"/>
                <a:cs typeface="Nimbus Sans"/>
              </a:defRPr>
            </a:pPr>
            <a:r>
              <a:rPr sz="2116">
                <a:solidFill>
                  <a:srgbClr val="F50069"/>
                </a:solidFill>
                <a:latin typeface="Nimbus Sans"/>
                <a:ea typeface="Nimbus Sans"/>
                <a:cs typeface="Nimbus Sans"/>
              </a:rPr>
              <a:t>1.313 = −(1/1) × (−2.172) × .5 + 0.227</a:t>
            </a:r>
          </a:p>
        </p:txBody>
      </p:sp>
      <p:sp>
        <p:nvSpPr>
          <p:cNvPr id="179" name="e_v_9_n">
            <a:extLst>
              <a:ext uri="{FF2B5EF4-FFF2-40B4-BE49-F238E27FC236}">
                <a16:creationId xmlns:a16="http://schemas.microsoft.com/office/drawing/2014/main" id="{26BC8907-955C-4164-99A8-AA6199653304}"/>
              </a:ext>
            </a:extLst>
          </p:cNvPr>
          <p:cNvSpPr>
            <a:spLocks noGrp="1"/>
          </p:cNvSpPr>
          <p:nvPr/>
        </p:nvSpPr>
        <p:spPr>
          <a:xfrm>
            <a:off x="619506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9</a:t>
            </a:r>
          </a:p>
        </p:txBody>
      </p:sp>
      <p:sp>
        <p:nvSpPr>
          <p:cNvPr id="180" name="e_v_9_calc">
            <a:extLst>
              <a:ext uri="{FF2B5EF4-FFF2-40B4-BE49-F238E27FC236}">
                <a16:creationId xmlns:a16="http://schemas.microsoft.com/office/drawing/2014/main" id="{89332021-67D9-415F-8B32-4B4C9AD79097}"/>
              </a:ext>
            </a:extLst>
          </p:cNvPr>
          <p:cNvSpPr>
            <a:spLocks noGrp="1"/>
          </p:cNvSpPr>
          <p:nvPr/>
        </p:nvSpPr>
        <p:spPr>
          <a:xfrm>
            <a:off x="6195060" y="4122420"/>
            <a:ext cx="5562600" cy="563880"/>
          </a:xfrm>
          <a:prstGeom prst="rect">
            <a:avLst/>
          </a:prstGeom>
          <a:solidFill>
            <a:srgbClr val="F5FFF9"/>
          </a:solidFill>
          <a:ln w="0">
            <a:noFill/>
          </a:ln>
        </p:spPr>
        <p:txBody>
          <a:bodyPr wrap="none" lIns="0" tIns="0" rIns="0" bIns="0" anchor="ctr">
            <a:noAutofit/>
          </a:bodyPr>
          <a:lstStyle/>
          <a:p>
            <a:pPr>
              <a:defRPr sz="2645">
                <a:solidFill>
                  <a:srgbClr val="F50069"/>
                </a:solidFill>
                <a:latin typeface="Nimbus Sans"/>
                <a:ea typeface="Nimbus Sans"/>
                <a:cs typeface="Nimbus Sans"/>
              </a:defRPr>
            </a:pPr>
            <a:r>
              <a:rPr sz="2116">
                <a:solidFill>
                  <a:srgbClr val="F50069"/>
                </a:solidFill>
                <a:latin typeface="Nimbus Sans"/>
                <a:ea typeface="Nimbus Sans"/>
                <a:cs typeface="Nimbus Sans"/>
              </a:rPr>
              <a:t>2.342 = −(1/1) × (−2.059) × .5 + 1.313</a:t>
            </a:r>
          </a:p>
        </p:txBody>
      </p:sp>
      <p:sp>
        <p:nvSpPr>
          <p:cNvPr id="181" name="e_v_10_n">
            <a:extLst>
              <a:ext uri="{FF2B5EF4-FFF2-40B4-BE49-F238E27FC236}">
                <a16:creationId xmlns:a16="http://schemas.microsoft.com/office/drawing/2014/main" id="{EB8883C5-7AE9-4A91-9550-EC673B8CE77A}"/>
              </a:ext>
            </a:extLst>
          </p:cNvPr>
          <p:cNvSpPr>
            <a:spLocks noGrp="1"/>
          </p:cNvSpPr>
          <p:nvPr/>
        </p:nvSpPr>
        <p:spPr>
          <a:xfrm>
            <a:off x="619506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10</a:t>
            </a:r>
          </a:p>
        </p:txBody>
      </p:sp>
      <p:sp>
        <p:nvSpPr>
          <p:cNvPr id="182" name="e_v_10_calc">
            <a:extLst>
              <a:ext uri="{FF2B5EF4-FFF2-40B4-BE49-F238E27FC236}">
                <a16:creationId xmlns:a16="http://schemas.microsoft.com/office/drawing/2014/main" id="{8E9E8A34-73D1-485C-ABE9-B98B5F56F6BF}"/>
              </a:ext>
            </a:extLst>
          </p:cNvPr>
          <p:cNvSpPr>
            <a:spLocks noGrp="1"/>
          </p:cNvSpPr>
          <p:nvPr/>
        </p:nvSpPr>
        <p:spPr>
          <a:xfrm>
            <a:off x="6195060" y="4122420"/>
            <a:ext cx="5562600" cy="563880"/>
          </a:xfrm>
          <a:prstGeom prst="rect">
            <a:avLst/>
          </a:prstGeom>
          <a:solidFill>
            <a:srgbClr val="F5FFF9"/>
          </a:solidFill>
          <a:ln w="0">
            <a:noFill/>
          </a:ln>
        </p:spPr>
        <p:txBody>
          <a:bodyPr wrap="none" lIns="0" tIns="0" rIns="0" bIns="0" anchor="ctr">
            <a:noAutofit/>
          </a:bodyPr>
          <a:lstStyle/>
          <a:p>
            <a:pPr>
              <a:defRPr sz="2645">
                <a:solidFill>
                  <a:srgbClr val="F50069"/>
                </a:solidFill>
                <a:latin typeface="Nimbus Sans"/>
                <a:ea typeface="Nimbus Sans"/>
                <a:cs typeface="Nimbus Sans"/>
              </a:defRPr>
            </a:pPr>
            <a:r>
              <a:rPr sz="2116">
                <a:solidFill>
                  <a:srgbClr val="F50069"/>
                </a:solidFill>
                <a:latin typeface="Nimbus Sans"/>
                <a:ea typeface="Nimbus Sans"/>
                <a:cs typeface="Nimbus Sans"/>
              </a:rPr>
              <a:t>3.043 = −(1/1) × (−1.402) × .5 + 2.342</a:t>
            </a:r>
          </a:p>
        </p:txBody>
      </p:sp>
      <p:sp>
        <p:nvSpPr>
          <p:cNvPr id="183" name="e_v_11_n">
            <a:extLst>
              <a:ext uri="{FF2B5EF4-FFF2-40B4-BE49-F238E27FC236}">
                <a16:creationId xmlns:a16="http://schemas.microsoft.com/office/drawing/2014/main" id="{9F5D3825-A01A-4903-B0A7-FEDF1F96F010}"/>
              </a:ext>
            </a:extLst>
          </p:cNvPr>
          <p:cNvSpPr>
            <a:spLocks noGrp="1"/>
          </p:cNvSpPr>
          <p:nvPr/>
        </p:nvSpPr>
        <p:spPr>
          <a:xfrm>
            <a:off x="619506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11</a:t>
            </a:r>
          </a:p>
        </p:txBody>
      </p:sp>
      <p:sp>
        <p:nvSpPr>
          <p:cNvPr id="184" name="e_v_11_calc">
            <a:extLst>
              <a:ext uri="{FF2B5EF4-FFF2-40B4-BE49-F238E27FC236}">
                <a16:creationId xmlns:a16="http://schemas.microsoft.com/office/drawing/2014/main" id="{823A598D-5C72-4F5C-8792-CB86A2E23037}"/>
              </a:ext>
            </a:extLst>
          </p:cNvPr>
          <p:cNvSpPr>
            <a:spLocks noGrp="1"/>
          </p:cNvSpPr>
          <p:nvPr/>
        </p:nvSpPr>
        <p:spPr>
          <a:xfrm>
            <a:off x="6195060" y="4122420"/>
            <a:ext cx="5562600" cy="563880"/>
          </a:xfrm>
          <a:prstGeom prst="rect">
            <a:avLst/>
          </a:prstGeom>
          <a:solidFill>
            <a:srgbClr val="F5FFF9"/>
          </a:solidFill>
          <a:ln w="0">
            <a:noFill/>
          </a:ln>
        </p:spPr>
        <p:txBody>
          <a:bodyPr wrap="none" lIns="0" tIns="0" rIns="0" bIns="0" anchor="ctr">
            <a:noAutofit/>
          </a:bodyPr>
          <a:lstStyle/>
          <a:p>
            <a:pPr>
              <a:defRPr sz="2645">
                <a:solidFill>
                  <a:srgbClr val="F50069"/>
                </a:solidFill>
                <a:latin typeface="Nimbus Sans"/>
                <a:ea typeface="Nimbus Sans"/>
                <a:cs typeface="Nimbus Sans"/>
              </a:defRPr>
            </a:pPr>
            <a:r>
              <a:rPr sz="2116">
                <a:solidFill>
                  <a:srgbClr val="F50069"/>
                </a:solidFill>
                <a:latin typeface="Nimbus Sans"/>
                <a:ea typeface="Nimbus Sans"/>
                <a:cs typeface="Nimbus Sans"/>
              </a:rPr>
              <a:t>3.159 = −(1/1) × (−0.231) × .5 + 3.043</a:t>
            </a:r>
          </a:p>
        </p:txBody>
      </p:sp>
      <p:sp>
        <p:nvSpPr>
          <p:cNvPr id="185" name="e_v_12_n">
            <a:extLst>
              <a:ext uri="{FF2B5EF4-FFF2-40B4-BE49-F238E27FC236}">
                <a16:creationId xmlns:a16="http://schemas.microsoft.com/office/drawing/2014/main" id="{BB12E478-43C4-4892-805E-98B85907D9DF}"/>
              </a:ext>
            </a:extLst>
          </p:cNvPr>
          <p:cNvSpPr>
            <a:spLocks noGrp="1"/>
          </p:cNvSpPr>
          <p:nvPr/>
        </p:nvSpPr>
        <p:spPr>
          <a:xfrm>
            <a:off x="6195060" y="3771900"/>
            <a:ext cx="5334000" cy="281940"/>
          </a:xfrm>
          <a:prstGeom prst="rect">
            <a:avLst/>
          </a:prstGeom>
          <a:solidFill>
            <a:srgbClr val="F5FFF9"/>
          </a:solidFill>
          <a:ln w="0">
            <a:noFill/>
          </a:ln>
        </p:spPr>
        <p:txBody>
          <a:bodyPr wrap="none" lIns="0" tIns="0" rIns="0" bIns="0" anchor="ctr">
            <a:noAutofit/>
          </a:bodyPr>
          <a:lstStyle/>
          <a:p>
            <a:pPr>
              <a:defRPr sz="2025">
                <a:solidFill>
                  <a:srgbClr val="47554E"/>
                </a:solidFill>
                <a:latin typeface="Nimbus Sans"/>
                <a:ea typeface="Nimbus Sans"/>
                <a:cs typeface="Nimbus Sans"/>
              </a:defRPr>
            </a:pPr>
            <a:r>
              <a:rPr sz="1620">
                <a:solidFill>
                  <a:srgbClr val="47554E"/>
                </a:solidFill>
                <a:latin typeface="Nimbus Sans"/>
                <a:ea typeface="Nimbus Sans"/>
                <a:cs typeface="Nimbus Sans"/>
              </a:rPr>
              <a:t>n = 12</a:t>
            </a:r>
          </a:p>
        </p:txBody>
      </p:sp>
      <p:sp>
        <p:nvSpPr>
          <p:cNvPr id="186" name="e_v_12_calc">
            <a:extLst>
              <a:ext uri="{FF2B5EF4-FFF2-40B4-BE49-F238E27FC236}">
                <a16:creationId xmlns:a16="http://schemas.microsoft.com/office/drawing/2014/main" id="{E546A336-1ACF-4AA0-BDF3-00EAB1ACA74E}"/>
              </a:ext>
            </a:extLst>
          </p:cNvPr>
          <p:cNvSpPr>
            <a:spLocks noGrp="1"/>
          </p:cNvSpPr>
          <p:nvPr/>
        </p:nvSpPr>
        <p:spPr>
          <a:xfrm>
            <a:off x="6195060" y="4122420"/>
            <a:ext cx="5562600" cy="563880"/>
          </a:xfrm>
          <a:prstGeom prst="rect">
            <a:avLst/>
          </a:prstGeom>
          <a:solidFill>
            <a:srgbClr val="F5FFF9"/>
          </a:solidFill>
          <a:ln w="0">
            <a:noFill/>
          </a:ln>
        </p:spPr>
        <p:txBody>
          <a:bodyPr wrap="none" lIns="0" tIns="0" rIns="0" bIns="0" anchor="ctr">
            <a:noAutofit/>
          </a:bodyPr>
          <a:lstStyle/>
          <a:p>
            <a:pPr>
              <a:defRPr sz="2700">
                <a:solidFill>
                  <a:srgbClr val="F50069"/>
                </a:solidFill>
                <a:latin typeface="Nimbus Sans"/>
                <a:ea typeface="Nimbus Sans"/>
                <a:cs typeface="Nimbus Sans"/>
              </a:defRPr>
            </a:pPr>
            <a:r>
              <a:rPr sz="2160">
                <a:solidFill>
                  <a:srgbClr val="F50069"/>
                </a:solidFill>
                <a:latin typeface="Nimbus Sans"/>
                <a:ea typeface="Nimbus Sans"/>
                <a:cs typeface="Nimbus Sans"/>
              </a:rPr>
              <a:t>2.514 = −(1/1) × 1.290 × .5 + 3.159</a:t>
            </a:r>
          </a:p>
        </p:txBody>
      </p:sp>
    </p:spTree>
    <p:extLst>
      <p:ext uri="{BB962C8B-B14F-4D97-AF65-F5344CB8AC3E}">
        <p14:creationId xmlns:p14="http://schemas.microsoft.com/office/powerpoint/2010/main" val="619035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3"/>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150"/>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14"/>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27"/>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26"/>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151"/>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64"/>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63"/>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8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5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6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6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115"/>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29"/>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28"/>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1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3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3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nodeType="clickEffect">
                                  <p:stCondLst>
                                    <p:cond delay="0"/>
                                  </p:stCondLst>
                                  <p:childTnLst>
                                    <p:set>
                                      <p:cBhvr>
                                        <p:cTn id="88" dur="1" fill="hold">
                                          <p:stCondLst>
                                            <p:cond delay="0"/>
                                          </p:stCondLst>
                                        </p:cTn>
                                        <p:tgtEl>
                                          <p:spTgt spid="152"/>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166"/>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165"/>
                                        </p:tgtEl>
                                        <p:attrNameLst>
                                          <p:attrName>style.visibility</p:attrName>
                                        </p:attrNameLst>
                                      </p:cBhvr>
                                      <p:to>
                                        <p:strVal val="hidden"/>
                                      </p:to>
                                    </p:set>
                                  </p:childTnLst>
                                </p:cTn>
                              </p:par>
                              <p:par>
                                <p:cTn id="93" presetID="1" presetClass="entr" presetSubtype="0" fill="hold" nodeType="withEffect">
                                  <p:stCondLst>
                                    <p:cond delay="0"/>
                                  </p:stCondLst>
                                  <p:childTnLst>
                                    <p:set>
                                      <p:cBhvr>
                                        <p:cTn id="94" dur="1" fill="hold">
                                          <p:stCondLst>
                                            <p:cond delay="0"/>
                                          </p:stCondLst>
                                        </p:cTn>
                                        <p:tgtEl>
                                          <p:spTgt spid="87"/>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88"/>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5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68"/>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6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nodeType="clickEffect">
                                  <p:stCondLst>
                                    <p:cond delay="0"/>
                                  </p:stCondLst>
                                  <p:childTnLst>
                                    <p:set>
                                      <p:cBhvr>
                                        <p:cTn id="106" dur="1" fill="hold">
                                          <p:stCondLst>
                                            <p:cond delay="0"/>
                                          </p:stCondLst>
                                        </p:cTn>
                                        <p:tgtEl>
                                          <p:spTgt spid="116"/>
                                        </p:tgtEl>
                                        <p:attrNameLst>
                                          <p:attrName>style.visibility</p:attrName>
                                        </p:attrNameLst>
                                      </p:cBhvr>
                                      <p:to>
                                        <p:strVal val="hidden"/>
                                      </p:to>
                                    </p:set>
                                  </p:childTnLst>
                                </p:cTn>
                              </p:par>
                              <p:par>
                                <p:cTn id="107" presetID="1" presetClass="exit" presetSubtype="0" fill="hold" nodeType="withEffect">
                                  <p:stCondLst>
                                    <p:cond delay="0"/>
                                  </p:stCondLst>
                                  <p:childTnLst>
                                    <p:set>
                                      <p:cBhvr>
                                        <p:cTn id="108" dur="1" fill="hold">
                                          <p:stCondLst>
                                            <p:cond delay="0"/>
                                          </p:stCondLst>
                                        </p:cTn>
                                        <p:tgtEl>
                                          <p:spTgt spid="131"/>
                                        </p:tgtEl>
                                        <p:attrNameLst>
                                          <p:attrName>style.visibility</p:attrName>
                                        </p:attrNameLst>
                                      </p:cBhvr>
                                      <p:to>
                                        <p:strVal val="hidden"/>
                                      </p:to>
                                    </p:set>
                                  </p:childTnLst>
                                </p:cTn>
                              </p:par>
                              <p:par>
                                <p:cTn id="109" presetID="1" presetClass="exit" presetSubtype="0" fill="hold" nodeType="withEffect">
                                  <p:stCondLst>
                                    <p:cond delay="0"/>
                                  </p:stCondLst>
                                  <p:childTnLst>
                                    <p:set>
                                      <p:cBhvr>
                                        <p:cTn id="110" dur="1" fill="hold">
                                          <p:stCondLst>
                                            <p:cond delay="0"/>
                                          </p:stCondLst>
                                        </p:cTn>
                                        <p:tgtEl>
                                          <p:spTgt spid="130"/>
                                        </p:tgtEl>
                                        <p:attrNameLst>
                                          <p:attrName>style.visibility</p:attrName>
                                        </p:attrNameLst>
                                      </p:cBhvr>
                                      <p:to>
                                        <p:strVal val="hidden"/>
                                      </p:to>
                                    </p:set>
                                  </p:childTnLst>
                                </p:cTn>
                              </p:par>
                              <p:par>
                                <p:cTn id="111" presetID="1" presetClass="entr" presetSubtype="0" fill="hold" nodeType="withEffect">
                                  <p:stCondLst>
                                    <p:cond delay="0"/>
                                  </p:stCondLst>
                                  <p:childTnLst>
                                    <p:set>
                                      <p:cBhvr>
                                        <p:cTn id="112" dur="1" fill="hold">
                                          <p:stCondLst>
                                            <p:cond delay="0"/>
                                          </p:stCondLst>
                                        </p:cTn>
                                        <p:tgtEl>
                                          <p:spTgt spid="36"/>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37"/>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17"/>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33"/>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32"/>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xit" presetSubtype="0" fill="hold" nodeType="clickEffect">
                                  <p:stCondLst>
                                    <p:cond delay="0"/>
                                  </p:stCondLst>
                                  <p:childTnLst>
                                    <p:set>
                                      <p:cBhvr>
                                        <p:cTn id="124" dur="1" fill="hold">
                                          <p:stCondLst>
                                            <p:cond delay="0"/>
                                          </p:stCondLst>
                                        </p:cTn>
                                        <p:tgtEl>
                                          <p:spTgt spid="153"/>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0"/>
                                          </p:stCondLst>
                                        </p:cTn>
                                        <p:tgtEl>
                                          <p:spTgt spid="168"/>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0"/>
                                          </p:stCondLst>
                                        </p:cTn>
                                        <p:tgtEl>
                                          <p:spTgt spid="167"/>
                                        </p:tgtEl>
                                        <p:attrNameLst>
                                          <p:attrName>style.visibility</p:attrName>
                                        </p:attrNameLst>
                                      </p:cBhvr>
                                      <p:to>
                                        <p:strVal val="hidden"/>
                                      </p:to>
                                    </p:set>
                                  </p:childTnLst>
                                </p:cTn>
                              </p:par>
                              <p:par>
                                <p:cTn id="129" presetID="1" presetClass="entr" presetSubtype="0" fill="hold" nodeType="withEffect">
                                  <p:stCondLst>
                                    <p:cond delay="0"/>
                                  </p:stCondLst>
                                  <p:childTnLst>
                                    <p:set>
                                      <p:cBhvr>
                                        <p:cTn id="130" dur="1" fill="hold">
                                          <p:stCondLst>
                                            <p:cond delay="0"/>
                                          </p:stCondLst>
                                        </p:cTn>
                                        <p:tgtEl>
                                          <p:spTgt spid="89"/>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90"/>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54"/>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170"/>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69"/>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nodeType="clickEffect">
                                  <p:stCondLst>
                                    <p:cond delay="0"/>
                                  </p:stCondLst>
                                  <p:childTnLst>
                                    <p:set>
                                      <p:cBhvr>
                                        <p:cTn id="142" dur="1" fill="hold">
                                          <p:stCondLst>
                                            <p:cond delay="0"/>
                                          </p:stCondLst>
                                        </p:cTn>
                                        <p:tgtEl>
                                          <p:spTgt spid="117"/>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0"/>
                                          </p:stCondLst>
                                        </p:cTn>
                                        <p:tgtEl>
                                          <p:spTgt spid="133"/>
                                        </p:tgtEl>
                                        <p:attrNameLst>
                                          <p:attrName>style.visibility</p:attrName>
                                        </p:attrNameLst>
                                      </p:cBhvr>
                                      <p:to>
                                        <p:strVal val="hidden"/>
                                      </p:to>
                                    </p:set>
                                  </p:childTnLst>
                                </p:cTn>
                              </p:par>
                              <p:par>
                                <p:cTn id="145" presetID="1" presetClass="exit" presetSubtype="0" fill="hold" nodeType="withEffect">
                                  <p:stCondLst>
                                    <p:cond delay="0"/>
                                  </p:stCondLst>
                                  <p:childTnLst>
                                    <p:set>
                                      <p:cBhvr>
                                        <p:cTn id="146" dur="1" fill="hold">
                                          <p:stCondLst>
                                            <p:cond delay="0"/>
                                          </p:stCondLst>
                                        </p:cTn>
                                        <p:tgtEl>
                                          <p:spTgt spid="132"/>
                                        </p:tgtEl>
                                        <p:attrNameLst>
                                          <p:attrName>style.visibility</p:attrName>
                                        </p:attrNameLst>
                                      </p:cBhvr>
                                      <p:to>
                                        <p:strVal val="hidden"/>
                                      </p:to>
                                    </p:set>
                                  </p:childTnLst>
                                </p:cTn>
                              </p:par>
                              <p:par>
                                <p:cTn id="147" presetID="1" presetClass="entr" presetSubtype="0" fill="hold" nodeType="withEffect">
                                  <p:stCondLst>
                                    <p:cond delay="0"/>
                                  </p:stCondLst>
                                  <p:childTnLst>
                                    <p:set>
                                      <p:cBhvr>
                                        <p:cTn id="148" dur="1" fill="hold">
                                          <p:stCondLst>
                                            <p:cond delay="0"/>
                                          </p:stCondLst>
                                        </p:cTn>
                                        <p:tgtEl>
                                          <p:spTgt spid="38"/>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39"/>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118"/>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135"/>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134"/>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xit" presetSubtype="0" fill="hold" nodeType="clickEffect">
                                  <p:stCondLst>
                                    <p:cond delay="0"/>
                                  </p:stCondLst>
                                  <p:childTnLst>
                                    <p:set>
                                      <p:cBhvr>
                                        <p:cTn id="160" dur="1" fill="hold">
                                          <p:stCondLst>
                                            <p:cond delay="0"/>
                                          </p:stCondLst>
                                        </p:cTn>
                                        <p:tgtEl>
                                          <p:spTgt spid="154"/>
                                        </p:tgtEl>
                                        <p:attrNameLst>
                                          <p:attrName>style.visibility</p:attrName>
                                        </p:attrNameLst>
                                      </p:cBhvr>
                                      <p:to>
                                        <p:strVal val="hidden"/>
                                      </p:to>
                                    </p:set>
                                  </p:childTnLst>
                                </p:cTn>
                              </p:par>
                              <p:par>
                                <p:cTn id="161" presetID="1" presetClass="exit" presetSubtype="0" fill="hold" nodeType="withEffect">
                                  <p:stCondLst>
                                    <p:cond delay="0"/>
                                  </p:stCondLst>
                                  <p:childTnLst>
                                    <p:set>
                                      <p:cBhvr>
                                        <p:cTn id="162" dur="1" fill="hold">
                                          <p:stCondLst>
                                            <p:cond delay="0"/>
                                          </p:stCondLst>
                                        </p:cTn>
                                        <p:tgtEl>
                                          <p:spTgt spid="170"/>
                                        </p:tgtEl>
                                        <p:attrNameLst>
                                          <p:attrName>style.visibility</p:attrName>
                                        </p:attrNameLst>
                                      </p:cBhvr>
                                      <p:to>
                                        <p:strVal val="hidden"/>
                                      </p:to>
                                    </p:set>
                                  </p:childTnLst>
                                </p:cTn>
                              </p:par>
                              <p:par>
                                <p:cTn id="163" presetID="1" presetClass="exit" presetSubtype="0" fill="hold" nodeType="withEffect">
                                  <p:stCondLst>
                                    <p:cond delay="0"/>
                                  </p:stCondLst>
                                  <p:childTnLst>
                                    <p:set>
                                      <p:cBhvr>
                                        <p:cTn id="164" dur="1" fill="hold">
                                          <p:stCondLst>
                                            <p:cond delay="0"/>
                                          </p:stCondLst>
                                        </p:cTn>
                                        <p:tgtEl>
                                          <p:spTgt spid="169"/>
                                        </p:tgtEl>
                                        <p:attrNameLst>
                                          <p:attrName>style.visibility</p:attrName>
                                        </p:attrNameLst>
                                      </p:cBhvr>
                                      <p:to>
                                        <p:strVal val="hidden"/>
                                      </p:to>
                                    </p:set>
                                  </p:childTnLst>
                                </p:cTn>
                              </p:par>
                              <p:par>
                                <p:cTn id="165" presetID="1" presetClass="entr" presetSubtype="0" fill="hold" nodeType="withEffect">
                                  <p:stCondLst>
                                    <p:cond delay="0"/>
                                  </p:stCondLst>
                                  <p:childTnLst>
                                    <p:set>
                                      <p:cBhvr>
                                        <p:cTn id="166" dur="1" fill="hold">
                                          <p:stCondLst>
                                            <p:cond delay="0"/>
                                          </p:stCondLst>
                                        </p:cTn>
                                        <p:tgtEl>
                                          <p:spTgt spid="91"/>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92"/>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155"/>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72"/>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171"/>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xit" presetSubtype="0" fill="hold" nodeType="clickEffect">
                                  <p:stCondLst>
                                    <p:cond delay="0"/>
                                  </p:stCondLst>
                                  <p:childTnLst>
                                    <p:set>
                                      <p:cBhvr>
                                        <p:cTn id="178" dur="1" fill="hold">
                                          <p:stCondLst>
                                            <p:cond delay="0"/>
                                          </p:stCondLst>
                                        </p:cTn>
                                        <p:tgtEl>
                                          <p:spTgt spid="118"/>
                                        </p:tgtEl>
                                        <p:attrNameLst>
                                          <p:attrName>style.visibility</p:attrName>
                                        </p:attrNameLst>
                                      </p:cBhvr>
                                      <p:to>
                                        <p:strVal val="hidden"/>
                                      </p:to>
                                    </p:set>
                                  </p:childTnLst>
                                </p:cTn>
                              </p:par>
                              <p:par>
                                <p:cTn id="179" presetID="1" presetClass="exit" presetSubtype="0" fill="hold" nodeType="withEffect">
                                  <p:stCondLst>
                                    <p:cond delay="0"/>
                                  </p:stCondLst>
                                  <p:childTnLst>
                                    <p:set>
                                      <p:cBhvr>
                                        <p:cTn id="180" dur="1" fill="hold">
                                          <p:stCondLst>
                                            <p:cond delay="0"/>
                                          </p:stCondLst>
                                        </p:cTn>
                                        <p:tgtEl>
                                          <p:spTgt spid="135"/>
                                        </p:tgtEl>
                                        <p:attrNameLst>
                                          <p:attrName>style.visibility</p:attrName>
                                        </p:attrNameLst>
                                      </p:cBhvr>
                                      <p:to>
                                        <p:strVal val="hidden"/>
                                      </p:to>
                                    </p:set>
                                  </p:childTnLst>
                                </p:cTn>
                              </p:par>
                              <p:par>
                                <p:cTn id="181" presetID="1" presetClass="exit" presetSubtype="0" fill="hold" nodeType="withEffect">
                                  <p:stCondLst>
                                    <p:cond delay="0"/>
                                  </p:stCondLst>
                                  <p:childTnLst>
                                    <p:set>
                                      <p:cBhvr>
                                        <p:cTn id="182" dur="1" fill="hold">
                                          <p:stCondLst>
                                            <p:cond delay="0"/>
                                          </p:stCondLst>
                                        </p:cTn>
                                        <p:tgtEl>
                                          <p:spTgt spid="134"/>
                                        </p:tgtEl>
                                        <p:attrNameLst>
                                          <p:attrName>style.visibility</p:attrName>
                                        </p:attrNameLst>
                                      </p:cBhvr>
                                      <p:to>
                                        <p:strVal val="hidden"/>
                                      </p:to>
                                    </p:set>
                                  </p:childTnLst>
                                </p:cTn>
                              </p:par>
                              <p:par>
                                <p:cTn id="183" presetID="1" presetClass="entr" presetSubtype="0" fill="hold" nodeType="withEffect">
                                  <p:stCondLst>
                                    <p:cond delay="0"/>
                                  </p:stCondLst>
                                  <p:childTnLst>
                                    <p:set>
                                      <p:cBhvr>
                                        <p:cTn id="184" dur="1" fill="hold">
                                          <p:stCondLst>
                                            <p:cond delay="0"/>
                                          </p:stCondLst>
                                        </p:cTn>
                                        <p:tgtEl>
                                          <p:spTgt spid="40"/>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41"/>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119"/>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0"/>
                                          </p:stCondLst>
                                        </p:cTn>
                                        <p:tgtEl>
                                          <p:spTgt spid="137"/>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136"/>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xit" presetSubtype="0" fill="hold" nodeType="clickEffect">
                                  <p:stCondLst>
                                    <p:cond delay="0"/>
                                  </p:stCondLst>
                                  <p:childTnLst>
                                    <p:set>
                                      <p:cBhvr>
                                        <p:cTn id="196" dur="1" fill="hold">
                                          <p:stCondLst>
                                            <p:cond delay="0"/>
                                          </p:stCondLst>
                                        </p:cTn>
                                        <p:tgtEl>
                                          <p:spTgt spid="155"/>
                                        </p:tgtEl>
                                        <p:attrNameLst>
                                          <p:attrName>style.visibility</p:attrName>
                                        </p:attrNameLst>
                                      </p:cBhvr>
                                      <p:to>
                                        <p:strVal val="hidden"/>
                                      </p:to>
                                    </p:set>
                                  </p:childTnLst>
                                </p:cTn>
                              </p:par>
                              <p:par>
                                <p:cTn id="197" presetID="1" presetClass="exit" presetSubtype="0" fill="hold" nodeType="withEffect">
                                  <p:stCondLst>
                                    <p:cond delay="0"/>
                                  </p:stCondLst>
                                  <p:childTnLst>
                                    <p:set>
                                      <p:cBhvr>
                                        <p:cTn id="198" dur="1" fill="hold">
                                          <p:stCondLst>
                                            <p:cond delay="0"/>
                                          </p:stCondLst>
                                        </p:cTn>
                                        <p:tgtEl>
                                          <p:spTgt spid="172"/>
                                        </p:tgtEl>
                                        <p:attrNameLst>
                                          <p:attrName>style.visibility</p:attrName>
                                        </p:attrNameLst>
                                      </p:cBhvr>
                                      <p:to>
                                        <p:strVal val="hidden"/>
                                      </p:to>
                                    </p:set>
                                  </p:childTnLst>
                                </p:cTn>
                              </p:par>
                              <p:par>
                                <p:cTn id="199" presetID="1" presetClass="exit" presetSubtype="0" fill="hold" nodeType="withEffect">
                                  <p:stCondLst>
                                    <p:cond delay="0"/>
                                  </p:stCondLst>
                                  <p:childTnLst>
                                    <p:set>
                                      <p:cBhvr>
                                        <p:cTn id="200" dur="1" fill="hold">
                                          <p:stCondLst>
                                            <p:cond delay="0"/>
                                          </p:stCondLst>
                                        </p:cTn>
                                        <p:tgtEl>
                                          <p:spTgt spid="171"/>
                                        </p:tgtEl>
                                        <p:attrNameLst>
                                          <p:attrName>style.visibility</p:attrName>
                                        </p:attrNameLst>
                                      </p:cBhvr>
                                      <p:to>
                                        <p:strVal val="hidden"/>
                                      </p:to>
                                    </p:set>
                                  </p:childTnLst>
                                </p:cTn>
                              </p:par>
                              <p:par>
                                <p:cTn id="201" presetID="1" presetClass="entr" presetSubtype="0" fill="hold" nodeType="withEffect">
                                  <p:stCondLst>
                                    <p:cond delay="0"/>
                                  </p:stCondLst>
                                  <p:childTnLst>
                                    <p:set>
                                      <p:cBhvr>
                                        <p:cTn id="202" dur="1" fill="hold">
                                          <p:stCondLst>
                                            <p:cond delay="0"/>
                                          </p:stCondLst>
                                        </p:cTn>
                                        <p:tgtEl>
                                          <p:spTgt spid="93"/>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94"/>
                                        </p:tgtEl>
                                        <p:attrNameLst>
                                          <p:attrName>style.visibility</p:attrName>
                                        </p:attrNameLst>
                                      </p:cBhvr>
                                      <p:to>
                                        <p:strVal val="visible"/>
                                      </p:to>
                                    </p:set>
                                  </p:childTnLst>
                                </p:cTn>
                              </p:par>
                              <p:par>
                                <p:cTn id="205" presetID="1" presetClass="entr" presetSubtype="0" fill="hold" nodeType="withEffect">
                                  <p:stCondLst>
                                    <p:cond delay="0"/>
                                  </p:stCondLst>
                                  <p:childTnLst>
                                    <p:set>
                                      <p:cBhvr>
                                        <p:cTn id="206" dur="1" fill="hold">
                                          <p:stCondLst>
                                            <p:cond delay="0"/>
                                          </p:stCondLst>
                                        </p:cTn>
                                        <p:tgtEl>
                                          <p:spTgt spid="156"/>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174"/>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173"/>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xit" presetSubtype="0" fill="hold" nodeType="clickEffect">
                                  <p:stCondLst>
                                    <p:cond delay="0"/>
                                  </p:stCondLst>
                                  <p:childTnLst>
                                    <p:set>
                                      <p:cBhvr>
                                        <p:cTn id="214" dur="1" fill="hold">
                                          <p:stCondLst>
                                            <p:cond delay="0"/>
                                          </p:stCondLst>
                                        </p:cTn>
                                        <p:tgtEl>
                                          <p:spTgt spid="119"/>
                                        </p:tgtEl>
                                        <p:attrNameLst>
                                          <p:attrName>style.visibility</p:attrName>
                                        </p:attrNameLst>
                                      </p:cBhvr>
                                      <p:to>
                                        <p:strVal val="hidden"/>
                                      </p:to>
                                    </p:set>
                                  </p:childTnLst>
                                </p:cTn>
                              </p:par>
                              <p:par>
                                <p:cTn id="215" presetID="1" presetClass="exit" presetSubtype="0" fill="hold" nodeType="withEffect">
                                  <p:stCondLst>
                                    <p:cond delay="0"/>
                                  </p:stCondLst>
                                  <p:childTnLst>
                                    <p:set>
                                      <p:cBhvr>
                                        <p:cTn id="216" dur="1" fill="hold">
                                          <p:stCondLst>
                                            <p:cond delay="0"/>
                                          </p:stCondLst>
                                        </p:cTn>
                                        <p:tgtEl>
                                          <p:spTgt spid="137"/>
                                        </p:tgtEl>
                                        <p:attrNameLst>
                                          <p:attrName>style.visibility</p:attrName>
                                        </p:attrNameLst>
                                      </p:cBhvr>
                                      <p:to>
                                        <p:strVal val="hidden"/>
                                      </p:to>
                                    </p:set>
                                  </p:childTnLst>
                                </p:cTn>
                              </p:par>
                              <p:par>
                                <p:cTn id="217" presetID="1" presetClass="exit" presetSubtype="0" fill="hold" nodeType="withEffect">
                                  <p:stCondLst>
                                    <p:cond delay="0"/>
                                  </p:stCondLst>
                                  <p:childTnLst>
                                    <p:set>
                                      <p:cBhvr>
                                        <p:cTn id="218" dur="1" fill="hold">
                                          <p:stCondLst>
                                            <p:cond delay="0"/>
                                          </p:stCondLst>
                                        </p:cTn>
                                        <p:tgtEl>
                                          <p:spTgt spid="136"/>
                                        </p:tgtEl>
                                        <p:attrNameLst>
                                          <p:attrName>style.visibility</p:attrName>
                                        </p:attrNameLst>
                                      </p:cBhvr>
                                      <p:to>
                                        <p:strVal val="hidden"/>
                                      </p:to>
                                    </p:set>
                                  </p:childTnLst>
                                </p:cTn>
                              </p:par>
                              <p:par>
                                <p:cTn id="219" presetID="1" presetClass="entr" presetSubtype="0" fill="hold" nodeType="withEffect">
                                  <p:stCondLst>
                                    <p:cond delay="0"/>
                                  </p:stCondLst>
                                  <p:childTnLst>
                                    <p:set>
                                      <p:cBhvr>
                                        <p:cTn id="220" dur="1" fill="hold">
                                          <p:stCondLst>
                                            <p:cond delay="0"/>
                                          </p:stCondLst>
                                        </p:cTn>
                                        <p:tgtEl>
                                          <p:spTgt spid="42"/>
                                        </p:tgtEl>
                                        <p:attrNameLst>
                                          <p:attrName>style.visibility</p:attrName>
                                        </p:attrNameLst>
                                      </p:cBhvr>
                                      <p:to>
                                        <p:strVal val="visible"/>
                                      </p:to>
                                    </p:set>
                                  </p:childTnLst>
                                </p:cTn>
                              </p:par>
                              <p:par>
                                <p:cTn id="221" presetID="1" presetClass="entr" presetSubtype="0" fill="hold" nodeType="withEffect">
                                  <p:stCondLst>
                                    <p:cond delay="0"/>
                                  </p:stCondLst>
                                  <p:childTnLst>
                                    <p:set>
                                      <p:cBhvr>
                                        <p:cTn id="222" dur="1" fill="hold">
                                          <p:stCondLst>
                                            <p:cond delay="0"/>
                                          </p:stCondLst>
                                        </p:cTn>
                                        <p:tgtEl>
                                          <p:spTgt spid="43"/>
                                        </p:tgtEl>
                                        <p:attrNameLst>
                                          <p:attrName>style.visibility</p:attrName>
                                        </p:attrNameLst>
                                      </p:cBhvr>
                                      <p:to>
                                        <p:strVal val="visible"/>
                                      </p:to>
                                    </p:set>
                                  </p:childTnLst>
                                </p:cTn>
                              </p:par>
                              <p:par>
                                <p:cTn id="223" presetID="1" presetClass="entr" presetSubtype="0" fill="hold" nodeType="withEffect">
                                  <p:stCondLst>
                                    <p:cond delay="0"/>
                                  </p:stCondLst>
                                  <p:childTnLst>
                                    <p:set>
                                      <p:cBhvr>
                                        <p:cTn id="224" dur="1" fill="hold">
                                          <p:stCondLst>
                                            <p:cond delay="0"/>
                                          </p:stCondLst>
                                        </p:cTn>
                                        <p:tgtEl>
                                          <p:spTgt spid="120"/>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139"/>
                                        </p:tgtEl>
                                        <p:attrNameLst>
                                          <p:attrName>style.visibility</p:attrName>
                                        </p:attrNameLst>
                                      </p:cBhvr>
                                      <p:to>
                                        <p:strVal val="visible"/>
                                      </p:to>
                                    </p:set>
                                  </p:childTnLst>
                                </p:cTn>
                              </p:par>
                              <p:par>
                                <p:cTn id="227" presetID="1" presetClass="entr" presetSubtype="0" fill="hold" nodeType="withEffect">
                                  <p:stCondLst>
                                    <p:cond delay="0"/>
                                  </p:stCondLst>
                                  <p:childTnLst>
                                    <p:set>
                                      <p:cBhvr>
                                        <p:cTn id="228" dur="1" fill="hold">
                                          <p:stCondLst>
                                            <p:cond delay="0"/>
                                          </p:stCondLst>
                                        </p:cTn>
                                        <p:tgtEl>
                                          <p:spTgt spid="138"/>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presetID="1" presetClass="exit" presetSubtype="0" fill="hold" nodeType="clickEffect">
                                  <p:stCondLst>
                                    <p:cond delay="0"/>
                                  </p:stCondLst>
                                  <p:childTnLst>
                                    <p:set>
                                      <p:cBhvr>
                                        <p:cTn id="232" dur="1" fill="hold">
                                          <p:stCondLst>
                                            <p:cond delay="0"/>
                                          </p:stCondLst>
                                        </p:cTn>
                                        <p:tgtEl>
                                          <p:spTgt spid="156"/>
                                        </p:tgtEl>
                                        <p:attrNameLst>
                                          <p:attrName>style.visibility</p:attrName>
                                        </p:attrNameLst>
                                      </p:cBhvr>
                                      <p:to>
                                        <p:strVal val="hidden"/>
                                      </p:to>
                                    </p:set>
                                  </p:childTnLst>
                                </p:cTn>
                              </p:par>
                              <p:par>
                                <p:cTn id="233" presetID="1" presetClass="exit" presetSubtype="0" fill="hold" nodeType="withEffect">
                                  <p:stCondLst>
                                    <p:cond delay="0"/>
                                  </p:stCondLst>
                                  <p:childTnLst>
                                    <p:set>
                                      <p:cBhvr>
                                        <p:cTn id="234" dur="1" fill="hold">
                                          <p:stCondLst>
                                            <p:cond delay="0"/>
                                          </p:stCondLst>
                                        </p:cTn>
                                        <p:tgtEl>
                                          <p:spTgt spid="174"/>
                                        </p:tgtEl>
                                        <p:attrNameLst>
                                          <p:attrName>style.visibility</p:attrName>
                                        </p:attrNameLst>
                                      </p:cBhvr>
                                      <p:to>
                                        <p:strVal val="hidden"/>
                                      </p:to>
                                    </p:set>
                                  </p:childTnLst>
                                </p:cTn>
                              </p:par>
                              <p:par>
                                <p:cTn id="235" presetID="1" presetClass="exit" presetSubtype="0" fill="hold" nodeType="withEffect">
                                  <p:stCondLst>
                                    <p:cond delay="0"/>
                                  </p:stCondLst>
                                  <p:childTnLst>
                                    <p:set>
                                      <p:cBhvr>
                                        <p:cTn id="236" dur="1" fill="hold">
                                          <p:stCondLst>
                                            <p:cond delay="0"/>
                                          </p:stCondLst>
                                        </p:cTn>
                                        <p:tgtEl>
                                          <p:spTgt spid="173"/>
                                        </p:tgtEl>
                                        <p:attrNameLst>
                                          <p:attrName>style.visibility</p:attrName>
                                        </p:attrNameLst>
                                      </p:cBhvr>
                                      <p:to>
                                        <p:strVal val="hidden"/>
                                      </p:to>
                                    </p:set>
                                  </p:childTnLst>
                                </p:cTn>
                              </p:par>
                              <p:par>
                                <p:cTn id="237" presetID="1" presetClass="entr" presetSubtype="0" fill="hold" nodeType="withEffect">
                                  <p:stCondLst>
                                    <p:cond delay="0"/>
                                  </p:stCondLst>
                                  <p:childTnLst>
                                    <p:set>
                                      <p:cBhvr>
                                        <p:cTn id="238" dur="1" fill="hold">
                                          <p:stCondLst>
                                            <p:cond delay="0"/>
                                          </p:stCondLst>
                                        </p:cTn>
                                        <p:tgtEl>
                                          <p:spTgt spid="95"/>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96"/>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157"/>
                                        </p:tgtEl>
                                        <p:attrNameLst>
                                          <p:attrName>style.visibility</p:attrName>
                                        </p:attrNameLst>
                                      </p:cBhvr>
                                      <p:to>
                                        <p:strVal val="visible"/>
                                      </p:to>
                                    </p:set>
                                  </p:childTnLst>
                                </p:cTn>
                              </p:par>
                              <p:par>
                                <p:cTn id="243" presetID="1" presetClass="entr" presetSubtype="0" fill="hold" nodeType="withEffect">
                                  <p:stCondLst>
                                    <p:cond delay="0"/>
                                  </p:stCondLst>
                                  <p:childTnLst>
                                    <p:set>
                                      <p:cBhvr>
                                        <p:cTn id="244" dur="1" fill="hold">
                                          <p:stCondLst>
                                            <p:cond delay="0"/>
                                          </p:stCondLst>
                                        </p:cTn>
                                        <p:tgtEl>
                                          <p:spTgt spid="176"/>
                                        </p:tgtEl>
                                        <p:attrNameLst>
                                          <p:attrName>style.visibility</p:attrName>
                                        </p:attrNameLst>
                                      </p:cBhvr>
                                      <p:to>
                                        <p:strVal val="visible"/>
                                      </p:to>
                                    </p:set>
                                  </p:childTnLst>
                                </p:cTn>
                              </p:par>
                              <p:par>
                                <p:cTn id="245" presetID="1" presetClass="entr" presetSubtype="0" fill="hold" nodeType="withEffect">
                                  <p:stCondLst>
                                    <p:cond delay="0"/>
                                  </p:stCondLst>
                                  <p:childTnLst>
                                    <p:set>
                                      <p:cBhvr>
                                        <p:cTn id="246" dur="1" fill="hold">
                                          <p:stCondLst>
                                            <p:cond delay="0"/>
                                          </p:stCondLst>
                                        </p:cTn>
                                        <p:tgtEl>
                                          <p:spTgt spid="175"/>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xit" presetSubtype="0" fill="hold" nodeType="clickEffect">
                                  <p:stCondLst>
                                    <p:cond delay="0"/>
                                  </p:stCondLst>
                                  <p:childTnLst>
                                    <p:set>
                                      <p:cBhvr>
                                        <p:cTn id="250" dur="1" fill="hold">
                                          <p:stCondLst>
                                            <p:cond delay="0"/>
                                          </p:stCondLst>
                                        </p:cTn>
                                        <p:tgtEl>
                                          <p:spTgt spid="120"/>
                                        </p:tgtEl>
                                        <p:attrNameLst>
                                          <p:attrName>style.visibility</p:attrName>
                                        </p:attrNameLst>
                                      </p:cBhvr>
                                      <p:to>
                                        <p:strVal val="hidden"/>
                                      </p:to>
                                    </p:set>
                                  </p:childTnLst>
                                </p:cTn>
                              </p:par>
                              <p:par>
                                <p:cTn id="251" presetID="1" presetClass="exit" presetSubtype="0" fill="hold" nodeType="withEffect">
                                  <p:stCondLst>
                                    <p:cond delay="0"/>
                                  </p:stCondLst>
                                  <p:childTnLst>
                                    <p:set>
                                      <p:cBhvr>
                                        <p:cTn id="252" dur="1" fill="hold">
                                          <p:stCondLst>
                                            <p:cond delay="0"/>
                                          </p:stCondLst>
                                        </p:cTn>
                                        <p:tgtEl>
                                          <p:spTgt spid="139"/>
                                        </p:tgtEl>
                                        <p:attrNameLst>
                                          <p:attrName>style.visibility</p:attrName>
                                        </p:attrNameLst>
                                      </p:cBhvr>
                                      <p:to>
                                        <p:strVal val="hidden"/>
                                      </p:to>
                                    </p:set>
                                  </p:childTnLst>
                                </p:cTn>
                              </p:par>
                              <p:par>
                                <p:cTn id="253" presetID="1" presetClass="exit" presetSubtype="0" fill="hold" nodeType="withEffect">
                                  <p:stCondLst>
                                    <p:cond delay="0"/>
                                  </p:stCondLst>
                                  <p:childTnLst>
                                    <p:set>
                                      <p:cBhvr>
                                        <p:cTn id="254" dur="1" fill="hold">
                                          <p:stCondLst>
                                            <p:cond delay="0"/>
                                          </p:stCondLst>
                                        </p:cTn>
                                        <p:tgtEl>
                                          <p:spTgt spid="138"/>
                                        </p:tgtEl>
                                        <p:attrNameLst>
                                          <p:attrName>style.visibility</p:attrName>
                                        </p:attrNameLst>
                                      </p:cBhvr>
                                      <p:to>
                                        <p:strVal val="hidden"/>
                                      </p:to>
                                    </p:set>
                                  </p:childTnLst>
                                </p:cTn>
                              </p:par>
                              <p:par>
                                <p:cTn id="255" presetID="1" presetClass="entr" presetSubtype="0" fill="hold" nodeType="withEffect">
                                  <p:stCondLst>
                                    <p:cond delay="0"/>
                                  </p:stCondLst>
                                  <p:childTnLst>
                                    <p:set>
                                      <p:cBhvr>
                                        <p:cTn id="256" dur="1" fill="hold">
                                          <p:stCondLst>
                                            <p:cond delay="0"/>
                                          </p:stCondLst>
                                        </p:cTn>
                                        <p:tgtEl>
                                          <p:spTgt spid="44"/>
                                        </p:tgtEl>
                                        <p:attrNameLst>
                                          <p:attrName>style.visibility</p:attrName>
                                        </p:attrNameLst>
                                      </p:cBhvr>
                                      <p:to>
                                        <p:strVal val="visible"/>
                                      </p:to>
                                    </p:set>
                                  </p:childTnLst>
                                </p:cTn>
                              </p:par>
                              <p:par>
                                <p:cTn id="257" presetID="1" presetClass="entr" presetSubtype="0" fill="hold" nodeType="withEffect">
                                  <p:stCondLst>
                                    <p:cond delay="0"/>
                                  </p:stCondLst>
                                  <p:childTnLst>
                                    <p:set>
                                      <p:cBhvr>
                                        <p:cTn id="258" dur="1" fill="hold">
                                          <p:stCondLst>
                                            <p:cond delay="0"/>
                                          </p:stCondLst>
                                        </p:cTn>
                                        <p:tgtEl>
                                          <p:spTgt spid="45"/>
                                        </p:tgtEl>
                                        <p:attrNameLst>
                                          <p:attrName>style.visibility</p:attrName>
                                        </p:attrNameLst>
                                      </p:cBhvr>
                                      <p:to>
                                        <p:strVal val="visible"/>
                                      </p:to>
                                    </p:set>
                                  </p:childTnLst>
                                </p:cTn>
                              </p:par>
                              <p:par>
                                <p:cTn id="259" presetID="1" presetClass="entr" presetSubtype="0" fill="hold" nodeType="withEffect">
                                  <p:stCondLst>
                                    <p:cond delay="0"/>
                                  </p:stCondLst>
                                  <p:childTnLst>
                                    <p:set>
                                      <p:cBhvr>
                                        <p:cTn id="260" dur="1" fill="hold">
                                          <p:stCondLst>
                                            <p:cond delay="0"/>
                                          </p:stCondLst>
                                        </p:cTn>
                                        <p:tgtEl>
                                          <p:spTgt spid="121"/>
                                        </p:tgtEl>
                                        <p:attrNameLst>
                                          <p:attrName>style.visibility</p:attrName>
                                        </p:attrNameLst>
                                      </p:cBhvr>
                                      <p:to>
                                        <p:strVal val="visible"/>
                                      </p:to>
                                    </p:set>
                                  </p:childTnLst>
                                </p:cTn>
                              </p:par>
                              <p:par>
                                <p:cTn id="261" presetID="1" presetClass="entr" presetSubtype="0" fill="hold" nodeType="withEffect">
                                  <p:stCondLst>
                                    <p:cond delay="0"/>
                                  </p:stCondLst>
                                  <p:childTnLst>
                                    <p:set>
                                      <p:cBhvr>
                                        <p:cTn id="262" dur="1" fill="hold">
                                          <p:stCondLst>
                                            <p:cond delay="0"/>
                                          </p:stCondLst>
                                        </p:cTn>
                                        <p:tgtEl>
                                          <p:spTgt spid="141"/>
                                        </p:tgtEl>
                                        <p:attrNameLst>
                                          <p:attrName>style.visibility</p:attrName>
                                        </p:attrNameLst>
                                      </p:cBhvr>
                                      <p:to>
                                        <p:strVal val="visible"/>
                                      </p:to>
                                    </p:set>
                                  </p:childTnLst>
                                </p:cTn>
                              </p:par>
                              <p:par>
                                <p:cTn id="263" presetID="1" presetClass="entr" presetSubtype="0" fill="hold" nodeType="withEffect">
                                  <p:stCondLst>
                                    <p:cond delay="0"/>
                                  </p:stCondLst>
                                  <p:childTnLst>
                                    <p:set>
                                      <p:cBhvr>
                                        <p:cTn id="264" dur="1" fill="hold">
                                          <p:stCondLst>
                                            <p:cond delay="0"/>
                                          </p:stCondLst>
                                        </p:cTn>
                                        <p:tgtEl>
                                          <p:spTgt spid="140"/>
                                        </p:tgtEl>
                                        <p:attrNameLst>
                                          <p:attrName>style.visibility</p:attrName>
                                        </p:attrNameLst>
                                      </p:cBhvr>
                                      <p:to>
                                        <p:strVal val="visible"/>
                                      </p:to>
                                    </p:set>
                                  </p:childTnLst>
                                </p:cTn>
                              </p:par>
                            </p:childTnLst>
                          </p:cTn>
                        </p:par>
                      </p:childTnLst>
                    </p:cTn>
                  </p:par>
                  <p:par>
                    <p:cTn id="265" fill="hold">
                      <p:stCondLst>
                        <p:cond delay="indefinite"/>
                      </p:stCondLst>
                      <p:childTnLst>
                        <p:par>
                          <p:cTn id="266" fill="hold">
                            <p:stCondLst>
                              <p:cond delay="0"/>
                            </p:stCondLst>
                            <p:childTnLst>
                              <p:par>
                                <p:cTn id="267" presetID="1" presetClass="exit" presetSubtype="0" fill="hold" nodeType="clickEffect">
                                  <p:stCondLst>
                                    <p:cond delay="0"/>
                                  </p:stCondLst>
                                  <p:childTnLst>
                                    <p:set>
                                      <p:cBhvr>
                                        <p:cTn id="268" dur="1" fill="hold">
                                          <p:stCondLst>
                                            <p:cond delay="0"/>
                                          </p:stCondLst>
                                        </p:cTn>
                                        <p:tgtEl>
                                          <p:spTgt spid="157"/>
                                        </p:tgtEl>
                                        <p:attrNameLst>
                                          <p:attrName>style.visibility</p:attrName>
                                        </p:attrNameLst>
                                      </p:cBhvr>
                                      <p:to>
                                        <p:strVal val="hidden"/>
                                      </p:to>
                                    </p:set>
                                  </p:childTnLst>
                                </p:cTn>
                              </p:par>
                              <p:par>
                                <p:cTn id="269" presetID="1" presetClass="exit" presetSubtype="0" fill="hold" nodeType="withEffect">
                                  <p:stCondLst>
                                    <p:cond delay="0"/>
                                  </p:stCondLst>
                                  <p:childTnLst>
                                    <p:set>
                                      <p:cBhvr>
                                        <p:cTn id="270" dur="1" fill="hold">
                                          <p:stCondLst>
                                            <p:cond delay="0"/>
                                          </p:stCondLst>
                                        </p:cTn>
                                        <p:tgtEl>
                                          <p:spTgt spid="176"/>
                                        </p:tgtEl>
                                        <p:attrNameLst>
                                          <p:attrName>style.visibility</p:attrName>
                                        </p:attrNameLst>
                                      </p:cBhvr>
                                      <p:to>
                                        <p:strVal val="hidden"/>
                                      </p:to>
                                    </p:set>
                                  </p:childTnLst>
                                </p:cTn>
                              </p:par>
                              <p:par>
                                <p:cTn id="271" presetID="1" presetClass="exit" presetSubtype="0" fill="hold" nodeType="withEffect">
                                  <p:stCondLst>
                                    <p:cond delay="0"/>
                                  </p:stCondLst>
                                  <p:childTnLst>
                                    <p:set>
                                      <p:cBhvr>
                                        <p:cTn id="272" dur="1" fill="hold">
                                          <p:stCondLst>
                                            <p:cond delay="0"/>
                                          </p:stCondLst>
                                        </p:cTn>
                                        <p:tgtEl>
                                          <p:spTgt spid="175"/>
                                        </p:tgtEl>
                                        <p:attrNameLst>
                                          <p:attrName>style.visibility</p:attrName>
                                        </p:attrNameLst>
                                      </p:cBhvr>
                                      <p:to>
                                        <p:strVal val="hidden"/>
                                      </p:to>
                                    </p:set>
                                  </p:childTnLst>
                                </p:cTn>
                              </p:par>
                              <p:par>
                                <p:cTn id="273" presetID="1" presetClass="entr" presetSubtype="0" fill="hold" nodeType="withEffect">
                                  <p:stCondLst>
                                    <p:cond delay="0"/>
                                  </p:stCondLst>
                                  <p:childTnLst>
                                    <p:set>
                                      <p:cBhvr>
                                        <p:cTn id="274" dur="1" fill="hold">
                                          <p:stCondLst>
                                            <p:cond delay="0"/>
                                          </p:stCondLst>
                                        </p:cTn>
                                        <p:tgtEl>
                                          <p:spTgt spid="97"/>
                                        </p:tgtEl>
                                        <p:attrNameLst>
                                          <p:attrName>style.visibility</p:attrName>
                                        </p:attrNameLst>
                                      </p:cBhvr>
                                      <p:to>
                                        <p:strVal val="visible"/>
                                      </p:to>
                                    </p:set>
                                  </p:childTnLst>
                                </p:cTn>
                              </p:par>
                              <p:par>
                                <p:cTn id="275" presetID="1" presetClass="entr" presetSubtype="0" fill="hold" nodeType="withEffect">
                                  <p:stCondLst>
                                    <p:cond delay="0"/>
                                  </p:stCondLst>
                                  <p:childTnLst>
                                    <p:set>
                                      <p:cBhvr>
                                        <p:cTn id="276" dur="1" fill="hold">
                                          <p:stCondLst>
                                            <p:cond delay="0"/>
                                          </p:stCondLst>
                                        </p:cTn>
                                        <p:tgtEl>
                                          <p:spTgt spid="98"/>
                                        </p:tgtEl>
                                        <p:attrNameLst>
                                          <p:attrName>style.visibility</p:attrName>
                                        </p:attrNameLst>
                                      </p:cBhvr>
                                      <p:to>
                                        <p:strVal val="visible"/>
                                      </p:to>
                                    </p:set>
                                  </p:childTnLst>
                                </p:cTn>
                              </p:par>
                              <p:par>
                                <p:cTn id="277" presetID="1" presetClass="entr" presetSubtype="0" fill="hold" nodeType="withEffect">
                                  <p:stCondLst>
                                    <p:cond delay="0"/>
                                  </p:stCondLst>
                                  <p:childTnLst>
                                    <p:set>
                                      <p:cBhvr>
                                        <p:cTn id="278" dur="1" fill="hold">
                                          <p:stCondLst>
                                            <p:cond delay="0"/>
                                          </p:stCondLst>
                                        </p:cTn>
                                        <p:tgtEl>
                                          <p:spTgt spid="158"/>
                                        </p:tgtEl>
                                        <p:attrNameLst>
                                          <p:attrName>style.visibility</p:attrName>
                                        </p:attrNameLst>
                                      </p:cBhvr>
                                      <p:to>
                                        <p:strVal val="visible"/>
                                      </p:to>
                                    </p:set>
                                  </p:childTnLst>
                                </p:cTn>
                              </p:par>
                              <p:par>
                                <p:cTn id="279" presetID="1" presetClass="entr" presetSubtype="0" fill="hold" nodeType="withEffect">
                                  <p:stCondLst>
                                    <p:cond delay="0"/>
                                  </p:stCondLst>
                                  <p:childTnLst>
                                    <p:set>
                                      <p:cBhvr>
                                        <p:cTn id="280" dur="1" fill="hold">
                                          <p:stCondLst>
                                            <p:cond delay="0"/>
                                          </p:stCondLst>
                                        </p:cTn>
                                        <p:tgtEl>
                                          <p:spTgt spid="178"/>
                                        </p:tgtEl>
                                        <p:attrNameLst>
                                          <p:attrName>style.visibility</p:attrName>
                                        </p:attrNameLst>
                                      </p:cBhvr>
                                      <p:to>
                                        <p:strVal val="visible"/>
                                      </p:to>
                                    </p:set>
                                  </p:childTnLst>
                                </p:cTn>
                              </p:par>
                              <p:par>
                                <p:cTn id="281" presetID="1" presetClass="entr" presetSubtype="0" fill="hold" nodeType="withEffect">
                                  <p:stCondLst>
                                    <p:cond delay="0"/>
                                  </p:stCondLst>
                                  <p:childTnLst>
                                    <p:set>
                                      <p:cBhvr>
                                        <p:cTn id="282" dur="1" fill="hold">
                                          <p:stCondLst>
                                            <p:cond delay="0"/>
                                          </p:stCondLst>
                                        </p:cTn>
                                        <p:tgtEl>
                                          <p:spTgt spid="177"/>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xit" presetSubtype="0" fill="hold" nodeType="clickEffect">
                                  <p:stCondLst>
                                    <p:cond delay="0"/>
                                  </p:stCondLst>
                                  <p:childTnLst>
                                    <p:set>
                                      <p:cBhvr>
                                        <p:cTn id="286" dur="1" fill="hold">
                                          <p:stCondLst>
                                            <p:cond delay="0"/>
                                          </p:stCondLst>
                                        </p:cTn>
                                        <p:tgtEl>
                                          <p:spTgt spid="121"/>
                                        </p:tgtEl>
                                        <p:attrNameLst>
                                          <p:attrName>style.visibility</p:attrName>
                                        </p:attrNameLst>
                                      </p:cBhvr>
                                      <p:to>
                                        <p:strVal val="hidden"/>
                                      </p:to>
                                    </p:set>
                                  </p:childTnLst>
                                </p:cTn>
                              </p:par>
                              <p:par>
                                <p:cTn id="287" presetID="1" presetClass="exit" presetSubtype="0" fill="hold" nodeType="withEffect">
                                  <p:stCondLst>
                                    <p:cond delay="0"/>
                                  </p:stCondLst>
                                  <p:childTnLst>
                                    <p:set>
                                      <p:cBhvr>
                                        <p:cTn id="288" dur="1" fill="hold">
                                          <p:stCondLst>
                                            <p:cond delay="0"/>
                                          </p:stCondLst>
                                        </p:cTn>
                                        <p:tgtEl>
                                          <p:spTgt spid="141"/>
                                        </p:tgtEl>
                                        <p:attrNameLst>
                                          <p:attrName>style.visibility</p:attrName>
                                        </p:attrNameLst>
                                      </p:cBhvr>
                                      <p:to>
                                        <p:strVal val="hidden"/>
                                      </p:to>
                                    </p:set>
                                  </p:childTnLst>
                                </p:cTn>
                              </p:par>
                              <p:par>
                                <p:cTn id="289" presetID="1" presetClass="exit" presetSubtype="0" fill="hold" nodeType="withEffect">
                                  <p:stCondLst>
                                    <p:cond delay="0"/>
                                  </p:stCondLst>
                                  <p:childTnLst>
                                    <p:set>
                                      <p:cBhvr>
                                        <p:cTn id="290" dur="1" fill="hold">
                                          <p:stCondLst>
                                            <p:cond delay="0"/>
                                          </p:stCondLst>
                                        </p:cTn>
                                        <p:tgtEl>
                                          <p:spTgt spid="140"/>
                                        </p:tgtEl>
                                        <p:attrNameLst>
                                          <p:attrName>style.visibility</p:attrName>
                                        </p:attrNameLst>
                                      </p:cBhvr>
                                      <p:to>
                                        <p:strVal val="hidden"/>
                                      </p:to>
                                    </p:set>
                                  </p:childTnLst>
                                </p:cTn>
                              </p:par>
                              <p:par>
                                <p:cTn id="291" presetID="1" presetClass="entr" presetSubtype="0" fill="hold" nodeType="withEffect">
                                  <p:stCondLst>
                                    <p:cond delay="0"/>
                                  </p:stCondLst>
                                  <p:childTnLst>
                                    <p:set>
                                      <p:cBhvr>
                                        <p:cTn id="292" dur="1" fill="hold">
                                          <p:stCondLst>
                                            <p:cond delay="0"/>
                                          </p:stCondLst>
                                        </p:cTn>
                                        <p:tgtEl>
                                          <p:spTgt spid="46"/>
                                        </p:tgtEl>
                                        <p:attrNameLst>
                                          <p:attrName>style.visibility</p:attrName>
                                        </p:attrNameLst>
                                      </p:cBhvr>
                                      <p:to>
                                        <p:strVal val="visible"/>
                                      </p:to>
                                    </p:set>
                                  </p:childTnLst>
                                </p:cTn>
                              </p:par>
                              <p:par>
                                <p:cTn id="293" presetID="1" presetClass="entr" presetSubtype="0" fill="hold" nodeType="withEffect">
                                  <p:stCondLst>
                                    <p:cond delay="0"/>
                                  </p:stCondLst>
                                  <p:childTnLst>
                                    <p:set>
                                      <p:cBhvr>
                                        <p:cTn id="294" dur="1" fill="hold">
                                          <p:stCondLst>
                                            <p:cond delay="0"/>
                                          </p:stCondLst>
                                        </p:cTn>
                                        <p:tgtEl>
                                          <p:spTgt spid="47"/>
                                        </p:tgtEl>
                                        <p:attrNameLst>
                                          <p:attrName>style.visibility</p:attrName>
                                        </p:attrNameLst>
                                      </p:cBhvr>
                                      <p:to>
                                        <p:strVal val="visible"/>
                                      </p:to>
                                    </p:set>
                                  </p:childTnLst>
                                </p:cTn>
                              </p:par>
                              <p:par>
                                <p:cTn id="295" presetID="1" presetClass="entr" presetSubtype="0" fill="hold" nodeType="withEffect">
                                  <p:stCondLst>
                                    <p:cond delay="0"/>
                                  </p:stCondLst>
                                  <p:childTnLst>
                                    <p:set>
                                      <p:cBhvr>
                                        <p:cTn id="296" dur="1" fill="hold">
                                          <p:stCondLst>
                                            <p:cond delay="0"/>
                                          </p:stCondLst>
                                        </p:cTn>
                                        <p:tgtEl>
                                          <p:spTgt spid="122"/>
                                        </p:tgtEl>
                                        <p:attrNameLst>
                                          <p:attrName>style.visibility</p:attrName>
                                        </p:attrNameLst>
                                      </p:cBhvr>
                                      <p:to>
                                        <p:strVal val="visible"/>
                                      </p:to>
                                    </p:set>
                                  </p:childTnLst>
                                </p:cTn>
                              </p:par>
                              <p:par>
                                <p:cTn id="297" presetID="1" presetClass="entr" presetSubtype="0" fill="hold" nodeType="withEffect">
                                  <p:stCondLst>
                                    <p:cond delay="0"/>
                                  </p:stCondLst>
                                  <p:childTnLst>
                                    <p:set>
                                      <p:cBhvr>
                                        <p:cTn id="298" dur="1" fill="hold">
                                          <p:stCondLst>
                                            <p:cond delay="0"/>
                                          </p:stCondLst>
                                        </p:cTn>
                                        <p:tgtEl>
                                          <p:spTgt spid="143"/>
                                        </p:tgtEl>
                                        <p:attrNameLst>
                                          <p:attrName>style.visibility</p:attrName>
                                        </p:attrNameLst>
                                      </p:cBhvr>
                                      <p:to>
                                        <p:strVal val="visible"/>
                                      </p:to>
                                    </p:set>
                                  </p:childTnLst>
                                </p:cTn>
                              </p:par>
                              <p:par>
                                <p:cTn id="299" presetID="1" presetClass="entr" presetSubtype="0" fill="hold" nodeType="withEffect">
                                  <p:stCondLst>
                                    <p:cond delay="0"/>
                                  </p:stCondLst>
                                  <p:childTnLst>
                                    <p:set>
                                      <p:cBhvr>
                                        <p:cTn id="300" dur="1" fill="hold">
                                          <p:stCondLst>
                                            <p:cond delay="0"/>
                                          </p:stCondLst>
                                        </p:cTn>
                                        <p:tgtEl>
                                          <p:spTgt spid="142"/>
                                        </p:tgtEl>
                                        <p:attrNameLst>
                                          <p:attrName>style.visibility</p:attrName>
                                        </p:attrNameLst>
                                      </p:cBhvr>
                                      <p:to>
                                        <p:strVal val="visible"/>
                                      </p:to>
                                    </p:set>
                                  </p:childTnLst>
                                </p:cTn>
                              </p:par>
                            </p:childTnLst>
                          </p:cTn>
                        </p:par>
                      </p:childTnLst>
                    </p:cTn>
                  </p:par>
                  <p:par>
                    <p:cTn id="301" fill="hold">
                      <p:stCondLst>
                        <p:cond delay="indefinite"/>
                      </p:stCondLst>
                      <p:childTnLst>
                        <p:par>
                          <p:cTn id="302" fill="hold">
                            <p:stCondLst>
                              <p:cond delay="0"/>
                            </p:stCondLst>
                            <p:childTnLst>
                              <p:par>
                                <p:cTn id="303" presetID="1" presetClass="exit" presetSubtype="0" fill="hold" nodeType="clickEffect">
                                  <p:stCondLst>
                                    <p:cond delay="0"/>
                                  </p:stCondLst>
                                  <p:childTnLst>
                                    <p:set>
                                      <p:cBhvr>
                                        <p:cTn id="304" dur="1" fill="hold">
                                          <p:stCondLst>
                                            <p:cond delay="0"/>
                                          </p:stCondLst>
                                        </p:cTn>
                                        <p:tgtEl>
                                          <p:spTgt spid="158"/>
                                        </p:tgtEl>
                                        <p:attrNameLst>
                                          <p:attrName>style.visibility</p:attrName>
                                        </p:attrNameLst>
                                      </p:cBhvr>
                                      <p:to>
                                        <p:strVal val="hidden"/>
                                      </p:to>
                                    </p:set>
                                  </p:childTnLst>
                                </p:cTn>
                              </p:par>
                              <p:par>
                                <p:cTn id="305" presetID="1" presetClass="exit" presetSubtype="0" fill="hold" nodeType="withEffect">
                                  <p:stCondLst>
                                    <p:cond delay="0"/>
                                  </p:stCondLst>
                                  <p:childTnLst>
                                    <p:set>
                                      <p:cBhvr>
                                        <p:cTn id="306" dur="1" fill="hold">
                                          <p:stCondLst>
                                            <p:cond delay="0"/>
                                          </p:stCondLst>
                                        </p:cTn>
                                        <p:tgtEl>
                                          <p:spTgt spid="178"/>
                                        </p:tgtEl>
                                        <p:attrNameLst>
                                          <p:attrName>style.visibility</p:attrName>
                                        </p:attrNameLst>
                                      </p:cBhvr>
                                      <p:to>
                                        <p:strVal val="hidden"/>
                                      </p:to>
                                    </p:set>
                                  </p:childTnLst>
                                </p:cTn>
                              </p:par>
                              <p:par>
                                <p:cTn id="307" presetID="1" presetClass="exit" presetSubtype="0" fill="hold" nodeType="withEffect">
                                  <p:stCondLst>
                                    <p:cond delay="0"/>
                                  </p:stCondLst>
                                  <p:childTnLst>
                                    <p:set>
                                      <p:cBhvr>
                                        <p:cTn id="308" dur="1" fill="hold">
                                          <p:stCondLst>
                                            <p:cond delay="0"/>
                                          </p:stCondLst>
                                        </p:cTn>
                                        <p:tgtEl>
                                          <p:spTgt spid="177"/>
                                        </p:tgtEl>
                                        <p:attrNameLst>
                                          <p:attrName>style.visibility</p:attrName>
                                        </p:attrNameLst>
                                      </p:cBhvr>
                                      <p:to>
                                        <p:strVal val="hidden"/>
                                      </p:to>
                                    </p:set>
                                  </p:childTnLst>
                                </p:cTn>
                              </p:par>
                              <p:par>
                                <p:cTn id="309" presetID="1" presetClass="entr" presetSubtype="0" fill="hold" nodeType="withEffect">
                                  <p:stCondLst>
                                    <p:cond delay="0"/>
                                  </p:stCondLst>
                                  <p:childTnLst>
                                    <p:set>
                                      <p:cBhvr>
                                        <p:cTn id="310" dur="1" fill="hold">
                                          <p:stCondLst>
                                            <p:cond delay="0"/>
                                          </p:stCondLst>
                                        </p:cTn>
                                        <p:tgtEl>
                                          <p:spTgt spid="99"/>
                                        </p:tgtEl>
                                        <p:attrNameLst>
                                          <p:attrName>style.visibility</p:attrName>
                                        </p:attrNameLst>
                                      </p:cBhvr>
                                      <p:to>
                                        <p:strVal val="visible"/>
                                      </p:to>
                                    </p:set>
                                  </p:childTnLst>
                                </p:cTn>
                              </p:par>
                              <p:par>
                                <p:cTn id="311" presetID="1" presetClass="entr" presetSubtype="0" fill="hold" nodeType="withEffect">
                                  <p:stCondLst>
                                    <p:cond delay="0"/>
                                  </p:stCondLst>
                                  <p:childTnLst>
                                    <p:set>
                                      <p:cBhvr>
                                        <p:cTn id="312" dur="1" fill="hold">
                                          <p:stCondLst>
                                            <p:cond delay="0"/>
                                          </p:stCondLst>
                                        </p:cTn>
                                        <p:tgtEl>
                                          <p:spTgt spid="100"/>
                                        </p:tgtEl>
                                        <p:attrNameLst>
                                          <p:attrName>style.visibility</p:attrName>
                                        </p:attrNameLst>
                                      </p:cBhvr>
                                      <p:to>
                                        <p:strVal val="visible"/>
                                      </p:to>
                                    </p:set>
                                  </p:childTnLst>
                                </p:cTn>
                              </p:par>
                              <p:par>
                                <p:cTn id="313" presetID="1" presetClass="entr" presetSubtype="0" fill="hold" nodeType="withEffect">
                                  <p:stCondLst>
                                    <p:cond delay="0"/>
                                  </p:stCondLst>
                                  <p:childTnLst>
                                    <p:set>
                                      <p:cBhvr>
                                        <p:cTn id="314" dur="1" fill="hold">
                                          <p:stCondLst>
                                            <p:cond delay="0"/>
                                          </p:stCondLst>
                                        </p:cTn>
                                        <p:tgtEl>
                                          <p:spTgt spid="159"/>
                                        </p:tgtEl>
                                        <p:attrNameLst>
                                          <p:attrName>style.visibility</p:attrName>
                                        </p:attrNameLst>
                                      </p:cBhvr>
                                      <p:to>
                                        <p:strVal val="visible"/>
                                      </p:to>
                                    </p:set>
                                  </p:childTnLst>
                                </p:cTn>
                              </p:par>
                              <p:par>
                                <p:cTn id="315" presetID="1" presetClass="entr" presetSubtype="0" fill="hold" nodeType="withEffect">
                                  <p:stCondLst>
                                    <p:cond delay="0"/>
                                  </p:stCondLst>
                                  <p:childTnLst>
                                    <p:set>
                                      <p:cBhvr>
                                        <p:cTn id="316" dur="1" fill="hold">
                                          <p:stCondLst>
                                            <p:cond delay="0"/>
                                          </p:stCondLst>
                                        </p:cTn>
                                        <p:tgtEl>
                                          <p:spTgt spid="180"/>
                                        </p:tgtEl>
                                        <p:attrNameLst>
                                          <p:attrName>style.visibility</p:attrName>
                                        </p:attrNameLst>
                                      </p:cBhvr>
                                      <p:to>
                                        <p:strVal val="visible"/>
                                      </p:to>
                                    </p:set>
                                  </p:childTnLst>
                                </p:cTn>
                              </p:par>
                              <p:par>
                                <p:cTn id="317" presetID="1" presetClass="entr" presetSubtype="0" fill="hold" nodeType="withEffect">
                                  <p:stCondLst>
                                    <p:cond delay="0"/>
                                  </p:stCondLst>
                                  <p:childTnLst>
                                    <p:set>
                                      <p:cBhvr>
                                        <p:cTn id="318" dur="1" fill="hold">
                                          <p:stCondLst>
                                            <p:cond delay="0"/>
                                          </p:stCondLst>
                                        </p:cTn>
                                        <p:tgtEl>
                                          <p:spTgt spid="179"/>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xit" presetSubtype="0" fill="hold" nodeType="clickEffect">
                                  <p:stCondLst>
                                    <p:cond delay="0"/>
                                  </p:stCondLst>
                                  <p:childTnLst>
                                    <p:set>
                                      <p:cBhvr>
                                        <p:cTn id="322" dur="1" fill="hold">
                                          <p:stCondLst>
                                            <p:cond delay="0"/>
                                          </p:stCondLst>
                                        </p:cTn>
                                        <p:tgtEl>
                                          <p:spTgt spid="122"/>
                                        </p:tgtEl>
                                        <p:attrNameLst>
                                          <p:attrName>style.visibility</p:attrName>
                                        </p:attrNameLst>
                                      </p:cBhvr>
                                      <p:to>
                                        <p:strVal val="hidden"/>
                                      </p:to>
                                    </p:set>
                                  </p:childTnLst>
                                </p:cTn>
                              </p:par>
                              <p:par>
                                <p:cTn id="323" presetID="1" presetClass="exit" presetSubtype="0" fill="hold" nodeType="withEffect">
                                  <p:stCondLst>
                                    <p:cond delay="0"/>
                                  </p:stCondLst>
                                  <p:childTnLst>
                                    <p:set>
                                      <p:cBhvr>
                                        <p:cTn id="324" dur="1" fill="hold">
                                          <p:stCondLst>
                                            <p:cond delay="0"/>
                                          </p:stCondLst>
                                        </p:cTn>
                                        <p:tgtEl>
                                          <p:spTgt spid="143"/>
                                        </p:tgtEl>
                                        <p:attrNameLst>
                                          <p:attrName>style.visibility</p:attrName>
                                        </p:attrNameLst>
                                      </p:cBhvr>
                                      <p:to>
                                        <p:strVal val="hidden"/>
                                      </p:to>
                                    </p:set>
                                  </p:childTnLst>
                                </p:cTn>
                              </p:par>
                              <p:par>
                                <p:cTn id="325" presetID="1" presetClass="exit" presetSubtype="0" fill="hold" nodeType="withEffect">
                                  <p:stCondLst>
                                    <p:cond delay="0"/>
                                  </p:stCondLst>
                                  <p:childTnLst>
                                    <p:set>
                                      <p:cBhvr>
                                        <p:cTn id="326" dur="1" fill="hold">
                                          <p:stCondLst>
                                            <p:cond delay="0"/>
                                          </p:stCondLst>
                                        </p:cTn>
                                        <p:tgtEl>
                                          <p:spTgt spid="142"/>
                                        </p:tgtEl>
                                        <p:attrNameLst>
                                          <p:attrName>style.visibility</p:attrName>
                                        </p:attrNameLst>
                                      </p:cBhvr>
                                      <p:to>
                                        <p:strVal val="hidden"/>
                                      </p:to>
                                    </p:set>
                                  </p:childTnLst>
                                </p:cTn>
                              </p:par>
                              <p:par>
                                <p:cTn id="327" presetID="1" presetClass="entr" presetSubtype="0" fill="hold" nodeType="withEffect">
                                  <p:stCondLst>
                                    <p:cond delay="0"/>
                                  </p:stCondLst>
                                  <p:childTnLst>
                                    <p:set>
                                      <p:cBhvr>
                                        <p:cTn id="328" dur="1" fill="hold">
                                          <p:stCondLst>
                                            <p:cond delay="0"/>
                                          </p:stCondLst>
                                        </p:cTn>
                                        <p:tgtEl>
                                          <p:spTgt spid="48"/>
                                        </p:tgtEl>
                                        <p:attrNameLst>
                                          <p:attrName>style.visibility</p:attrName>
                                        </p:attrNameLst>
                                      </p:cBhvr>
                                      <p:to>
                                        <p:strVal val="visible"/>
                                      </p:to>
                                    </p:set>
                                  </p:childTnLst>
                                </p:cTn>
                              </p:par>
                              <p:par>
                                <p:cTn id="329" presetID="1" presetClass="entr" presetSubtype="0" fill="hold" nodeType="withEffect">
                                  <p:stCondLst>
                                    <p:cond delay="0"/>
                                  </p:stCondLst>
                                  <p:childTnLst>
                                    <p:set>
                                      <p:cBhvr>
                                        <p:cTn id="330" dur="1" fill="hold">
                                          <p:stCondLst>
                                            <p:cond delay="0"/>
                                          </p:stCondLst>
                                        </p:cTn>
                                        <p:tgtEl>
                                          <p:spTgt spid="49"/>
                                        </p:tgtEl>
                                        <p:attrNameLst>
                                          <p:attrName>style.visibility</p:attrName>
                                        </p:attrNameLst>
                                      </p:cBhvr>
                                      <p:to>
                                        <p:strVal val="visible"/>
                                      </p:to>
                                    </p:set>
                                  </p:childTnLst>
                                </p:cTn>
                              </p:par>
                              <p:par>
                                <p:cTn id="331" presetID="1" presetClass="entr" presetSubtype="0" fill="hold" nodeType="withEffect">
                                  <p:stCondLst>
                                    <p:cond delay="0"/>
                                  </p:stCondLst>
                                  <p:childTnLst>
                                    <p:set>
                                      <p:cBhvr>
                                        <p:cTn id="332" dur="1" fill="hold">
                                          <p:stCondLst>
                                            <p:cond delay="0"/>
                                          </p:stCondLst>
                                        </p:cTn>
                                        <p:tgtEl>
                                          <p:spTgt spid="123"/>
                                        </p:tgtEl>
                                        <p:attrNameLst>
                                          <p:attrName>style.visibility</p:attrName>
                                        </p:attrNameLst>
                                      </p:cBhvr>
                                      <p:to>
                                        <p:strVal val="visible"/>
                                      </p:to>
                                    </p:set>
                                  </p:childTnLst>
                                </p:cTn>
                              </p:par>
                              <p:par>
                                <p:cTn id="333" presetID="1" presetClass="entr" presetSubtype="0" fill="hold" nodeType="withEffect">
                                  <p:stCondLst>
                                    <p:cond delay="0"/>
                                  </p:stCondLst>
                                  <p:childTnLst>
                                    <p:set>
                                      <p:cBhvr>
                                        <p:cTn id="334" dur="1" fill="hold">
                                          <p:stCondLst>
                                            <p:cond delay="0"/>
                                          </p:stCondLst>
                                        </p:cTn>
                                        <p:tgtEl>
                                          <p:spTgt spid="145"/>
                                        </p:tgtEl>
                                        <p:attrNameLst>
                                          <p:attrName>style.visibility</p:attrName>
                                        </p:attrNameLst>
                                      </p:cBhvr>
                                      <p:to>
                                        <p:strVal val="visible"/>
                                      </p:to>
                                    </p:set>
                                  </p:childTnLst>
                                </p:cTn>
                              </p:par>
                              <p:par>
                                <p:cTn id="335" presetID="1" presetClass="entr" presetSubtype="0" fill="hold" nodeType="withEffect">
                                  <p:stCondLst>
                                    <p:cond delay="0"/>
                                  </p:stCondLst>
                                  <p:childTnLst>
                                    <p:set>
                                      <p:cBhvr>
                                        <p:cTn id="336" dur="1" fill="hold">
                                          <p:stCondLst>
                                            <p:cond delay="0"/>
                                          </p:stCondLst>
                                        </p:cTn>
                                        <p:tgtEl>
                                          <p:spTgt spid="144"/>
                                        </p:tgtEl>
                                        <p:attrNameLst>
                                          <p:attrName>style.visibility</p:attrName>
                                        </p:attrNameLst>
                                      </p:cBhvr>
                                      <p:to>
                                        <p:strVal val="visible"/>
                                      </p:to>
                                    </p:set>
                                  </p:childTnLst>
                                </p:cTn>
                              </p:par>
                            </p:childTnLst>
                          </p:cTn>
                        </p:par>
                      </p:childTnLst>
                    </p:cTn>
                  </p:par>
                  <p:par>
                    <p:cTn id="337" fill="hold">
                      <p:stCondLst>
                        <p:cond delay="indefinite"/>
                      </p:stCondLst>
                      <p:childTnLst>
                        <p:par>
                          <p:cTn id="338" fill="hold">
                            <p:stCondLst>
                              <p:cond delay="0"/>
                            </p:stCondLst>
                            <p:childTnLst>
                              <p:par>
                                <p:cTn id="339" presetID="1" presetClass="exit" presetSubtype="0" fill="hold" nodeType="clickEffect">
                                  <p:stCondLst>
                                    <p:cond delay="0"/>
                                  </p:stCondLst>
                                  <p:childTnLst>
                                    <p:set>
                                      <p:cBhvr>
                                        <p:cTn id="340" dur="1" fill="hold">
                                          <p:stCondLst>
                                            <p:cond delay="0"/>
                                          </p:stCondLst>
                                        </p:cTn>
                                        <p:tgtEl>
                                          <p:spTgt spid="159"/>
                                        </p:tgtEl>
                                        <p:attrNameLst>
                                          <p:attrName>style.visibility</p:attrName>
                                        </p:attrNameLst>
                                      </p:cBhvr>
                                      <p:to>
                                        <p:strVal val="hidden"/>
                                      </p:to>
                                    </p:set>
                                  </p:childTnLst>
                                </p:cTn>
                              </p:par>
                              <p:par>
                                <p:cTn id="341" presetID="1" presetClass="exit" presetSubtype="0" fill="hold" nodeType="withEffect">
                                  <p:stCondLst>
                                    <p:cond delay="0"/>
                                  </p:stCondLst>
                                  <p:childTnLst>
                                    <p:set>
                                      <p:cBhvr>
                                        <p:cTn id="342" dur="1" fill="hold">
                                          <p:stCondLst>
                                            <p:cond delay="0"/>
                                          </p:stCondLst>
                                        </p:cTn>
                                        <p:tgtEl>
                                          <p:spTgt spid="180"/>
                                        </p:tgtEl>
                                        <p:attrNameLst>
                                          <p:attrName>style.visibility</p:attrName>
                                        </p:attrNameLst>
                                      </p:cBhvr>
                                      <p:to>
                                        <p:strVal val="hidden"/>
                                      </p:to>
                                    </p:set>
                                  </p:childTnLst>
                                </p:cTn>
                              </p:par>
                              <p:par>
                                <p:cTn id="343" presetID="1" presetClass="exit" presetSubtype="0" fill="hold" nodeType="withEffect">
                                  <p:stCondLst>
                                    <p:cond delay="0"/>
                                  </p:stCondLst>
                                  <p:childTnLst>
                                    <p:set>
                                      <p:cBhvr>
                                        <p:cTn id="344" dur="1" fill="hold">
                                          <p:stCondLst>
                                            <p:cond delay="0"/>
                                          </p:stCondLst>
                                        </p:cTn>
                                        <p:tgtEl>
                                          <p:spTgt spid="179"/>
                                        </p:tgtEl>
                                        <p:attrNameLst>
                                          <p:attrName>style.visibility</p:attrName>
                                        </p:attrNameLst>
                                      </p:cBhvr>
                                      <p:to>
                                        <p:strVal val="hidden"/>
                                      </p:to>
                                    </p:set>
                                  </p:childTnLst>
                                </p:cTn>
                              </p:par>
                              <p:par>
                                <p:cTn id="345" presetID="1" presetClass="entr" presetSubtype="0" fill="hold" nodeType="withEffect">
                                  <p:stCondLst>
                                    <p:cond delay="0"/>
                                  </p:stCondLst>
                                  <p:childTnLst>
                                    <p:set>
                                      <p:cBhvr>
                                        <p:cTn id="346" dur="1" fill="hold">
                                          <p:stCondLst>
                                            <p:cond delay="0"/>
                                          </p:stCondLst>
                                        </p:cTn>
                                        <p:tgtEl>
                                          <p:spTgt spid="101"/>
                                        </p:tgtEl>
                                        <p:attrNameLst>
                                          <p:attrName>style.visibility</p:attrName>
                                        </p:attrNameLst>
                                      </p:cBhvr>
                                      <p:to>
                                        <p:strVal val="visible"/>
                                      </p:to>
                                    </p:set>
                                  </p:childTnLst>
                                </p:cTn>
                              </p:par>
                              <p:par>
                                <p:cTn id="347" presetID="1" presetClass="entr" presetSubtype="0" fill="hold" nodeType="withEffect">
                                  <p:stCondLst>
                                    <p:cond delay="0"/>
                                  </p:stCondLst>
                                  <p:childTnLst>
                                    <p:set>
                                      <p:cBhvr>
                                        <p:cTn id="348" dur="1" fill="hold">
                                          <p:stCondLst>
                                            <p:cond delay="0"/>
                                          </p:stCondLst>
                                        </p:cTn>
                                        <p:tgtEl>
                                          <p:spTgt spid="102"/>
                                        </p:tgtEl>
                                        <p:attrNameLst>
                                          <p:attrName>style.visibility</p:attrName>
                                        </p:attrNameLst>
                                      </p:cBhvr>
                                      <p:to>
                                        <p:strVal val="visible"/>
                                      </p:to>
                                    </p:set>
                                  </p:childTnLst>
                                </p:cTn>
                              </p:par>
                              <p:par>
                                <p:cTn id="349" presetID="1" presetClass="entr" presetSubtype="0" fill="hold" nodeType="withEffect">
                                  <p:stCondLst>
                                    <p:cond delay="0"/>
                                  </p:stCondLst>
                                  <p:childTnLst>
                                    <p:set>
                                      <p:cBhvr>
                                        <p:cTn id="350" dur="1" fill="hold">
                                          <p:stCondLst>
                                            <p:cond delay="0"/>
                                          </p:stCondLst>
                                        </p:cTn>
                                        <p:tgtEl>
                                          <p:spTgt spid="160"/>
                                        </p:tgtEl>
                                        <p:attrNameLst>
                                          <p:attrName>style.visibility</p:attrName>
                                        </p:attrNameLst>
                                      </p:cBhvr>
                                      <p:to>
                                        <p:strVal val="visible"/>
                                      </p:to>
                                    </p:set>
                                  </p:childTnLst>
                                </p:cTn>
                              </p:par>
                              <p:par>
                                <p:cTn id="351" presetID="1" presetClass="entr" presetSubtype="0" fill="hold" nodeType="withEffect">
                                  <p:stCondLst>
                                    <p:cond delay="0"/>
                                  </p:stCondLst>
                                  <p:childTnLst>
                                    <p:set>
                                      <p:cBhvr>
                                        <p:cTn id="352" dur="1" fill="hold">
                                          <p:stCondLst>
                                            <p:cond delay="0"/>
                                          </p:stCondLst>
                                        </p:cTn>
                                        <p:tgtEl>
                                          <p:spTgt spid="182"/>
                                        </p:tgtEl>
                                        <p:attrNameLst>
                                          <p:attrName>style.visibility</p:attrName>
                                        </p:attrNameLst>
                                      </p:cBhvr>
                                      <p:to>
                                        <p:strVal val="visible"/>
                                      </p:to>
                                    </p:set>
                                  </p:childTnLst>
                                </p:cTn>
                              </p:par>
                              <p:par>
                                <p:cTn id="353" presetID="1" presetClass="entr" presetSubtype="0" fill="hold" nodeType="withEffect">
                                  <p:stCondLst>
                                    <p:cond delay="0"/>
                                  </p:stCondLst>
                                  <p:childTnLst>
                                    <p:set>
                                      <p:cBhvr>
                                        <p:cTn id="354" dur="1" fill="hold">
                                          <p:stCondLst>
                                            <p:cond delay="0"/>
                                          </p:stCondLst>
                                        </p:cTn>
                                        <p:tgtEl>
                                          <p:spTgt spid="181"/>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xit" presetSubtype="0" fill="hold" nodeType="clickEffect">
                                  <p:stCondLst>
                                    <p:cond delay="0"/>
                                  </p:stCondLst>
                                  <p:childTnLst>
                                    <p:set>
                                      <p:cBhvr>
                                        <p:cTn id="358" dur="1" fill="hold">
                                          <p:stCondLst>
                                            <p:cond delay="0"/>
                                          </p:stCondLst>
                                        </p:cTn>
                                        <p:tgtEl>
                                          <p:spTgt spid="123"/>
                                        </p:tgtEl>
                                        <p:attrNameLst>
                                          <p:attrName>style.visibility</p:attrName>
                                        </p:attrNameLst>
                                      </p:cBhvr>
                                      <p:to>
                                        <p:strVal val="hidden"/>
                                      </p:to>
                                    </p:set>
                                  </p:childTnLst>
                                </p:cTn>
                              </p:par>
                              <p:par>
                                <p:cTn id="359" presetID="1" presetClass="exit" presetSubtype="0" fill="hold" nodeType="withEffect">
                                  <p:stCondLst>
                                    <p:cond delay="0"/>
                                  </p:stCondLst>
                                  <p:childTnLst>
                                    <p:set>
                                      <p:cBhvr>
                                        <p:cTn id="360" dur="1" fill="hold">
                                          <p:stCondLst>
                                            <p:cond delay="0"/>
                                          </p:stCondLst>
                                        </p:cTn>
                                        <p:tgtEl>
                                          <p:spTgt spid="145"/>
                                        </p:tgtEl>
                                        <p:attrNameLst>
                                          <p:attrName>style.visibility</p:attrName>
                                        </p:attrNameLst>
                                      </p:cBhvr>
                                      <p:to>
                                        <p:strVal val="hidden"/>
                                      </p:to>
                                    </p:set>
                                  </p:childTnLst>
                                </p:cTn>
                              </p:par>
                              <p:par>
                                <p:cTn id="361" presetID="1" presetClass="exit" presetSubtype="0" fill="hold" nodeType="withEffect">
                                  <p:stCondLst>
                                    <p:cond delay="0"/>
                                  </p:stCondLst>
                                  <p:childTnLst>
                                    <p:set>
                                      <p:cBhvr>
                                        <p:cTn id="362" dur="1" fill="hold">
                                          <p:stCondLst>
                                            <p:cond delay="0"/>
                                          </p:stCondLst>
                                        </p:cTn>
                                        <p:tgtEl>
                                          <p:spTgt spid="144"/>
                                        </p:tgtEl>
                                        <p:attrNameLst>
                                          <p:attrName>style.visibility</p:attrName>
                                        </p:attrNameLst>
                                      </p:cBhvr>
                                      <p:to>
                                        <p:strVal val="hidden"/>
                                      </p:to>
                                    </p:set>
                                  </p:childTnLst>
                                </p:cTn>
                              </p:par>
                              <p:par>
                                <p:cTn id="363" presetID="1" presetClass="entr" presetSubtype="0" fill="hold" nodeType="withEffect">
                                  <p:stCondLst>
                                    <p:cond delay="0"/>
                                  </p:stCondLst>
                                  <p:childTnLst>
                                    <p:set>
                                      <p:cBhvr>
                                        <p:cTn id="364" dur="1" fill="hold">
                                          <p:stCondLst>
                                            <p:cond delay="0"/>
                                          </p:stCondLst>
                                        </p:cTn>
                                        <p:tgtEl>
                                          <p:spTgt spid="50"/>
                                        </p:tgtEl>
                                        <p:attrNameLst>
                                          <p:attrName>style.visibility</p:attrName>
                                        </p:attrNameLst>
                                      </p:cBhvr>
                                      <p:to>
                                        <p:strVal val="visible"/>
                                      </p:to>
                                    </p:set>
                                  </p:childTnLst>
                                </p:cTn>
                              </p:par>
                              <p:par>
                                <p:cTn id="365" presetID="1" presetClass="entr" presetSubtype="0" fill="hold" nodeType="withEffect">
                                  <p:stCondLst>
                                    <p:cond delay="0"/>
                                  </p:stCondLst>
                                  <p:childTnLst>
                                    <p:set>
                                      <p:cBhvr>
                                        <p:cTn id="366" dur="1" fill="hold">
                                          <p:stCondLst>
                                            <p:cond delay="0"/>
                                          </p:stCondLst>
                                        </p:cTn>
                                        <p:tgtEl>
                                          <p:spTgt spid="51"/>
                                        </p:tgtEl>
                                        <p:attrNameLst>
                                          <p:attrName>style.visibility</p:attrName>
                                        </p:attrNameLst>
                                      </p:cBhvr>
                                      <p:to>
                                        <p:strVal val="visible"/>
                                      </p:to>
                                    </p:set>
                                  </p:childTnLst>
                                </p:cTn>
                              </p:par>
                              <p:par>
                                <p:cTn id="367" presetID="1" presetClass="entr" presetSubtype="0" fill="hold" nodeType="withEffect">
                                  <p:stCondLst>
                                    <p:cond delay="0"/>
                                  </p:stCondLst>
                                  <p:childTnLst>
                                    <p:set>
                                      <p:cBhvr>
                                        <p:cTn id="368" dur="1" fill="hold">
                                          <p:stCondLst>
                                            <p:cond delay="0"/>
                                          </p:stCondLst>
                                        </p:cTn>
                                        <p:tgtEl>
                                          <p:spTgt spid="124"/>
                                        </p:tgtEl>
                                        <p:attrNameLst>
                                          <p:attrName>style.visibility</p:attrName>
                                        </p:attrNameLst>
                                      </p:cBhvr>
                                      <p:to>
                                        <p:strVal val="visible"/>
                                      </p:to>
                                    </p:set>
                                  </p:childTnLst>
                                </p:cTn>
                              </p:par>
                              <p:par>
                                <p:cTn id="369" presetID="1" presetClass="entr" presetSubtype="0" fill="hold" nodeType="withEffect">
                                  <p:stCondLst>
                                    <p:cond delay="0"/>
                                  </p:stCondLst>
                                  <p:childTnLst>
                                    <p:set>
                                      <p:cBhvr>
                                        <p:cTn id="370" dur="1" fill="hold">
                                          <p:stCondLst>
                                            <p:cond delay="0"/>
                                          </p:stCondLst>
                                        </p:cTn>
                                        <p:tgtEl>
                                          <p:spTgt spid="147"/>
                                        </p:tgtEl>
                                        <p:attrNameLst>
                                          <p:attrName>style.visibility</p:attrName>
                                        </p:attrNameLst>
                                      </p:cBhvr>
                                      <p:to>
                                        <p:strVal val="visible"/>
                                      </p:to>
                                    </p:set>
                                  </p:childTnLst>
                                </p:cTn>
                              </p:par>
                              <p:par>
                                <p:cTn id="371" presetID="1" presetClass="entr" presetSubtype="0" fill="hold" nodeType="withEffect">
                                  <p:stCondLst>
                                    <p:cond delay="0"/>
                                  </p:stCondLst>
                                  <p:childTnLst>
                                    <p:set>
                                      <p:cBhvr>
                                        <p:cTn id="372" dur="1" fill="hold">
                                          <p:stCondLst>
                                            <p:cond delay="0"/>
                                          </p:stCondLst>
                                        </p:cTn>
                                        <p:tgtEl>
                                          <p:spTgt spid="146"/>
                                        </p:tgtEl>
                                        <p:attrNameLst>
                                          <p:attrName>style.visibility</p:attrName>
                                        </p:attrNameLst>
                                      </p:cBhvr>
                                      <p:to>
                                        <p:strVal val="visible"/>
                                      </p:to>
                                    </p:set>
                                  </p:childTnLst>
                                </p:cTn>
                              </p:par>
                            </p:childTnLst>
                          </p:cTn>
                        </p:par>
                      </p:childTnLst>
                    </p:cTn>
                  </p:par>
                  <p:par>
                    <p:cTn id="373" fill="hold">
                      <p:stCondLst>
                        <p:cond delay="indefinite"/>
                      </p:stCondLst>
                      <p:childTnLst>
                        <p:par>
                          <p:cTn id="374" fill="hold">
                            <p:stCondLst>
                              <p:cond delay="0"/>
                            </p:stCondLst>
                            <p:childTnLst>
                              <p:par>
                                <p:cTn id="375" presetID="1" presetClass="exit" presetSubtype="0" fill="hold" nodeType="clickEffect">
                                  <p:stCondLst>
                                    <p:cond delay="0"/>
                                  </p:stCondLst>
                                  <p:childTnLst>
                                    <p:set>
                                      <p:cBhvr>
                                        <p:cTn id="376" dur="1" fill="hold">
                                          <p:stCondLst>
                                            <p:cond delay="0"/>
                                          </p:stCondLst>
                                        </p:cTn>
                                        <p:tgtEl>
                                          <p:spTgt spid="160"/>
                                        </p:tgtEl>
                                        <p:attrNameLst>
                                          <p:attrName>style.visibility</p:attrName>
                                        </p:attrNameLst>
                                      </p:cBhvr>
                                      <p:to>
                                        <p:strVal val="hidden"/>
                                      </p:to>
                                    </p:set>
                                  </p:childTnLst>
                                </p:cTn>
                              </p:par>
                              <p:par>
                                <p:cTn id="377" presetID="1" presetClass="exit" presetSubtype="0" fill="hold" nodeType="withEffect">
                                  <p:stCondLst>
                                    <p:cond delay="0"/>
                                  </p:stCondLst>
                                  <p:childTnLst>
                                    <p:set>
                                      <p:cBhvr>
                                        <p:cTn id="378" dur="1" fill="hold">
                                          <p:stCondLst>
                                            <p:cond delay="0"/>
                                          </p:stCondLst>
                                        </p:cTn>
                                        <p:tgtEl>
                                          <p:spTgt spid="182"/>
                                        </p:tgtEl>
                                        <p:attrNameLst>
                                          <p:attrName>style.visibility</p:attrName>
                                        </p:attrNameLst>
                                      </p:cBhvr>
                                      <p:to>
                                        <p:strVal val="hidden"/>
                                      </p:to>
                                    </p:set>
                                  </p:childTnLst>
                                </p:cTn>
                              </p:par>
                              <p:par>
                                <p:cTn id="379" presetID="1" presetClass="exit" presetSubtype="0" fill="hold" nodeType="withEffect">
                                  <p:stCondLst>
                                    <p:cond delay="0"/>
                                  </p:stCondLst>
                                  <p:childTnLst>
                                    <p:set>
                                      <p:cBhvr>
                                        <p:cTn id="380" dur="1" fill="hold">
                                          <p:stCondLst>
                                            <p:cond delay="0"/>
                                          </p:stCondLst>
                                        </p:cTn>
                                        <p:tgtEl>
                                          <p:spTgt spid="181"/>
                                        </p:tgtEl>
                                        <p:attrNameLst>
                                          <p:attrName>style.visibility</p:attrName>
                                        </p:attrNameLst>
                                      </p:cBhvr>
                                      <p:to>
                                        <p:strVal val="hidden"/>
                                      </p:to>
                                    </p:set>
                                  </p:childTnLst>
                                </p:cTn>
                              </p:par>
                              <p:par>
                                <p:cTn id="381" presetID="1" presetClass="entr" presetSubtype="0" fill="hold" nodeType="withEffect">
                                  <p:stCondLst>
                                    <p:cond delay="0"/>
                                  </p:stCondLst>
                                  <p:childTnLst>
                                    <p:set>
                                      <p:cBhvr>
                                        <p:cTn id="382" dur="1" fill="hold">
                                          <p:stCondLst>
                                            <p:cond delay="0"/>
                                          </p:stCondLst>
                                        </p:cTn>
                                        <p:tgtEl>
                                          <p:spTgt spid="103"/>
                                        </p:tgtEl>
                                        <p:attrNameLst>
                                          <p:attrName>style.visibility</p:attrName>
                                        </p:attrNameLst>
                                      </p:cBhvr>
                                      <p:to>
                                        <p:strVal val="visible"/>
                                      </p:to>
                                    </p:set>
                                  </p:childTnLst>
                                </p:cTn>
                              </p:par>
                              <p:par>
                                <p:cTn id="383" presetID="1" presetClass="entr" presetSubtype="0" fill="hold" nodeType="withEffect">
                                  <p:stCondLst>
                                    <p:cond delay="0"/>
                                  </p:stCondLst>
                                  <p:childTnLst>
                                    <p:set>
                                      <p:cBhvr>
                                        <p:cTn id="384" dur="1" fill="hold">
                                          <p:stCondLst>
                                            <p:cond delay="0"/>
                                          </p:stCondLst>
                                        </p:cTn>
                                        <p:tgtEl>
                                          <p:spTgt spid="104"/>
                                        </p:tgtEl>
                                        <p:attrNameLst>
                                          <p:attrName>style.visibility</p:attrName>
                                        </p:attrNameLst>
                                      </p:cBhvr>
                                      <p:to>
                                        <p:strVal val="visible"/>
                                      </p:to>
                                    </p:set>
                                  </p:childTnLst>
                                </p:cTn>
                              </p:par>
                              <p:par>
                                <p:cTn id="385" presetID="1" presetClass="entr" presetSubtype="0" fill="hold" nodeType="withEffect">
                                  <p:stCondLst>
                                    <p:cond delay="0"/>
                                  </p:stCondLst>
                                  <p:childTnLst>
                                    <p:set>
                                      <p:cBhvr>
                                        <p:cTn id="386" dur="1" fill="hold">
                                          <p:stCondLst>
                                            <p:cond delay="0"/>
                                          </p:stCondLst>
                                        </p:cTn>
                                        <p:tgtEl>
                                          <p:spTgt spid="161"/>
                                        </p:tgtEl>
                                        <p:attrNameLst>
                                          <p:attrName>style.visibility</p:attrName>
                                        </p:attrNameLst>
                                      </p:cBhvr>
                                      <p:to>
                                        <p:strVal val="visible"/>
                                      </p:to>
                                    </p:set>
                                  </p:childTnLst>
                                </p:cTn>
                              </p:par>
                              <p:par>
                                <p:cTn id="387" presetID="1" presetClass="entr" presetSubtype="0" fill="hold" nodeType="withEffect">
                                  <p:stCondLst>
                                    <p:cond delay="0"/>
                                  </p:stCondLst>
                                  <p:childTnLst>
                                    <p:set>
                                      <p:cBhvr>
                                        <p:cTn id="388" dur="1" fill="hold">
                                          <p:stCondLst>
                                            <p:cond delay="0"/>
                                          </p:stCondLst>
                                        </p:cTn>
                                        <p:tgtEl>
                                          <p:spTgt spid="184"/>
                                        </p:tgtEl>
                                        <p:attrNameLst>
                                          <p:attrName>style.visibility</p:attrName>
                                        </p:attrNameLst>
                                      </p:cBhvr>
                                      <p:to>
                                        <p:strVal val="visible"/>
                                      </p:to>
                                    </p:set>
                                  </p:childTnLst>
                                </p:cTn>
                              </p:par>
                              <p:par>
                                <p:cTn id="389" presetID="1" presetClass="entr" presetSubtype="0" fill="hold" nodeType="withEffect">
                                  <p:stCondLst>
                                    <p:cond delay="0"/>
                                  </p:stCondLst>
                                  <p:childTnLst>
                                    <p:set>
                                      <p:cBhvr>
                                        <p:cTn id="390" dur="1" fill="hold">
                                          <p:stCondLst>
                                            <p:cond delay="0"/>
                                          </p:stCondLst>
                                        </p:cTn>
                                        <p:tgtEl>
                                          <p:spTgt spid="183"/>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xit" presetSubtype="0" fill="hold" nodeType="clickEffect">
                                  <p:stCondLst>
                                    <p:cond delay="0"/>
                                  </p:stCondLst>
                                  <p:childTnLst>
                                    <p:set>
                                      <p:cBhvr>
                                        <p:cTn id="394" dur="1" fill="hold">
                                          <p:stCondLst>
                                            <p:cond delay="0"/>
                                          </p:stCondLst>
                                        </p:cTn>
                                        <p:tgtEl>
                                          <p:spTgt spid="124"/>
                                        </p:tgtEl>
                                        <p:attrNameLst>
                                          <p:attrName>style.visibility</p:attrName>
                                        </p:attrNameLst>
                                      </p:cBhvr>
                                      <p:to>
                                        <p:strVal val="hidden"/>
                                      </p:to>
                                    </p:set>
                                  </p:childTnLst>
                                </p:cTn>
                              </p:par>
                              <p:par>
                                <p:cTn id="395" presetID="1" presetClass="exit" presetSubtype="0" fill="hold" nodeType="withEffect">
                                  <p:stCondLst>
                                    <p:cond delay="0"/>
                                  </p:stCondLst>
                                  <p:childTnLst>
                                    <p:set>
                                      <p:cBhvr>
                                        <p:cTn id="396" dur="1" fill="hold">
                                          <p:stCondLst>
                                            <p:cond delay="0"/>
                                          </p:stCondLst>
                                        </p:cTn>
                                        <p:tgtEl>
                                          <p:spTgt spid="147"/>
                                        </p:tgtEl>
                                        <p:attrNameLst>
                                          <p:attrName>style.visibility</p:attrName>
                                        </p:attrNameLst>
                                      </p:cBhvr>
                                      <p:to>
                                        <p:strVal val="hidden"/>
                                      </p:to>
                                    </p:set>
                                  </p:childTnLst>
                                </p:cTn>
                              </p:par>
                              <p:par>
                                <p:cTn id="397" presetID="1" presetClass="exit" presetSubtype="0" fill="hold" nodeType="withEffect">
                                  <p:stCondLst>
                                    <p:cond delay="0"/>
                                  </p:stCondLst>
                                  <p:childTnLst>
                                    <p:set>
                                      <p:cBhvr>
                                        <p:cTn id="398" dur="1" fill="hold">
                                          <p:stCondLst>
                                            <p:cond delay="0"/>
                                          </p:stCondLst>
                                        </p:cTn>
                                        <p:tgtEl>
                                          <p:spTgt spid="146"/>
                                        </p:tgtEl>
                                        <p:attrNameLst>
                                          <p:attrName>style.visibility</p:attrName>
                                        </p:attrNameLst>
                                      </p:cBhvr>
                                      <p:to>
                                        <p:strVal val="hidden"/>
                                      </p:to>
                                    </p:set>
                                  </p:childTnLst>
                                </p:cTn>
                              </p:par>
                              <p:par>
                                <p:cTn id="399" presetID="1" presetClass="entr" presetSubtype="0" fill="hold" nodeType="withEffect">
                                  <p:stCondLst>
                                    <p:cond delay="0"/>
                                  </p:stCondLst>
                                  <p:childTnLst>
                                    <p:set>
                                      <p:cBhvr>
                                        <p:cTn id="400" dur="1" fill="hold">
                                          <p:stCondLst>
                                            <p:cond delay="0"/>
                                          </p:stCondLst>
                                        </p:cTn>
                                        <p:tgtEl>
                                          <p:spTgt spid="52"/>
                                        </p:tgtEl>
                                        <p:attrNameLst>
                                          <p:attrName>style.visibility</p:attrName>
                                        </p:attrNameLst>
                                      </p:cBhvr>
                                      <p:to>
                                        <p:strVal val="visible"/>
                                      </p:to>
                                    </p:set>
                                  </p:childTnLst>
                                </p:cTn>
                              </p:par>
                              <p:par>
                                <p:cTn id="401" presetID="1" presetClass="entr" presetSubtype="0" fill="hold" nodeType="withEffect">
                                  <p:stCondLst>
                                    <p:cond delay="0"/>
                                  </p:stCondLst>
                                  <p:childTnLst>
                                    <p:set>
                                      <p:cBhvr>
                                        <p:cTn id="402" dur="1" fill="hold">
                                          <p:stCondLst>
                                            <p:cond delay="0"/>
                                          </p:stCondLst>
                                        </p:cTn>
                                        <p:tgtEl>
                                          <p:spTgt spid="53"/>
                                        </p:tgtEl>
                                        <p:attrNameLst>
                                          <p:attrName>style.visibility</p:attrName>
                                        </p:attrNameLst>
                                      </p:cBhvr>
                                      <p:to>
                                        <p:strVal val="visible"/>
                                      </p:to>
                                    </p:set>
                                  </p:childTnLst>
                                </p:cTn>
                              </p:par>
                              <p:par>
                                <p:cTn id="403" presetID="1" presetClass="entr" presetSubtype="0" fill="hold" nodeType="withEffect">
                                  <p:stCondLst>
                                    <p:cond delay="0"/>
                                  </p:stCondLst>
                                  <p:childTnLst>
                                    <p:set>
                                      <p:cBhvr>
                                        <p:cTn id="404" dur="1" fill="hold">
                                          <p:stCondLst>
                                            <p:cond delay="0"/>
                                          </p:stCondLst>
                                        </p:cTn>
                                        <p:tgtEl>
                                          <p:spTgt spid="125"/>
                                        </p:tgtEl>
                                        <p:attrNameLst>
                                          <p:attrName>style.visibility</p:attrName>
                                        </p:attrNameLst>
                                      </p:cBhvr>
                                      <p:to>
                                        <p:strVal val="visible"/>
                                      </p:to>
                                    </p:set>
                                  </p:childTnLst>
                                </p:cTn>
                              </p:par>
                              <p:par>
                                <p:cTn id="405" presetID="1" presetClass="entr" presetSubtype="0" fill="hold" nodeType="withEffect">
                                  <p:stCondLst>
                                    <p:cond delay="0"/>
                                  </p:stCondLst>
                                  <p:childTnLst>
                                    <p:set>
                                      <p:cBhvr>
                                        <p:cTn id="406" dur="1" fill="hold">
                                          <p:stCondLst>
                                            <p:cond delay="0"/>
                                          </p:stCondLst>
                                        </p:cTn>
                                        <p:tgtEl>
                                          <p:spTgt spid="149"/>
                                        </p:tgtEl>
                                        <p:attrNameLst>
                                          <p:attrName>style.visibility</p:attrName>
                                        </p:attrNameLst>
                                      </p:cBhvr>
                                      <p:to>
                                        <p:strVal val="visible"/>
                                      </p:to>
                                    </p:set>
                                  </p:childTnLst>
                                </p:cTn>
                              </p:par>
                              <p:par>
                                <p:cTn id="407" presetID="1" presetClass="entr" presetSubtype="0" fill="hold" nodeType="withEffect">
                                  <p:stCondLst>
                                    <p:cond delay="0"/>
                                  </p:stCondLst>
                                  <p:childTnLst>
                                    <p:set>
                                      <p:cBhvr>
                                        <p:cTn id="408" dur="1" fill="hold">
                                          <p:stCondLst>
                                            <p:cond delay="0"/>
                                          </p:stCondLst>
                                        </p:cTn>
                                        <p:tgtEl>
                                          <p:spTgt spid="148"/>
                                        </p:tgtEl>
                                        <p:attrNameLst>
                                          <p:attrName>style.visibility</p:attrName>
                                        </p:attrNameLst>
                                      </p:cBhvr>
                                      <p:to>
                                        <p:strVal val="visible"/>
                                      </p:to>
                                    </p:set>
                                  </p:childTnLst>
                                </p:cTn>
                              </p:par>
                            </p:childTnLst>
                          </p:cTn>
                        </p:par>
                      </p:childTnLst>
                    </p:cTn>
                  </p:par>
                  <p:par>
                    <p:cTn id="409" fill="hold">
                      <p:stCondLst>
                        <p:cond delay="indefinite"/>
                      </p:stCondLst>
                      <p:childTnLst>
                        <p:par>
                          <p:cTn id="410" fill="hold">
                            <p:stCondLst>
                              <p:cond delay="0"/>
                            </p:stCondLst>
                            <p:childTnLst>
                              <p:par>
                                <p:cTn id="411" presetID="1" presetClass="exit" presetSubtype="0" fill="hold" nodeType="clickEffect">
                                  <p:stCondLst>
                                    <p:cond delay="0"/>
                                  </p:stCondLst>
                                  <p:childTnLst>
                                    <p:set>
                                      <p:cBhvr>
                                        <p:cTn id="412" dur="1" fill="hold">
                                          <p:stCondLst>
                                            <p:cond delay="0"/>
                                          </p:stCondLst>
                                        </p:cTn>
                                        <p:tgtEl>
                                          <p:spTgt spid="161"/>
                                        </p:tgtEl>
                                        <p:attrNameLst>
                                          <p:attrName>style.visibility</p:attrName>
                                        </p:attrNameLst>
                                      </p:cBhvr>
                                      <p:to>
                                        <p:strVal val="hidden"/>
                                      </p:to>
                                    </p:set>
                                  </p:childTnLst>
                                </p:cTn>
                              </p:par>
                              <p:par>
                                <p:cTn id="413" presetID="1" presetClass="exit" presetSubtype="0" fill="hold" nodeType="withEffect">
                                  <p:stCondLst>
                                    <p:cond delay="0"/>
                                  </p:stCondLst>
                                  <p:childTnLst>
                                    <p:set>
                                      <p:cBhvr>
                                        <p:cTn id="414" dur="1" fill="hold">
                                          <p:stCondLst>
                                            <p:cond delay="0"/>
                                          </p:stCondLst>
                                        </p:cTn>
                                        <p:tgtEl>
                                          <p:spTgt spid="184"/>
                                        </p:tgtEl>
                                        <p:attrNameLst>
                                          <p:attrName>style.visibility</p:attrName>
                                        </p:attrNameLst>
                                      </p:cBhvr>
                                      <p:to>
                                        <p:strVal val="hidden"/>
                                      </p:to>
                                    </p:set>
                                  </p:childTnLst>
                                </p:cTn>
                              </p:par>
                              <p:par>
                                <p:cTn id="415" presetID="1" presetClass="exit" presetSubtype="0" fill="hold" nodeType="withEffect">
                                  <p:stCondLst>
                                    <p:cond delay="0"/>
                                  </p:stCondLst>
                                  <p:childTnLst>
                                    <p:set>
                                      <p:cBhvr>
                                        <p:cTn id="416" dur="1" fill="hold">
                                          <p:stCondLst>
                                            <p:cond delay="0"/>
                                          </p:stCondLst>
                                        </p:cTn>
                                        <p:tgtEl>
                                          <p:spTgt spid="183"/>
                                        </p:tgtEl>
                                        <p:attrNameLst>
                                          <p:attrName>style.visibility</p:attrName>
                                        </p:attrNameLst>
                                      </p:cBhvr>
                                      <p:to>
                                        <p:strVal val="hidden"/>
                                      </p:to>
                                    </p:set>
                                  </p:childTnLst>
                                </p:cTn>
                              </p:par>
                              <p:par>
                                <p:cTn id="417" presetID="1" presetClass="entr" presetSubtype="0" fill="hold" nodeType="withEffect">
                                  <p:stCondLst>
                                    <p:cond delay="0"/>
                                  </p:stCondLst>
                                  <p:childTnLst>
                                    <p:set>
                                      <p:cBhvr>
                                        <p:cTn id="418" dur="1" fill="hold">
                                          <p:stCondLst>
                                            <p:cond delay="0"/>
                                          </p:stCondLst>
                                        </p:cTn>
                                        <p:tgtEl>
                                          <p:spTgt spid="105"/>
                                        </p:tgtEl>
                                        <p:attrNameLst>
                                          <p:attrName>style.visibility</p:attrName>
                                        </p:attrNameLst>
                                      </p:cBhvr>
                                      <p:to>
                                        <p:strVal val="visible"/>
                                      </p:to>
                                    </p:set>
                                  </p:childTnLst>
                                </p:cTn>
                              </p:par>
                              <p:par>
                                <p:cTn id="419" presetID="1" presetClass="entr" presetSubtype="0" fill="hold" nodeType="withEffect">
                                  <p:stCondLst>
                                    <p:cond delay="0"/>
                                  </p:stCondLst>
                                  <p:childTnLst>
                                    <p:set>
                                      <p:cBhvr>
                                        <p:cTn id="420" dur="1" fill="hold">
                                          <p:stCondLst>
                                            <p:cond delay="0"/>
                                          </p:stCondLst>
                                        </p:cTn>
                                        <p:tgtEl>
                                          <p:spTgt spid="106"/>
                                        </p:tgtEl>
                                        <p:attrNameLst>
                                          <p:attrName>style.visibility</p:attrName>
                                        </p:attrNameLst>
                                      </p:cBhvr>
                                      <p:to>
                                        <p:strVal val="visible"/>
                                      </p:to>
                                    </p:set>
                                  </p:childTnLst>
                                </p:cTn>
                              </p:par>
                              <p:par>
                                <p:cTn id="421" presetID="1" presetClass="entr" presetSubtype="0" fill="hold" nodeType="withEffect">
                                  <p:stCondLst>
                                    <p:cond delay="0"/>
                                  </p:stCondLst>
                                  <p:childTnLst>
                                    <p:set>
                                      <p:cBhvr>
                                        <p:cTn id="422" dur="1" fill="hold">
                                          <p:stCondLst>
                                            <p:cond delay="0"/>
                                          </p:stCondLst>
                                        </p:cTn>
                                        <p:tgtEl>
                                          <p:spTgt spid="162"/>
                                        </p:tgtEl>
                                        <p:attrNameLst>
                                          <p:attrName>style.visibility</p:attrName>
                                        </p:attrNameLst>
                                      </p:cBhvr>
                                      <p:to>
                                        <p:strVal val="visible"/>
                                      </p:to>
                                    </p:set>
                                  </p:childTnLst>
                                </p:cTn>
                              </p:par>
                              <p:par>
                                <p:cTn id="423" presetID="1" presetClass="entr" presetSubtype="0" fill="hold" nodeType="withEffect">
                                  <p:stCondLst>
                                    <p:cond delay="0"/>
                                  </p:stCondLst>
                                  <p:childTnLst>
                                    <p:set>
                                      <p:cBhvr>
                                        <p:cTn id="424" dur="1" fill="hold">
                                          <p:stCondLst>
                                            <p:cond delay="0"/>
                                          </p:stCondLst>
                                        </p:cTn>
                                        <p:tgtEl>
                                          <p:spTgt spid="186"/>
                                        </p:tgtEl>
                                        <p:attrNameLst>
                                          <p:attrName>style.visibility</p:attrName>
                                        </p:attrNameLst>
                                      </p:cBhvr>
                                      <p:to>
                                        <p:strVal val="visible"/>
                                      </p:to>
                                    </p:set>
                                  </p:childTnLst>
                                </p:cTn>
                              </p:par>
                              <p:par>
                                <p:cTn id="425" presetID="1" presetClass="entr" presetSubtype="0" fill="hold" nodeType="withEffect">
                                  <p:stCondLst>
                                    <p:cond delay="0"/>
                                  </p:stCondLst>
                                  <p:childTnLst>
                                    <p:set>
                                      <p:cBhvr>
                                        <p:cTn id="426"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allAtOnce"/>
      <p:bldP spid="33" grpId="0" build="allAtOnce"/>
      <p:bldP spid="35" grpId="0" build="allAtOnce"/>
      <p:bldP spid="37" grpId="0" build="allAtOnce"/>
      <p:bldP spid="39" grpId="0" build="allAtOnce"/>
      <p:bldP spid="41" grpId="0" build="allAtOnce"/>
      <p:bldP spid="43" grpId="0" build="allAtOnce"/>
      <p:bldP spid="45" grpId="0" build="allAtOnce"/>
      <p:bldP spid="47" grpId="0" build="allAtOnce"/>
      <p:bldP spid="49" grpId="0" build="allAtOnce"/>
      <p:bldP spid="51" grpId="0" build="allAtOnce"/>
      <p:bldP spid="53" grpId="0" build="allAtOnce"/>
      <p:bldP spid="84" grpId="0" build="allAtOnce"/>
      <p:bldP spid="86" grpId="0" build="allAtOnce"/>
      <p:bldP spid="88" grpId="0" build="allAtOnce"/>
      <p:bldP spid="90" grpId="0" build="allAtOnce"/>
      <p:bldP spid="92" grpId="0" build="allAtOnce"/>
      <p:bldP spid="94" grpId="0" build="allAtOnce"/>
      <p:bldP spid="96" grpId="0" build="allAtOnce"/>
      <p:bldP spid="98" grpId="0" build="allAtOnce"/>
      <p:bldP spid="100" grpId="0" build="allAtOnce"/>
      <p:bldP spid="102" grpId="0" build="allAtOnce"/>
      <p:bldP spid="104" grpId="0" build="allAtOnce"/>
      <p:bldP spid="106" grpId="0" build="allAtOnce"/>
      <p:bldP spid="113" grpId="0" build="allAtOnce"/>
      <p:bldP spid="114" grpId="0" build="allAtOnce"/>
      <p:bldP spid="115" grpId="0" build="allAtOnce"/>
      <p:bldP spid="116" grpId="0" build="allAtOnce"/>
      <p:bldP spid="117" grpId="0" build="allAtOnce"/>
      <p:bldP spid="118" grpId="0" build="allAtOnce"/>
      <p:bldP spid="119" grpId="0" build="allAtOnce"/>
      <p:bldP spid="120" grpId="0" build="allAtOnce"/>
      <p:bldP spid="121" grpId="0" build="allAtOnce"/>
      <p:bldP spid="122" grpId="0" build="allAtOnce"/>
      <p:bldP spid="123" grpId="0" build="allAtOnce"/>
      <p:bldP spid="124" grpId="0" build="allAtOnce"/>
      <p:bldP spid="125" grpId="0" build="allAtOnce"/>
      <p:bldP spid="126" grpId="0" build="allAtOnce"/>
      <p:bldP spid="127" grpId="0" build="allAtOnce"/>
      <p:bldP spid="128" grpId="0" build="allAtOnce"/>
      <p:bldP spid="129" grpId="0" build="allAtOnce"/>
      <p:bldP spid="130" grpId="0" build="allAtOnce"/>
      <p:bldP spid="131" grpId="0" build="allAtOnce"/>
      <p:bldP spid="132" grpId="0" build="allAtOnce"/>
      <p:bldP spid="133" grpId="0" build="allAtOnce"/>
      <p:bldP spid="134" grpId="0" build="allAtOnce"/>
      <p:bldP spid="135" grpId="0" build="allAtOnce"/>
      <p:bldP spid="136" grpId="0" build="allAtOnce"/>
      <p:bldP spid="137" grpId="0" build="allAtOnce"/>
      <p:bldP spid="138" grpId="0" build="allAtOnce"/>
      <p:bldP spid="139" grpId="0" build="allAtOnce"/>
      <p:bldP spid="140" grpId="0" build="allAtOnce"/>
      <p:bldP spid="141" grpId="0" build="allAtOnce"/>
      <p:bldP spid="142" grpId="0" build="allAtOnce"/>
      <p:bldP spid="143" grpId="0" build="allAtOnce"/>
      <p:bldP spid="144" grpId="0" build="allAtOnce"/>
      <p:bldP spid="145" grpId="0" build="allAtOnce"/>
      <p:bldP spid="146" grpId="0" build="allAtOnce"/>
      <p:bldP spid="147" grpId="0" build="allAtOnce"/>
      <p:bldP spid="148" grpId="0" build="allAtOnce"/>
      <p:bldP spid="149" grpId="0" build="allAtOnce"/>
      <p:bldP spid="150" grpId="0" build="allAtOnce"/>
      <p:bldP spid="151" grpId="0" build="allAtOnce"/>
      <p:bldP spid="152" grpId="0" build="allAtOnce"/>
      <p:bldP spid="153" grpId="0" build="allAtOnce"/>
      <p:bldP spid="154" grpId="0" build="allAtOnce"/>
      <p:bldP spid="155" grpId="0" build="allAtOnce"/>
      <p:bldP spid="156" grpId="0" build="allAtOnce"/>
      <p:bldP spid="157" grpId="0" build="allAtOnce"/>
      <p:bldP spid="158" grpId="0" build="allAtOnce"/>
      <p:bldP spid="159" grpId="0" build="allAtOnce"/>
      <p:bldP spid="160" grpId="0" build="allAtOnce"/>
      <p:bldP spid="161" grpId="0" build="allAtOnce"/>
      <p:bldP spid="162" grpId="0" build="allAtOnce"/>
      <p:bldP spid="163" grpId="0" build="allAtOnce"/>
      <p:bldP spid="164" grpId="0" build="allAtOnce"/>
      <p:bldP spid="165" grpId="0" build="allAtOnce"/>
      <p:bldP spid="166" grpId="0" build="allAtOnce"/>
      <p:bldP spid="167" grpId="0" build="allAtOnce"/>
      <p:bldP spid="168" grpId="0" build="allAtOnce"/>
      <p:bldP spid="169" grpId="0" build="allAtOnce"/>
      <p:bldP spid="170" grpId="0" build="allAtOnce"/>
      <p:bldP spid="171" grpId="0" build="allAtOnce"/>
      <p:bldP spid="172" grpId="0" build="allAtOnce"/>
      <p:bldP spid="173" grpId="0" build="allAtOnce"/>
      <p:bldP spid="174" grpId="0" build="allAtOnce"/>
      <p:bldP spid="175" grpId="0" build="allAtOnce"/>
      <p:bldP spid="176" grpId="0" build="allAtOnce"/>
      <p:bldP spid="177" grpId="0" build="allAtOnce"/>
      <p:bldP spid="178" grpId="0" build="allAtOnce"/>
      <p:bldP spid="179" grpId="0" build="allAtOnce"/>
      <p:bldP spid="180" grpId="0" build="allAtOnce"/>
      <p:bldP spid="181" grpId="0" build="allAtOnce"/>
      <p:bldP spid="182" grpId="0" build="allAtOnce"/>
      <p:bldP spid="183" grpId="0" build="allAtOnce"/>
      <p:bldP spid="184" grpId="0" build="allAtOnce"/>
      <p:bldP spid="185" grpId="0" build="allAtOnce"/>
      <p:bldP spid="186" grpId="0"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72CC9-6036-347D-5E4C-C4FA1D6629C9}"/>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Euler’s Explicit Method x[n] = …dt + x[n-1]. It solves differential equations using arithmetic!!!!</a:t>
            </a:r>
          </a:p>
        </p:txBody>
      </p:sp>
      <p:pic>
        <p:nvPicPr>
          <p:cNvPr id="4" name="Picture 3">
            <a:extLst>
              <a:ext uri="{FF2B5EF4-FFF2-40B4-BE49-F238E27FC236}">
                <a16:creationId xmlns:a16="http://schemas.microsoft.com/office/drawing/2014/main" id="{BBABEB7C-175B-59AF-BB70-CEF083B6798D}"/>
              </a:ext>
            </a:extLst>
          </p:cNvPr>
          <p:cNvPicPr>
            <a:picLocks noChangeAspect="1"/>
          </p:cNvPicPr>
          <p:nvPr/>
        </p:nvPicPr>
        <p:blipFill>
          <a:blip r:embed="rId2"/>
          <a:stretch>
            <a:fillRect/>
          </a:stretch>
        </p:blipFill>
        <p:spPr>
          <a:xfrm>
            <a:off x="516466" y="2751917"/>
            <a:ext cx="1422400" cy="1943100"/>
          </a:xfrm>
          <a:prstGeom prst="rect">
            <a:avLst/>
          </a:prstGeom>
        </p:spPr>
      </p:pic>
      <p:pic>
        <p:nvPicPr>
          <p:cNvPr id="6" name="Picture 5">
            <a:extLst>
              <a:ext uri="{FF2B5EF4-FFF2-40B4-BE49-F238E27FC236}">
                <a16:creationId xmlns:a16="http://schemas.microsoft.com/office/drawing/2014/main" id="{1B6AF169-D712-9AE3-6BBC-513CCF638942}"/>
              </a:ext>
            </a:extLst>
          </p:cNvPr>
          <p:cNvPicPr>
            <a:picLocks noChangeAspect="1"/>
          </p:cNvPicPr>
          <p:nvPr/>
        </p:nvPicPr>
        <p:blipFill>
          <a:blip r:embed="rId3"/>
          <a:stretch>
            <a:fillRect/>
          </a:stretch>
        </p:blipFill>
        <p:spPr>
          <a:xfrm>
            <a:off x="2757660" y="2825382"/>
            <a:ext cx="1540934" cy="1968971"/>
          </a:xfrm>
          <a:prstGeom prst="rect">
            <a:avLst/>
          </a:prstGeom>
        </p:spPr>
      </p:pic>
      <p:pic>
        <p:nvPicPr>
          <p:cNvPr id="8" name="Picture 7">
            <a:extLst>
              <a:ext uri="{FF2B5EF4-FFF2-40B4-BE49-F238E27FC236}">
                <a16:creationId xmlns:a16="http://schemas.microsoft.com/office/drawing/2014/main" id="{BA52E691-EA00-8B8E-769C-070F0050C9DC}"/>
              </a:ext>
            </a:extLst>
          </p:cNvPr>
          <p:cNvPicPr>
            <a:picLocks noChangeAspect="1"/>
          </p:cNvPicPr>
          <p:nvPr/>
        </p:nvPicPr>
        <p:blipFill>
          <a:blip r:embed="rId4"/>
          <a:stretch>
            <a:fillRect/>
          </a:stretch>
        </p:blipFill>
        <p:spPr>
          <a:xfrm>
            <a:off x="5382084" y="1806056"/>
            <a:ext cx="5313544" cy="4686819"/>
          </a:xfrm>
          <a:prstGeom prst="rect">
            <a:avLst/>
          </a:prstGeom>
        </p:spPr>
      </p:pic>
    </p:spTree>
    <p:extLst>
      <p:ext uri="{BB962C8B-B14F-4D97-AF65-F5344CB8AC3E}">
        <p14:creationId xmlns:p14="http://schemas.microsoft.com/office/powerpoint/2010/main" val="4015911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9D62C5-4821-38F9-AA31-1483E937F03F}"/>
              </a:ext>
            </a:extLst>
          </p:cNvPr>
          <p:cNvSpPr txBox="1"/>
          <p:nvPr/>
        </p:nvSpPr>
        <p:spPr>
          <a:xfrm>
            <a:off x="3207895" y="2428406"/>
            <a:ext cx="6059159" cy="646331"/>
          </a:xfrm>
          <a:prstGeom prst="rect">
            <a:avLst/>
          </a:prstGeom>
          <a:noFill/>
        </p:spPr>
        <p:txBody>
          <a:bodyPr wrap="none" rtlCol="0">
            <a:spAutoFit/>
          </a:bodyPr>
          <a:lstStyle/>
          <a:p>
            <a:r>
              <a:rPr lang="en-US" sz="3600"/>
              <a:t>Now we will do this in Python!</a:t>
            </a:r>
          </a:p>
        </p:txBody>
      </p:sp>
    </p:spTree>
    <p:extLst>
      <p:ext uri="{BB962C8B-B14F-4D97-AF65-F5344CB8AC3E}">
        <p14:creationId xmlns:p14="http://schemas.microsoft.com/office/powerpoint/2010/main" val="3373688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C792676-8C3C-26AC-6EA5-53C0EF40EDF0}"/>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Software 1.0</a:t>
            </a:r>
          </a:p>
        </p:txBody>
      </p:sp>
      <p:pic>
        <p:nvPicPr>
          <p:cNvPr id="5" name="Picture 4">
            <a:extLst>
              <a:ext uri="{FF2B5EF4-FFF2-40B4-BE49-F238E27FC236}">
                <a16:creationId xmlns:a16="http://schemas.microsoft.com/office/drawing/2014/main" id="{DB867EFA-3BE5-B91E-0350-35688ADB49FB}"/>
              </a:ext>
            </a:extLst>
          </p:cNvPr>
          <p:cNvPicPr>
            <a:picLocks noChangeAspect="1"/>
          </p:cNvPicPr>
          <p:nvPr/>
        </p:nvPicPr>
        <p:blipFill>
          <a:blip r:embed="rId2"/>
          <a:stretch>
            <a:fillRect/>
          </a:stretch>
        </p:blipFill>
        <p:spPr>
          <a:xfrm>
            <a:off x="963195" y="1690688"/>
            <a:ext cx="4756196" cy="3545528"/>
          </a:xfrm>
          <a:prstGeom prst="rect">
            <a:avLst/>
          </a:prstGeom>
        </p:spPr>
      </p:pic>
      <p:pic>
        <p:nvPicPr>
          <p:cNvPr id="7" name="Picture 6">
            <a:extLst>
              <a:ext uri="{FF2B5EF4-FFF2-40B4-BE49-F238E27FC236}">
                <a16:creationId xmlns:a16="http://schemas.microsoft.com/office/drawing/2014/main" id="{763BE3CB-A996-D72E-8190-40A9F18FA3B1}"/>
              </a:ext>
            </a:extLst>
          </p:cNvPr>
          <p:cNvPicPr>
            <a:picLocks noChangeAspect="1"/>
          </p:cNvPicPr>
          <p:nvPr/>
        </p:nvPicPr>
        <p:blipFill>
          <a:blip r:embed="rId3"/>
          <a:stretch>
            <a:fillRect/>
          </a:stretch>
        </p:blipFill>
        <p:spPr>
          <a:xfrm>
            <a:off x="6309235" y="1722966"/>
            <a:ext cx="5044565" cy="3412067"/>
          </a:xfrm>
          <a:prstGeom prst="rect">
            <a:avLst/>
          </a:prstGeom>
        </p:spPr>
      </p:pic>
    </p:spTree>
    <p:extLst>
      <p:ext uri="{BB962C8B-B14F-4D97-AF65-F5344CB8AC3E}">
        <p14:creationId xmlns:p14="http://schemas.microsoft.com/office/powerpoint/2010/main" val="348551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2394</TotalTime>
  <Words>2857</Words>
  <Application>Microsoft Macintosh PowerPoint</Application>
  <PresentationFormat>Widescreen</PresentationFormat>
  <Paragraphs>259</Paragraphs>
  <Slides>13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Aptos Display</vt:lpstr>
      <vt:lpstr>Arial</vt:lpstr>
      <vt:lpstr>Nimbus Mono PS</vt:lpstr>
      <vt:lpstr>Nimbus Roman</vt:lpstr>
      <vt:lpstr>Nimbus Sans</vt:lpstr>
      <vt:lpstr>Office Theme</vt:lpstr>
      <vt:lpstr>Ling 285 Human Language and Technology Lecture 8  Dynamical Systems 6 </vt:lpstr>
      <vt:lpstr>First Exam in 2 weeks</vt:lpstr>
      <vt:lpstr>Spring, thenMass-Spring System</vt:lpstr>
      <vt:lpstr>Perturbation Theory</vt:lpstr>
      <vt:lpstr>How do you hear?</vt:lpstr>
      <vt:lpstr>Basilar membrane</vt:lpstr>
      <vt:lpstr>PowerPoint Presentation</vt:lpstr>
      <vt:lpstr>Vocal folds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Khalil Iskarous</dc:creator>
  <cp:lastModifiedBy>Khalil Iskarous</cp:lastModifiedBy>
  <cp:revision>95</cp:revision>
  <dcterms:created xsi:type="dcterms:W3CDTF">2026-08-23T15:08:49Z</dcterms:created>
  <dcterms:modified xsi:type="dcterms:W3CDTF">2026-09-17T16:27:45Z</dcterms:modified>
</cp:coreProperties>
</file>