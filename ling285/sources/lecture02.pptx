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373" r:id="rId3"/>
    <p:sldId id="263" r:id="rId4"/>
    <p:sldId id="267" r:id="rId5"/>
    <p:sldId id="268" r:id="rId6"/>
    <p:sldId id="372" r:id="rId7"/>
    <p:sldId id="374" r:id="rId8"/>
    <p:sldId id="375" r:id="rId9"/>
    <p:sldId id="376" r:id="rId10"/>
    <p:sldId id="378" r:id="rId11"/>
    <p:sldId id="379" r:id="rId12"/>
    <p:sldId id="380" r:id="rId13"/>
    <p:sldId id="381" r:id="rId14"/>
    <p:sldId id="377" r:id="rId15"/>
    <p:sldId id="370" r:id="rId16"/>
    <p:sldId id="285" r:id="rId17"/>
    <p:sldId id="286" r:id="rId18"/>
    <p:sldId id="371" r:id="rId19"/>
    <p:sldId id="28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B8B618"/>
    <a:srgbClr val="F6A79E"/>
    <a:srgbClr val="FFD0D9"/>
    <a:srgbClr val="FF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81"/>
    <p:restoredTop sz="94658"/>
  </p:normalViewPr>
  <p:slideViewPr>
    <p:cSldViewPr snapToGrid="0">
      <p:cViewPr varScale="1">
        <p:scale>
          <a:sx n="83" d="100"/>
          <a:sy n="83" d="100"/>
        </p:scale>
        <p:origin x="240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27.68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1,'82'13,"-12"4,-24 2,7 4,12-1,9 2,1-2,5-1,5 4,10-1,-40-10,2 0,4 3,0 0,-5-3,-1 1,-5-2,-2-1,31 11,-12-4,2 1,-1 0,-10-5,-6 3,-2 0,-7-1,-3-2,0-3,-2 0,3 2,2 0,0 0,1 1,-1-1,0-2,-2-2,-4-2,-1-1,0 2,2-3,7 2,3 2,3 1,5 3,6-2,5-1,4 1,-4-2,-2 4,5-3,2-1,5-1,5-3,2 2,3-3,-37-3,1 1,1-1,1-1,3 0,2-1,1 0,-1 0,-6 0,0 0,4 0,0 0,2 0,0 0,5 0,1 0,1 0,0 0,-3 0,0 0,-3 0,0 0,1 0,-1 0,2 0,-1 0,-2 0,-1 0,41 0,-15-3,-12-1,-7 0,3 1,-3 2,-4 0,-5 1,-6 0,-6-1,0 1,-5 0,1 0,0 0,7 0,4 0,2 3,4 4,2 0,4 4,0 0,-1 1,-1 3,-6-4,-3-1,-3-2,1-1,7 3,1-2,6-3,0 2,0-2,0-1,2-1,-2-3,6 0,11 0,9 0,10 0,-44 0,1 0,-2 0,-1 0,0 0,1 0,1 1,-1-2,41-2,-1-5,-15-3,-16-3,-6 1,-7 2,-1 0,-3 3,-8 2,-5 0,-5 2,-4 0,5 1,-6 3,5 0,8 0,-6 0,11 0,-10 0,2 0,-3 0,-2 0,3 0,-9 0,9 0,1 0,6 0,11 0,9 0,10 0,8 0,0 0,-6 0,-4 0,-7 0,-6 0,-1 0,-10 0,-5 0,-8 0,-9 0,8-5,-8 3,11 15,-12 2,-4 16,-3-5,-5-5,-1 7,-4 1,-2-4,0 3,0-3,0 2,0 7,0 3,0 6,0-19,0-2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29.74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1,'90'0,"6"0,-3 0,-41 1,2 2,5 1,0 1,-2 1,1 0,3 3,2-1,7 0,2-2,0 0,1-2,2 0,-1-1,-7-1,-1 1,-9-1,-1 0,-2 2,-2 0,45 5,-8-5,-13 0,3-4,-1 0,6 0,10 0,-1 0,3 0,-5 0,-5 0,-2 0,-1 0,-12 0,-9 0,-7 0,-5 0,2 0,-7 0,-6 0,-9 0,-6 0,1 0,0 0,2 0,-1 4,0 0,0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32.1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1,'99'0,"-47"0,0 0,42 0,-38 0,0 0,0 0,0 0,3 0,0 0,5 0,1 0,6 0,2 0,9 0,2 0,3 0,1 0,-4 0,1 0,1 0,1 0,-3 0,-1 0,-2 0,-1 0,1 0,0 0,0 0,-1 0,-5 0,-2 0,-1 0,0 0,-1 0,0 0,4 0,0 0,11 0,0 0,-6 0,-2 0,-2 0,-2 0,-6 0,-1 0,-2 0,0 0,3 0,-1 0,-3 0,-1 0,-9 0,-1 0,43 0,-9 0,3 0,5 0,-3 0,-1 0,-1 0,7 0,-43 0,0 0,-2 0,-1 0,38 0,-6 0,-5 3,-28 0,2 1,2 1,1 2,0 0,1 2,0-1,-1 1,-3 0,0 0,4-1,0-1,-2 0,1-1,-1-1,-1-1,41 3,-3 1,-1-1,0 1,-40-3,0-1,46 5,-3 0,-1 3,-11-2,-6 1,-4-3,-4 0,-10-1,-5-1,-4 1,-1-3,4 2,-3-2,-4 3,5-1,-4-1,2-2,-5-3,-5 0,3 0,0 0,6 0,1 0,0 0,1 0,0 0,1 0,-3 0,0 0,-3 0,-3 0,3 0,-2 0,5 0,4-3,-1-1,1-3,2 0,-3 3,2 0,-5 4,-2-2,0-2,2 0,4 1,-1 2,-2 0,-2 1,-1 0,-2 0,0 0,-7 0,-3-3,-3 0,0 0,3 0,-1 2,3 0,-2 1,3 0,-1 0,0-1,-3 1,-5-2,2-1,-1 0,2 0,0 2,-2 1,0 0,-1-1,5 1,-6 0,8 0,-13 0,14 0,-11 0,2 0,4 0,-8 0,15 0,-12 0,3 0,0 0,-3 0,6 0,-4 0,-3 0,8 0,-7 0,3 0,-6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34.75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0,'57'0,"0"0,0 0,-2 0,41 0,-43 0,1 0,6 0,0 0,3 0,1 0,4 0,1 0,2 0,-1 0,-3 0,0 0,8 0,1 0,7 0,3 0,6 0,3 0,-25 0,1 0,-1 0,-1 0,0 0,-1 0,-1 0,1 0,-1 0,32 0,0 0,-4 0,-2 0,-4 0,-3 0,-8 0,-2 0,-3 0,-1 0,-1 1,0 1,0 2,2 0,5 4,1 1,-1 3,1 0,1 0,0 0,2 3,0 0,2-2,-1 1,0-1,1 0,3 0,0-1,-10-2,-2-1,-7 0,-2-1,-5-1,-2-1,-6 0,0 0,4-1,1-1,0 1,0-1,-2 1,0-1,-4-1,-2 0,40 1,-13-4,-13 0,-12 0,-11 0,-4 0,-3 0,3 0,5 3,5 1,5 0,0-1,5-2,4-1,-5 0,3 0,0 0,8 0,12 0,3 0,7 0,3 0,0 0,-39 0,1 0,-4 0,1 0,6 0,0 0,-5 0,-2 0,33 0,4 0,-12 0,15 0,4 0,-2-4,-1 0,-10-4,-3 0,-3 1,-9-1,-4 1,-9 0,-4 3,3 0,-3 3,0 1,-4-1,-4 1,-3 0,-4 0,-5 0,3 0,0 0,6 0,3 0,2-3,0 0,0-1,0 1,0 2,-1 1,-7 0,-3-2,-4-1,1-1,4 1,1 2,1 0,0 1,4 0,0 0,-1 0,-5 0,1 0,3-3,8 0,5-1,2-2,4 2,2-4,5 1,-1-1,-1-3,-4 2,-2 0,2 2,0 0,2-2,-1 1,-7-2,-4 2,-6 1,-9 0,-5 3,-4 1,1 3,4-5,-4-1,-2-5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37.96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1,'75'0,"-6"0,-30 0,6 0,4 0,18 0,-15 0,4 0,5 0,2 0,7 0,1 0,3 0,-2 0,-6 0,0 0,6 0,1 0,-3 0,-1 0,-2 0,0 0,2 0,0 0,5 0,1 0,7 0,1 0,3 0,0 0,2 0,0 0,0 0,0 0,3 0,0 0,2 0,1 0,2 0,-2 0,-9 0,-4 0,-9 0,-3 0,-7 0,-2 0,-1 0,0 0,3 0,1 0,4 0,-1 0,0 0,-3 0,-5 0,-1 0,-2 0,0 0,43 0,-8 0,-9 2,1 1,7 4,10 4,-44-4,0 0,-2-1,0 1,-1 0,1-1,-1 1,0 0,10 0,1 1,-2 1,0 0,8-1,-1-2,-4 0,-3 0,-10-3,-2 0,3 0,0-1,40 5,-39-4,1 0,2 0,0 0,-1-1,0 0,-3-1,0-1,46 0,-6 0,-7 4,-9 0,-12 2,-2 0,3-2,3 2,8 2,2 1,1-2,2-2,-1-5,-3 1,-12-1,-3 0,-1 0,-6 0,6 0,-7 0,-4 0,-2 0,-3 0,-1 0,-2 0,4 0,-4 0,2 0,3 0,2 0,13 0,4 0,7 0,5 0,-2 0,1 0,-5 0,-12-2,-4-2,-4 1,-1-3,2 1,-4 0,-4 2,-5 2,-1 1,-4 0,-5-1,-4 1,2 0,-5-2,11-1,-7-1,5 1,-7 3,5-1,-1-1,1-2,-2 1,0 0,3 3,0 0,-2 0,-4 0,1 0,0 0,4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40.0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1,'61'0,"0"0,3 0,-1 0,-11 0,1 0,12 0,3 0,3 0,1 0,0 0,5 0,-6 0,4 0,2 0,8 0,1 0,2 0,9 0,2 0,0 0,-23 0,0 0,0 0,-4 0,11 0,-4 0,-1 0,-4 0,-1 0,-1 0,-4 0,0 0,-2 0,30 0,-3 0,-10 0,-4 0,-8 0,-2 0,-7 0,-2 0,2 0,-1 0,2 0,-1 0,-2 0,-1 0,-3 0,0 0,42 0,1 0,-12 0,-11 3,-12 1,-12 0,-10-1,-12-1,-4 1,-3-1,9 1,-6-2,8-1,-11 0,7 0,3 0,0 0,3 0,-1 0,3 0,3 0,2 0,-4 0,0 0,0 0,-3 0,1 0,-6 0,-7 0,6 0,-9 0,9 0,-3 0,-1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49.0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0,'91'6,"-41"-2,1 0,42 7,-34-3,3 1,8 2,2 1,8 0,1 0,3 0,4 1,-16-2,3-1,1 1,3 0,1 0,-1 0,-5-1,-1 0,0-1,-2-1,-1-2,-2 0,18 0,-1-2,6-1,3-1,-24-1,1-1,1 1,1-1,0 0,0 0,1 0,0 1,0-1,-2 0,1 0,-1 0,1-1,0 1,0 1,-1 0,0 0,-1 1,29 1,-3 0,-9 0,-4 0,-7-1,0 0,-3 0,0-1,3 1,1 1,-1-1,0 1,3-1,0 0,-6-1,-2-1,-3 2,0 1,-2-1,0 1,-8-1,-1 1,8-1,1 0,-3-2,-1 0,-6 0,-2 0,43 0,-12 0,-1 0,13 3,-47-1,-1 1,49 1,-2 0,-11 0,-7 0,-8 0,-11 1,-3-2,-8 1,0 2,3-1,1-1,5 0,10-3,11-1,0 0,2 0,-11 0,1 0,9 0,9 0,7 0,0 0,-5 0,-9 0,-7 0,-2 0,-10 0,-8 0,-5 0,-6 0,2 0,5 0,-1 0,-1 0,-1 0,-3 0,-2 0,-4 0,-6 0,-5 0,-2 0,0 0,5-5,-10 4,12-4,-10 5,5-1,-2-1,-2-3,1-2,0-1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53.24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1 468,'55'2,"1"-1,4 2,2 2,-2 1,2 1,12 0,4 0,8 2,3 1,8 1,2 0,-31-3,0 0,1-1,3 1,1 0,2-1,3-1,1-1,-1-1,1 0,-1-1,1 0,2-1,1 0,-1-1,-6 1,0-1,-1 0,-4 0,0-1,-1 0,31 0,-3 1,-6-1,-2 0,-10 0,0 0,4 0,1 0,-2 0,0 0,-1 0,1 0,-3 0,-1 0,-14 0,-1 0,3 0,0 0,2 0,1 0,7 0,2 0,2 0,1 0,4 0,1 0,1 0,1 0,-1 0,1 0,-1 0,-3 0,-9 0,-4 0,-10 0,-3 0,-5 0,-2 0,0 0,-1 0,5-2,1 1,2-1,0-1,-4 0,-2-1,44-5,-6 4,-8 1,-2 3,-8-2,-11-1,-1-1,0 2,4 3,20-3,1-2,2-3,3-4,-9 2,4-2,-3 0,-9 1,-7 0,-5 1,0 0,2-2,1-3,-4 3,-8 0,1 4,-3 0,-6 1,-7 3,-6 1,1 3,9 0,5 0,8 0,7 0,7 0,14 0,-1 0,19 0,-47-2,1 0,42-3,0 1,-12-3,4 3,11-4,-1-3,-9-2,-15-2,-18 0,-11 4,-5 4,18-4,13-1,16-10,-24 6,3-2,2 0,0-1,-1 1,-2 1,-7 2,-4 1,14-6,-8 2,-1 2,-8 1,-9 3,-12 4,-9-1,4 2,-1 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5:56.98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0 368,'93'-6,"-4"-6,-8 3,8-4,3-4,-42 10,1-2,5-1,2-1,8-2,2 0,5-1,2 2,4-1,2 0,7-2,2 0,4 1,2 0,-27 4,2 0,0 1,4-1,0 1,0 0,1 1,0 0,-1 1,-3 1,-1 0,1 0,-1 1,1 0,0 0,-1 1,-1 1,1 0,2 0,1 1,0 1,3-2,1 2,-2-1,-4 1,-1 1,-2 0,22-1,-2 1,4 0,-1 0,-11 0,-2 0,-3-1,-1 1,-5 0,-4 0,28 0,-44 0,1 0,43 0,-43 0,0 0,0 0,-1 0,49 0,-45 0,1 0,4 0,0 0,0 0,0 0,0 0,-1 0,41 0,-50 0,2 0,2 0,2 0,3 0,1 0,7 0,1 0,0 0,0 0,-5 0,-2 0,0 0,-2 0,-1 0,-2 0,1 0,1 0,3 0,-1 0,-8 0,0 0,44 0,-11 0,3 0,8 0,2 0,2 0,0 0,-1 4,-6 0,-4 1,-6-2,-13-1,-3 1,0 1,-1-1,6-1,1-2,-2 3,-1 1,-2 0,-5 0,-1-4,-7 0,-3 0,0 0,3 2,10 2,4 0,1-1,0 1,-5 0,-2 0,-1 0,-8-4,3 2,1 2,7 0,10 0,0-3,3-1,-3 0,-4 0,2 0,-5 0,-10 0,-5 0,-9 0,-1 0,0 0,-5 0,-5 0,-3 0,-5 0,5 0,-3 0,2 0,0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01.64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1 383,'59'3,"0"0,-5 0,-1-1,37-2,0 0,-40 0,3 0,8 0,0 0,0 0,0 0,4 0,0 0,-9 0,0 0,4 0,1 0,5 0,2 0,7 0,3 0,6-1,1-2,-4-2,-2-2,-6 0,-2-1,-2-1,1-1,6 0,1 1,-7 0,0 2,3-1,-3 1,-11 1,-3 0,-5 2,1 1,1 1,3 0,4 0,1 0,6 1,1 0,-4 0,2 1,4 0,0 0,-7-2,0 0,2 0,-1-1,-5-1,-1 0,5 0,0 0,-2 1,-1 1,-1-1,0-1,6 2,-1 0,-5-2,0 0,2 0,0 0,5 1,0 0,-3 1,-1-1,0 3,1-1,2 1,-1 0,-7 0,0-1,10 1,0 0,-8 0,0 0,0 0,0 0,2 0,0 0,-3 0,0 0,11 0,1 0,-1 0,1 0,2 0,0 0,0 0,0 0,0 0,0 0,-3 0,-2 0,-4 0,-2 0,-8 0,-1 0,46-3,-3-1,-43 2,0-1,5 1,-1 0,-5 1,0 1,45-1,-11 1,-15-1,-10 1,-12 0,-9 0,-7 0,-3 0,-3 0,1 0,3-3,0 0,4-4,4-2,-6 1,0 1,0 3,15 4,11-3,32-8,-3 0,2-3,6 0,-17 2,14-2,-15 2,-7 4,-9 0,-14 0,-5 4,-8 1,-9 1,6-1,-5 0,1 0,2 3,-6-1,2 1,5 0,3 0,0 0,0 0,-1 0,-3 0,5 0,0 0,-2 0,-4 0,-4 0,6 0,-8 0,10 0,-9 0,4 0,0 0,-1 0,3 0,2 0,0 0,-2 0,0 0,-1 0,-2 0,9 0,-9 0,10 0,-9 0,-4 0,10 0,-11 0,7 0,-4 0,-3 0,12 0,-11 0,3 0,1 0,-4 0,5 0,-2 0,-2 0,2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04.30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1,'70'0,"0"0,1 0,1 0,-3 0,3 0,13 0,5 0,-21 0,3 0,1 0,7 0,3 0,6 0,1 0,5 0,5 0,0 0,-14 0,3 0,0 0,1 0,-1 0,-2 0,0 0,0 0,-1 0,0 0,14 0,1 0,-4 0,-3 0,5 0,-5 0,1 0,-20 0,0 0,1 0,2 0,8 0,2 0,1 0,0 0,5 0,1 0,0 0,0 0,0 0,-1 0,0 0,-1 0,-3 0,-1 0,-1 0,-1 0,-5 0,-2 0,-1 0,-3 0,9 0,-4 0,-2 0,-7 0,-1 0,-3 0,19 0,-4 0,-8 0,0 0,9 0,-2 0,-12 0,-2 0,4 0,-1 0,-3 0,-2 0,-7 0,0 0,-4 0,0 0,-3 0,-1 0,36 0,-5 2,-3 5,-1 1,10 3,0-2,-2 0,-1-1,-4-3,-2 3,-7 0,-1 0,-7 2,-6-4,2-2,-2 2,7-1,6-1,-1 0,-4-4,-2 1,-7-1,-4 0,-5 0,-4 0,0 0,6 0,3 0,3 0,-2 0,-1 0,4 0,-4 0,2 0,-8 0,-4 0,0 0,-1 0,4 0,-2 0,0 0,0 0,-1-3,0-1,-1-3,-5 0,-1 3,0 1,2 1,3-2,2 0,0 1,-4 3,1-1,-6 1,-3-3,-5 0,4-1,-8 1,11 3,-10 0,4 0,-4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06.5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88,'51'0,"1"0,2 0,0 0,43 0,-40 0,3 0,8 0,3 0,7 0,1 0,6 0,2 0,7 0,2 0,-28 0,1 0,1 0,5 0,3 0,0 0,2 0,1 0,0 0,0 0,1 0,-1 0,-2 0,-1 0,0 0,0 0,-1 0,2 0,4 0,2 0,1 0,3 0,0 0,1 0,3 0,0 0,1 0,1 0,-1 0,0 0,-2 0,-1 0,-2 0,-7 0,-2 0,0 0,-1 0,-1 0,0 0,-2 0,-1 0,1 0,0 0,0 0,2 0,4 0,1 0,-1 0,-1-1,0-1,-1 1,-1-1,-1 0,1 0,0 0,-1 0,0 0,-2 0,0 0,-1 1,-1-1,-1 0,0 0,0-1,-1-1,-1 0,25-2,-2 0,-4 0,-1 1,-3 0,-2 1,-2 2,-1-1,1 0,-1 1,-3-1,-1 1,-3 1,-2 0,-1 1,-2 0,1 0,-1-1,-6 1,-3 0,-5 0,-2 0,32 0,-10 0,-4 0,-2 0,8 0,1 0,1 0,5 0,1 0,-6 0,-2 4,-10 0,-5 3,2 0,-2-4,5 1,1-1,-7 2,-5-1,-6-1,-5 1,-6-1,-10 1,-7-1,5-3,-5 0,10 0,-5 0,-4 0,2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09.16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0 134,'62'0,"0"0,-6 0,-1 0,38 0,0 0,4-3,-47 0,3-1,16-4,5-2,8-1,3 0,12 0,2 1,-30 3,1 1,-2 0,23 0,0 1,8-1,0 0,-11 1,-1 0,-1 2,0 0,-2 0,1 1,2 2,1 0,7 0,0 0,0 0,-1 0,2 0,0 0,-2 0,0 0,-3 0,-1 0,-2 0,0 0,-5 0,-1 0,-4 0,-2 0,-8 0,-1 0,-1 2,-1 0,1 0,0 0,6 2,2 1,6 0,1-1,-6 1,-1 0,-3-1,-1 1,-4-2,-1-1,-1 0,-1 0,2 0,-2 0,-3 0,-1 1,38 4,-12 0,9-3,-43-1,0 0,8 0,1 0,-4 0,-1-1,-3 0,1 0,-1 1,1-1,0 0,1 1,3-1,-1 1,-5 0,-1 1,45 1,-7-1,2-1,5-3,-43 0,2 0,4 0,2 0,1 0,0 0,-4 0,-1 0,0 0,-1 0,-3 0,0 0,0 0,0 0,48 0,-15 0,-1 0,3 0,7 0,3 0,-9 0,-5 0,-6 0,-3 0,-2 0,-12 0,-3 0,-5 0,-2 0,6-2,-3-2,1-3,3-4,1 3,-1-3,-1 3,-1 1,-5 0,1 3,-2-2,0 3,3-1,-5 1,-2-1,-11 0,-5 0,-6 1,5 3,2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11.54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0,'95'0,"-44"0,0 0,43 0,-38 0,3 0,5 0,2 0,5 0,5 0,-4 0,6 0,3 0,-7 0,3 0,2 0,0 0,1 0,1 0,1 0,-1 0,3 0,0 0,0 0,-1 0,-4 0,0 0,-1 0,0 0,21 0,-1 0,2 0,-16 0,3 0,0 0,-1 0,1 0,1 0,-1 0,-1 0,-2 0,-1 0,0 0,0 0,1 0,1 0,0 0,-1 0,-1 0,-1 0,0 0,0 0,-3 0,1 0,-2 0,-1 0,19 1,-2 1,-1 0,-5 1,-1 1,-3 0,-13 1,-2 0,-1 0,27 5,-1 0,-2-1,-1 1,-3-1,0 1,3-1,0-1,-6-1,-1-2,-2-1,-2-2,-10-1,-1 0,-5-1,-1 0,-4 0,-2 0,40 0,-47 0,0 0,44 0,0 0,-44 0,0 0,45 0,-6 0,-5 0,-15 0,-9 0,-11 0,-10 0,-9 0,-4 0,-4 0,12 2,-3 2,14-1,-6 2,3 0,4-2,5 0,-2-1,3 1,-1 1,2-1,7 2,-1-1,-4 0,-2-1,-3-2,3-1,2 0,-7 0,0 0,-4 0,-2 0,4 0,-6 0,-3 0,-6 0,-6 0,-1 0,1 0,3 0,-2 0,0 0,0 0,-3-5,4-3,0-7,-3 2,2 1,-3 3,-1 1,3-1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14.82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0 407,'53'0,"-1"0,6 0,-2 0,35 0,-41 0,1 0,5 0,0 0,2 1,-1-2,3 0,1-2,5-1,-1-1,-6-1,1-2,6-1,3 0,6 0,3 0,7 1,4 0,9-1,3 0,-3 0,1 1,1 1,-2 1,-7 0,0 1,4 2,-2 0,-8-1,-4 1,-10-1,-2 1,-1 0,-2 1,-11 2,-1 0,5 0,1 0,2 0,0 0,-3 0,-1 0,-4 0,-1 0,46 0,-11 0,-8 0,-7 0,-2 0,-1 0,-3 0,4-3,7-4,7-4,4-5,1 3,-3 0,-6 1,-3-1,-1 1,-9 2,-1 3,-1 0,-2-1,8 2,0 1,2 4,4 1,-3 0,2-1,0 1,-11 0,-5 0,-5 0,-3-2,7-2,1 0,-1 1,-1-1,0-1,-1 1,8 0,-9 4,-3 0,-3 0,-5 0,5 0,-3 0,-4 0,0 0,-4 0,-1 0,-1-3,-6-1,0 0,-2-1,0 2,6-3,-2-1,1 0,1 0,-4 2,2-1,-4 1,4 2,-4-1,-1 4,3 0,-1 0,2 0,0 0,-1 0,-1 0,3 0,-3 0,-2 0,-2 0,-2 0,-3 0,4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17.06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0 208,'94'0,"-43"0,-1 0,47 0,-38 0,3 0,9 0,4 0,5 0,3 0,14 0,4 0,-29 0,1 0,-1 0,28 0,-1 0,-5 0,-2 0,-14 0,-2 0,-1 0,0 0,11 0,2 0,4 0,1 0,-27 0,1 0,1 0,0 0,1 0,0 0,2 0,1 0,-1 0,1 0,-1 0,0 0,-3 0,0 0,-1 0,22 0,-3 0,-9 0,-2 0,-9 0,-3 0,-3 0,-1 0,4 0,1 0,-1 0,0 0,5 0,0 0,-2 0,0 0,-2 0,-2 0,-6-2,-1 0,-4 0,-1 0,36-3,-6-1,1 2,-2-1,5-1,-5 1,-3 0,-10-1,-3 1,-9 1,-6 1,-8 3,-8 0,-4-3,1 1,3-2,-1 1,0 2,0 1,4 0,8 0,4 0,0-1,8-1,2-2,11 0,8-3,7 2,6 0,2-2,-1 2,-5 0,-2-2,-1 2,-6 0,-2 2,3 3,-3-3,5 0,-5-1,-3 0,-2 3,-4 1,-7 0,-6-3,-11-1,-2 0,-1-1,0 2,4-3,-5-1,-2 0,-4 1,-7 2,1 0,-4 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18.42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0,'65'0,"1"0,-1 0,-2 0,37 0,-46 0,1 0,-4 0,-1 0,1 0,1 0,16 0,3 0,2 0,2 0,11 0,1 0,3 0,-2 0,-17 0,-1 0,-3 0,-1 0,-8 0,-1 0,-3 0,-1 0,45 0,-9 0,-13 0,-15 0,1 0,-12 0,-6 0,-6 0,-11 0,-4 0,6 0,-6 0,12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36:20.89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1,'66'0,"-1"0,2 0,1 0,-6 0,2 0,12 0,2 0,0 0,2 0,5 0,6 0,-11 0,6 0,2 0,6 0,2 0,2 0,-19 0,2 0,0 0,0 0,-2 0,1-1,-2 1,-2 1,7 0,-2 0,-1 1,1 1,-1 0,1 1,-3 1,-1 1,-1 0,-2 1,-2 0,-2 0,24 4,-5 0,-15-1,-4 1,-10-1,-3 0,-3 0,0 0,8 1,1-1,-1 0,0-1,-4 1,-1-1,-3 0,-1 0,38 9,-9-5,-9-4,-7-2,-6-2,-2-1,-1-1,-3-3,7 0,1 0,0 0,1 0,0 0,-1 0,-6 3,-9 1,-8 0,-6 1,1-2,0 0,1 0,-1-3,1 1,0-1,0 0,2 0,-5 0,0 0,0 0,1 0,8 0,0 0,2 0,0 0,1 0,-2 0,0 0,-5 0,-4 0,-4 0,-3 0,0 0,-1 0,1 0,-2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0:32.87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156 0,'-3'78,"0"-1,1-11,0-2,0-11,1 2,-4 22,-1 6,-1 5,1 3,0-21,0 3,1 0,0-3,0-1,1 3,0 8,-1 2,1 1,-1 5,1 3,0-2,0-4,2 0,-1 2,1-8,0 4,1-1,-1-2,2 7,0-2,0 0,0 4,0 1,0-1,0-4,0 0,0-4,0 18,0-3,0-26,0 2,0-1,0 0,0 0,0 1,0-2,0-1,0 0,0 29,0-2,0 1,0-3,1-13,2-3,0-5,2-3,0-10,2-3,-1-7,0 0,0 4,-1 0,1-1,0 0,-1 2,1 0,0 2,1 0,-2 4,0 1,0-1,0 0,0-2,0 0,0 2,0 1,0 0,0 0,-2-4,0-1,-1 4,0-1,-1-7,-2-1,1-3,0 2,0 11,0 2,0-4,0 0,0 7,0 1,0-2,0-1,1-9,-2-1,0-1,-1-3,-3 26,-2-9,-1-19,3-17,-6-12,2 1,-1 47,6-2,2 9,-1 17,0 10,-1-28,0 6,0 3,-1-1,-1 2,1 0,-2 0,1 1,0 0,0 1,0 0,0 0,0 4,0 1,0-1,1-2,2-10,-1-2,2-1,-1 2,0 5,1 0,0 2,0-1,0-1,0 1,0-1,1 0,0-2,1-1,0 0,-1-2,1 22,0-2,0-1,0-3,0-1,0-3,0-8,0-3,0-1,0-3,0 0,0 0,0-1,0-1,0 1,0 1,0 0,0 1,0 5,0 2,0-2,0-5,0-2,0-1,0 28,0-3,0-10,0-2,0-9,0-2,0-5,0-3,0-9,0-3,0 40,0-25,0-2,0-5,0 2,0 7,0 1,0 6,0 2,0 3,0 0,0-6,2-13,1-11,0-9,1-3,-1-1,1-3,-1 6,0 0,-2 7,-1 6,0-7,2 2,1 1,1 5,0 7,-3 5,0 2,2-2,1 0,0-1,3-1,-3-1,1-6,1-3,-3-5,1 2,2 2,-2-3,3 0,0-3,-2 0,1 1,-1-4,-1-4,1-3,1-4,1 2,-1 4,1 0,-3-2,3-1,0 3,0 2,0 7,-2-5,4-2,-3-1,1-1,0 3,-2-5,2-3,0-5,-3-7,-1-2,-3 13,0-5,0 16,3-4,0 4,1 4,0 5,-4 2,0 4,0-5,0-7,0-11,0-9,0-8,0 6,0-3,0 5,0 4,0-8,0 10,0-4,0 10,0 4,0 2,0-1,0-3,0-4,0-6,0-5,0-6,0 11,3-2,0 13,3-5,1 7,0 1,0 1,0-6,-1-12,-2-10,-2-8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7T15:40:36.22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139 0,'0'67,"0"0,0 7,0 2,0 3,0 2,0 8,0 4,0-23,0 3,0 2,0 6,0 2,0 5,0-2,0 5,0 2,0-1,0-4,0 1,0-1,0 1,0 2,0 0,0 1,0-1,0 2,0 0,0-1,0-3,0-12,0-1,0-2,0 3,0 7,0 3,0-1,0-3,0 16,0-3,0-2,0-8,0-2,0 0,-1 0,-1-1,1 1,-1-4,1 1,-2 0,-1 7,-1 1,-1 0,1 0,-1 1,0-1,1 1,1-1,-1 1,1 0,0 1,1-1,2-1,0-1,1-2,0-9,-1-1,1-3,0 29,0-4,0-14,0-5,0-14,0-2,0 0,0-3,0 34,0-12,0-8,0-18,0-11,0-11,0 1,0 1,0-1,0-3,0 3,0 13,0 9,0 8,0 5,-3 1,-1 3,-4-1,1-14,-1-2,1-10,1-12,-2-7,2-8,0 7,3 17,2 35,0-25,1 5,0 19,0 7,0-17,0 3,0 3,0 13,0 4,0 0,0 4,0 0,0 1,0 0,0 0,0 0,1-2,1 0,0-1,1-5,0 0,1-2,1-5,1-1,-1-2,0-6,1-1,-1-3,3 21,-1-4,-2-12,-1-3,-1-6,-1-3,2 30,-4-22,0-17,0-8,0-12,0-10,0 3,0-1,0 5,0-2,0 0,0 0,0 5,0 4,0 1,0 6,0-1,0-7,0-3,0-1,0-1,0 5,0 3,0-2,0-1,0-3,0-5,0-4,0 3,0-2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5:59.697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3717 24575,'28'0'0,"8"0"0,21-6 0,3-3 0,4-8 0,-8-2 0,-14 2 0,-8 3 0,-13 5 0,-4-2 0,-1-1 0,3-10 0,5-12 0,-1-5 0,2-12 0,2-13 0,4-8 0,4-12 0,-1 0 0,0 1 0,-3 2 0,-6 11 0,-5 7 0,-5 11 0,-1 9 0,-2 6 0,-1 8 0,1 0 0,2-5 0,3-1 0,0 0 0,0 1 0,0 2 0,2 1 0,1 2 0,0 7 0,-4 5 0,-3 4 0,0 4 0,0 0 0,-1 2 0,1 3 0,-1 1 0,-1 5 0,1 10 0,1 7 0,3 11 0,9 10 0,9 7 0,8 11 0,6 3 0,-4-4 0,0-5 0,-6-9 0,-5-7 0,-7-9 0,-8-10 0,-6-4 0,-2-6 0,0-1 0,2-2 0,0-3 0,-1-1 0,-1 0 0,2 0 0,1 0 0,5 0 0,3 0 0,1 0 0,3 0 0,-2 0 0,-1 0 0,0 0 0,-4-5 0,2-8 0,-1-13 0,0-12 0,5-8 0,-1-12 0,0-4 0,1-6 0,-3 1 0,1 3 0,-2 7 0,-3 8 0,1 5 0,-3 3 0,4-1 0,1 1 0,1 5 0,2 4 0,0 4 0,-1 5 0,0 3 0,-3 7 0,-5 5 0,-1 3 0,-4 2 0,1 0 0,4 2 0,1 1 0,0-1 0,3 1 0,2-3 0,2-6 0,3-6 0,0-7 0,-2-3 0,0-6 0,2-10 0,1-9 0,1-5 0,0-2 0,-4 4 0,-3 3 0,-1 5 0,-5 10 0,-1 8 0,-3 10 0,-2 4 0,0 4 0,0 3 0,1 3 0,5 2 0,4 0 0,7 1 0,4 4 0,4 9 0,4 12 0,0 14 0,10 22 0,1 12-309,-25-29 1,0 1 308,18 47 0,-24-45 0,-2 2 0,-1 2 0,0 0 0,-3-2 0,0-1 0,9 46 0,-6-15 0,0-4-5,1-2 5,1 1 0,2-3 0,5-5 0,4-1 0,4-1 0,2-5 0,-1-2 0,-6-9 616,-2-6-616,-5-3 6,0-4-6,-1-3 0,-4-7 0,-1-7 0,-4-5 0,-2 0 0,-2-4 0,0-1 0,3-1 0,2-1 0,4 0 0,1-3 0,7 0 0,4 1 0,0 0 0,5-1 0,1-3 0,5 0 0,5 2 0,4 2 0,1-1 0,5 0 0,1-2 0,-5-1 0,-1 0 0,-6 0 0,-3 0 0,-2-5 0,-3-6 0,1-10 0,2-8 0,-3-5 0,-4 0 0,-7 2 0,-2 2 0,-3 7 0,-2 4 0,-2 7 0,-5 4 0,0 1 0,-1-1 0,2 0 0,2 2 0,0 2 0,1 3 0,6 1 0,4 0 0,4 0 0,3 0 0,0 0 0,2 2 0,3 4 0,4 9 0,2 9 0,5 9 0,0 7 0,0 1 0,0 4 0,-8-8 0,-5-5 0,-6-6 0,-4-6 0,1 0 0,-3-4 0,-4-2 0,-3-2 0,-2-3 0,0-3 0,-1-3 0,0-3 0,1 0 0,0 0 0,1 0 0,0 0 0,-1-5 0,4-8 0,0-4 0,1-7 0,1-2 0,1-4 0,2-3 0,-2-1 0,1 0 0,-1 2 0,-1 2 0,-1 3 0,-4 4 0,1 4 0,0 3 0,0 3 0,3-1 0,0 3 0,0 3 0,-1 4 0,-3 3 0,0 1 0,0-1 0,0 1 0,-2 0 0,-1 0 0,1-2 0,-2-5 0,6-2 0,3-2 0,12-5 0,13-5 0,15-13 0,3-8 0,1-5 0,-4-9 0,-6-2 0,3-9 0,-3 1 0,-2 0 0,-5 6 0,-6 1 0,0 0 0,-2-1 0,4-5 0,0 4 0,-7 8 0,-5 10 0,-10 13 0,-4 9 0,-2 5 0,-2 7 0,0 3 0,1 11 0,7 21 0,4 21 0,15 34 0,-12-29 0,0 2-553,-2 0 1,2 0 552,7 10 0,3 1 0,-2-3 0,1-3 0,-3-7 0,0-3 0,1-1 0,-2-3 0,18 17 0,-8-11 0,2-4 0,-2-14 0,0-12 0,3-8 1105,0-4-1105,-4-6 0,-2-2 0,-7-5 0,-4-3 0,-1-6 0,-5-4 0,-1 2 0,-2 2 0,-4 6 0,-1 2 0,0 2 0,-2 10 0,5 9 0,2 11 0,9 12 0,6 4 0,3 3 0,2 0 0,1-1 0,-2-5 0,-5-5 0,-6-10 0,-8-9 0,-5-3 0,-1-5 0,0-1 0,-1-6 0,-4-16 0,-3-24 0,-2-31 0,-1 21 0,0-3-634,0-10 1,0-2 633,0-7 0,0-2 0,0-5 0,0 0 0,0 4 0,0 1 0,2 4 0,0 1 0,2 3 0,1 3 0,2 3 0,0 2 0,2 3 0,0 1 0,13-40-442,4 7 442,2 4 0,1-3 0,0 5 0,-3 8 0,2-1 0,-4 3 0,-3-8 0,-1-4 0,-4 1 0,-1-10 0,-3-6 0,-3-2 0,-5 48 0,0 1 0,2-43 0,2 13 0,0 8 0,-3 16 0,-2 16 0,0 10 0,0 9 1238,3 4-1238,1 2 471,1 2-471,3-5 0,1-3 0,0 1 0,1-2 0,-1 3 0,3 0 0,1-3 0,-2 4 0,-1 1 0,-3 2 0,1 1 0,1-1 0,0 0 0,-2 2 0,-2 4 0,1 3 0,-1 3 0,2 3 0,2 4 0,0 4 0,2 2 0,0 5 0,-2 6 0,1 5 0,1 7 0,0 5 0,-1-3 0,-2 6 0,-5-1 0,-3 4 0,-3 9 0,0-2 0,0 5 0,0 10 0,0 0 0,0 3 0,0-6 0,-3-14 0,-1-6 0,0-14 0,1-7 0,3-6 0,0-2 0,0 0 0,0 2 0,0 2 0,0 4 0,0 4 0,0-1 0,0-2 0,0 0 0,0 8 0,0 4 0,3 11 0,3 2 0,4 5 0,4 9 0,5 2 0,4 2 0,4 1 0,1 4 0,-4-3 0,-1 2 0,2 1 0,1-2 0,-1 4 0,-4-5 0,-4-7 0,-1-6 0,-1-6 0,-4-12 0,-4-6 0,-3-10 0,-4-7 0,0-2 0,0-2 0,0 11 0,0 11 0,2 11 0,2 11 0,3 2 0,3 2 0,2 3 0,2-2 0,1-7 0,3-8 0,3-4 0,1-5 0,2 0 0,-2-3 0,-5-4 0,0-2 0,-7 1 0,0-5 0,-4-4 0,-3-5 0,-1-4 0,1 7 0,7 8 0,11 10 0,12 9 0,24 12 0,8-3 0,2-6 0,-4-10 0,-17-21 0,-6-7 0,-7-4 0,-4-4 0,-6 0 0,0 0 0,-2 0 0,-4 0 0,-1 0 0,-3-3 0,-1-2 0,0-4 0,-1-2 0,1 0 0,0 0 0,0 1 0,4 0 0,1-1 0,-1-1 0,-1 2 0,-2 1 0,-1 2 0,0 3 0,-1 2 0,-2-1 0,-1-1 0,0 1 0,5 1 0,7 2 0,7 0 0,6 0 0,5 0 0,4 0 0,0 0 0,-3 0 0,-5 0 0,-8 0 0,-7 2 0,-3 0 0,-2 1 0,-1-1 0,-3 1 0,-1 0 0,-1 0 0,1-2 0,2-9 0,0-5 0,0-2 0,1-2 0,0 1 0,-2 2 0,0 3 0,0 4 0,0 1 0,2 0 0,0 0 0,3 2 0,1 2 0,5 2 0,7 0 0,5 0 0,10 0 0,3 0 0,-1 0 0,-6 2 0,-7 2 0,-7 1 0,-6 1 0,-5-3 0,-4 0 0,0-3 0,0 0 0,2 0 0,0 0 0,0 0 0,-1 0 0,0 0 0,0 2 0,1 3 0,1 1 0,3 1 0,0 1 0,1-1 0,-2 2 0,-3-3 0,-2 0 0,-1 0 0,0-3 0,-2 0 0,5-3 0,3 0 0,8 0 0,7 0 0,4 0 0,4-9 0,-2-12 0,-2-11 0,-2-10 0,-6 1 0,-7 5 0,-5 7 0,-3 6 0,0 5 0,-1 3 0,-4 1 0,0 4 0,0 1 0,3 2 0,5 4 0,1-3 0,1 3 0,2 0 0,0 0 0,7 3 0,4 0 0,4 0 0,1 5 0,2 11 0,4 12 0,2 12 0,4 9 0,-4-3 0,-2 2 0,1 3 0,2 3 0,6 6 0,-1-3 0,-3-4 0,-6-10 0,-10-9 0,-8-10 0,-6-8 0,-4-6 0,1-2 0,1-3 0,0-2 0,1-2 0,-1-1 0,-1-4 0,1-8 0,3-7 0,0-6 0,0-1 0,-1 1 0,-2 3 0,0 2 0,1 1 0,2 0 0,3-3 0,1-4 0,2 0 0,0 0 0,2 0 0,1 0 0,0 0 0,-2 5 0,-2 4 0,1 4 0,3 1 0,4 1 0,4 4 0,1 2 0,2 4 0,2 0 0,0 1 0,4 0 0,-7 0 0,-5 2 0,-5 3 0,-2 3 0,-1 1 0,1 1 0,-4-3 0,-2-3 0,-2-1 0,0-3 0,1 0 0,-1 0 0,3 0 0,-1 0 0,2 0 0,5 0 0,2 0 0,4 0 0,3 0 0,2 0 0,4 0 0,-1 3 0,-5 2 0,-2 4 0,1 5 0,5 1 0,2 2 0,-6 0 0,-5-3 0,-7-1 0,-4-1 0,-2-2 0,-3-4 0,-2-4 0,0-2 0,-1 0 0,1 0 0,2 0 0,0 0 0,0-2 0,-1-4 0,1-2 0,2-4 0,1 0 0,-1 3 0,-1 2 0,-1 1 0,2 1 0,1 0 0,2 1 0,2 1 0,0 3 0,7-1 0,-3 1 0,3 0 0,1 0 0,-4 0 0,3 0 0,-6 2 0,2 3 0,-3 1 0,-2 0 0,-1-3 0,-4-2 0,-3-8 0,-3-5 0,-3 3 0,-3-2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6:08:33.85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1 3717 24575,'28'0'0,"8"0"0,21-6 0,3-3 0,4-8 0,-8-2 0,-14 2 0,-8 3 0,-13 5 0,-4-2 0,-1-1 0,3-10 0,5-12 0,-1-5 0,2-12 0,2-13 0,4-8 0,4-12 0,-1 0 0,0 1 0,-3 2 0,-6 11 0,-5 7 0,-5 11 0,-1 9 0,-2 6 0,-1 8 0,1 0 0,2-5 0,3-1 0,0 0 0,0 1 0,0 2 0,2 1 0,1 2 0,0 7 0,-4 5 0,-3 4 0,0 4 0,0 0 0,-1 2 0,1 3 0,-1 1 0,-1 5 0,1 10 0,1 7 0,3 11 0,9 10 0,9 7 0,8 11 0,6 3 0,-4-4 0,0-5 0,-6-9 0,-5-7 0,-7-9 0,-8-10 0,-6-4 0,-2-6 0,0-1 0,2-2 0,0-3 0,-1-1 0,-1 0 0,2 0 0,1 0 0,5 0 0,3 0 0,1 0 0,3 0 0,-2 0 0,-1 0 0,0 0 0,-4-5 0,2-8 0,-1-13 0,0-12 0,5-8 0,-1-12 0,0-4 0,1-6 0,-3 1 0,1 3 0,-2 7 0,-3 8 0,1 5 0,-3 3 0,4-1 0,1 1 0,1 5 0,2 4 0,0 4 0,-1 5 0,0 3 0,-3 7 0,-5 5 0,-1 3 0,-4 2 0,1 0 0,4 2 0,1 1 0,0-1 0,3 1 0,2-3 0,2-6 0,3-6 0,0-7 0,-2-3 0,0-6 0,2-10 0,1-9 0,1-5 0,0-2 0,-4 4 0,-3 3 0,-1 5 0,-5 10 0,-1 8 0,-3 10 0,-2 4 0,0 4 0,0 3 0,1 3 0,5 2 0,4 0 0,7 1 0,4 4 0,4 9 0,4 12 0,0 14 0,10 22 0,1 12-309,-25-29 1,0 1 308,18 47 0,-24-45 0,-2 2 0,-1 2 0,0 0 0,-3-2 0,0-1 0,9 46 0,-6-15 0,0-4-5,1-2 5,1 1 0,2-3 0,5-5 0,4-1 0,4-1 0,2-5 0,-1-2 0,-6-9 616,-2-6-616,-5-3 6,0-4-6,-1-3 0,-4-7 0,-1-7 0,-4-5 0,-2 0 0,-2-4 0,0-1 0,3-1 0,2-1 0,4 0 0,1-3 0,7 0 0,4 1 0,0 0 0,5-1 0,1-3 0,5 0 0,5 2 0,4 2 0,1-1 0,5 0 0,1-2 0,-5-1 0,-1 0 0,-6 0 0,-3 0 0,-2-5 0,-3-6 0,1-10 0,2-8 0,-3-5 0,-4 0 0,-7 2 0,-2 2 0,-3 7 0,-2 4 0,-2 7 0,-5 4 0,0 1 0,-1-1 0,2 0 0,2 2 0,0 2 0,1 3 0,6 1 0,4 0 0,4 0 0,3 0 0,0 0 0,2 2 0,3 4 0,4 9 0,2 9 0,5 9 0,0 7 0,0 1 0,0 4 0,-8-8 0,-5-5 0,-6-6 0,-4-6 0,1 0 0,-3-4 0,-4-2 0,-3-2 0,-2-3 0,0-3 0,-1-3 0,0-3 0,1 0 0,0 0 0,1 0 0,0 0 0,-1-5 0,4-8 0,0-4 0,1-7 0,1-2 0,1-4 0,2-3 0,-2-1 0,1 0 0,-1 2 0,-1 2 0,-1 3 0,-4 4 0,1 4 0,0 3 0,0 3 0,3-1 0,0 3 0,0 3 0,-1 4 0,-3 3 0,0 1 0,0-1 0,0 1 0,-2 0 0,-1 0 0,1-2 0,-2-5 0,6-2 0,3-2 0,12-5 0,13-5 0,15-13 0,3-8 0,1-5 0,-4-9 0,-6-2 0,3-9 0,-3 1 0,-2 0 0,-5 6 0,-6 1 0,0 0 0,-2-1 0,4-5 0,0 4 0,-7 8 0,-5 10 0,-10 13 0,-4 9 0,-2 5 0,-2 7 0,0 3 0,1 11 0,7 21 0,4 21 0,15 34 0,-12-29 0,0 2-553,-2 0 1,2 0 552,7 10 0,3 1 0,-2-3 0,1-3 0,-3-7 0,0-3 0,1-1 0,-2-3 0,18 17 0,-8-11 0,2-4 0,-2-14 0,0-12 0,3-8 1105,0-4-1105,-4-6 0,-2-2 0,-7-5 0,-4-3 0,-1-6 0,-5-4 0,-1 2 0,-2 2 0,-4 6 0,-1 2 0,0 2 0,-2 10 0,5 9 0,2 11 0,9 12 0,6 4 0,3 3 0,2 0 0,1-1 0,-2-5 0,-5-5 0,-6-10 0,-8-9 0,-5-3 0,-1-5 0,0-1 0,-1-6 0,-4-16 0,-3-24 0,-2-31 0,-1 21 0,0-3-634,0-10 1,0-2 633,0-7 0,0-2 0,0-5 0,0 0 0,0 4 0,0 1 0,2 4 0,0 1 0,2 3 0,1 3 0,2 3 0,0 2 0,2 3 0,0 1 0,13-40-442,4 7 442,2 4 0,1-3 0,0 5 0,-3 8 0,2-1 0,-4 3 0,-3-8 0,-1-4 0,-4 1 0,-1-10 0,-3-6 0,-3-2 0,-5 48 0,0 1 0,2-43 0,2 13 0,0 8 0,-3 16 0,-2 16 0,0 10 0,0 9 1238,3 4-1238,1 2 471,1 2-471,3-5 0,1-3 0,0 1 0,1-2 0,-1 3 0,3 0 0,1-3 0,-2 4 0,-1 1 0,-3 2 0,1 1 0,1-1 0,0 0 0,-2 2 0,-2 4 0,1 3 0,-1 3 0,2 3 0,2 4 0,0 4 0,2 2 0,0 5 0,-2 6 0,1 5 0,1 7 0,0 5 0,-1-3 0,-2 6 0,-5-1 0,-3 4 0,-3 9 0,0-2 0,0 5 0,0 10 0,0 0 0,0 3 0,0-6 0,-3-14 0,-1-6 0,0-14 0,1-7 0,3-6 0,0-2 0,0 0 0,0 2 0,0 2 0,0 4 0,0 4 0,0-1 0,0-2 0,0 0 0,0 8 0,0 4 0,3 11 0,3 2 0,4 5 0,4 9 0,5 2 0,4 2 0,4 1 0,1 4 0,-4-3 0,-1 2 0,2 1 0,1-2 0,-1 4 0,-4-5 0,-4-7 0,-1-6 0,-1-6 0,-4-12 0,-4-6 0,-3-10 0,-4-7 0,0-2 0,0-2 0,0 11 0,0 11 0,2 11 0,2 11 0,3 2 0,3 2 0,2 3 0,2-2 0,1-7 0,3-8 0,3-4 0,1-5 0,2 0 0,-2-3 0,-5-4 0,0-2 0,-7 1 0,0-5 0,-4-4 0,-3-5 0,-1-4 0,1 7 0,7 8 0,11 10 0,12 9 0,24 12 0,8-3 0,2-6 0,-4-10 0,-17-21 0,-6-7 0,-7-4 0,-4-4 0,-6 0 0,0 0 0,-2 0 0,-4 0 0,-1 0 0,-3-3 0,-1-2 0,0-4 0,-1-2 0,1 0 0,0 0 0,0 1 0,4 0 0,1-1 0,-1-1 0,-1 2 0,-2 1 0,-1 2 0,0 3 0,-1 2 0,-2-1 0,-1-1 0,0 1 0,5 1 0,7 2 0,7 0 0,6 0 0,5 0 0,4 0 0,0 0 0,-3 0 0,-5 0 0,-8 0 0,-7 2 0,-3 0 0,-2 1 0,-1-1 0,-3 1 0,-1 0 0,-1 0 0,1-2 0,2-9 0,0-5 0,0-2 0,1-2 0,0 1 0,-2 2 0,0 3 0,0 4 0,0 1 0,2 0 0,0 0 0,3 2 0,1 2 0,5 2 0,7 0 0,5 0 0,10 0 0,3 0 0,-1 0 0,-6 2 0,-7 2 0,-7 1 0,-6 1 0,-5-3 0,-4 0 0,0-3 0,0 0 0,2 0 0,0 0 0,0 0 0,-1 0 0,0 0 0,0 2 0,1 3 0,1 1 0,3 1 0,0 1 0,1-1 0,-2 2 0,-3-3 0,-2 0 0,-1 0 0,0-3 0,-2 0 0,5-3 0,3 0 0,8 0 0,7 0 0,4 0 0,4-9 0,-2-12 0,-2-11 0,-2-10 0,-6 1 0,-7 5 0,-5 7 0,-3 6 0,0 5 0,-1 3 0,-4 1 0,0 4 0,0 1 0,3 2 0,5 4 0,1-3 0,1 3 0,2 0 0,0 0 0,7 3 0,4 0 0,4 0 0,1 5 0,2 11 0,4 12 0,2 12 0,4 9 0,-4-3 0,-2 2 0,1 3 0,2 3 0,6 6 0,-1-3 0,-3-4 0,-6-10 0,-10-9 0,-8-10 0,-6-8 0,-4-6 0,1-2 0,1-3 0,0-2 0,1-2 0,-1-1 0,-1-4 0,1-8 0,3-7 0,0-6 0,0-1 0,-1 1 0,-2 3 0,0 2 0,1 1 0,2 0 0,3-3 0,1-4 0,2 0 0,0 0 0,2 0 0,1 0 0,0 0 0,-2 5 0,-2 4 0,1 4 0,3 1 0,4 1 0,4 4 0,1 2 0,2 4 0,2 0 0,0 1 0,4 0 0,-7 0 0,-5 2 0,-5 3 0,-2 3 0,-1 1 0,1 1 0,-4-3 0,-2-3 0,-2-1 0,0-3 0,1 0 0,-1 0 0,3 0 0,-1 0 0,2 0 0,5 0 0,2 0 0,4 0 0,3 0 0,2 0 0,4 0 0,-1 3 0,-5 2 0,-2 4 0,1 5 0,5 1 0,2 2 0,-6 0 0,-5-3 0,-7-1 0,-4-1 0,-2-2 0,-3-4 0,-2-4 0,0-2 0,-1 0 0,1 0 0,2 0 0,0 0 0,0-2 0,-1-4 0,1-2 0,2-4 0,1 0 0,-1 3 0,-1 2 0,-1 1 0,2 1 0,1 0 0,2 1 0,2 1 0,0 3 0,7-1 0,-3 1 0,3 0 0,1 0 0,-4 0 0,3 0 0,-6 2 0,2 3 0,-3 1 0,-2 0 0,-1-3 0,-4-2 0,-3-8 0,-3-5 0,-3 3 0,-3-2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08T20:26:33.959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4B262-1B8B-4A4C-819C-0B7118916BFD}" type="datetimeFigureOut"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66DEC-9F58-194B-86B9-A0870E5C21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49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B033E-B3E4-D8BF-B72B-3F99C8E4E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D9EF3-5FE3-C61F-98D6-E8FD88A41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192D-F152-FAA0-B4DC-84915309E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B1A3-698B-7644-26F4-7E25AAA22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689BC-ABA8-801D-6039-2BCAF273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0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3D340-2A5D-9FB2-EE63-A5A7BE044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CB61D-74C6-3CE1-EB04-9CB162B2C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A2CCA-CE9B-F23C-A59D-29C7370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91C1-7A87-2073-0250-B7D55D8B3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BC2CF-7EB1-F436-0711-D29B9E2CA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23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481-777C-F700-6715-6054DE70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D9CBD-F458-29FA-8E35-4AA82B86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2357B-2F6B-3B74-1166-DA395732C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6B74B-EF09-9330-B5EF-CD3382F32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4A8CE-01F8-FA16-5B9F-2862FEEC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22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4AEF-07C2-1ADC-16F8-ABC7717A9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002D-5A6D-9C8C-3421-75B9117A1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A8773-94D3-8AB1-FB00-B17AA969B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059AB-2836-81D1-C0BE-2E656A19A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64C135-8FE2-FA2E-C91D-EE1B1B0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54F4-CE46-86B3-21E3-5B6ABC966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1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8AE6-1C38-FA87-7D05-081716617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F5E04-953C-6026-E6B7-CD1557147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1890B6-7E39-0F59-D422-B34787C22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CB19E-1F65-EA6B-1DE7-C4617E232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C98FD-BF81-6C18-5296-BCEB36195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92DB79-8863-0DA7-F8E4-229B6561C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12CC33-1C75-C6A3-8803-22C0B52C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EE189-3744-D268-6860-5C0D081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41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E1F1-7BAE-6DF2-0597-710BB1750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64002-DECD-1DD5-370C-36935B736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C536A-1252-F499-406F-88379486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2F046-1AC9-B7E5-7053-BFA9C3480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45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08825C-C265-5CAB-7AC0-23439495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9341E9-CE1B-FFF8-0DFF-7374EA2A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EB226-0556-2DD2-A2F4-E84E8F99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7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E27F-0FE7-B99E-99CA-715FE1B1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A9ADE-C28A-1C3D-D71D-F439E74F8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A4577-3B61-9617-C828-92398BAF7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225C-6E8F-3199-5A3B-C315D2BA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5E875-97F1-4B2A-5AC0-2708F95A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913F0-2055-E8BD-7B35-7E894E49B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51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86A4-D083-E51D-7524-E16AB0944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09D880-38EE-237D-3B88-94692F10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C8615-1F31-7C21-7C9F-42E9CAF53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19CCF-F8C3-71E1-3349-C5899E5CF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0CE98-EA24-C4F2-2E03-187AED28F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80172-B8E6-505C-52B3-AE108F4A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2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C4F2-4109-BD4B-6D8C-A57D0513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E555-8D2E-C3F2-9CA2-43C5006F1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D83CD-08CA-0D74-7CDD-56087C9B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6D11C-63FE-4B11-B038-2FE264562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5DCBD-EC9E-3896-73AC-1D10CD39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7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5FED0E-7240-2A07-6730-FCED2E24E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0051B0-D11C-F6BC-941E-5F6EA59DD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8A2D8-5FF9-4174-9DEA-697BE8BEE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FEC65-256E-FCF4-185C-ED1C94475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77BC-7B02-B700-CCD6-342F9BF4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9B67B5-93D6-11CF-76A0-070C5F42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E95ED-9CA4-E2D1-3B66-C39D94808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15462-D29C-2E3A-787F-43D9CCDE42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46F92-438E-6F40-B57C-2225BFA3E3AC}" type="datetimeFigureOut"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167E5-E6D2-5D53-ED01-171102C40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B2A63-327D-25E4-F362-1FC7B3E17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837906-23E7-C341-9F29-2E2CC23DE0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9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gif"/><Relationship Id="rId13" Type="http://schemas.openxmlformats.org/officeDocument/2006/relationships/image" Target="../media/image12.gif"/><Relationship Id="rId3" Type="http://schemas.microsoft.com/office/2007/relationships/media" Target="../media/media4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1.gif"/><Relationship Id="rId2" Type="http://schemas.openxmlformats.org/officeDocument/2006/relationships/video" Target="../media/media3.mp4"/><Relationship Id="rId16" Type="http://schemas.openxmlformats.org/officeDocument/2006/relationships/image" Target="../media/image15.png"/><Relationship Id="rId1" Type="http://schemas.microsoft.com/office/2007/relationships/media" Target="../media/media3.mp4"/><Relationship Id="rId6" Type="http://schemas.openxmlformats.org/officeDocument/2006/relationships/video" Target="../media/media5.mp4"/><Relationship Id="rId11" Type="http://schemas.openxmlformats.org/officeDocument/2006/relationships/image" Target="../media/image10.gif"/><Relationship Id="rId5" Type="http://schemas.microsoft.com/office/2007/relationships/media" Target="../media/media5.mp4"/><Relationship Id="rId15" Type="http://schemas.openxmlformats.org/officeDocument/2006/relationships/image" Target="../media/image14.png"/><Relationship Id="rId10" Type="http://schemas.openxmlformats.org/officeDocument/2006/relationships/image" Target="../media/image9.gif"/><Relationship Id="rId4" Type="http://schemas.openxmlformats.org/officeDocument/2006/relationships/video" Target="../media/media4.mp4"/><Relationship Id="rId9" Type="http://schemas.openxmlformats.org/officeDocument/2006/relationships/image" Target="../media/image8.gif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9" Type="http://schemas.openxmlformats.org/officeDocument/2006/relationships/image" Target="../media/image36.png"/><Relationship Id="rId21" Type="http://schemas.openxmlformats.org/officeDocument/2006/relationships/customXml" Target="../ink/ink10.xml"/><Relationship Id="rId34" Type="http://schemas.openxmlformats.org/officeDocument/2006/relationships/image" Target="../media/image33.png"/><Relationship Id="rId7" Type="http://schemas.openxmlformats.org/officeDocument/2006/relationships/customXml" Target="../ink/ink3.xml"/><Relationship Id="rId12" Type="http://schemas.openxmlformats.org/officeDocument/2006/relationships/image" Target="../media/image22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35.png"/><Relationship Id="rId2" Type="http://schemas.openxmlformats.org/officeDocument/2006/relationships/image" Target="../media/image17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5.xml"/><Relationship Id="rId24" Type="http://schemas.openxmlformats.org/officeDocument/2006/relationships/image" Target="../media/image28.png"/><Relationship Id="rId32" Type="http://schemas.openxmlformats.org/officeDocument/2006/relationships/image" Target="../media/image32.png"/><Relationship Id="rId37" Type="http://schemas.openxmlformats.org/officeDocument/2006/relationships/customXml" Target="../ink/ink18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30.png"/><Relationship Id="rId36" Type="http://schemas.openxmlformats.org/officeDocument/2006/relationships/image" Target="../media/image34.png"/><Relationship Id="rId10" Type="http://schemas.openxmlformats.org/officeDocument/2006/relationships/image" Target="../media/image21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18.png"/><Relationship Id="rId9" Type="http://schemas.openxmlformats.org/officeDocument/2006/relationships/customXml" Target="../ink/ink4.xml"/><Relationship Id="rId14" Type="http://schemas.openxmlformats.org/officeDocument/2006/relationships/image" Target="../media/image23.png"/><Relationship Id="rId22" Type="http://schemas.openxmlformats.org/officeDocument/2006/relationships/image" Target="../media/image27.png"/><Relationship Id="rId27" Type="http://schemas.openxmlformats.org/officeDocument/2006/relationships/customXml" Target="../ink/ink13.xml"/><Relationship Id="rId30" Type="http://schemas.openxmlformats.org/officeDocument/2006/relationships/image" Target="../media/image31.png"/><Relationship Id="rId35" Type="http://schemas.openxmlformats.org/officeDocument/2006/relationships/customXml" Target="../ink/ink17.xml"/><Relationship Id="rId8" Type="http://schemas.openxmlformats.org/officeDocument/2006/relationships/image" Target="../media/image20.png"/><Relationship Id="rId3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39.png"/><Relationship Id="rId4" Type="http://schemas.openxmlformats.org/officeDocument/2006/relationships/customXml" Target="../ink/ink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3E54E-FC70-7D3C-FB87-2A4422261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/>
              <a:t>Ling 285</a:t>
            </a:r>
            <a:br>
              <a:rPr lang="en-US" sz="4400"/>
            </a:br>
            <a:r>
              <a:rPr lang="en-US" sz="4400"/>
              <a:t>Human Language and Technology</a:t>
            </a:r>
            <a:br>
              <a:rPr lang="en-US" sz="4400"/>
            </a:br>
            <a:r>
              <a:rPr lang="en-US" sz="4400"/>
              <a:t>Lecture 2</a:t>
            </a:r>
            <a:br>
              <a:rPr lang="en-US" sz="4400"/>
            </a:br>
            <a:endParaRPr lang="en-US" sz="4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E1F82-DB91-1E57-EE5B-ECA1A523F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Khalil Iskarous</a:t>
            </a:r>
          </a:p>
          <a:p>
            <a:r>
              <a:rPr lang="en-US"/>
              <a:t>Department of Linguistics</a:t>
            </a:r>
          </a:p>
          <a:p>
            <a:r>
              <a:rPr lang="en-US"/>
              <a:t>University of Southern California</a:t>
            </a:r>
          </a:p>
        </p:txBody>
      </p:sp>
    </p:spTree>
    <p:extLst>
      <p:ext uri="{BB962C8B-B14F-4D97-AF65-F5344CB8AC3E}">
        <p14:creationId xmlns:p14="http://schemas.microsoft.com/office/powerpoint/2010/main" val="158151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C577-2637-D752-5729-263BB89D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63240-0973-1855-8F85-34D3A4892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Syllabus</a:t>
            </a:r>
          </a:p>
          <a:p>
            <a:r>
              <a:rPr lang="en-US"/>
              <a:t>Phonetics</a:t>
            </a:r>
          </a:p>
          <a:p>
            <a:r>
              <a:rPr lang="en-US"/>
              <a:t> What is AI?</a:t>
            </a:r>
          </a:p>
          <a:p>
            <a:r>
              <a:rPr lang="en-US"/>
              <a:t>How does it know?</a:t>
            </a:r>
          </a:p>
          <a:p>
            <a:r>
              <a:rPr lang="en-US"/>
              <a:t>How does it learn?</a:t>
            </a:r>
          </a:p>
          <a:p>
            <a:r>
              <a:rPr lang="en-US"/>
              <a:t>(No discussion yet of Meadows)</a:t>
            </a:r>
          </a:p>
        </p:txBody>
      </p:sp>
    </p:spTree>
    <p:extLst>
      <p:ext uri="{BB962C8B-B14F-4D97-AF65-F5344CB8AC3E}">
        <p14:creationId xmlns:p14="http://schemas.microsoft.com/office/powerpoint/2010/main" val="407458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D10_B04_R06.mp4">
            <a:hlinkClick r:id="" action="ppaction://media"/>
            <a:extLst>
              <a:ext uri="{FF2B5EF4-FFF2-40B4-BE49-F238E27FC236}">
                <a16:creationId xmlns:a16="http://schemas.microsoft.com/office/drawing/2014/main" id="{178BEB75-A9F9-91BF-5C94-FF09D2DD37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51463" y="849993"/>
            <a:ext cx="4924425" cy="4924425"/>
          </a:xfrm>
          <a:prstGeom prst="rect">
            <a:avLst/>
          </a:prstGeom>
        </p:spPr>
      </p:pic>
      <p:pic>
        <p:nvPicPr>
          <p:cNvPr id="3" name="ID11_B01_R13.mp4">
            <a:hlinkClick r:id="" action="ppaction://media"/>
            <a:extLst>
              <a:ext uri="{FF2B5EF4-FFF2-40B4-BE49-F238E27FC236}">
                <a16:creationId xmlns:a16="http://schemas.microsoft.com/office/drawing/2014/main" id="{0F839877-B483-38D0-7B31-1DB9B36DAB4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26590" y="849993"/>
            <a:ext cx="49244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27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51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572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8E1F-6888-DEA3-469B-6F089DCD8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Fricatives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3B1CE0-2440-778D-D105-A4623F793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75169"/>
              </p:ext>
            </p:extLst>
          </p:nvPr>
        </p:nvGraphicFramePr>
        <p:xfrm>
          <a:off x="215900" y="1724026"/>
          <a:ext cx="11760200" cy="1325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2040">
                  <a:extLst>
                    <a:ext uri="{9D8B030D-6E8A-4147-A177-3AD203B41FA5}">
                      <a16:colId xmlns:a16="http://schemas.microsoft.com/office/drawing/2014/main" val="2722640534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475952227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1974297314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885053626"/>
                    </a:ext>
                  </a:extLst>
                </a:gridCol>
                <a:gridCol w="2352040">
                  <a:extLst>
                    <a:ext uri="{9D8B030D-6E8A-4147-A177-3AD203B41FA5}">
                      <a16:colId xmlns:a16="http://schemas.microsoft.com/office/drawing/2014/main" val="376233452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Labial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Dental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Alveolar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Postalveolar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63074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/>
                        <a:t>Voiceless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918263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r>
                        <a:rPr lang="en-US"/>
                        <a:t>Voiced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61588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87D9A1-B836-DE3C-79A2-D3AC726CA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350" y="3270250"/>
            <a:ext cx="1422400" cy="146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06E346-C869-357D-295C-96D7AC348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687" y="3270250"/>
            <a:ext cx="1409700" cy="1485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9B0427-0BD9-1E87-9E2F-38F8814DA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762" y="3194050"/>
            <a:ext cx="1397000" cy="1536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10F2E0A-5DC4-907C-D509-D254D5B2E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6800" y="3321050"/>
            <a:ext cx="1435100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8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94A9-E5F8-291A-DEE9-58E2A0FF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249755"/>
            <a:ext cx="1590675" cy="1325563"/>
          </a:xfrm>
        </p:spPr>
        <p:txBody>
          <a:bodyPr/>
          <a:lstStyle/>
          <a:p>
            <a:r>
              <a:rPr lang="en-US"/>
              <a:t>Stops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E25ED-6093-6A67-B40F-48B8D798CB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3960" y="365124"/>
            <a:ext cx="1899439" cy="18215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BB165-D050-3119-B1BD-0E4CAB1D166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95869" y="339523"/>
            <a:ext cx="1899439" cy="1899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BEA997-F269-FDE8-39E0-0E2C5F1C8B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0492" y="365124"/>
            <a:ext cx="1862921" cy="1892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C53871-DF13-1CA0-032D-726127459B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43960" y="2547000"/>
            <a:ext cx="1899439" cy="19152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7D9B8C-9996-DF5C-4EA1-D423F9178BB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10492" y="2457846"/>
            <a:ext cx="1862921" cy="20661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5AF615-20DC-6730-50D0-FB1813AC53A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43970" y="4678726"/>
            <a:ext cx="1849434" cy="1917931"/>
          </a:xfrm>
          <a:prstGeom prst="rect">
            <a:avLst/>
          </a:prstGeom>
        </p:spPr>
      </p:pic>
      <p:pic>
        <p:nvPicPr>
          <p:cNvPr id="16" name="d.mp4">
            <a:hlinkClick r:id="" action="ppaction://media"/>
            <a:extLst>
              <a:ext uri="{FF2B5EF4-FFF2-40B4-BE49-F238E27FC236}">
                <a16:creationId xmlns:a16="http://schemas.microsoft.com/office/drawing/2014/main" id="{F1EBF8A9-A76F-11D5-0039-3A8150C2A3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4"/>
          <a:srcRect t="10625" r="24742" b="23860"/>
          <a:stretch>
            <a:fillRect/>
          </a:stretch>
        </p:blipFill>
        <p:spPr>
          <a:xfrm>
            <a:off x="4845544" y="2482849"/>
            <a:ext cx="2200087" cy="1915268"/>
          </a:xfrm>
          <a:prstGeom prst="rect">
            <a:avLst/>
          </a:prstGeom>
        </p:spPr>
      </p:pic>
      <p:pic>
        <p:nvPicPr>
          <p:cNvPr id="17" name="g.mp4">
            <a:hlinkClick r:id="" action="ppaction://media"/>
            <a:extLst>
              <a:ext uri="{FF2B5EF4-FFF2-40B4-BE49-F238E27FC236}">
                <a16:creationId xmlns:a16="http://schemas.microsoft.com/office/drawing/2014/main" id="{91F79FB9-6BD8-8EE7-8CB5-235998BADC62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rcRect t="17898" r="31489" b="17898"/>
          <a:stretch>
            <a:fillRect/>
          </a:stretch>
        </p:blipFill>
        <p:spPr>
          <a:xfrm>
            <a:off x="4840857" y="4642004"/>
            <a:ext cx="2200087" cy="2061756"/>
          </a:xfrm>
          <a:prstGeom prst="rect">
            <a:avLst/>
          </a:prstGeom>
        </p:spPr>
      </p:pic>
      <p:pic>
        <p:nvPicPr>
          <p:cNvPr id="18" name="velar_nasal.mp4">
            <a:hlinkClick r:id="" action="ppaction://media"/>
            <a:extLst>
              <a:ext uri="{FF2B5EF4-FFF2-40B4-BE49-F238E27FC236}">
                <a16:creationId xmlns:a16="http://schemas.microsoft.com/office/drawing/2014/main" id="{C34D5E65-9084-1002-D7BE-539134EF81A5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6"/>
          <a:srcRect t="22883" r="34007" b="24641"/>
          <a:stretch>
            <a:fillRect/>
          </a:stretch>
        </p:blipFill>
        <p:spPr>
          <a:xfrm>
            <a:off x="7488397" y="4715248"/>
            <a:ext cx="2235517" cy="17776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28778C-A654-1F42-2A9E-7F0EF4EAFCAC}"/>
              </a:ext>
            </a:extLst>
          </p:cNvPr>
          <p:cNvSpPr txBox="1"/>
          <p:nvPr/>
        </p:nvSpPr>
        <p:spPr>
          <a:xfrm>
            <a:off x="2347522" y="1592631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2B830-664B-B357-2814-34C8741E221A}"/>
              </a:ext>
            </a:extLst>
          </p:cNvPr>
          <p:cNvSpPr txBox="1"/>
          <p:nvPr/>
        </p:nvSpPr>
        <p:spPr>
          <a:xfrm>
            <a:off x="4887518" y="1611761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CE42CC-C347-5B1C-E98A-52E670CE4FD3}"/>
              </a:ext>
            </a:extLst>
          </p:cNvPr>
          <p:cNvSpPr txBox="1"/>
          <p:nvPr/>
        </p:nvSpPr>
        <p:spPr>
          <a:xfrm>
            <a:off x="7671206" y="1620261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2CF725-301C-2A12-69A7-2E536AF09E4E}"/>
              </a:ext>
            </a:extLst>
          </p:cNvPr>
          <p:cNvSpPr txBox="1"/>
          <p:nvPr/>
        </p:nvSpPr>
        <p:spPr>
          <a:xfrm>
            <a:off x="2347522" y="3877663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875540-3010-3CF5-D539-18FC4CD624A9}"/>
              </a:ext>
            </a:extLst>
          </p:cNvPr>
          <p:cNvSpPr txBox="1"/>
          <p:nvPr/>
        </p:nvSpPr>
        <p:spPr>
          <a:xfrm>
            <a:off x="4757942" y="3751786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FCD99A-2396-C4B9-F0E9-D335E07FB44D}"/>
              </a:ext>
            </a:extLst>
          </p:cNvPr>
          <p:cNvSpPr txBox="1"/>
          <p:nvPr/>
        </p:nvSpPr>
        <p:spPr>
          <a:xfrm>
            <a:off x="7710492" y="3877663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D87CBA-4470-0BD3-0882-D73466D373E6}"/>
              </a:ext>
            </a:extLst>
          </p:cNvPr>
          <p:cNvSpPr txBox="1"/>
          <p:nvPr/>
        </p:nvSpPr>
        <p:spPr>
          <a:xfrm>
            <a:off x="2468086" y="5950326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ED771E-5854-0B80-5674-A3BD1C8BEE2D}"/>
              </a:ext>
            </a:extLst>
          </p:cNvPr>
          <p:cNvSpPr txBox="1"/>
          <p:nvPr/>
        </p:nvSpPr>
        <p:spPr>
          <a:xfrm>
            <a:off x="4815859" y="5950326"/>
            <a:ext cx="542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DA367-8AD5-6890-262B-4BEF9320ECA5}"/>
              </a:ext>
            </a:extLst>
          </p:cNvPr>
          <p:cNvSpPr txBox="1"/>
          <p:nvPr/>
        </p:nvSpPr>
        <p:spPr>
          <a:xfrm>
            <a:off x="7463398" y="5846545"/>
            <a:ext cx="937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FF0000"/>
                </a:solidFill>
              </a:rPr>
              <a:t>ng</a:t>
            </a:r>
          </a:p>
        </p:txBody>
      </p:sp>
    </p:spTree>
    <p:extLst>
      <p:ext uri="{BB962C8B-B14F-4D97-AF65-F5344CB8AC3E}">
        <p14:creationId xmlns:p14="http://schemas.microsoft.com/office/powerpoint/2010/main" val="350860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5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video>
              <p:cMediaNode vol="0">
                <p:cTn id="58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0">
                <p:cTn id="59" repeatCount="indefinite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</p:childTnLst>
        </p:cTn>
      </p:par>
    </p:tnLst>
    <p:bldLst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9255-3B40-B327-2A51-70D640269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949B-0283-EACB-9651-867B4BB28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Consonants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B33C0E-CABD-4DB4-24CF-F2B1B2EBBC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716783"/>
              </p:ext>
            </p:extLst>
          </p:nvPr>
        </p:nvGraphicFramePr>
        <p:xfrm>
          <a:off x="0" y="1724026"/>
          <a:ext cx="12336653" cy="3840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379">
                  <a:extLst>
                    <a:ext uri="{9D8B030D-6E8A-4147-A177-3AD203B41FA5}">
                      <a16:colId xmlns:a16="http://schemas.microsoft.com/office/drawing/2014/main" val="2116477236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2722640534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475952227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1974297314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885053626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376233452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2974693908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F0000"/>
                          </a:solidFill>
                        </a:rPr>
                        <a:t>Voice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solidFill>
                            <a:srgbClr val="FF0000"/>
                          </a:solidFill>
                        </a:rPr>
                        <a:t>Place of Articulation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78855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sz="2300" b="1">
                          <a:solidFill>
                            <a:srgbClr val="FF0000"/>
                          </a:solidFill>
                        </a:rPr>
                        <a:t>Manner</a:t>
                      </a:r>
                    </a:p>
                    <a:p>
                      <a:pPr algn="ctr"/>
                      <a:r>
                        <a:rPr lang="en-US" sz="2300" b="1">
                          <a:solidFill>
                            <a:srgbClr val="FF0000"/>
                          </a:solidFill>
                        </a:rPr>
                        <a:t>of Articulation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Labial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Dental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Alveolar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Postalveolar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Velar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630740"/>
                  </a:ext>
                </a:extLst>
              </a:tr>
              <a:tr h="441854">
                <a:tc rowSpan="2">
                  <a:txBody>
                    <a:bodyPr/>
                    <a:lstStyle/>
                    <a:p>
                      <a:pPr algn="ctr"/>
                      <a:endParaRPr lang="en-US"/>
                    </a:p>
                    <a:p>
                      <a:pPr algn="ctr"/>
                      <a:r>
                        <a:rPr lang="en-US"/>
                        <a:t>Fricatives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Voiceless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918263"/>
                  </a:ext>
                </a:extLst>
              </a:tr>
              <a:tr h="44185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Voiced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615886"/>
                  </a:ext>
                </a:extLst>
              </a:tr>
              <a:tr h="441854">
                <a:tc rowSpan="2">
                  <a:txBody>
                    <a:bodyPr/>
                    <a:lstStyle/>
                    <a:p>
                      <a:pPr algn="ctr"/>
                      <a:endParaRPr lang="en-US"/>
                    </a:p>
                    <a:p>
                      <a:pPr algn="ctr"/>
                      <a:r>
                        <a:rPr lang="en-US"/>
                        <a:t>Oral Stops</a:t>
                      </a:r>
                    </a:p>
                    <a:p>
                      <a:pPr algn="ctr"/>
                      <a:r>
                        <a:rPr lang="en-US"/>
                        <a:t>(Plosives)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Voiceless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252449"/>
                  </a:ext>
                </a:extLst>
              </a:tr>
              <a:tr h="441854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Voiced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764181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Nasal Stops</a:t>
                      </a: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Voiced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1684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32E738-35CF-1484-50D3-D9AC7D0F4139}"/>
              </a:ext>
            </a:extLst>
          </p:cNvPr>
          <p:cNvSpPr txBox="1"/>
          <p:nvPr/>
        </p:nvSpPr>
        <p:spPr>
          <a:xfrm>
            <a:off x="348463" y="5969655"/>
            <a:ext cx="11639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Do you see how much structure there is to your knowledge of English?????</a:t>
            </a:r>
          </a:p>
        </p:txBody>
      </p:sp>
    </p:spTree>
    <p:extLst>
      <p:ext uri="{BB962C8B-B14F-4D97-AF65-F5344CB8AC3E}">
        <p14:creationId xmlns:p14="http://schemas.microsoft.com/office/powerpoint/2010/main" val="123645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4CFB-7A67-3DDD-5063-6B3A3226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84D80-EC92-D942-68D2-6592C105B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AI is a model of several animal psychological skills:</a:t>
            </a:r>
          </a:p>
          <a:p>
            <a:pPr lvl="1"/>
            <a:r>
              <a:rPr lang="en-US"/>
              <a:t>Knowing</a:t>
            </a:r>
          </a:p>
          <a:p>
            <a:pPr lvl="1"/>
            <a:r>
              <a:rPr lang="en-US"/>
              <a:t>Recognizing</a:t>
            </a:r>
          </a:p>
          <a:p>
            <a:pPr lvl="1"/>
            <a:r>
              <a:rPr lang="en-US"/>
              <a:t>Attending</a:t>
            </a:r>
          </a:p>
          <a:p>
            <a:pPr lvl="1"/>
            <a:r>
              <a:rPr lang="en-US"/>
              <a:t>Acting</a:t>
            </a:r>
          </a:p>
          <a:p>
            <a:pPr lvl="1"/>
            <a:r>
              <a:rPr lang="en-US"/>
              <a:t>Learning</a:t>
            </a:r>
          </a:p>
          <a:p>
            <a:r>
              <a:rPr lang="en-US"/>
              <a:t>As you will learn later, and unlike what you will hear from many people: How AI models each of these things is at least slightly based on how humans do each of these things. AI is </a:t>
            </a:r>
            <a:r>
              <a:rPr lang="en-US" i="1"/>
              <a:t>NOT</a:t>
            </a:r>
            <a:r>
              <a:rPr lang="en-US"/>
              <a:t> some kind of technical innovation that came out of nowhere. 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5FEC-B747-B490-576E-C3B29685A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6492" cy="1325563"/>
          </a:xfrm>
        </p:spPr>
        <p:txBody>
          <a:bodyPr/>
          <a:lstStyle/>
          <a:p>
            <a:r>
              <a:rPr lang="en-US"/>
              <a:t>How does AI </a:t>
            </a:r>
            <a:r>
              <a:rPr lang="en-US" i="1"/>
              <a:t>know</a:t>
            </a:r>
            <a:r>
              <a:rPr lang="en-US"/>
              <a:t>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B904A-FD40-B5FC-7C65-B9EB76349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116" y="1346458"/>
            <a:ext cx="7772400" cy="551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9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0EAB-78F5-3BBE-DD62-68289B1A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D424B8-9058-1A19-C3A1-59839EBA4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8904" y="160001"/>
            <a:ext cx="8308039" cy="633287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E6554E-2804-24FD-64B6-D1469A0BA7B3}"/>
                  </a:ext>
                </a:extLst>
              </p14:cNvPr>
              <p14:cNvContentPartPr/>
              <p14:nvPr/>
            </p14:nvContentPartPr>
            <p14:xfrm>
              <a:off x="2262771" y="643210"/>
              <a:ext cx="3472200" cy="448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E6554E-2804-24FD-64B6-D1469A0BA7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2771" y="463570"/>
                <a:ext cx="3651840" cy="80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842C6C7-6E37-EB38-DD9B-9B798A78FFD4}"/>
                  </a:ext>
                </a:extLst>
              </p14:cNvPr>
              <p14:cNvContentPartPr/>
              <p14:nvPr/>
            </p14:nvContentPartPr>
            <p14:xfrm>
              <a:off x="2129931" y="1773250"/>
              <a:ext cx="1167840" cy="450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842C6C7-6E37-EB38-DD9B-9B798A78FF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40291" y="1593610"/>
                <a:ext cx="1347480" cy="40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9C3707A-47D1-067C-2308-BE019CB3F62C}"/>
                  </a:ext>
                </a:extLst>
              </p14:cNvPr>
              <p14:cNvContentPartPr/>
              <p14:nvPr/>
            </p14:nvContentPartPr>
            <p14:xfrm>
              <a:off x="2237571" y="1376530"/>
              <a:ext cx="3691440" cy="97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9C3707A-47D1-067C-2308-BE019CB3F6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47571" y="1196890"/>
                <a:ext cx="3871080" cy="45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307DF5D-CF44-DB9F-2551-363E2CD32EBE}"/>
                  </a:ext>
                </a:extLst>
              </p14:cNvPr>
              <p14:cNvContentPartPr/>
              <p14:nvPr/>
            </p14:nvContentPartPr>
            <p14:xfrm>
              <a:off x="2228211" y="1052170"/>
              <a:ext cx="3855240" cy="107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307DF5D-CF44-DB9F-2551-363E2CD32EB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38211" y="872170"/>
                <a:ext cx="403488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D2EBEE-6440-B3E1-675F-B54761BF72F7}"/>
                  </a:ext>
                </a:extLst>
              </p14:cNvPr>
              <p14:cNvContentPartPr/>
              <p14:nvPr/>
            </p14:nvContentPartPr>
            <p14:xfrm>
              <a:off x="2503971" y="542410"/>
              <a:ext cx="3512880" cy="83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D2EBEE-6440-B3E1-675F-B54761BF72F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414331" y="362770"/>
                <a:ext cx="369252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896025E-ACA7-0EFE-592F-EB33A098AD62}"/>
                  </a:ext>
                </a:extLst>
              </p14:cNvPr>
              <p14:cNvContentPartPr/>
              <p14:nvPr/>
            </p14:nvContentPartPr>
            <p14:xfrm>
              <a:off x="2383731" y="1673170"/>
              <a:ext cx="1796760" cy="9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896025E-ACA7-0EFE-592F-EB33A098AD6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94091" y="1493530"/>
                <a:ext cx="197640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5C3845B-706D-627C-4515-B249CD55778B}"/>
                  </a:ext>
                </a:extLst>
              </p14:cNvPr>
              <p14:cNvContentPartPr/>
              <p14:nvPr/>
            </p14:nvContentPartPr>
            <p14:xfrm>
              <a:off x="6180291" y="3730570"/>
              <a:ext cx="3175200" cy="1306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5C3845B-706D-627C-4515-B249CD55778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090291" y="3550570"/>
                <a:ext cx="335484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D8909A0-AC6D-8D00-B7EF-D13606366CA4}"/>
                  </a:ext>
                </a:extLst>
              </p14:cNvPr>
              <p14:cNvContentPartPr/>
              <p14:nvPr/>
            </p14:nvContentPartPr>
            <p14:xfrm>
              <a:off x="6114051" y="4049170"/>
              <a:ext cx="3765600" cy="226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D8909A0-AC6D-8D00-B7EF-D13606366CA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024411" y="3869530"/>
                <a:ext cx="3945240" cy="58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8D3EC0E-545D-4CA0-EA69-BEF11E253E34}"/>
                  </a:ext>
                </a:extLst>
              </p14:cNvPr>
              <p14:cNvContentPartPr/>
              <p14:nvPr/>
            </p14:nvContentPartPr>
            <p14:xfrm>
              <a:off x="6114051" y="4509610"/>
              <a:ext cx="3710880" cy="1324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8D3EC0E-545D-4CA0-EA69-BEF11E253E3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24051" y="4329610"/>
                <a:ext cx="389052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627FE2-576C-0387-2C38-45761013DBF8}"/>
                  </a:ext>
                </a:extLst>
              </p14:cNvPr>
              <p14:cNvContentPartPr/>
              <p14:nvPr/>
            </p14:nvContentPartPr>
            <p14:xfrm>
              <a:off x="6089931" y="4801930"/>
              <a:ext cx="3733200" cy="142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627FE2-576C-0387-2C38-45761013DBF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000291" y="4621930"/>
                <a:ext cx="3912840" cy="5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7FB8EB8-253B-67C6-4393-FB4D2744B5D1}"/>
                  </a:ext>
                </a:extLst>
              </p14:cNvPr>
              <p14:cNvContentPartPr/>
              <p14:nvPr/>
            </p14:nvContentPartPr>
            <p14:xfrm>
              <a:off x="6125571" y="5184610"/>
              <a:ext cx="3632040" cy="44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7FB8EB8-253B-67C6-4393-FB4D2744B5D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035571" y="5004970"/>
                <a:ext cx="3811680" cy="40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88AD6E6-068E-A856-8F03-36AD639E692D}"/>
                  </a:ext>
                </a:extLst>
              </p14:cNvPr>
              <p14:cNvContentPartPr/>
              <p14:nvPr/>
            </p14:nvContentPartPr>
            <p14:xfrm>
              <a:off x="6191451" y="5580970"/>
              <a:ext cx="3518640" cy="32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88AD6E6-068E-A856-8F03-36AD639E692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101451" y="5400970"/>
                <a:ext cx="36982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2D78AF0-C9EC-FC36-3BC0-88BE20DCBE90}"/>
                  </a:ext>
                </a:extLst>
              </p14:cNvPr>
              <p14:cNvContentPartPr/>
              <p14:nvPr/>
            </p14:nvContentPartPr>
            <p14:xfrm>
              <a:off x="6144651" y="5965810"/>
              <a:ext cx="3498840" cy="49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2D78AF0-C9EC-FC36-3BC0-88BE20DCBE9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54651" y="5785810"/>
                <a:ext cx="367848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B182C55-FF0A-DFCF-40CD-C428BBC3170C}"/>
                  </a:ext>
                </a:extLst>
              </p14:cNvPr>
              <p14:cNvContentPartPr/>
              <p14:nvPr/>
            </p14:nvContentPartPr>
            <p14:xfrm>
              <a:off x="6377211" y="6340210"/>
              <a:ext cx="3359520" cy="651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B182C55-FF0A-DFCF-40CD-C428BBC3170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287211" y="6160210"/>
                <a:ext cx="3539160" cy="42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A623536-E098-9844-89FE-17CB666AB5BD}"/>
                  </a:ext>
                </a:extLst>
              </p14:cNvPr>
              <p14:cNvContentPartPr/>
              <p14:nvPr/>
            </p14:nvContentPartPr>
            <p14:xfrm>
              <a:off x="6277131" y="3872050"/>
              <a:ext cx="2713320" cy="1468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A623536-E098-9844-89FE-17CB666AB5B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187131" y="3692050"/>
                <a:ext cx="289296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63094C-6B4E-EC91-5406-0C8393C275E3}"/>
                  </a:ext>
                </a:extLst>
              </p14:cNvPr>
              <p14:cNvContentPartPr/>
              <p14:nvPr/>
            </p14:nvContentPartPr>
            <p14:xfrm>
              <a:off x="6168411" y="5289010"/>
              <a:ext cx="2836440" cy="75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63094C-6B4E-EC91-5406-0C8393C275E3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078411" y="5109010"/>
                <a:ext cx="301608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3B6D715-1722-1855-0DAD-AC6694D04A6D}"/>
                  </a:ext>
                </a:extLst>
              </p14:cNvPr>
              <p14:cNvContentPartPr/>
              <p14:nvPr/>
            </p14:nvContentPartPr>
            <p14:xfrm>
              <a:off x="8362251" y="5714530"/>
              <a:ext cx="8859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3B6D715-1722-1855-0DAD-AC6694D04A6D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72251" y="5534530"/>
                <a:ext cx="10656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9F918BF-24E0-0FA4-67A8-18A2C8FB0C79}"/>
                  </a:ext>
                </a:extLst>
              </p14:cNvPr>
              <p14:cNvContentPartPr/>
              <p14:nvPr/>
            </p14:nvContentPartPr>
            <p14:xfrm>
              <a:off x="6989211" y="3564970"/>
              <a:ext cx="2171520" cy="107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9F918BF-24E0-0FA4-67A8-18A2C8FB0C79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99211" y="3384970"/>
                <a:ext cx="2351160" cy="46692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2902C663-E25B-57FE-966C-0620875453C7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089342" y="4427660"/>
            <a:ext cx="2102658" cy="194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6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3EE7-46D8-0540-6E6E-48E9C072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40E2B1-EC7E-85FB-C871-9F42169AE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984" y="-76119"/>
            <a:ext cx="4530895" cy="6789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D6F62-8C6B-3E3C-B0AC-92C5BF3C6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83"/>
          <a:stretch>
            <a:fillRect/>
          </a:stretch>
        </p:blipFill>
        <p:spPr>
          <a:xfrm>
            <a:off x="5369095" y="0"/>
            <a:ext cx="4234663" cy="443251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72BD7D-BE24-17AC-8A63-AA8E2BC94ADC}"/>
              </a:ext>
            </a:extLst>
          </p:cNvPr>
          <p:cNvSpPr txBox="1">
            <a:spLocks/>
          </p:cNvSpPr>
          <p:nvPr/>
        </p:nvSpPr>
        <p:spPr>
          <a:xfrm>
            <a:off x="5580681" y="4677313"/>
            <a:ext cx="6167034" cy="203610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/>
              <a:t>How</a:t>
            </a:r>
            <a:r>
              <a:rPr lang="en-US"/>
              <a:t> does AI </a:t>
            </a:r>
            <a:r>
              <a:rPr lang="en-US" i="1"/>
              <a:t>know</a:t>
            </a:r>
            <a:r>
              <a:rPr lang="en-US"/>
              <a:t>?</a:t>
            </a:r>
          </a:p>
          <a:p>
            <a:r>
              <a:rPr lang="en-US"/>
              <a:t>By demonstrating the ability to </a:t>
            </a:r>
            <a:r>
              <a:rPr lang="en-US" i="1"/>
              <a:t>complete</a:t>
            </a:r>
            <a:r>
              <a:rPr lang="en-US"/>
              <a:t> or </a:t>
            </a:r>
            <a:r>
              <a:rPr lang="en-US" i="1"/>
              <a:t>cloze</a:t>
            </a:r>
            <a:r>
              <a:rPr lang="en-US"/>
              <a:t> sequences</a:t>
            </a:r>
          </a:p>
          <a:p>
            <a:r>
              <a:rPr lang="en-US"/>
              <a:t>I can test your </a:t>
            </a:r>
            <a:r>
              <a:rPr lang="en-US">
                <a:highlight>
                  <a:srgbClr val="FFFF00"/>
                </a:highlight>
              </a:rPr>
              <a:t>knowledge</a:t>
            </a:r>
            <a:r>
              <a:rPr lang="en-US"/>
              <a:t> of a skill by asking you to complete some sequence</a:t>
            </a:r>
          </a:p>
          <a:p>
            <a:r>
              <a:rPr lang="en-US"/>
              <a:t>AI: That is ALL what knowledge is: Completion!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21571D1-4BC9-9401-4485-C5390F0921CF}"/>
                  </a:ext>
                </a:extLst>
              </p14:cNvPr>
              <p14:cNvContentPartPr/>
              <p14:nvPr/>
            </p14:nvContentPartPr>
            <p14:xfrm>
              <a:off x="878211" y="205450"/>
              <a:ext cx="113760" cy="65224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21571D1-4BC9-9401-4485-C5390F0921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8571" y="25450"/>
                <a:ext cx="293400" cy="68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395695-8337-9EE3-4CF6-533FB64B8F69}"/>
                  </a:ext>
                </a:extLst>
              </p14:cNvPr>
              <p14:cNvContentPartPr/>
              <p14:nvPr/>
            </p14:nvContentPartPr>
            <p14:xfrm>
              <a:off x="5376051" y="179890"/>
              <a:ext cx="50040" cy="4191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395695-8337-9EE3-4CF6-533FB64B8F6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86411" y="-110"/>
                <a:ext cx="229680" cy="45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780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346C5-6B54-07B9-77C2-ED4000C54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B3D96-1464-4F5E-D41B-2B33B05FE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82153" cy="4351338"/>
          </a:xfrm>
        </p:spPr>
        <p:txBody>
          <a:bodyPr>
            <a:normAutofit fontScale="77500" lnSpcReduction="20000"/>
          </a:bodyPr>
          <a:lstStyle/>
          <a:p>
            <a:r>
              <a:rPr lang="en-US"/>
              <a:t>How does it work?</a:t>
            </a:r>
          </a:p>
          <a:p>
            <a:r>
              <a:rPr lang="en-US"/>
              <a:t>You give it a bunch of words</a:t>
            </a:r>
          </a:p>
          <a:p>
            <a:r>
              <a:rPr lang="en-US"/>
              <a:t>What are words to a computer? A bunch of random numbers </a:t>
            </a:r>
            <a:r>
              <a:rPr lang="en-US">
                <a:sym typeface="Wingdings" pitchFamily="2" charset="2"/>
              </a:rPr>
              <a:t></a:t>
            </a:r>
          </a:p>
          <a:p>
            <a:r>
              <a:rPr lang="en-US">
                <a:sym typeface="Wingdings" pitchFamily="2" charset="2"/>
              </a:rPr>
              <a:t>Just make sure you don’t use the same numbers for each word.</a:t>
            </a:r>
          </a:p>
          <a:p>
            <a:r>
              <a:rPr lang="en-US">
                <a:sym typeface="Wingdings" pitchFamily="2" charset="2"/>
              </a:rPr>
              <a:t>A bunch of number is called a </a:t>
            </a:r>
            <a:r>
              <a:rPr lang="en-US" i="1">
                <a:sym typeface="Wingdings" pitchFamily="2" charset="2"/>
              </a:rPr>
              <a:t>vector</a:t>
            </a:r>
            <a:r>
              <a:rPr lang="en-US">
                <a:sym typeface="Wingdings" pitchFamily="2" charset="2"/>
              </a:rPr>
              <a:t>. The vector could have 1024 numbers.</a:t>
            </a:r>
          </a:p>
          <a:p>
            <a:r>
              <a:rPr lang="en-US">
                <a:sym typeface="Wingdings" pitchFamily="2" charset="2"/>
              </a:rPr>
              <a:t>So if the words are “chickens cackle  and ducks ___”</a:t>
            </a:r>
          </a:p>
          <a:p>
            <a:r>
              <a:rPr lang="en-US">
                <a:sym typeface="Wingdings" pitchFamily="2" charset="2"/>
              </a:rPr>
              <a:t>And the system, if it </a:t>
            </a:r>
            <a:r>
              <a:rPr lang="en-US" i="1">
                <a:sym typeface="Wingdings" pitchFamily="2" charset="2"/>
              </a:rPr>
              <a:t>knows</a:t>
            </a:r>
            <a:r>
              <a:rPr lang="en-US">
                <a:sym typeface="Wingdings" pitchFamily="2" charset="2"/>
              </a:rPr>
              <a:t> </a:t>
            </a:r>
            <a:r>
              <a:rPr lang="en-US" i="1">
                <a:sym typeface="Wingdings" pitchFamily="2" charset="2"/>
              </a:rPr>
              <a:t>English</a:t>
            </a:r>
            <a:r>
              <a:rPr lang="en-US">
                <a:sym typeface="Wingdings" pitchFamily="2" charset="2"/>
              </a:rPr>
              <a:t> will spit out a vector of 10000 numbers, each the probability that each word of English could be the next word.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4D3C01-B4E6-B1A8-49E1-F6973BA8F775}"/>
              </a:ext>
            </a:extLst>
          </p:cNvPr>
          <p:cNvSpPr/>
          <p:nvPr/>
        </p:nvSpPr>
        <p:spPr>
          <a:xfrm>
            <a:off x="7299702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E5FBDA-FD10-A323-A755-ABECC20BA7BB}"/>
              </a:ext>
            </a:extLst>
          </p:cNvPr>
          <p:cNvSpPr/>
          <p:nvPr/>
        </p:nvSpPr>
        <p:spPr>
          <a:xfrm>
            <a:off x="8334213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DDA24F-EC3C-94F5-ED39-42D657336093}"/>
              </a:ext>
            </a:extLst>
          </p:cNvPr>
          <p:cNvSpPr/>
          <p:nvPr/>
        </p:nvSpPr>
        <p:spPr>
          <a:xfrm>
            <a:off x="9284778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11A7A9-3AFE-CD7F-9FEC-FED78A458162}"/>
              </a:ext>
            </a:extLst>
          </p:cNvPr>
          <p:cNvSpPr/>
          <p:nvPr/>
        </p:nvSpPr>
        <p:spPr>
          <a:xfrm>
            <a:off x="10319289" y="73526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81A569-A96C-711B-633A-D2D9F40C540D}"/>
              </a:ext>
            </a:extLst>
          </p:cNvPr>
          <p:cNvSpPr txBox="1"/>
          <p:nvPr/>
        </p:nvSpPr>
        <p:spPr>
          <a:xfrm>
            <a:off x="6896746" y="3037668"/>
            <a:ext cx="107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chickens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6BAECD-F974-F2DD-AAAE-E8E063C46FEB}"/>
              </a:ext>
            </a:extLst>
          </p:cNvPr>
          <p:cNvSpPr txBox="1"/>
          <p:nvPr/>
        </p:nvSpPr>
        <p:spPr>
          <a:xfrm>
            <a:off x="7973579" y="3037668"/>
            <a:ext cx="843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cackle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4B7F8-18B4-A2B6-8C41-7F01F67DD018}"/>
              </a:ext>
            </a:extLst>
          </p:cNvPr>
          <p:cNvSpPr txBox="1"/>
          <p:nvPr/>
        </p:nvSpPr>
        <p:spPr>
          <a:xfrm>
            <a:off x="9103228" y="30376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A5E4AF-9E13-3CF3-5853-0905466FA6BD}"/>
              </a:ext>
            </a:extLst>
          </p:cNvPr>
          <p:cNvSpPr txBox="1"/>
          <p:nvPr/>
        </p:nvSpPr>
        <p:spPr>
          <a:xfrm>
            <a:off x="9780872" y="3037668"/>
            <a:ext cx="78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83DB8C-6978-17AE-C8A6-9A3F669B6B79}"/>
              </a:ext>
            </a:extLst>
          </p:cNvPr>
          <p:cNvSpPr/>
          <p:nvPr/>
        </p:nvSpPr>
        <p:spPr>
          <a:xfrm>
            <a:off x="6757261" y="5300420"/>
            <a:ext cx="5222929" cy="201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F813963-FB37-7440-618D-60E70A7B9B68}"/>
                  </a:ext>
                </a:extLst>
              </p14:cNvPr>
              <p14:cNvContentPartPr/>
              <p14:nvPr/>
            </p14:nvContentPartPr>
            <p14:xfrm>
              <a:off x="6819291" y="3841450"/>
              <a:ext cx="5173920" cy="1338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F813963-FB37-7440-618D-60E70A7B9B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1651" y="3823450"/>
                <a:ext cx="5209560" cy="1374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B76FBC-5015-1E44-E0EB-415250145463}"/>
              </a:ext>
            </a:extLst>
          </p:cNvPr>
          <p:cNvSpPr txBox="1"/>
          <p:nvPr/>
        </p:nvSpPr>
        <p:spPr>
          <a:xfrm>
            <a:off x="6648773" y="5889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EBBC43-BA21-CFC7-DD65-3EC1B359B80C}"/>
              </a:ext>
            </a:extLst>
          </p:cNvPr>
          <p:cNvSpPr txBox="1"/>
          <p:nvPr/>
        </p:nvSpPr>
        <p:spPr>
          <a:xfrm>
            <a:off x="8083278" y="5929415"/>
            <a:ext cx="50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F828F3-7A86-C953-9BB6-CA4DB96606E0}"/>
              </a:ext>
            </a:extLst>
          </p:cNvPr>
          <p:cNvSpPr txBox="1"/>
          <p:nvPr/>
        </p:nvSpPr>
        <p:spPr>
          <a:xfrm>
            <a:off x="9667806" y="58893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quack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44B297-520C-B04F-D6C8-43B2062B9ED8}"/>
              </a:ext>
            </a:extLst>
          </p:cNvPr>
          <p:cNvSpPr txBox="1"/>
          <p:nvPr/>
        </p:nvSpPr>
        <p:spPr>
          <a:xfrm>
            <a:off x="11684504" y="5889356"/>
            <a:ext cx="61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Zulu</a:t>
            </a:r>
          </a:p>
        </p:txBody>
      </p:sp>
    </p:spTree>
    <p:extLst>
      <p:ext uri="{BB962C8B-B14F-4D97-AF65-F5344CB8AC3E}">
        <p14:creationId xmlns:p14="http://schemas.microsoft.com/office/powerpoint/2010/main" val="426238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 animBg="1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56739-451A-465D-0A08-7ABB7AB8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17" y="112604"/>
            <a:ext cx="10515600" cy="1325563"/>
          </a:xfrm>
        </p:spPr>
        <p:txBody>
          <a:bodyPr/>
          <a:lstStyle/>
          <a:p>
            <a:r>
              <a:rPr lang="en-US"/>
              <a:t>GPT: But how does it transform the input vectors to the pdf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7A1D5-52F2-8D1D-DEE3-180D2E4B3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836402" cy="4919771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Well…</a:t>
            </a:r>
          </a:p>
          <a:p>
            <a:r>
              <a:rPr lang="en-US"/>
              <a:t>Through recognizing by computing</a:t>
            </a:r>
          </a:p>
          <a:p>
            <a:r>
              <a:rPr lang="en-US"/>
              <a:t>What is this</a:t>
            </a:r>
            <a:r>
              <a:rPr lang="en-US" i="1"/>
              <a:t> computing</a:t>
            </a:r>
            <a:r>
              <a:rPr lang="en-US"/>
              <a:t>?</a:t>
            </a:r>
          </a:p>
          <a:p>
            <a:r>
              <a:rPr lang="en-US"/>
              <a:t>Mostly: +, - , × , ÷</a:t>
            </a:r>
          </a:p>
          <a:p>
            <a:r>
              <a:rPr lang="en-US"/>
              <a:t>Yes, Grade School Arithmetic! Sorry!</a:t>
            </a:r>
          </a:p>
          <a:p>
            <a:r>
              <a:rPr lang="en-US"/>
              <a:t>The knowledge by which the system transforms the x’s into the pdf is </a:t>
            </a:r>
            <a:r>
              <a:rPr lang="en-US">
                <a:highlight>
                  <a:srgbClr val="FFFF00"/>
                </a:highlight>
              </a:rPr>
              <a:t>in </a:t>
            </a:r>
            <a:r>
              <a:rPr lang="en-US"/>
              <a:t>a bunch of numbers called </a:t>
            </a:r>
            <a:r>
              <a:rPr lang="en-US">
                <a:highlight>
                  <a:srgbClr val="FFFF00"/>
                </a:highlight>
              </a:rPr>
              <a:t>w’s</a:t>
            </a:r>
            <a:r>
              <a:rPr lang="en-US"/>
              <a:t> , or </a:t>
            </a:r>
            <a:r>
              <a:rPr lang="en-US" i="1"/>
              <a:t>weights</a:t>
            </a:r>
          </a:p>
          <a:p>
            <a:r>
              <a:rPr lang="en-US"/>
              <a:t>Today’s AI systems have about a couple of trillions of these weights</a:t>
            </a:r>
          </a:p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63B0FB-6F6C-616F-7F43-8731827ABCD5}"/>
              </a:ext>
            </a:extLst>
          </p:cNvPr>
          <p:cNvSpPr/>
          <p:nvPr/>
        </p:nvSpPr>
        <p:spPr>
          <a:xfrm>
            <a:off x="7299702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E84A5B-6F76-A41C-E43A-21F033522279}"/>
              </a:ext>
            </a:extLst>
          </p:cNvPr>
          <p:cNvSpPr/>
          <p:nvPr/>
        </p:nvSpPr>
        <p:spPr>
          <a:xfrm>
            <a:off x="8334213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6DAA8-7AE0-ABA1-9EDC-EB3CB4A2CD07}"/>
              </a:ext>
            </a:extLst>
          </p:cNvPr>
          <p:cNvSpPr/>
          <p:nvPr/>
        </p:nvSpPr>
        <p:spPr>
          <a:xfrm>
            <a:off x="9284778" y="74391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59FAB3-22FA-F64E-E9A4-FA5595F04A3D}"/>
              </a:ext>
            </a:extLst>
          </p:cNvPr>
          <p:cNvSpPr/>
          <p:nvPr/>
        </p:nvSpPr>
        <p:spPr>
          <a:xfrm>
            <a:off x="10319289" y="735269"/>
            <a:ext cx="201478" cy="2045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D9479-F636-E236-BD89-535C4A754346}"/>
              </a:ext>
            </a:extLst>
          </p:cNvPr>
          <p:cNvSpPr txBox="1"/>
          <p:nvPr/>
        </p:nvSpPr>
        <p:spPr>
          <a:xfrm>
            <a:off x="6896746" y="3037668"/>
            <a:ext cx="1076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chickens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83BF5-BF44-2E13-420B-1984111F5CC5}"/>
              </a:ext>
            </a:extLst>
          </p:cNvPr>
          <p:cNvSpPr txBox="1"/>
          <p:nvPr/>
        </p:nvSpPr>
        <p:spPr>
          <a:xfrm>
            <a:off x="7973579" y="3037668"/>
            <a:ext cx="843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cackle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2A03B0-B309-3666-C575-2AA032B3C67E}"/>
              </a:ext>
            </a:extLst>
          </p:cNvPr>
          <p:cNvSpPr txBox="1"/>
          <p:nvPr/>
        </p:nvSpPr>
        <p:spPr>
          <a:xfrm>
            <a:off x="9103228" y="3037668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B93188-17BD-8EB7-B46B-F1B1B01F84FC}"/>
              </a:ext>
            </a:extLst>
          </p:cNvPr>
          <p:cNvSpPr txBox="1"/>
          <p:nvPr/>
        </p:nvSpPr>
        <p:spPr>
          <a:xfrm>
            <a:off x="9780872" y="3037668"/>
            <a:ext cx="78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ducks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7374B4-3B5D-1F8D-77D6-B96198208B94}"/>
              </a:ext>
            </a:extLst>
          </p:cNvPr>
          <p:cNvSpPr/>
          <p:nvPr/>
        </p:nvSpPr>
        <p:spPr>
          <a:xfrm>
            <a:off x="6757261" y="5300420"/>
            <a:ext cx="5222929" cy="2014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A941550-18D3-72DB-E9FC-4CE903E1BEA5}"/>
                  </a:ext>
                </a:extLst>
              </p14:cNvPr>
              <p14:cNvContentPartPr/>
              <p14:nvPr/>
            </p14:nvContentPartPr>
            <p14:xfrm>
              <a:off x="6819291" y="3841450"/>
              <a:ext cx="5173920" cy="13384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A941550-18D3-72DB-E9FC-4CE903E1BE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01651" y="3823450"/>
                <a:ext cx="5209560" cy="1374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0BCC470-85D3-4F0D-A093-279BFB700119}"/>
              </a:ext>
            </a:extLst>
          </p:cNvPr>
          <p:cNvSpPr txBox="1"/>
          <p:nvPr/>
        </p:nvSpPr>
        <p:spPr>
          <a:xfrm>
            <a:off x="6648773" y="5889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BED811-859F-B26A-D7F7-732EA9CA1DED}"/>
              </a:ext>
            </a:extLst>
          </p:cNvPr>
          <p:cNvSpPr txBox="1"/>
          <p:nvPr/>
        </p:nvSpPr>
        <p:spPr>
          <a:xfrm>
            <a:off x="8083278" y="5929415"/>
            <a:ext cx="501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051765-5872-AA9D-4FEC-74A1C2F9A6EC}"/>
              </a:ext>
            </a:extLst>
          </p:cNvPr>
          <p:cNvSpPr txBox="1"/>
          <p:nvPr/>
        </p:nvSpPr>
        <p:spPr>
          <a:xfrm>
            <a:off x="9667806" y="58893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quack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0075C-3113-3E3C-77C4-9BC73F47DB3E}"/>
              </a:ext>
            </a:extLst>
          </p:cNvPr>
          <p:cNvSpPr txBox="1"/>
          <p:nvPr/>
        </p:nvSpPr>
        <p:spPr>
          <a:xfrm>
            <a:off x="11684504" y="5889356"/>
            <a:ext cx="617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Zulu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B11A4F-D33D-329B-C5F9-ED13983A9347}"/>
              </a:ext>
            </a:extLst>
          </p:cNvPr>
          <p:cNvSpPr txBox="1"/>
          <p:nvPr/>
        </p:nvSpPr>
        <p:spPr>
          <a:xfrm>
            <a:off x="6292312" y="1438167"/>
            <a:ext cx="706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x’s</a:t>
            </a:r>
          </a:p>
        </p:txBody>
      </p:sp>
    </p:spTree>
    <p:extLst>
      <p:ext uri="{BB962C8B-B14F-4D97-AF65-F5344CB8AC3E}">
        <p14:creationId xmlns:p14="http://schemas.microsoft.com/office/powerpoint/2010/main" val="116747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/>
      <p:bldP spid="9" grpId="0"/>
      <p:bldP spid="10" grpId="0"/>
      <p:bldP spid="11" grpId="0"/>
      <p:bldP spid="12" grpId="0" animBg="1"/>
      <p:bldP spid="14" grpId="0"/>
      <p:bldP spid="15" grpId="0"/>
      <p:bldP spid="16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53F89-B50B-AE87-1D20-1A35F31D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Before you scream that these are two many to resemble human knowledge?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158DC-3B23-DA2D-DFAD-BFC5101EC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How do you know that chickens cackle, but that ducks quack?</a:t>
            </a:r>
          </a:p>
          <a:p>
            <a:r>
              <a:rPr lang="en-US"/>
              <a:t>This kind of knowledge is in the synapses between the neurons of your brain?</a:t>
            </a:r>
          </a:p>
          <a:p>
            <a:r>
              <a:rPr lang="en-US"/>
              <a:t>How many synapses do you have?</a:t>
            </a:r>
          </a:p>
          <a:p>
            <a:r>
              <a:rPr lang="en-US"/>
              <a:t>In or around 150 Trillion!</a:t>
            </a:r>
          </a:p>
        </p:txBody>
      </p:sp>
    </p:spTree>
    <p:extLst>
      <p:ext uri="{BB962C8B-B14F-4D97-AF65-F5344CB8AC3E}">
        <p14:creationId xmlns:p14="http://schemas.microsoft.com/office/powerpoint/2010/main" val="381184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BC5A-B17A-C9EF-7176-EE291F2FE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Still you may think: What????? Knowledge is Completion????? Come On!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0ABC28-B13A-E6E0-3F3E-14994241D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This is so nonsensical that Yann LeCun just raised a billion dollars out of this not making any sense.</a:t>
            </a:r>
          </a:p>
          <a:p>
            <a:r>
              <a:rPr lang="en-US"/>
              <a:t>But why don’t you be the judge?</a:t>
            </a:r>
          </a:p>
          <a:p>
            <a:r>
              <a:rPr lang="en-US"/>
              <a:t>If you are interacting with an AI system, do you think you are interacting with a system whose notion of knowledge is totally different from your own?</a:t>
            </a:r>
          </a:p>
          <a:p>
            <a:r>
              <a:rPr lang="en-US"/>
              <a:t>Personally, for me, the answer is that whatever its notion of knowledge is, its not totally different from mine.</a:t>
            </a:r>
          </a:p>
          <a:p>
            <a:r>
              <a:rPr lang="en-US"/>
              <a:t>Another term for Completion is Prediction. And that word sits better with people. We do predict, expect…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830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2FE93-2BCB-592F-D8BD-E397C936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Now we will go to </a:t>
            </a:r>
            <a:br>
              <a:rPr lang="en-US"/>
            </a:br>
            <a:r>
              <a:rPr lang="en-US"/>
              <a:t>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E68C3-BE78-4CA6-94DF-E32B38F5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3950" cy="4351338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One of the most central issues of AI is how it learns</a:t>
            </a:r>
          </a:p>
          <a:p>
            <a:r>
              <a:rPr lang="en-US"/>
              <a:t>It learns by making mistakes</a:t>
            </a:r>
          </a:p>
          <a:p>
            <a:r>
              <a:rPr lang="en-US"/>
              <a:t>We may not be that different…</a:t>
            </a:r>
          </a:p>
          <a:p>
            <a:r>
              <a:rPr lang="en-US"/>
              <a:t>This is from a reddit motivational page</a:t>
            </a:r>
          </a:p>
          <a:p>
            <a:r>
              <a:rPr lang="en-US"/>
              <a:t>We will now look at Stochastic Gradient Descent, the main algorithm of learning in AI!</a:t>
            </a:r>
          </a:p>
          <a:p>
            <a:r>
              <a:rPr lang="en-US"/>
              <a:t>Sounds intimidating, but you can handle it, just stay focused</a:t>
            </a:r>
          </a:p>
          <a:p>
            <a:r>
              <a:rPr lang="en-US"/>
              <a:t>We will learn with a very very easy example: Averaging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AA12E-94B4-B3C6-4917-D3C675315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2" y="336550"/>
            <a:ext cx="5145868" cy="5126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E7A3AD-3F49-FDF0-A03F-D8742D229C11}"/>
              </a:ext>
            </a:extLst>
          </p:cNvPr>
          <p:cNvSpPr txBox="1"/>
          <p:nvPr/>
        </p:nvSpPr>
        <p:spPr>
          <a:xfrm>
            <a:off x="5942405" y="5530632"/>
            <a:ext cx="6100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https://www.reddit.com/r/GetMotivated/comments/1072qzr/image_we_cant_avoid_making_mistakes_but_we_can/</a:t>
            </a:r>
          </a:p>
        </p:txBody>
      </p:sp>
    </p:spTree>
    <p:extLst>
      <p:ext uri="{BB962C8B-B14F-4D97-AF65-F5344CB8AC3E}">
        <p14:creationId xmlns:p14="http://schemas.microsoft.com/office/powerpoint/2010/main" val="171043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F042-0174-20D3-619C-FE211974C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the big deal? Averaging is so easy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75558-F89A-850C-71B0-D89CF48212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What’s the average of 10,12 and 14?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10+12+14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endParaRPr lang="en-US"/>
              </a:p>
              <a:p>
                <a:r>
                  <a:rPr lang="en-US"/>
                  <a:t>But this won’t work with more complex things like speech, language, biological molecules, scenes, etc., the things AI does…</a:t>
                </a:r>
              </a:p>
              <a:p>
                <a:r>
                  <a:rPr lang="en-US"/>
                  <a:t>The averaging method we develop will work like this:</a:t>
                </a:r>
              </a:p>
              <a:p>
                <a:pPr lvl="1"/>
                <a:r>
                  <a:rPr lang="en-US"/>
                  <a:t>We have a list of numbers</a:t>
                </a:r>
              </a:p>
              <a:p>
                <a:pPr lvl="1"/>
                <a:r>
                  <a:rPr lang="en-US"/>
                  <a:t>We make some wild guess x about their average </a:t>
                </a:r>
              </a:p>
              <a:p>
                <a:pPr lvl="1"/>
                <a:r>
                  <a:rPr lang="en-US"/>
                  <a:t>We seek to improve x by exposure to the data. How?</a:t>
                </a:r>
              </a:p>
              <a:p>
                <a:pPr lvl="2"/>
                <a:r>
                  <a:rPr lang="en-US"/>
                  <a:t>We take one of the numbers in the list and examine it with respect to the current x</a:t>
                </a:r>
              </a:p>
              <a:p>
                <a:pPr lvl="2"/>
                <a:r>
                  <a:rPr lang="en-US"/>
                  <a:t>We now improve x by making it a bit closer to the number from the data we observed. This is observation-based error learning</a:t>
                </a:r>
              </a:p>
              <a:p>
                <a:pPr lvl="2"/>
                <a:r>
                  <a:rPr lang="en-US"/>
                  <a:t>Repeat with another number! </a:t>
                </a:r>
              </a:p>
              <a:p>
                <a:pPr lvl="2"/>
                <a:endParaRPr lang="en-US"/>
              </a:p>
              <a:p>
                <a:pPr lvl="1"/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975558-F89A-850C-71B0-D89CF48212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86" t="-271" r="-9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563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FA313-ECFD-B84A-2905-2C786ECFA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273D-E359-6CAB-C8D0-0093A4316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2972" cy="315912"/>
          </a:xfrm>
        </p:spPr>
        <p:txBody>
          <a:bodyPr>
            <a:noAutofit/>
          </a:bodyPr>
          <a:lstStyle/>
          <a:p>
            <a:r>
              <a:rPr lang="en-US" sz="3200" dirty="0"/>
              <a:t>Stochastic Gradient Descent (SGD)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3C176-5EB1-8B4A-7AED-78E43BFF6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7418"/>
            <a:ext cx="10591800" cy="58327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What’s the average, </a:t>
            </a:r>
            <a:r>
              <a:rPr lang="en-US" i="1" dirty="0">
                <a:solidFill>
                  <a:srgbClr val="00B050"/>
                </a:solidFill>
                <a:highlight>
                  <a:srgbClr val="FFFF00"/>
                </a:highlight>
              </a:rPr>
              <a:t>the essence</a:t>
            </a:r>
            <a:r>
              <a:rPr lang="en-US" dirty="0"/>
              <a:t>, of: [78,67,98,85,76,68,98,72]?</a:t>
            </a:r>
          </a:p>
          <a:p>
            <a:pPr lvl="1"/>
            <a:r>
              <a:rPr lang="en-US" dirty="0"/>
              <a:t>1) Pick any random number x as the estimate of average, and we will improve it by observation. We are at time 0 in the algorithm. Let’s say the random number we pick is 130: </a:t>
            </a:r>
            <a:r>
              <a:rPr lang="en-US" dirty="0">
                <a:highlight>
                  <a:srgbClr val="00FF00"/>
                </a:highlight>
              </a:rPr>
              <a:t>x[0] = 130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2) Randomly pick a number d from the data, so we can see how far the data is from the estimate, </a:t>
            </a:r>
            <a:r>
              <a:rPr lang="en-US" i="1" dirty="0"/>
              <a:t>as the average should be close to the data</a:t>
            </a:r>
            <a:r>
              <a:rPr lang="en-US" dirty="0"/>
              <a:t>. Let’s say we pick </a:t>
            </a:r>
            <a:r>
              <a:rPr lang="en-US" dirty="0">
                <a:highlight>
                  <a:srgbClr val="00FF00"/>
                </a:highlight>
              </a:rPr>
              <a:t>d[0] = 98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3) x[0] = 130 and d[0] = 98. The mistake we’ve made is </a:t>
            </a:r>
            <a:r>
              <a:rPr lang="en-US" dirty="0">
                <a:highlight>
                  <a:srgbClr val="00FF00"/>
                </a:highlight>
              </a:rPr>
              <a:t>Loss = 130 – 98 = 32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4) Now let’s improve the estimate by reducing the discrepancy mistake = Loss by subtracting a bit of the Loss, let’s say 10% from the current estimate.</a:t>
            </a:r>
          </a:p>
          <a:p>
            <a:pPr lvl="2"/>
            <a:r>
              <a:rPr lang="en-US" dirty="0">
                <a:highlight>
                  <a:srgbClr val="00FF00"/>
                </a:highlight>
              </a:rPr>
              <a:t>x[1] = x[0] -  10% of 32</a:t>
            </a:r>
          </a:p>
          <a:p>
            <a:pPr lvl="2"/>
            <a:r>
              <a:rPr lang="en-US" dirty="0">
                <a:highlight>
                  <a:srgbClr val="00FF00"/>
                </a:highlight>
              </a:rPr>
              <a:t>x[1] = 130 – 3.2 = 126.8 </a:t>
            </a:r>
          </a:p>
          <a:p>
            <a:pPr lvl="1"/>
            <a:r>
              <a:rPr lang="en-US" dirty="0"/>
              <a:t>5) Repeat: Now pick another number d from the data to improve x from x[1] to x[2].</a:t>
            </a:r>
          </a:p>
          <a:p>
            <a:r>
              <a:rPr lang="en-US" dirty="0"/>
              <a:t>What have we done? 1) Made an intial estimate/guess, 2) Used data to improve the estimate. </a:t>
            </a:r>
          </a:p>
          <a:p>
            <a:r>
              <a:rPr lang="en-US" dirty="0"/>
              <a:t>Stochastic (Random) Gradient (Loss-related) Descent (reduce)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43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94B85-79D4-E806-7765-BF457CCB0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6368A9-56FB-9F45-E14D-7EAD66809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9589" y="0"/>
            <a:ext cx="10353583" cy="6858000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8A6DCC7-38F0-EAAE-E29F-5EB972F06CE3}"/>
                  </a:ext>
                </a:extLst>
              </p14:cNvPr>
              <p14:cNvContentPartPr/>
              <p14:nvPr/>
            </p14:nvContentPartPr>
            <p14:xfrm>
              <a:off x="6260026" y="1510178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A80DD65-9E29-1423-502D-2142EC80B7E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51386" y="1501538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BC626A0-A897-62F1-C88D-ED6505282587}"/>
              </a:ext>
            </a:extLst>
          </p:cNvPr>
          <p:cNvSpPr txBox="1"/>
          <p:nvPr/>
        </p:nvSpPr>
        <p:spPr>
          <a:xfrm>
            <a:off x="3614310" y="1892557"/>
            <a:ext cx="17704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IC = 130</a:t>
            </a:r>
          </a:p>
          <a:p>
            <a:r>
              <a:rPr lang="en-US" sz="2000">
                <a:solidFill>
                  <a:srgbClr val="00B050"/>
                </a:solidFill>
              </a:rPr>
              <a:t>IC = 80</a:t>
            </a:r>
          </a:p>
          <a:p>
            <a:r>
              <a:rPr lang="en-US" sz="2000">
                <a:solidFill>
                  <a:srgbClr val="0070C0"/>
                </a:solidFill>
              </a:rPr>
              <a:t>IC = 10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432078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17F0-F5A4-5181-7AAF-E3A6D534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66729" cy="1325563"/>
          </a:xfrm>
        </p:spPr>
        <p:txBody>
          <a:bodyPr/>
          <a:lstStyle/>
          <a:p>
            <a:r>
              <a:rPr lang="en-US"/>
              <a:t>Fundamental Learning Tradeoff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46ED6-38A6-4F9D-30D7-1C7FFBE0F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6729" cy="4351338"/>
          </a:xfrm>
        </p:spPr>
        <p:txBody>
          <a:bodyPr/>
          <a:lstStyle/>
          <a:p>
            <a:r>
              <a:rPr lang="en-US"/>
              <a:t>𝛾 ↑ Speed ↑ Accuracy ↓</a:t>
            </a:r>
          </a:p>
          <a:p>
            <a:r>
              <a:rPr lang="en-US"/>
              <a:t>𝛾 ↓ Speed ↓ Accuracy ↑</a:t>
            </a:r>
          </a:p>
          <a:p>
            <a:r>
              <a:rPr lang="en-US"/>
              <a:t>☹️</a:t>
            </a:r>
          </a:p>
          <a:p>
            <a:r>
              <a:rPr lang="en-US"/>
              <a:t>Thousands of people for generations make their living by finding better way to </a:t>
            </a:r>
            <a:r>
              <a:rPr lang="en-US" i="1"/>
              <a:t>optimize</a:t>
            </a:r>
            <a:r>
              <a:rPr lang="en-US"/>
              <a:t> so that </a:t>
            </a:r>
          </a:p>
          <a:p>
            <a:pPr lvl="1"/>
            <a:r>
              <a:rPr lang="en-US"/>
              <a:t>Speed ↑ </a:t>
            </a:r>
          </a:p>
          <a:p>
            <a:pPr lvl="1"/>
            <a:r>
              <a:rPr lang="en-US"/>
              <a:t>Accuracy ↑</a:t>
            </a:r>
          </a:p>
          <a:p>
            <a:endParaRPr lang="en-US"/>
          </a:p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444FFC6-51BC-58DB-B005-C897B3B0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929" y="1027906"/>
            <a:ext cx="6569255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1357</TotalTime>
  <Words>1142</Words>
  <Application>Microsoft Macintosh PowerPoint</Application>
  <PresentationFormat>Widescreen</PresentationFormat>
  <Paragraphs>173</Paragraphs>
  <Slides>19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Wingdings</vt:lpstr>
      <vt:lpstr>Office Theme</vt:lpstr>
      <vt:lpstr>Ling 285 Human Language and Technology Lecture 2 </vt:lpstr>
      <vt:lpstr>Today</vt:lpstr>
      <vt:lpstr>PowerPoint Presentation</vt:lpstr>
      <vt:lpstr>Fricatives</vt:lpstr>
      <vt:lpstr>Stops</vt:lpstr>
      <vt:lpstr>Consonants 1</vt:lpstr>
      <vt:lpstr>What is AI?</vt:lpstr>
      <vt:lpstr>How does AI know? </vt:lpstr>
      <vt:lpstr>PowerPoint Presentation</vt:lpstr>
      <vt:lpstr>PowerPoint Presentation</vt:lpstr>
      <vt:lpstr>GPT</vt:lpstr>
      <vt:lpstr>GPT: But how does it transform the input vectors to the pdf</vt:lpstr>
      <vt:lpstr>Before you scream that these are two many to resemble human knowledge?</vt:lpstr>
      <vt:lpstr>Still you may think: What????? Knowledge is Completion????? Come On!</vt:lpstr>
      <vt:lpstr>Now we will go to  Learning</vt:lpstr>
      <vt:lpstr>What’s the big deal? Averaging is so easy</vt:lpstr>
      <vt:lpstr>Stochastic Gradient Descent (SGD)</vt:lpstr>
      <vt:lpstr>PowerPoint Presentation</vt:lpstr>
      <vt:lpstr>Fundamental Learning Tradeoff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Khalil Iskarous</dc:creator>
  <cp:lastModifiedBy>Khalil Iskarous</cp:lastModifiedBy>
  <cp:revision>42</cp:revision>
  <dcterms:created xsi:type="dcterms:W3CDTF">2026-08-23T15:08:49Z</dcterms:created>
  <dcterms:modified xsi:type="dcterms:W3CDTF">2026-08-27T16:16:58Z</dcterms:modified>
</cp:coreProperties>
</file>