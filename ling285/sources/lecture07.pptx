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380" r:id="rId3"/>
    <p:sldId id="381" r:id="rId4"/>
    <p:sldId id="405" r:id="rId5"/>
    <p:sldId id="406" r:id="rId6"/>
    <p:sldId id="404" r:id="rId7"/>
    <p:sldId id="407" r:id="rId8"/>
    <p:sldId id="408" r:id="rId9"/>
    <p:sldId id="391" r:id="rId10"/>
    <p:sldId id="392" r:id="rId11"/>
    <p:sldId id="403" r:id="rId12"/>
    <p:sldId id="393" r:id="rId13"/>
    <p:sldId id="409" r:id="rId14"/>
    <p:sldId id="349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FF9"/>
    <a:srgbClr val="DDFFEE"/>
    <a:srgbClr val="EBEBEB"/>
    <a:srgbClr val="B8B618"/>
    <a:srgbClr val="F6A79E"/>
    <a:srgbClr val="FFD0D9"/>
    <a:srgbClr val="FF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33"/>
    <p:restoredTop sz="94658"/>
  </p:normalViewPr>
  <p:slideViewPr>
    <p:cSldViewPr snapToGrid="0">
      <p:cViewPr varScale="1">
        <p:scale>
          <a:sx n="118" d="100"/>
          <a:sy n="118" d="100"/>
        </p:scale>
        <p:origin x="20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26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0 24575,'0'25'0,"0"19"0,0 22 0,0 15 0,0 1-942,0 4 942,0 6 0,0-42 0,0 1-415,0 5 0,0 1 415,0 2 0,0 1 0,0 2 0,0 0 0,0-2 0,0 0 0,0 4 0,0 1 0,0 4 0,0 0 0,0-4 0,0 0 0,0 9 0,0 1 0,0-10 0,0-2 0,0-5 0,0-1 0,0 5 0,0-1 0,0-7 0,0 0 0,0 9 0,0 2 0,0-1 0,0-2 0,0-2 0,0-2 0,0 0 0,0-1 0,-2-5 0,0 1 0,-1 3 0,1 0 0,-1 0 0,1 0 0,-3 6 0,1 1 0,1 5 0,0-1 0,-1-8 0,0 1 0,0 2 0,-1 0 0,2-6 0,-1 0 0,0 2 0,0 1 0,1 10 0,-1 1 0,0-9 0,0 0 0,1 1 0,1 1 0,-1-4 0,1 0 0,0 1 0,0 1 0,1 8 0,1 1 0,0-5 0,-1-2 0,1 0 0,0 0 0,0 4 0,0 0 0,0-7 0,0 1 0,0 2 0,0 1 0,0-2 0,-1-1 0,1-1 0,0 0 0,0 3 0,0 0 0,0-1 0,0 0 0,0-4 0,0-1 0,0-6 0,0 0 0,0 2 0,0 0 41,0-3 1,0 0-42,0 50 0,0-8 0,0-16 0,0-5 0,0-6 447,0-2-447,0 3 872,0-8-872,0-8 370,0-13-370,0-8 0,0-10 0,0-4 0,0-7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29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1 257 24575,'74'0'0,"-15"0"0,3 0 0,5 0-4916,-9 0 1,2 0 4170,16 0 0,2 0 745,-2 0 0,0 0 814,-1 0 1,1 0-815,-1 0 0,0 0 0,-5 0 0,-1 0 0,6 0 0,0 0 0,-10 0 0,-2 0 722,-5 0 0,-1 0-722,-2 0 0,0 0 0,1 0 0,0 0 0,1 0 0,1 0 0,2 0 0,0 0 0,3 0 0,0 0 0,-5 1 0,0 1 0,-1 2 0,0 0 0,-2 0 0,0 1 0,-5 1 0,1 0 0,4 1 0,-1 0 0,-3-2 0,0 0 0,0 2 0,-1-1 0,46 3 0,-1-3 0,-3-2 0,-5-4 0,-35 0 0,1 0 0,-2 0 0,0 0 0,3 0 0,0 0 0,4 0 0,0 0 0,-3 0 0,2 0 0,11 0 0,1 0 0,-3 1 0,0 1 0,8-1 0,1 1-413,-2 2 1,0 0 412,-2-1 0,1 2 0,1-1 0,0 0 0,-3 3 0,-1 0 0,0 0 0,-1 0 0,-1 1 0,1-1 0,3 0 0,0 1 0,-2-1 0,0 0 0,-2-1 0,1 0 0,5 2 0,-2 0 0,-8-3 0,-1 1 0,7 0 0,1 0 0,6 0 0,1-1 0,-6-2 0,0 0 0,7 2 0,-1 0 0,-6-2 0,-2-1 0,1 1 0,0 0 0,1-1 0,-2 0 0,-10-1 0,-1-2 0,-4 1 0,-1 0 5218,45 0-5218,-49 0 0,2 0 0,8 0 0,1 0 180,5 0 0,0 0-180,1 0 0,0 0 0,-3 0 0,0 0 0,0 0 0,-2 0 0,-4 0 0,0 0 0,0 0 0,1 0 0,7 0 0,2 0 0,2 0 0,1 0 0,2 1 0,1-2 0,3 0 0,-3-2 0,-10 1 0,-3-1 0,0-3 0,-2-2 5,-3-1 1,-1 0-6,-1-1 0,0-1 0,2 0 0,-1 0 0,-3 3 0,-1 1 0,44-6 0,-7 0 0,-1-1 0,1-3 0,-8 3 0,-3 3 1129,-1 0-1129,2 2 0,9-2 0,2 1 0,0 1 0,1 0 0,0 3 0,1-2 0,-1 3 0,1-1 0,-1 2 0,-4 3-5689,-1 1 5689,-3-1 0,-7 1 729,-2-3-729,-6-2 455,-2 1-455,1 0 76,0 0-76,-5-1 6784,-1 1-6784,-5 0 0,-6 4 0,-1 0 0,-3 0 0,0 0 0,1 0 0,1 0 0,-4 0 0,0 0 0,-1 0 0,-3 0 0,2 0 0,1 0 0,-3 0 0,2 0 0,0 0 0,2 0 0,3 0 0,0 0 0,1 0 0,-1 0 0,-3 0 0,-2 0 0,-5 0 0,1 0 0,-1 0 0,-6 0 0,-2 0 0,-3 0 0,-1 0 0,7-2 0,1-2 0,4-2 0,1-1 0,-3-1 0,-4 1 0,-7 0 0,-1-2 0,-4 2 0,0-3 0,0-2 0,-4-2 0,-3-13 0,-3-24 0,-4 25 0,-2-12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31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 24575,'0'26'0,"0"33"0,-3 34 0,-5-20 0,-1 4 0,-1 3 0,0-1-1146,0-6 0,0-1 1146,2-3 0,2-4 0,4 33 216,0 1-216,2-15 0,0-18 498,0-12-498,0-15 0,-1-12 0,1-7 1156,0-7-1156,0-1 422,0 3-422,3 4 0,7 1 0,8 4 0,10 3 0,13 8 0,7 10 0,4-1 0,4 2 0,-2-4 0,-1-7 0,-2-5 0,0-8 0,0-8 0,4-4 0,4-5 0,2-4 0,5-1 0,-1-7 0,1-8 0,-4-9 0,-5-12 0,-5 1 0,-10 0 0,-5 5 0,-10 10 0,-7 4 0,-5 6 0,-4 4 0,-5 3 0,-1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33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1055 1 24575,'-16'0'0,"-6"0"0,-11 0 0,-12 0 0,-5 0 0,5 0 0,5 0 0,6 0 0,3 0 0,-1 0 0,4 0 0,0 0 0,-3 0 0,1 0 0,5 0 0,2 0 0,4 0 0,-2 0 0,1 0 0,4 0 0,2 0 0,0 0 0,0 0 0,-2 0 0,-2 0 0,1 0 0,1 0 0,2 0 0,2 0 0,-1 0 0,1 0 0,0 0 0,-3 0 0,-1 0 0,1 0 0,1 0 0,3 0 0,-3 0 0,-5 3 0,-1 1 0,-2-1 0,2 3 0,4-3 0,0 1 0,4 1 0,0-2 0,1 1 0,0-2 0,0-2 0,-1 0 0,2 3 0,1 0 0,5-1 0,1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34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24575,'15'20'0,"7"5"0,15 11 0,7 10 0,1 2 0,4 9 0,-2 1 0,2-4 0,0-4 0,-10-12 0,-9-6 0,-11-9 0,-8-5 0,0-4 0,0-3 0,-1 1 0,-1-2 0,-2 0 0,0-3 0,0-1 0,-4 3 0,3 0 0,0 3 0,0 0 0,2-2 0,-4-4 0,-2-4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36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605 1 24575,'0'16'0,"-3"7"0,-7 9 0,-7 7 0,-9 5 0,-7 10 0,-2 4 0,0 6 0,-4 10 0,4-3 0,1-2 0,4-10 0,7-13 0,1-3 0,1 1 0,-2 2 0,0-1 0,3 1 0,-2 0 0,2-3 0,1-6 0,-1-3 0,1-5 0,4-4 0,2-4 0,2-4 0,4-4 0,-2-3 0,2 0 0,3-1 0,-2-3 0,6 0 0,-3-3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42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0 24575,'0'39'0,"0"0"0,0 31 0,0 2 0,0-19 0,0 5-1028,0 7 1,0 4 1027,0 5 0,0 1 0,0-2 0,0-2 0,-1-9 0,-2 0 0,-1-2 0,-1-1 0,-1-2 0,-2 0 0,-1 6 0,0 0 0,1-4 0,0 0 0,1-1 0,0 0 0,0 0 0,-1-1 0,1-2 0,-1 0 18,1 0 1,-1-1-19,1-2 0,1-2 0,-4 44 0,2-12 0,-1-7 0,1-5 0,0-15 485,4-9-485,0-8 0,2-6 0,-1 1 1029,-1-1-1029,-1-3 504,1 2-504,-1 4 0,2 9 0,2 8 0,1 7 0,-1 20 0,1 15-851,0 5 851,0-40 0,0 0 0,0-6 0,0 1 0,-2 6 0,-1 0 0,0 0 0,0 0 0,0-2 0,0-1 0,0 4 0,1 1 0,2-7 0,0 1 0,-2 3 0,0 1 0,-1 6 0,1 0-631,-1 3 1,1 0 630,-1 3 0,1-1 0,2-5 0,0-2 0,0-13 0,0-1-260,0 47 260,-3-4 0,1-40 0,0 0 0,-1 1 0,1 0 0,-1-2 0,2-1 0,-1 47 0,2-10 0,-1-7 0,1-12 0,0-16 0,0-8 0,0-12 0,0-7 785,-3 2-785,-1-4 1296,-1 4-1296,2 7 291,3-3-291,-4 8 0,0 5 0,-1 5 0,2 5 0,3-7 0,0 3 0,-3-3 0,0 5 0,-1 2 0,0-3 0,3 2 0,1-2 0,-1 3 0,1 0 0,0 1 0,0 3 0,0 2 0,0 4 0,0 1 0,0 0 0,0-4 0,0-6 0,-4-4 0,0-7 0,0-3 0,1-6 0,3-6 0,0-3 0,0-4 0,0-6 0,-2-3 0,-1-3 0,-1 1 0,2 0 0,1 1 0,0 0 0,-1-1 0,-2 0 0,-2 0 0,-2-2 0,4-4 0,-1-3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45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24575,'20'0'0,"11"0"0,15 0 0,12 0 0,34 0 0,-42 0 0,1 0-635,11 0 0,2 0 635,1 0 0,0 0 0,-2 0 0,-2 0 0,-1 0 0,-1 0 0,-7 0 0,0 0 0,2 0 0,0 0 0,-2 0 0,0 0 0,4 0 0,0 0 0,1 0 0,-2 0 0,-1 0 0,-1 0 0,0 0 0,-1 0 0,39 0 0,-8 3 275,-6 1-275,-9 0 0,2 3 0,-3-2 0,-1-1 0,0 0 0,6 1 958,-4 0-958,0-1 37,-3 0-37,1-4 0,9 0 0,3 3 0,4 1 0,1 1 0,1-2 0,5 1-406,0 1 406,0 0 0,-1-1 0,-1 0 0,0 0 0,-1 1 0,-4-1 0,0-4 0,4 3 0,3 1 0,10 1 0,-47-2 0,1-2 0,-2 0 0,1-1 0,2 1 0,0-1 0,-2 0 0,-1 0 0,48 0 0,-3 0 0,-6 0 0,0 0 0,-6 0 0,-1 0 0,6 0 0,7 0 0,-43 0 0,2 0 0,1 0 0,2 0 0,-1 0 0,1 0 0,2 0 0,1 0 0,-5 0 0,-1 0 0,-2 0 0,1 0 0,2 0 0,-1 0 0,-3 0 0,0 0 0,-1 0 0,0 0 0,42 0 0,-12 0 0,1 0 0,6 0 0,0 0 0,2 0 0,0-3 0,4-1 0,1-1 0,1 1 0,-46 2 0,0-1 0,47-2 0,-46 1 0,0-1 0,5 1 0,0-1 0,-2 0 0,-1 1 0,8-1 0,0 1 0,-3 0 0,-1-1 0,-3 1 0,0 0-571,9-1 1,1 1 570,0-2 0,-1 2 0,1 1 0,-1 0 0,1-2 0,-2 0 0,-5 2 0,-1 1 0,-1-1 0,-1 0 0,6 0 0,-2 2 0,-6 0 0,-2 2 0,45-1-513,-4 0 513,-1 0 0,1 0 0,-2 0 0,-9 0 0,-1 0-54,-1 0 54,-4 0 372,-3 0-372,-3 0 1128,-1 0-1128,-1 0 554,5 0-554,1 0 60,1 0-60,-2 0 0,1 0 0,6 0 0,-1 0 0,4 0 0,0 0 0,-4 0 0,3 0 0,-7 0 0,-6 0 0,0 0 0,-5 0 0,4 2 0,0 2 0,0 3 0,-4 3 0,-1-1 0,0 2 0,0-3 0,4 1 0,1-1 0,0 0 0,0 3 0,1 2 0,-1-1 0,0 0 0,0 0 0,0 1 0,-1 3 0,0 0 0,0-3 0,-6-2 0,0 0 0,0-3 0,-6 2 0,4-3 0,-1 0 0,19 1 0,6 0 0,2 1 0,-3-4 0,-15-2 0,6-2 0,1 2 0,10 1 0,-5-1 0,-6 0 0,-7-3 0,-10 0 0,4 0 0,-7 0 0,-1 0 0,-5 0 0,-1 0 0,-4 0 0,-4 0 0,-8 0 0,-2 0 0,1 0 0,1 0 0,3 0 0,-3 0 0,1 0 0,-2 0 0,1 0 0,0 0 0,-4 0 0,0 0 0,0 0 0,-3 0 0,0 0 0,-5 0 0,-3 0 0,0 0 0,-1 0 0,0 0 0,-5 0 0,-2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47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0 24575,'-3'27'0,"-5"7"0,-2 8 0,-3 5 0,-2 25 0,-1 12 0,-1 13 0,3-3 0,-1-23 0,2 1 0,3-12 0,2-7 0,6-10 0,1-8 0,1-5 0,0-9 0,0-1 0,0-3 0,0 3 0,3 3 0,6-2 0,5 3 0,6-1 0,3 1 0,2 6 0,-2-1 0,-2 0 0,0-5 0,-3-3 0,4 0 0,-1-3 0,-1-1 0,0-3 0,0 0 0,3 0 0,1-1 0,3-2 0,0-3 0,4-4 0,1-3 0,4-1 0,4 0 0,1 0 0,1 0 0,-2 0 0,-4 0 0,-7 0 0,-2 0 0,-7 0 0,-2-2 0,-8 2 0,-3-2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49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24575,'22'0'0,"4"0"0,7 0 0,3 0 0,1 0 0,-4 0 0,9 0 0,-2 0 0,2 0 0,-1 0 0,-9 0 0,8 0 0,-3 0 0,2 0 0,-6 0 0,-6 0 0,-5 0 0,-7 0 0,-1 0 0,-4 0 0,2 0 0,1 0 0,0 0 0,0 0 0,-1 0 0,-1 0 0,1 0 0,0 0 0,0 0 0,0 0 0,1 0 0,-1 0 0,-1 0 0,0 0 0,-5 0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51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0 315 24575,'24'30'0,"7"5"0,5 4 0,2 0 0,0 3 0,-6-7 0,2 2 0,1 5 0,-1-3 0,-4-4 0,-9-8 0,-5-7 0,-3-4 0,-1-1 0,0-3 0,-1-1 0,-3 0 0,0 0 0,0 0 0,-1 0 0,1 1 0,-2 0 0,1 1 0,-1-1 0,0 1 0,0-1 0,1 1 0,1-1 0,-1 0 0,1-3 0,-2-1 0,0-3 0,-1-4 0,-1-5 0,-2-4 0,-1-7 0,-1-4 0,0-5 0,0-3 0,3 0 0,4-5 0,2 1 0,6-2 0,1-2 0,0 0 0,1-5 0,-1-1 0,-1 4 0,-1 3 0,0 5 0,-1 0 0,1 4 0,-1 4 0,0 4 0,-4 3 0,0 0 0,-2 1 0,-3 0 0,2 0 0,-2 0 0,2 1 0,0-1 0,0 1 0,0-1 0,0-2 0,3-2 0,0 0 0,3-2 0,-3-2 0,0-3 0,0 0 0,1 0 0,3 3 0,-3 0 0,-3 1 0,-1 5 0,-1 1 0,0 6 0,1 1 0,-2 4 0,-2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4:43.3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386 406 24575,'0'25'0,"-6"-2"0,-5 0 0,-6-3 0,-3-3 0,0-2 0,0-6 0,1-3 0,-2-2 0,3-3 0,-6 0 0,-1-9 0,0-10 0,-1-13 0,1-14 0,1-11 0,3-1 0,0-5 0,8 6 0,3 9 0,6 5 0,3 12 0,0 5 0,1 4 0,0 4 0,3 1 0,6 6 0,8 4 0,10 3 0,5 3 0,3 0 0,-2 0 0,-1 0 0,-1 0 0,1 0 0,3 0 0,-3 3 0,0 5 0,-6 7 0,-3 6 0,-5 8 0,-2 6 0,-1 9 0,-2 5 0,-5 5 0,-3 3 0,-5-5 0,1-2 0,-1-4 0,-6-5 0,-8-1 0,-5-7 0,-5-9 0,1-4 0,-5-7 0,-1 0 0,1-3 0,1-4 0,5-3 0,-1-1 0,2-2 0,3 1 0,1-6 0,5-7 0,4-6 0,3-11 0,4-5 0,0-3 0,1-2 0,0 2 0,3 3 0,3 2 0,7 7 0,3 3 0,4 5 0,3 6 0,-2 4 0,2 4 0,0 3 0,0 0 0,4 0 0,-5 0 0,-1 0 0,-4 2 0,0 3 0,2 6 0,-1 6 0,-4 5 0,-5 4 0,-4 1 0,-4 4 0,0 0 0,-1 1 0,-9 0 0,-11-2 0,-9-4 0,-10-3 0,-5-3 0,-3-5 0,-4-2 0,1-5 0,4-5 0,5-2 0,6-4 0,4-7 0,6-11 0,8-5 0,7-6 0,6-2 0,4-1 0,0-8 0,0-1 0,3-1 0,5 3 0,8 4 0,6 7 0,7 4 0,2 7 0,1 4 0,0 4 0,-4 7 0,0 1 0,0 3 0,0 1 0,-1 3 0,-2 10 0,-4 9 0,-3 15 0,-4 8 0,-2 9 0,-4 8 0,-5-2 0,-3-1 0,0-12 0,-3-6 0,-2-6 0,-7-8 0,-6-4 0,-2-7 0,-6-6 0,-1-6 0,-2-3 0,-5 0 0,1-6 0,0-12 0,3-7 0,4-11 0,3-1 0,8 3 0,1 4 0,7 6 0,3 3 0,1 3 0,3-2 0,0 3 0,4 0 0,6 4 0,7 4 0,10-1 0,4 0 0,0 2 0,1 2 0,-4 4 0,-2 0 0,-5 1 0,-4-1 0,-6 6 0,-3 11 0,-4 11 0,-4 12 0,1 2 0,-8-1 0,-7 1 0,-12-3 0,-7-4 0,0-9 0,-2-7 0,3-7 0,0-4 0,1-4 0,8-5 0,4-8 0,4-10 0,5-15 0,2-10 0,3-1 0,4 0 0,0 7 0,1 5 0,2 4 0,6 10 0,7 5 0,7 6 0,4 4 0,1 1 0,-3 4 0,-3-1 0,-5 1 0,-2 6 0,-4 4 0,-4 7 0,-3 6 0,-3 0 0,0 1 0,0-5 0,0-5 0,-4-3 0,3-6 0,-3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4:47.3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192 315 24575,'15'-28'0,"4"8"0,11-17 0,6 10 0,-3 1 0,0-3 0,3 10 0,-8 2 0,0 8 0,-1 5 0,-7 2 0,-2 2 0,-4 0 0,-4 0 0,1 0 0,1 0 0,-2 8 0,-3 7 0,-3 8 0,-3 6 0,-1-4 0,0-2 0,0 1 0,0-3 0,0-1 0,0 0 0,-5-3 0,-9 1 0,-10-1 0,-12-3 0,-4-2 0,-10-5 0,-4-3 0,-2-4 0,-3 0 0,9 0 0,9 0 0,5-3 0,8-2 0,2-2 0,4-2 0,6 0 0,6-1 0,5-2 0,3 0 0,2-3 0,-1-1 0,1-3 0,6-4 0,10-1 0,10-8 0,9-2 0,2 0 0,0 1 0,-1 8 0,-4 3 0,-5 6 0,-4 2 0,-4 4 0,-4 4 0,-1 3 0,-3 3 0,1 0 0,-2 5 0,-3 4 0,-2 9 0,-1 8 0,1 2 0,-2 6 0,-3-1 0,1 0 0,-1-2 0,0-3 0,0-3 0,0-2 0,-7-3 0,-6-3 0,-12 0 0,-7-6 0,1-4 0,0-4 0,0-3 0,-1 0 0,-1 0 0,1-5 0,3-6 0,2-8 0,5-5 0,6 0 0,4 3 0,5 4 0,2 3 0,2 1 0,2 0 0,1 1 0,0-1 0,5 1 0,12-5 0,17-2 0,12 0 0,4 1 0,-1 3 0,-5 0 0,0 3 0,-4 5 0,-4 3 0,-5 4 0,-2 0 0,-1 0 0,-3 0 0,-3 5 0,-4 10 0,-5 8 0,-4 9 0,-5 7 0,-3 1 0,0 1 0,-1 0 0,0-7 0,-3-5 0,-7-4 0,-3-7 0,-7-1 0,-3-4 0,-1-3 0,-4-3 0,1-4 0,-3-3 0,0 0 0,2 0 0,0 0 0,4 0 0,-3-2 0,3-2 0,3-1 0,5-4 0,5 0 0,3-3 0,3 0 0,2-1 0,2-2 0,1-1 0,2 0 0,7-1 0,7 1 0,4 1 0,3 1 0,-3 4 0,-3 6 0,-2 1 0,-3 3 0,-5 0 0,-6 0 0,-7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5:50.9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301 257 24575,'0'28'0,"0"-7"0,0 7 0,0-9 0,0-2 0,-2-4 0,-4-6 0,-3-3 0,-3-4 0,-1 0 0,-2 0 0,-2 0 0,0 0 0,-3 0 0,3-2 0,-1-1 0,1-2 0,3-3 0,0 1 0,1-2 0,3 0 0,2-1 0,4-2 0,3 0 0,1-4 0,0 0 0,5 0 0,9-1 0,7 1 0,6 2 0,-1-3 0,-2 4 0,-4 3 0,-3 1 0,-1 4 0,2-2 0,-1 3 0,-1 0 0,-3 3 0,0 0 0,0 1 0,0-1 0,-1 1 0,1 0 0,-1 0 0,1 2 0,-1 4 0,1 3 0,-1 6 0,-1 1 0,-1 7 0,-3 5 0,-3 1 0,0 6 0,-4-4 0,0 1 0,0-1 0,0-7 0,0-3 0,0-4 0,0-3 0,-5 0 0,-4-1 0,-5-2 0,-7-3 0,-5-4 0,-5-3 0,-4-1 0,-1 0 0,0 0 0,-23-5 0,22-5 0,-17-4 0,27-3 0,2 3 0,5 1 0,4 3 0,6 1 0,4 0 0,3 0 0,3-1 0,0-3 0,0-4 0,2-4 0,6-2 0,7 0 0,6-1 0,4 2 0,-1 1 0,0 3 0,-3 4 0,-3 2 0,-2 5 0,-3 3 0,0 3 0,-1 1 0,1-1 0,-1 1 0,1 0 0,-1 0 0,0 0 0,1 3 0,2 3 0,1 4 0,0 2 0,-1 1 0,-6 4 0,-1 5 0,-1 6 0,-2 4 0,-2 2 0,-2-2 0,0 1 0,-1-1 0,0-4 0,-3 1 0,-5-2 0,-5-2 0,-6-4 0,-1-4 0,0-3 0,0-3 0,0-4 0,0-4 0,3-3 0,-2 0 0,2 0 0,1-2 0,0-4 0,3-7 0,2-5 0,1-2 0,4-4 0,3-3 0,1-3 0,1-2 0,1 1 0,2 2 0,6 1 0,7 0 0,7 2 0,4 5 0,1 5 0,-2 5 0,-4 3 0,-5 4 0,-2 1 0,-2 2 0,1 1 0,-1 0 0,-2 2 0,-4 7 0,-4 8 0,-2 6 0,0 2 0,0 1 0,0 1 0,0-1 0,-2 1 0,-3-5 0,-4-3 0,-3-2 0,0-4 0,2 0 0,1-3 0,-1-3 0,1-3 0,-3-3 0,-1-1 0,1-3 0,2-3 0,1-3 0,2-7 0,4 0 0,0-1 0,3 2 0,0 2 0,0 0 0,0-1 0,0 0 0,0 0 0,0 0 0,2 1 0,3 3 0,3 0 0,3 3 0,1 0 0,0 0 0,6 0 0,-4 1 0,4 2 0,-6 1 0,-4 2 0,-7 1 0,-19 0 0,-1 0 0,-6-5 0,6-2 0,7-2 0,1-3 0,2 3 0,3-4 0,3 2 0,3 2 0,7 3 0,8 4 0,7 1 0,3 1 0,-1 0 0,0 0 0,-4 0 0,-3 0 0,0 0 0,-4 0 0,-4 2 0,-2 4 0,-5 3 0,-2 2 0,0 2 0,0 1 0,0 0 0,-2 2 0,-3-3 0,-3-3 0,-6-2 0,-2-4 0,-3-3 0,0-1 0,-1 1 0,-3-1 0,-2-3 0,-2-6 0,2-11 0,3-12 0,4-9 0,5-4 0,3 4 0,2 4 0,4 9 0,1 9 0,3 3 0,0 5 0,0 0 0,0 1 0,2 0 0,1 0 0,2 3 0,3 2 0,1 2 0,2 3 0,1 0 0,4 0 0,0 0 0,0 0 0,3 0 0,-2 0 0,0 0 0,-2 0 0,-2 0 0,0 0 0,-1 3 0,-3 3 0,-3 4 0,-3 2 0,-3 0 0,0 1 0,0 0 0,0 2 0,0 1 0,0 1 0,0 0 0,0-1 0,0-3 0,-2 0 0,-1 0 0,-1-1 0,-1-2 0,1-1 0,-2-2 0,-2 0 0,-2-1 0,-1-3 0,0 0 0,1-3 0,-1-5 0,2-3 0,-1-7 0,3-2 0,2 0 0,1 1 0,0 2 0,1 1 0,-1 0 0,1 0 0,11 3 0,8 3 0,12 5 0,7 2 0,-4 0 0,0 0 0,-7 0 0,-3 0 0,-3 0 0,-4 0 0,0 0 0,-2 0 0,-1 2 0,-3 3 0,-4 4 0,-3 3 0,-1 0 0,0 3 0,0 1 0,-3-3 0,-3-5 0,-4-5 0,-1-3 0,0 0 0,1 0 0,-2 0 0,0 0 0,0 0 0,-1 0 0,1 0 0,-1 0 0,6 0 0,1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5:55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169 215 24575,'13'0'0,"1"0"0,-2 0 0,0 0 0,-1 0 0,0 2 0,-2 3 0,-3 3 0,0 4 0,-1 0 0,-1 0 0,-1 0 0,-3 2 0,0 2 0,0 1 0,0-2 0,0-2 0,-3-3 0,-3-3 0,-6-4 0,-5-2 0,-2-1 0,-4 0 0,-13 0 0,6 0 0,-5 0 0,15-3 0,2-2 0,5-3 0,1-1 0,4 0 0,0 1 0,2 2 0,2-4 0,0-2 0,4-4 0,-1-4 0,4 1 0,3-1 0,4-4 0,6 0 0,4 0 0,1 4 0,2 4 0,-4 3 0,-2 1 0,3 3 0,-3 3 0,4 0 0,1 2 0,-1-1 0,2 2 0,0 2 0,-2 1 0,2-1 0,-2 3 0,-3 4 0,-2 3 0,-5 5 0,-1 5 0,-3 1 0,-3 3 0,-1-3 0,-3 1 0,1-2 0,-1-2 0,0-1 0,-3-4 0,-3 0 0,-4 0 0,-2 0 0,-1-2 0,-1-4 0,-3-4 0,-1-2 0,-2 0 0,-3 0 0,0 0 0,-4 0 0,0 0 0,-1 0 0,1 0 0,2-2 0,1-4 0,5-3 0,5-1 0,3 1 0,4 2 0,1 0 0,2-2 0,1 0 0,3-7 0,0 0 0,0-1 0,4-2 0,7 1 0,4-3 0,5-2 0,2 2 0,1 0 0,2 3 0,-2 3 0,-2 3 0,-3 3 0,-1 3 0,-4 1 0,0 1 0,0 1 0,-1 3 0,1-1 0,-1 4 0,-2 6 0,-4 8 0,-4 6 0,-2 4 0,0-4 0,0-2 0,0-5 0,0-1 0,0-1 0,0-1 0,0 0 0,-2-3 0,-3-2 0,-4-4 0,-5-3 0,-4 0 0,-5-1 0,-4 0 0,0 0 0,0 0 0,2 0 0,4 0 0,5-3 0,10 0 0,13-1 0,12-3 0,12 0 0,5-3 0,4-1 0,0 3 0,-7 0 0,-8 4 0,-8 1 0,-3 3 0,-4 2 0,-4 2 0,-3 4 0,-5 0 0,-6 1 0,-3-2 0,-4-2 0,0-2 0,3-3 0,-1 0 0,0 0 0,-2 0 0,2-2 0,4-4 0,4 2 0,5 4 0,6 3 0,-2 5 0,6-3 0,-6-2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42.4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583 214 24575,'17'0'0,"-2"0"0,2 0 0,-5 0 0,-2 2 0,-3 4 0,-4 2 0,-1 4 0,2 0 0,-1 0 0,0 1 0,-3-1 0,0 0 0,0 0 0,0-1 0,-5-2 0,-3-4 0,-7-2 0,-8-3 0,-4 0 0,-7 0 0,-4 0 0,-2 0 0,-5 0 0,1 0 0,2 0 0,1 0 0,6-2 0,5-2 0,5-1 0,7-2 0,4 1 0,7-3 0,4 0 0,3-4 0,0 2 0,-1 0 0,1 0 0,3 0 0,2 0 0,5-1 0,5 0 0,3-1 0,16-6 0,-8 6 0,13-3 0,-12 5 0,5 3 0,1 1 0,3 3 0,1 4 0,-1 0 0,0 0 0,-4-1 0,-1 1 0,-4 0 0,-4 0 0,0 0 0,-5 2 0,-3 3 0,-1 2 0,-4 4 0,0 1 0,0 0 0,-3 0 0,-3 1 0,-1-1 0,-2 1 0,-1-1 0,0 1 0,0-1 0,0 1 0,0-1 0,0 1 0,-2-1 0,-4 0 0,-7-2 0,-6-1 0,-5-2 0,-4-3 0,1-1 0,0-3 0,0 0 0,3 0 0,0 0 0,3 0 0,1 0 0,-1 0 0,1 0 0,0 0 0,3 0 0,0 0 0,3 0 0,1 0 0,2-3 0,4-2 0,3-4 0,3-3 0,1 0 0,0 0 0,0 0 0,0-1 0,0 1 0,0 1 0,0 0 0,0 0 0,0 0 0,0-1 0,0 1 0,2-1 0,3 2 0,4 1 0,3 0 0,0 1 0,0-1 0,1 3 0,-1 2 0,0 1 0,1 3 0,-1-1 0,0 1 0,0 0 0,0 0 0,-1 0 0,-2 3 0,-3 2 0,-3 4 0,-3 2 0,0 0 0,0 4 0,0 3 0,0 6 0,0-1 0,-6 1 0,-6-4 0,-9-2 0,-10-1 0,-5-2 0,-5 0 0,0-4 0,1-4 0,1-3 0,-1-4 0,-1 0 0,5 0 0,2-3 0,2-5 0,2-4 0,1-4 0,9 1 0,4 1 0,4 1 0,6-1 0,2 1 0,3 1 0,4-1 0,10-3 0,12-1 0,12-5 0,12-1 0,1 1 0,4-1 0,0 3 0,-9 2 0,-1 3 0,-9 2 0,0 1 0,-2 2 0,-4 2 0,-3 3 0,-6 3 0,-2 1 0,-4 1 0,-1 0 0,0-1 0,-1 1 0,1 3 0,-3 2 0,-2 4 0,-1 3 0,-1 3 0,0 2 0,-2 2 0,-1 1 0,-3-4 0,0-1 0,0-3 0,0-1 0,0 0 0,0 0 0,-5-2 0,-6-2 0,-7-4 0,-10-2 0,-6 0 0,-2-1 0,-4 0 0,0 0 0,-2 0 0,-3 0 0,3 0 0,5 0 0,4-3 0,8-4 0,1-3 0,4-3 0,6 1 0,4-1 0,7 2 0,3 0 0,3-3 0,5 0 0,10-2 0,9 0 0,7 2 0,1-1 0,1 4 0,-2 0 0,-5 4 0,-5 3 0,-6 1 0,-2 3 0,-4 0 0,1 0 0,-1 0 0,4 0 0,-4 0 0,2 2 0,-9 5 0,-1 7 0,-3 7 0,-1 8 0,0 2 0,0 4 0,0 0 0,0-2 0,0-4 0,-5-7 0,-4-5 0,-3-4 0,-4 0 0,3-3 0,-1-2 0,2-5 0,2-1 0,4-1 0,3-4 0,3-3 0,3-6 0,-3 6 0,3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48.6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101 35 24575,'3'-17'0,"2"5"0,4 7 0,3 5 0,-1 0 0,-1 0 0,1 0 0,0 0 0,1 0 0,-2 2 0,-4 4 0,-3 2 0,-3 4 0,0-1 0,0-1 0,0 1 0,0-1 0,0 1 0,-2-1 0,-1-1 0,-2 0 0,-4 0 0,0 3 0,-3 0 0,0-2 0,0-1 0,-1-2 0,3-1 0,1 0 0,-1-2 0,1-1 0,-4-3 0,2 0 0,-1 0 0,1 0 0,0 0 0,2-2 0,3-4 0,3-2 0,3-4 0,-1 0 0,1 0 0,0 0 0,0-1 0,0 1 0,0 0 0,0 0 0,0 1 0,2 2 0,3 4 0,3 2 0,3 2 0,0 1 0,1 0 0,0 0 0,0-1 0,1 1 0,-1 0 0,1 0 0,-1 0 0,0 0 0,1 0 0,-1 0 0,1 0 0,-1 0 0,-1 0 0,-2 2 0,-4 3 0,0 3 0,-2 5 0,3 5 0,0 4 0,-2 8 0,-1 1 0,1 4 0,0 4 0,0-2 0,-1 0 0,-2-5 0,-1-3 0,0-4 0,0-4 0,0-5 0,0-3 0,0-1 0,0 1 0,0-1 0,-4-3 0,-4-3 0,-5-3 0,-4-3 0,-2 0 0,0 0 0,-1 0 0,0 0 0,-2 0 0,1-2 0,3-4 0,4-3 0,6 0 0,2 0 0,2 0 0,1-1 0,2-2 0,1 0 0,0-1 0,0 1 0,0 0 0,0-1 0,0 1 0,0 0 0,0 1 0,0 0 0,0 0 0,0 0 0,0-1 0,2 0 0,3-1 0,3 2 0,4 1 0,-1 4 0,4-1 0,4 1 0,4-1 0,4 0 0,0 3 0,5-3 0,0 3 0,-3 0 0,-2 0 0,-7 4 0,-4 0 0,0 0 0,-5 0 0,-2 2 0,-3 3 0,-3 3 0,-3 3 0,0 3 0,0 5 0,0 4 0,0 3 0,0-1 0,0-2 0,0 1 0,0-3 0,-3-1 0,-3-4 0,-3-3 0,-7 0 0,0-1 0,-1-2 0,2-4 0,-1-3 0,0-3 0,-1 0 0,-1 0 0,2 0 0,-5 0 0,0 0 0,1 0 0,3 0 0,3 0 0,1-3 0,0 0 0,3-2 0,3-4 0,3 0 0,3-3 0,1-1 0,-1 1 0,1 0 0,0-1 0,0-3 0,0-1 0,0-2 0,0-1 0,0 0 0,0 2 0,0 3 0,2 1 0,3 3 0,1-1 0,1 2 0,2 0 0,1 3 0,2 2 0,0 2 0,-1 2 0,4 1 0,4 0 0,8 0 0,5-1 0,0 1 0,-4 3 0,-4 3 0,-4 1 0,-1 3 0,1-1 0,-4 1 0,-1-1 0,-5-1 0,-4 0 0,-3 0 0,-3 3 0,0 1 0,0 0 0,-6 0 0,-6 0 0,-11-1 0,-7-2 0,-5-1 0,-5-1 0,-1 0 0,-5-3 0,5 0 0,0-4 0,8 0 0,4 0 0,6 0 0,6 0 0,2 0 0,5-2 0,4-3 0,3-3 0,3-3 0,0-1 0,0 0 0,0-3 0,3-1 0,2-1 0,4 1 0,2 5 0,2 1 0,-1 4 0,0-1 0,1 1 0,-1 2 0,-5 1 0,-2 3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51.2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130 0 24575,'22'0'0,"5"0"0,5 0 0,0 0 0,-5 0 0,-3 0 0,-6 0 0,-2 2 0,-5 3 0,0 3 0,-1 3 0,-1 3 0,-2 2 0,-3 3 0,-3 0 0,-1-1 0,0-2 0,0-3 0,0 0 0,0-1 0,0 1 0,-2-3 0,-4-4 0,-7-3 0,-3-2 0,-7-1 0,-5 0 0,-5 0 0,0 0 0,2 0 0,0 0 0,3 0 0,-3 0 0,5 0 0,4-3 0,4 0 0,6-2 0,2-1 0,2 0 0,4-3 0,0-1 0,3-1 0,1-1 0,0-1 0,2 4 0,4 0 0,4 0 0,2 2 0,0-2 0,3 2 0,0 4 0,0 0 0,-1 3 0,-3 0 0,1 0 0,0 0 0,0 0 0,0 0 0,1 2 0,-1 4 0,0 2 0,1 3 0,-1 4 0,1 4 0,1 4 0,-1 1 0,-2-1 0,-4-2 0,-4-4 0,-3-1 0,0-4 0,0 1 0,-2-4 0,-3-3 0,-6-3 0,-4-5 0,-5-10 0,-1-7 0,3-4 0,2 1 0,7 5 0,2 1 0,4-1 0,2 0 0,1 1 0,0 4 0,0-1 0,2 1 0,3 3 0,3 3 0,2 3 0,1 3 0,1 0 0,0 0 0,0 0 0,1 0 0,-1 0 0,0 0 0,1 0 0,0 0 0,-3 3 0,-1 0 0,-3 3 0,-3-2 0,-1-2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53.7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191 231 24575,'0'-16'0,"0"-3"0,0-3 0,0-5 0,2 2 0,7 4 0,3 6 0,4 5 0,3 3 0,1 3 0,0 1 0,0 3 0,-4 0 0,-4 0 0,0 0 0,-1 0 0,-2 2 0,-3 3 0,-4 2 0,-1 6 0,-1 4 0,0 5 0,0 4 0,0 1 0,-6 4 0,-6 1 0,-8 0 0,-7 0 0,0-4 0,-1-3 0,1-3 0,-1-5 0,0-3 0,0-3 0,4-4 0,0-4 0,5-3 0,2 0 0,2 0 0,2-9 0,1-7 0,2-10 0,3-8 0,4 1 0,2-2 0,0 0 0,1 1 0,-1 1 0,4 1 0,2 6 0,7 1 0,6 1 0,5 5 0,4 2 0,3 3 0,3 5 0,-1 1 0,0 4 0,-4 3 0,-1 1 0,0 0 0,0 0 0,-3 0 0,-5 3 0,-3 3 0,-5 2 0,-1 3 0,1-1 0,-3 3 0,0 3 0,-4 5 0,-3 5 0,-1 2 0,1 3 0,-4-3 0,-3-1 0,-6 1 0,-7-3 0,-8-3 0,-5-4 0,0-3 0,1-3 0,2-5 0,1-4 0,4-3 0,4 0 0,4 0 0,4-5 0,2-8 0,4-5 0,3-5 0,3 0 0,0-1 0,5-3 0,9-1 0,11 0 0,8 1 0,2 4 0,-3 3 0,-3 8 0,-4 3 0,-4 4 0,-4 4 0,-3 1 0,-2-1 0,-2 7 0,-3 6 0,-4 8 0,-3 6 0,0 1 0,0-3 0,0-1 0,0-4 0,0-4 0,-2-1 0,-2-3 0,-4-3 0,-4-1 0,0-3 0,0-2 0,-1-2 0,6 0 0,1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57.2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232 1 24575,'19'15'0,"0"11"0,3 17 0,-4 5 0,-3 2 0,-7-4 0,-4 0 0,-3-5 0,-1-5 0,0-5 0,0-7 0,0-4 0,0-5 0,-3-6 0,-4-3 0,-4-3 0,-9-3 0,-5 0 0,-3-5 0,-5-4 0,3-6 0,1-7 0,3-2 0,7 0 0,4 1 0,6-1 0,5 0 0,3-1 0,1 2 0,-1 2 0,1 0 0,0 1 0,0 3 0,3 1 0,3 4 0,3 2 0,3 1 0,0 3 0,-1 3 0,2 0 0,1 3 0,6 0 0,9-3 0,0-1 0,1 0 0,-5 1 0,-3 3 0,-2 0 0,-3 0 0,0 0 0,-4 0 0,-1 3 0,1 5 0,0 12 0,1 11 0,-2 10 0,-4 3 0,-5 2 0,-3-2 0,0 1 0,0-1 0,0-4 0,0-4 0,0-8 0,-2-7 0,-3-4 0,-3-2 0,-5-2 0,-5 1 0,-7-3 0,-6-3 0,-3-4 0,-2-3 0,-1 0 0,-3-1 0,3-5 0,-1-11 0,5-12 0,5-12 0,8-4 0,7 2 0,9 1 0,3 1 0,1 2 0,0 6 0,0 5 0,0 7 0,2 4 0,3 1 0,6 4 0,5 2 0,4 3 0,5 2 0,2 2 0,0 1 0,0 1 0,1 0 0,-1 2 0,1 6 0,-3 8 0,-3 6 0,-4 8 0,-3 2 0,-1 0 0,-2 3 0,-5-2 0,-4 0 0,-2-2 0,-1-3 0,0-4 0,0-5 0,0-3 0,-7-4 0,-2-1 0,-5 0 0,-6 1 0,-1-3 0,-4-1 0,-4-4 0,-6-2 0,-1-2 0,-1-2 0,1-7 0,6-7 0,0-7 0,4-7 0,9-2 0,5-4 0,7 0 0,4-1 0,1 0 0,0 4 0,0 1 0,5 7 0,9 5 0,11 6 0,6 7 0,5 4 0,-3 3 0,-5 0 0,-3 0 0,-5 0 0,0 0 0,-2 0 0,-1 2 0,-4 3 0,0 6 0,-2 7 0,-4 4 0,-3 5 0,-3 0 0,0-3 0,-1-3 0,0-5 0,0-2 0,0-7 0,0-2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59.7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93 113 24575,'3'-15'0,"4"3"0,8-2 0,3 5 0,4 4 0,2 1 0,-2 3 0,1 1 0,-2 0 0,-3 0 0,2 0 0,-3 0 0,-1 2 0,-3 8 0,0 6 0,-3 8 0,-3 7 0,-4 0 0,-3 1 0,0 3 0,0-4 0,-2-2 0,-5-3 0,-5-6 0,-4-2 0,-2 0 0,-2-4 0,-3-5 0,-4-4 0,0-4 0,0 0 0,-1-1 0,0 0 0,3-5 0,1-8 0,2-7 0,4-6 0,1-1 0,6 2 0,3 1 0,5 4 0,2 0 0,1-3 0,0-1 0,0-3 0,0 3 0,2 2 0,7 2 0,9 2 0,7-1 0,6 1 0,1 5 0,4 4 0,0 3 0,-5 5 0,6 0 0,-18 0 0,7 1 0,-12 5 0,-3 5 0,-2 6 0,-6 7 0,-2 0 0,-1 5 0,0 2 0,0 4 0,0 1 0,-6-5 0,-3-9 0,-4-7 0,-1-3 0,3 0 0,-1 1 0,0-2 0,-1-3 0,1-3 0,-1-2 0,1-2 0,-1 0 0,0 0 0,1 0 0,2-5 0,3-5 0,4-7 0,2-2 0,1-1 0,0 0 0,2 3 0,8 1 0,3 4 0,7 2 0,-1 3 0,-4 4 0,-1 3 0,-3 0 0,-1 0 0,3 0 0,-1 0 0,0 3 0,-1 2 0,-4 3 0,-4 6 0,-2 1 0,-1 1 0,0 3 0,0-3 0,0 1 0,0-1 0,0-3 0,-3-3 0,-2-3 0,-8-4 0,-6-3 0,-2-6 0,7 4 0,5-4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31.1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29 24575,'10'15'0,"-4"1"0,-1 15 0,-5 3 0,0 3 0,0 2 0,0-3 0,0-7 0,0-2 0,0-3 0,-6-4 0,-1-4 0,-4-4 0,0-2 0,3-4 0,-2-3 0,-1-3 0,-1 0 0,-1-5 0,3-4 0,2-5 0,4-6 0,3-3 0,0-3 0,1 1 0,0 2 0,0-1 0,2 0 0,7-4 0,5 1 0,6 2 0,3 0 0,-2 5 0,-1 2 0,-1 2 0,-3 6 0,0 1 0,0 2 0,-4 4 0,-1 0 0,-1 3 0,1 0 0,0 0 0,1 2 0,-1 6 0,-4 6 0,-4 10 0,-3 6 0,1 2 0,-1-1 0,0-5 0,0-2 0,0-3 0,0-4 0,0-1 0,-3-3 0,-6-3 0,-5-4 0,-2-3 0,0-3 0,0 0 0,0 0 0,0 0 0,-1 0 0,3 0 0,-1 0 0,1-2 0,2-6 0,4-4 0,4-3 0,3 0 0,1 3 0,-1-1 0,4 0 0,2 3 0,7 3 0,7 4 0,1 2 0,3 1 0,-3 0 0,-3 0 0,-1 2 0,-4 5 0,0 5 0,1 8 0,-3 3 0,-3 4 0,-4 1 0,-3 2 0,0 2 0,0 0 0,0-1 0,-5-2 0,-4-1 0,-4 1 0,-5-4 0,-2-3 0,-1-5 0,-2-2 0,0-4 0,1-3 0,-1-5 0,2-2 0,4-1 0,1 0 0,3 0 0,3-3 0,4-6 0,3-12 0,3-7 0,0-8 0,2 3 0,3 4 0,6 2 0,6 5 0,3 1 0,2 3 0,-2 6 0,-2 1 0,-2 3 0,-2 3 0,-1 2 0,-1 2 0,1 1 0,-1-1 0,1 4 0,-1 5 0,1 9 0,1 2 0,-5 1 0,-2 3 0,-4 1 0,-3 4 0,0-2 0,0-3 0,0-3 0,0-5 0,0-1 0,-2-4 0,-5 1 0,-7 1 0,-7-1 0,-2-3 0,0-4 0,0-2 0,-1-2 0,0 0 0,0 0 0,3 0 0,3-2 0,4-7 0,4-7 0,3-7 0,2-4 0,2-1 0,3 0 0,0 1 0,2 0 0,8 2 0,7 5 0,7 4 0,2 3 0,2 3 0,-1 3 0,1 4 0,-2 1 0,-1 2 0,-4-1 0,-3 1 0,-2 0 0,-2 0 0,-1-1 0,-3 4 0,-3 2 0,-3 4 0,-4 6 0,0 4 0,0 1 0,-3 0 0,-3-4 0,-4-4 0,-2 1 0,0-4 0,-1-3 0,0-3 0,-1-3 0,0 0 0,0 0 0,-2 0 0,0 0 0,-1 0 0,3-5 0,3-4 0,4-3 0,2-6 0,1-1 0,4-5 0,-1-3 0,1 0 0,6 2 0,10 3 0,9 4 0,7 7 0,3 3 0,-3 5 0,0 2 0,-1 1 0,-4 0 0,-4 0 0,-4 2 0,-5 5 0,-3 9 0,-2 8 0,-1 6 0,-3 0 0,-4-2 0,0-2 0,-1-2 0,0-3 0,0-3 0,0-2 0,-5-2 0,-4-3 0,-7-4 0,-3-3 0,-1-3 0,-4-1 0,3 0 0,-3 0 0,4 0 0,0-6 0,0-8 0,4-3 0,2-6 0,5 3 0,3 5 0,2 1 0,2 3 0,2 6 0,0-1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34.9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221 0 24575,'13'3'0,"-3"3"0,1 11 0,-1 11 0,2 9 0,-1 11 0,-4 6 0,-3-2 0,-4-7 0,-3-7 0,-5-6 0,-4 0 0,-6-2 0,-4-7 0,-1-6 0,-3-7 0,-2-5 0,0-3 0,1-4 0,2-6 0,3-8 0,4-6 0,3-2 0,4 1 0,3 2 0,5 1 0,2-1 0,1 5 0,0-4 0,0 4 0,0-1 0,0 1 0,3 4 0,6 0 0,3 0 0,5 1 0,3 2 0,-2 0 0,4 2 0,0 2 0,-1 2 0,2 2 0,1 0 0,-3 1 0,2 0 0,0 0 0,-1-1 0,-2 1 0,-4 0 0,-2 3 0,-2 3 0,-2 10 0,-3 8 0,-5 4 0,-1 7 0,-1-3 0,0 4 0,-6-1 0,-8-3 0,-5-4 0,-4-7 0,-4-3 0,-1-2 0,-3-2 0,0-2 0,5-3 0,1-5 0,4-2 0,2-7 0,2-10 0,4-12 0,5-11 0,3-5 0,4-2 0,1-1 0,0 4 0,0 5 0,0 4 0,5 8 0,6 1 0,6 7 0,6 3 0,1 4 0,3 6 0,-1 1 0,-1 3 0,-2 0 0,1 0 0,0 0 0,2 0 0,1 0 0,-2 0 0,-1 3 0,-3 2 0,-3 4 0,-4 6 0,-6 3 0,-4 5 0,-3 4 0,-1 0 0,0-2 0,0-2 0,-3-2 0,-3-4 0,-7-1 0,-3-6 0,-1-1 0,-1-3 0,1-2 0,0-2 0,0-2 0,2 0 0,-2 0 0,1 0 0,-1 0 0,1 0 0,2 0 0,3-2 0,3-4 0,4-2 0,4-4 0,0 0 0,-1 0 0,4 2 0,3 1 0,6 3 0,8 2 0,0 1 0,0 3 0,-5 0 0,-3 0 0,0 0 0,-1 0 0,-2 2 0,-3 3 0,-4 3 0,-1 2 0,0 4 0,-1 2 0,0 3 0,-5 1 0,-4-3 0,-6 0 0,-7-3 0,2-1 0,-1 1 0,2-4 0,1-3 0,1-4 0,1-3 0,4 1 0,2-4 0,4-2 0,4-3 0,2-2 0,0-1 0,0-1 0,4-1 0,7 0 0,8 2 0,6 1 0,1 2 0,1 3 0,1 2 0,-1 2 0,-2 0 0,-1 1 0,-4 0 0,-3 0 0,-1 0 0,-3 2 0,-3 5 0,-4 2 0,-3 3 0,-3 4 0,0 0 0,-3 0 0,-4-2 0,-4-3 0,-6 0 0,0-1 0,-1-3 0,2-3 0,2-2 0,1-1 0,0-1 0,0 0 0,3-3 0,3-2 0,1-2 0,1-1 0,2 4 0,0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37.8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173 52 24575,'11'3'0,"-3"3"0,-8 6 0,-6 4 0,-4 0 0,0-2 0,2-5 0,-1-1 0,0-1 0,-2-3 0,-1-1 0,2-5 0,4-4 0,5-3 0,10-6 0,8-5 0,7-1 0,8-1 0,5 4 0,1 4 0,0 4 0,-7 4 0,-5 4 0,-4 1 0,-3 1 0,-3 0 0,-2-1 0,-3 6 0,-4 7 0,-3 7 0,-4 3 0,0 0 0,-2-1 0,-8-4 0,-3-1 0,-4-3 0,2-1 0,-1-2 0,0-4 0,-1-4 0,0-2 0,0 0 0,-1 0 0,-2 0 0,1 0 0,-2 0 0,1 0 0,3 0 0,0 0 0,3 0 0,3-2 0,4-4 0,4-3 0,2-3 0,1 0 0,2-6 0,8 4 0,6-5 0,8 6 0,6-1 0,0 2 0,1 1 0,0 3 0,-3 1 0,3 2 0,-6-1 0,-3 2 0,-4 1 0,-4 0 0,-1 2 0,-2 5 0,-4 8 0,-6 7 0,-7 6 0,-7 2 0,-8 1 0,-3-4 0,-3-1 0,3-3 0,1 0 0,0 0 0,2-5 0,-2 0 0,0-4 0,2-1 0,-2-2 0,-1-4 0,0-2 0,-4-1 0,1-4 0,1-5 0,5-7 0,2-8 0,4-3 0,4-1 0,3 2 0,4 1 0,3 3 0,1 4 0,-1 1 0,1 3 0,0 1 0,6 2 0,3 1 0,11 3 0,4 2 0,1-1 0,5 2 0,-2 0 0,6-1 0,1 4 0,-1-1 0,-2 1 0,-3 0 0,-1-1 0,-3 1 0,-4 0 0,-4 2 0,-4 4 0,-2 2 0,-5 7 0,-2 4 0,-4 5 0,0 3 0,0 0 0,0-2 0,-6-2 0,-4-4 0,2-8 0,-1-2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42.5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 24575,'25'-9'0,"1"0"0,-3 5 0,0 1 0,-5 3 0,-1 0 0,0 0 0,-3 0 0,4 0 0,-1 0 0,-1 0 0,-2 5 0,-4 6 0,-3 8 0,-2 6 0,-2 2 0,-2 1 0,-1-1 0,0-2 0,0-2 0,0-2 0,0-4 0,0-1 0,0-3 0,-6-1 0,-4 1 0,-7-1 0,-6-2 0,-1-3 0,0-4 0,4-3 0,0 0 0,3 0 0,-2-8 0,1-7 0,5-11 0,2-10 0,2 0 0,4 0 0,0 3 0,4 7 0,1 4 0,0 5 0,-1 3 0,4 4 0,2 3 0,5 4 0,5 2 0,4 1 0,5 0 0,3 0 0,-5 0 0,-1 3 0,-4 2 0,-3 3 0,2 3 0,-3 1 0,0 0 0,-3 0 0,-3 1 0,-3-1 0,-3 0 0,-1 1 0,0-1 0,-2-2 0,-7 0 0,-4-3 0,-3-3 0,0-1 0,4-3 0,-1 0 0,2 0 0,4 0 0,2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49.1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1 24575,'16'0'0,"2"0"0,6 0 0,3 0 0,0 0 0,1 0 0,-4 0 0,-5 0 0,-2 0 0,-5 0 0,-2 6 0,-4 7 0,-3 12 0,-3 15 0,0 10 0,-4 6 0,-7 2 0,-6-8 0,-9-5 0,-5-1 0,0-7 0,-1-1 0,5-6 0,1-7 0,5-3 0,2-5 0,2-6 0,4-5 0,-1-3 0,4-3 0,3-10 0,3-12 0,4-13 0,0-7 0,0 3 0,0 4 0,0 6 0,2 7 0,5 1 0,2 3 0,4 7 0,-2 2 0,2 3 0,3 2 0,5-3 0,4 2 0,2 2 0,0 1 0,1 3 0,-1 0 0,1 1 0,-4 0 0,-3-1 0,-4 1 0,-3 0 0,-2 0 0,-2 6 0,-3 10 0,-4 9 0,-2 11 0,-1 4 0,-3-3 0,-4 2 0,-7-3 0,-7-8 0,1-5 0,0-9 0,2-3 0,1 0 0,-2 0 0,0-4 0,-1-2 0,2-4 0,2 0 0,2-1 0,1-2 0,3-10 0,2-11 0,5-16 0,2-13 0,0-4 0,1 0 0,0 6 0,0 3 0,6 5 0,4 9 0,7 8 0,2 9 0,-3 6 0,0 1 0,-5 3 0,-2 5 0,-3 6 0,-4-1 0,-1 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52.2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303 343 24575,'-11'15'0,"-2"-1"0,-5-4 0,-1-3 0,2-5 0,-1-4 0,2-7 0,0-8 0,4-11 0,5-4 0,4-3 0,3 0 0,0-1 0,0 0 0,0 2 0,2 4 0,6 7 0,7 5 0,6 2 0,5 2 0,0 2 0,2 4 0,-1 4 0,1 3 0,0 1 0,3-1 0,1 1 0,1 0 0,-2 0 0,-6 0 0,-5 3 0,-4 6 0,-4 8 0,1 6 0,-2 2 0,-4 1 0,-4 1 0,-3 1 0,0 3 0,0-5 0,-5-2 0,-7-3 0,-9-2 0,-12-1 0,-5-5 0,-10-4 0,-2-4 0,-5-4 0,0-1 0,3-6 0,5-7 0,5-6 0,5-5 0,7 3 0,5 3 0,9 2 0,7 4 0,2 1 0,5 0 0,10 2 0,7 3 0,9 0 0,7 2 0,-1 0 0,-1 0 0,-8 4 0,-4-1 0,-3 1 0,-1 0 0,-3 5 0,-3 11 0,-4 8 0,-3 7 0,-6-3 0,-4-4 0,-7-4 0,-3-3 0,0-1 0,-3-3 0,4-3 0,-2-3 0,4-4 0,2-3 0,0 0 0,1 0 0,1 0 0,3-2 0,2-6 0,4-7 0,3-7 0,0-4 0,4-4 0,9-3 0,9 0 0,11 2 0,3 9 0,-2 4 0,-5 3 0,-4 4 0,-4 5 0,-3 3 0,-5 5 0,-5 5 0,-5 7 0,-2 3 0,0 4 0,0-1 0,0-3 0,0 0 0,0-4 0,-2-2 0,-4-4 0,-3-3 0,0-6 0,5 0 0,6-3 0,6 0 0,3 1 0,1-2 0,1 2 0,-3 3 0,-3 4 0,-7 6 0,-6 0 0,-5 1 0,-4-1 0,0-2 0,1-2 0,7-3 0,2-2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04.1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80 24575,'35'0'0,"-6"0"0,8 0 0,-12 0 0,-4 0 0,-5 0 0,-4 0 0,0 0 0,-2 2 0,-3 4 0,-4 3 0,-3 3 0,0 0 0,0 0 0,-2-3 0,-3-3 0,-3-4 0,-3-2 0,-1 0 0,0 0 0,0 0 0,0 0 0,-1 0 0,1-2 0,2-4 0,3-3 0,4-3 0,2 0 0,1 0 0,0 0 0,0-1 0,3 1 0,4 2 0,6 2 0,7 0 0,4-1 0,0-1 0,-1 3 0,1 2 0,-3 4 0,-1 0 0,-3 1 0,-3 0 0,-1-1 0,0 1 0,-2 3 0,-5 2 0,-2 7 0,-4 11 0,0 6 0,0 3 0,-6-1 0,-8-4 0,-4-1 0,-5-2 0,2-5 0,1-2 0,-4-3 0,0 2 0,0-2 0,0-3 0,3-3 0,3-3 0,1-1 0,3-3 0,1-1 0,0 0 0,1 0 0,-1 0 0,3-2 0,0-4 0,4-6 0,2-4 0,1-1 0,3 1 0,0 4 0,-1-1 0,1 1 0,0 0 0,2 1 0,2 0 0,4 0 0,5 3 0,5-2 0,4 3 0,4 2 0,1 1 0,0 3 0,-2 0 0,-1 1 0,-3 0 0,-4-1 0,0 1 0,-4 0 0,-1 3 0,-2 2 0,-3 4 0,-4 3 0,-3 0 0,0 4 0,0 0 0,0 0 0,0 0 0,-2-5 0,-2-1 0,-4 1 0,-3-3 0,-1 1 0,-1-2 0,1-2 0,-1-2 0,1-2 0,-1-1 0,0 0 0,2-2 0,5-4 0,3-3 0,2-3 0,1 0 0,0 0 0,2 2 0,2 1 0,6 3 0,4 1 0,2 1 0,0 0 0,-3 1 0,-2 5 0,-4-2 0,-3 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06.4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268 0 24575,'11'3'0,"-3"10"0,-5 12 0,-3 8 0,-8 6 0,-12 5 0,-5-1 0,-6-1 0,2-5 0,4-11 0,0-3 0,2-7 0,2-7 0,3-5 0,1-3 0,4 0 0,0-4 0,3-5 0,3-9 0,4-6 0,2-4 0,1 3 0,0 1 0,0 3 0,0 3 0,0-1 0,2 0 0,5 2 0,4 1 0,6 5 0,4 0 0,5-1 0,4 4 0,5 2 0,4 4 0,1 0 0,1 1 0,0 0 0,-4-1 0,-6 1 0,-3 0 0,-7 2 0,-3 7 0,-4 8 0,-7 6 0,-4 4 0,-3 0 0,0 1 0,0-2 0,0 5 0,-6 1 0,-7-4 0,-6-3 0,-4-5 0,-1-2 0,0 3 0,-3 0 0,0-3 0,-1 0 0,0-6 0,0-4 0,1-3 0,-1-4 0,0-1 0,0 0 0,3 0 0,2 0 0,2 0 0,6-5 0,5-6 0,7-6 0,2-5 0,1-2 0,0-3 0,0-4 0,6-1 0,5 3 0,16-11 0,-4 15 0,6-9 0,-11 14 0,-2 2 0,-1 5 0,-2 5 0,-6 4 0,-1 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08.6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253 82 24575,'23'0'0,"-2"0"0,-3 0 0,-4 5 0,-8 6 0,-3 12 0,-13 12 0,-10 6 0,-8 5 0,-10 1 0,3-5 0,2-6 0,1-7 0,8-9 0,1-4 0,4-4 0,3-2 0,2-4 0,3-3 0,-1-8 0,2-6 0,3-7 0,3-6 0,4-2 0,-1-1 0,1 2 0,0 1 0,0 4 0,2-1 0,4 1 0,4 5 0,5 2 0,1 3 0,6 1 0,4 0 0,-3 2 0,3 4 0,-6 2 0,-6 1 0,0 0 0,-3 0 0,0 0 0,2 2 0,-3 3 0,-3 6 0,-3 8 0,-3 3 0,-1 4 0,0 5 0,0-1 0,0 2 0,-3 3 0,-7-5 0,-7-1 0,-4-4 0,2-8 0,-1-1 0,3-6 0,1-3 0,0-4 0,4-3 0,0 0 0,1 0 0,0-2 0,2-6 0,3-12 0,2-13 0,3-12 0,0-7 0,1-3 0,-1 0 0,7 3 0,10 4 0,11 8 0,9 5 0,3 7 0,-3 8 0,-3 5 0,-1 6 0,-7 5 0,-4 0 0,-5 4 0,-4 0 0,-2 2 0,-4 8 0,-3 10 0,-3 6 0,0 2 0,0-1 0,0-6 0,0 0 0,0-4 0,-2-3 0,-4-1 0,-2 0 0,-3-1 0,-2-1 0,1-4 0,-1-4 0,1-2 0,5-1 0,1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09.7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11.0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307 268 24575,'0'-19'0,"0"-4"0,0-10 0,0 3 0,0-1 0,0 10 0,0 5 0,2 4 0,3 5 0,3 1 0,3 6 0,1 0 0,0 3 0,0 2 0,-2 7 0,-4 10 0,-3 10 0,-3 8 0,0 9 0,-4 6 0,-3 1 0,-13 0 0,-7-7 0,-5-3 0,-1-5 0,9-8 0,3-8 0,3-8 0,1-2 0,-3-1 0,3-3 0,-1-3 0,2-3 0,-1-4 0,1 0 0,1-1 0,-3-3 0,3-6 0,1-7 0,4-7 0,6-4 0,1-1 0,2 4 0,1 0 0,0 4 0,0 3 0,0 2 0,0 2 0,0 1 0,1 3 0,4 3 0,3 3 0,3 3 0,3 0 0,4 0 0,2 0 0,2 0 0,-2 0 0,-2 0 0,-2 2 0,-2 4 0,-4 5 0,-3 7 0,-3 5 0,-4 4 0,1 0 0,-1 1 0,0-1 0,0-2 0,-3-5 0,-3-5 0,-4-2 0,-2-1 0,-1-3 0,1-3 0,1-3 0,0-3 0,0 0 0,1 0 0,-3-8 0,2-7 0,3-11 0,3-18 0,4-9 0,0-8 0,1-2 0,6 2 0,12-2 0,15-5 0,8 3 0,0 9 0,-6 14 0,-9 16 0,-6 8 0,-4 8 0,-4 3 0,1 5 0,-4 4 0,-3 5 0,-3 7 0,-3 9 0,0 14 0,0 0 0,0 1 0,0-6 0,0-12 0,0-1 0,0-6 0,0 0 0,0 0 0,-3-1 0,-3-2 0,-6-1 0,-3-3 0,-4-2 0,8-2 0,3-2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12.7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244 1 24575,'0'15'0,"0"2"0,0 6 0,0 13 0,0 4 0,0 6 0,0 6 0,0 0 0,0 8 0,0 0 0,0-4 0,0-6 0,0-8 0,0-1 0,0-8 0,-3-4 0,-1-5 0,-5-8 0,-2 0 0,1-6 0,-1-4 0,1-3 0,-6-3 0,-3 0 0,-3-5 0,-1-7 0,1-6 0,1-10 0,-5-26 0,12 10 0,-2-20 0,12 19 0,2-1 0,2-1 0,0 1 0,5 4 0,9 5 0,3 5 0,10 7 0,1 7 0,1 8 0,2 7 0,-4 3 0,-3 0 0,-1 0 0,1 0 0,0 7 0,1 8 0,0 11 0,-2 9 0,-3 4 0,-1 5 0,-5-2 0,-5-1 0,-5-4 0,-3-6 0,0-6 0,-1-8 0,0-3 0,-3-1 0,-3-4 0,-6-2 0,-8-4 0,-1-3 0,-2 0 0,0 0 0,0 0 0,-1-6 0,4-4 0,5-5 0,5-2 0,2 2 0,2 1 0,1-1 0,2 2 0,4 1 0,-1 5 0,3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14.8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97 264 24575,'9'-14'0,"5"-1"0,2-3 0,8 1 0,6-1 0,-1 7 0,-1 4 0,-2 4 0,-5 2 0,-2 1 0,-4 0 0,-4 0 0,-2 3 0,-4 8 0,-1 10 0,-8 9 0,-5 4 0,-7-2 0,-4-3 0,0-4 0,-16 3 0,15-12 0,-18 1 0,10-10 0,-1-3 0,-1-8 0,8-10 0,2-11 0,0-20 0,3-4 0,6 1 0,6 7 0,6 12 0,0 1 0,0 2 0,0 4 0,2 2 0,6 5 0,7 0 0,7 2 0,4 4 0,1 1 0,0 4 0,-2 3 0,-2 1 0,-2 0 0,-1 0 0,0-1 0,-3 7 0,0 8 0,-4 6 0,-2 7 0,-4 0 0,-5 4 0,-2-2 0,0-1 0,0-3 0,0-5 0,0 1 0,0-4 0,0 0 0,-2-4 0,-3-2 0,-4-4 0,-2-3 0,-1-3 0,-1-1 0,3-2 0,4-4 0,3-6 0,2-5 0,1 1 0,3 1 0,6 2 0,8 3 0,2 4 0,1 3 0,-3 3 0,-2 0 0,0 0 0,-2 0 0,-2 3 0,-3 2 0,-4 3 0,-3 3 0,-1 1 0,-2-2 0,1-4 0,-1-3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0:35.6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3863 24575,'0'-42'0,"0"-10"0,2-23 0,5 25 0,4-2-2979,5-11 0,4-3 2979,8-12 0,3-4 0,-7 17 0,1-1 0,-1 2 0,7-18 0,0 5 0,-3 8 0,-1 4 488,-4 9 1,-1 2-489,17-36 0,-17 39 0,0 0 0,-3 3 0,0 3 1118,13-30-1118,-2 12 0,-10 15 0,-4 7 3117,-4 7-3117,-1 4 746,3-2-746,-1 3 0,1 0 0,0-2 0,0 1 0,0-6 0,1 0 0,-1-1 0,1 0 0,-1 5 0,0 0 0,-1 5 0,0 3 0,-3 1 0,-1 0 0,-2 2 0,-2 0 0,3 1 0,1-1 0,2-2 0,2-3 0,0 1 0,1 1 0,-1 0 0,1 0 0,-1-3 0,1-4 0,3-1 0,1 0 0,3-4 0,7-1 0,3-6 0,9-4 0,-1 0 0,1 0 0,17-30 0,-13 20 0,14-24 0,-22 33 0,-4 4 0,-1 3 0,-5 1 0,2-1 0,-2 4 0,-3 3 0,-2 5 0,-2 0 0,-2 4 0,0 3 0,-1 3 0,1 0 0,3-1 0,0 0 0,0-1 0,2-1 0,3 0 0,5-2 0,3 0 0,3-2 0,0-3 0,-4 4 0,2 1 0,-2 3 0,-4 0 0,-3 2 0,-8 5 0,-3 3 0,1 5 0,-2-1 0,0 1 0,-1-1 0,1 1 0,-1 0 0,1-1 0,-1 3 0,1-1 0,-3-2 0,-1 1 0,-5 0 0,-1 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4:43.2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24575,'14'14'0,"0"0"0,1-2 0,5 1 0,3 0 0,8 4 0,0 4 0,5 4 0,-3 0 0,-4 0 0,3 4 0,-3 0 0,4 4 0,-1 2 0,-3-2 0,-2 3 0,-2 0 0,-3-3 0,-3 2 0,1-2 0,-1 3 0,-1 4 0,3-3 0,-3 4 0,1-5 0,-2-3 0,-3 2 0,0-3 0,0 0 0,0-1 0,-1-5 0,-1-1 0,0-4 0,-1-4 0,0 0 0,-1 0 0,0 0 0,-3-2 0,0-1 0,-1 1 0,1 1 0,1 4 0,2 2 0,0 1 0,6 20 0,-4-8 0,6 14 0,-7-9 0,0 2 0,0 3 0,0 0 0,4-1 0,-4 5 0,0 0 0,0 1 0,-3-1 0,1-7 0,0 1 0,1 1 0,1 0 0,1 6 0,-1 0 0,-2 1 0,2-1 0,0-4 0,1 0 0,2 0 0,-2 3 0,-1 2 0,0 4 0,2 4 0,-1-2 0,0 3 0,0-4 0,-3-4 0,2-2 0,-4-9 0,1-1 0,-1-5 0,0-3 0,0-6 0,-3-6 0,1-1 0,-2-1 0,0 1 0,2-2 0,-1-3 0,-1-1 0,0 0 0,-2-1 0,-1 1 0,0-1 0,3 1 0,0-1 0,0 0 0,-1 0 0,1 0 0,0 0 0,0 1 0,3-1 0,-3 0 0,0 3 0,2 0 0,-3 0 0,1 1 0,0-2 0,0 2 0,0-1 0,1-1 0,1-1 0,-2-1 0,1 1 0,1 0 0,-1-1 0,2 0 0,-1 0 0,-1 0 0,1 0 0,-2 1 0,1-1 0,1-3 0,-1-1 0,-1-5 0,0-1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4:44.4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24575,'0'0'0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4:45.3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4:46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24575,'0'0'0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7:08:07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 24575,'22'-2'0,"8"1"0,9 3 0,11 9 0,0 8 0,5 6 0,7 6 0,-10-1 0,5 7 0,-9-4 0,-6 4 0,3 3 0,-4 3 0,3 6 0,-1-1 0,5 10 0,-3 2 0,-3-2 0,3 7 0,-7-7 0,6 8 0,6 8 0,-1 0 0,-1-1 0,-8-9 0,-4-3 0,-4-3 0,3 6 0,-1-3 0,-2-4 0,-2-1 0,-3-7 0,-3-4 0,-2-5 0,-4-9 0,-2-5 0,-1-1 0,-1-4 0,1 4 0,0 1 0,1-1 0,0 1 0,0 2 0,3 3 0,0 1 0,1 2 0,0 1 0,0 0 0,0 3 0,2-3 0,1 1 0,1-1 0,1 2 0,-1-1 0,1 0 0,1 0 0,-3-1 0,-1 0 0,-2-1 0,-3-3 0,0-1 0,0 2 0,3 2 0,2 5 0,2 2 0,-1 0 0,-2 1 0,1 0 0,0-3 0,0 0 0,-2-2 0,0-4 0,-3-3 0,0-3 0,-1-4 0,-3-2 0,0-3 0,0-2 0,-2-3 0,-1-3 0,-2 0 0,-2-2 0,-2-1 0,-4-1 0,-3-4 0,-1 0 0,2 6 0,10 11 0,10 15 0,8 15 0,4 8 0,1 6 0,1 3 0,4 9 0,1 9-568,-3 2 568,3 7 0,-17-45 0,1 1-542,2 6 0,1 2 542,2 6 0,0 1 0,1 1 0,0 0 0,-1 0 0,2 0 0,-2-3 0,1 0 0,2-2 0,1 0 0,0-1 0,0 0 0,0-3 0,0-1 0,-3-6 0,-1-2-165,20 36 165,-1-9 0,-1-6 0,6 4 0,-3-5 0,-2-6 0,-2-3 0,-5-9 0,-2-3 531,-4-6-531,0 0 1106,-3-3-1106,0 2 180,-1-3-180,-4-6 0,1-1 0,-2-3 0,4 1 0,3 3 0,3 1 0,0-2 0,0 0 0,0-1 0,0 1 0,1 0 0,1 0 0,1 0 0,1-2 0,3 2 0,0-2 0,2 0 0,1 0 0,-1-3 0,3-1 0,-5-2 0,0-1 0,1 0 0,-1-2 0,-3-3 0,-2-2 0,0 0 0,1 1 0,1-1 0,1 1 0,-4-3 0,-3-1 0,-5-1 0,-4-1 0,-4 1 0,-2-2 0,-3-1 0,-1-2 0,-2-1 0,-2-1 0,-3-2 0,-2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22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24575,'0'62'0,"0"30"0,0-18 0,0 6 0,0 3 0,0 2 0,0 6 0,0 6-2186,0-20 0,0 4 0,0 4 2186,0-2 0,0 5 0,0 2 0,0 0 0,0 4 0,0 2 0,0 0 0,0 0 0,1-2 0,0 1 0,0-2 0,1-4 0,-1 10 0,1-6 0,1-6-640,2 7 1,1-5 639,1 7 0,1 1-692,0-6 1,0 0 691,1 4 0,0-2 0,0-12 0,1 0 0,0 2 0,1 0-365,-1-12 1,1-2 364,2-3 0,1-3 1554,-2-3 1,0-3-1555,11 37 0,3 1 0,-3-9 0,-1-8 2901,-2-13-2901,-4-10 2032,-2-11-2032,-3-8 0,-4-8 1286,-2-7-1286,-2-3 621,0-4-621,2-1 0,-2 0 0,1-1 0,-1 1 0,-3-1 0,3 1 0,0-1 0,0 4 0,0 0 0,-3 0 0,1 0 0,-1-2 0,2-2 0,1 1 0,0-1 0,0-1 0,-3-1 0,0 0 0,0 1 0,0 1 0,0 0 0,0 1 0,0 0 0,0-1 0,0 6 0,0-1 0,0 5 0,0-5 0,0 2 0,0 1 0,0 1 0,0 2 0,0-3 0,0 1 0,0-1 0,0-3 0,0 3 0,0 0 0,0 0 0,0 3 0,0 0 0,0 1 0,0 0 0,0 0 0,0 0 0,0-3 0,0 2 0,0-3 0,0-3 0,0-2 0,0-3 0,0 1 0,0-1 0,0-1 0,0-1 0,0 1 0,0 1 0,0-5 0,0-1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23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24575,'0'91'0,"0"-33"0,0 3-2105,0 14 1,0 4 2104,0-14 0,0 4 0,0 1-1016,0 11 1,0 3-1,0 2 1016,0 6 0,0 3 0,0 2-505,0-18 0,0 1 0,0 1 0,0 0 505,0 3 0,0 2 0,0-1 0,0-1 0,0-5 0,0 0 0,0-1 0,0 0 0,0 22 0,0-1 0,0 0-656,0-4 0,0-1 1,0-3 655,0-12 0,0-3 0,0-1 5,0-1 1,0 0 0,0-2-6,0 24 0,0-5 0,0-13 0,0-5 931,0-8 1,0-3-932,0 37 3520,0-30-3520,0-22 3118,0-3-3118,0-7 2127,0 2-2127,0 9 598,0-1-598,0 3 0,0 5 0,0-4 0,0 0 0,-7-1 0,-1-5 0,0-8 0,1-6 0,7-8 0,0-8 0,0-1 0,0-3 0,0-6 0,0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25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0 147 24575,'35'0'0,"13"0"0,33 0 0,-32 0 0,4 0 0,18 1 0,6-2-1339,-11 1 1,4 1-1,2-2 1339,6 1 0,2 0 0,2 0 0,6 1 0,2-1 0,-2-1 0,-5 2 0,-2-1 0,0-1 0,-6 1 0,0 0 0,0 0 0,5 0 0,0 0 0,0 0-736,5 1 1,0-2-1,1 1 736,3 1 0,1-1 0,-1-1 0,-1 1 0,0 1 0,-1-2 0,-3 1 0,0 0 0,-2 0-606,-4 0 0,-2 0 0,0 0 606,-8 1 0,-1-1 0,0-1 0,32 0 0,-2-2 0,-6 0 0,-2 0 0,1 0 0,0-1-572,-3-1 0,-1 1 572,-7 1 0,-1 0 0,-5 0 0,0 1 0,6-3 0,1 0 0,5 2 0,0-1 0,-4 1 0,-1-1 0,-3 0 0,0-1 539,-4 2 1,-2 1-540,-3-1 0,0 1 0,5-3 0,2 1 0,4 0 0,0 1 0,-2 0 0,-1 0 0,6 0 0,-1 1 0,-3 2 0,-1 0 0,-4 0 0,0 0 0,-2 0 0,0 0 0,2 0 0,1 0 0,0 0 0,3 0 589,9 0 0,2 0-589,-1 0 0,2 0 0,3 0 0,2 0-37,4 0 0,1 0 37,-33 0 0,1 0 0,1 0 0,1 0 0,0 0 0,0 0 0,1 0 0,-1 0 0,0 0 0,-1 0 0,-1 0 0,0 0 0,0 0 0,1 0 0,-2 0 0,33 0 0,-1 0-133,-4 0 0,-1 0 133,-4 0 0,-1 0 0,-2 0 0,-2 0 27,-10 0 0,-2 0-27,-5-2 0,0 0 0,-1-1 0,-1 0 0,-5-2 0,0 0 454,4 0 0,0 0-454,-4 2 0,-1 1 0,-5 0 0,-1 0 1914,46 2-1914,-7 0 0,-16 0 1985,-12 0-1985,-11 0 1280,-9 0-1280,-1 0 817,-5 0-817,-4 0 310,-4 0-310,-4 0 0,-5 0 0,-4 0 0,-3 0 0,-3 2 0,-4 4 0,-3-2 0,-4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26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24575,'0'14'0,"0"6"0,0 11 0,0 6 0,0 5 0,0 15 0,0 9 0,0 2 0,0-1 0,0-11 0,0 1 0,0 4 0,0 5 0,0-1 0,0 1 0,0-5 0,0-3 0,0-7 0,3-6 0,7-8 0,13-13 0,14-5 0,15-8 0,7-3 0,17-3 0,3-6 0,2-11 0,3-14 0,-11-13 0,-1-10 0,-9 2 0,-12 6 0,-13 9 0,-11 8 0,-9 7 0,-4 6 0,-7 4 0,-1 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27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24575,'37'0'0,"17"0"0,19 0 0,7 0 0,11 0 0,-10 0 0,-31 0 0,1 0-761,1 0 0,-1 0 761,34 0 232,-8 0-232,-29 0 0,-5 0 0,0 0 0,-21 0 0,-7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30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0 284 24575,'86'0'0,"-6"0"0,5 0 0,7 0-1148,-13 0 1,3 0 1147,-12 0 0,5 0 0,0 0-1042,2 0 0,1 0 1,1 0 1041,1 0 0,0 0 0,2 0 0,8 0 0,1 0 0,0 0-724,-3 0 0,0 0 1,2 0 723,-16 0 0,2 1 0,0-1 0,1-1-835,3 1 0,1-1 0,0-1 1,2 0 834,9 0 0,2-1 0,2 0 0,0-1-510,-16 0 0,0 0 0,1 0 0,0 0 0,1-1 510,5 0 0,0 0 0,1-1 0,0 0 0,0 0 0,1 1 0,1-1 0,1 0 0,-2 0 0,-2 0 0,14 0 0,-3 0 0,0 0 0,-1 0-237,1 0 0,0 0 0,-1 0 0,-1 1 237,-4 0 0,0 1 0,-1 0 0,0 0 0,-2 0 0,-1 0 0,0 1 0,0-1-37,0 0 0,1 0 0,0 1 0,-3-1 37,-6 2 0,-1 0 0,-1 0 0,-2 0 250,18-2 1,-3 0 0,-1 0-251,-7 2 0,-2 0 0,-1-1 658,-7 1 1,-1 0-1,-3 0-658,18-1 0,-3 1 1208,-6 1 0,-3 1-1208,-9 0 0,-2 0 0,-4 0 0,-2 0 1378,5 0 1,-1 0-1379,-8 0 0,-1 0 0,41-3 0,-8 0 0,-7-2 0,3 0 0,9 4 0,3 0 0,6 0 0,-49 0 0,0-1 0,1 0 0,-1-1 0,1 1 0,-1 0 0,48-2 0,-3-1 0,-5 0 0,-1 1 0,-5 0 2499,-1 3-2499,0 0 0,-4 1 0,4 0 0,-1 0 0,1 0 0,3 0 0,12 0 583,-46 2 1,1 0-584,-2 0 0,-1 1 0,49 2 0,-19 2 0,-4-4 898,9 2-898,3-1 0,7 1 0,-2 0 0,-3 0 0,-1-1 0,0 0 0,-1 1 0,1-1 0,-6 0 0,0-3 0,-5-1 0,-6 0 646,-5 0-646,-11 0 257,-6 0-257,-8 0 808,-10 0-808,-9 0 401,-8 0-401,-4 0 0,1 0 0,-1 0 0,-1 0 0,0 0 0,0 0 0,-2 3 0,-3-3 0,-3 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31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24575,'0'31'0,"0"11"0,0 11 0,0 10 0,0 13 0,0 4 0,0 10 0,0-5 0,0-6 0,0-9 0,0-12 0,0-1 0,0-14 0,0-2 0,0-4 0,0-7 0,3-3 0,3-3 0,8-3 0,6-1 0,4 0 0,2-3 0,-1-1 0,-2-2 0,3-2 0,1 0 0,4 1 0,0 1 0,-2-3 0,2-2 0,1-5 0,1-2 0,-2-2 0,-2 0 0,-1 0 0,0 0 0,0 0 0,-1 0 0,-2-5 0,-4-5 0,-1-4 0,-3-2 0,0 3 0,-2 3 0,-3 1 0,1 0 0,-1-1 0,0-2 0,-1 0 0,0 1 0,-5 5 0,-1 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32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982 0 24575,'-34'0'0,"-8"0"0,-1 0 0,-2 0 0,-3 0 0,1 0 0,-10 0 0,-6 0 0,-7 0 0,1 0 0,7 0 0,7 0 0,6 0 0,-2 0 0,1 0 0,7 3 0,6 1 0,5 2 0,8 1 0,4-3 0,4 1 0,4-1 0,5-1 0,2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34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0 24575,'0'39'0,"-9"22"0,-10 35 0,5-37 0,-2 3 0,-5 11 0,-1 3-535,-1 3 0,1 0 535,2-5 0,0-2-3927,2-6 0,0-5 3927,-7 24 1777,8-24-1777,3-16 0,8-15 0,0-4 90,3-7 1,2-10 0,0-3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35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24575,'26'24'0,"10"12"0,11 12 0,10 12 0,11 7-979,0 5 979,-32-34 0,0 0 0,-1-1 0,0-1 0,29 30 0,3-2 0,-5-1 0,-7-2 240,-5-9-240,-9-4 0,-6-9 0,-1-1 0,-5-2 0,-4-3 739,-4-6-739,-5-7 0,-4-5 0,0-3 0,0 1 0,-2-2 0,-2-3 0,-5-3 0,-1-2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38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1 438 24575,'25'54'0,"10"-1"0,4 8 0,11-1 0,-4-6 0,4 0 0,-1-5 0,-6-11 0,-2-8 0,-9-3 0,-1-9 0,-7-3 0,-5-4 0,-4-5 0,-4 3 0,0-3 0,2-3 0,0-5 0,-3-10 0,0-7 0,-4-10 0,-2-6 0,2-3 0,2-8 0,2 4 0,4-7 0,-1 2 0,1 2 0,1-4 0,-1 3 0,1 3 0,0 5 0,-1 4 0,-1 8 0,1 4 0,-2 4 0,-1 4 0,-5 1 0,0 3 0,-2 1 0,0 0 0,1-1 0,-2-2 0,3-1 0,0 1 0,-3 0 0,2 3 0,-3 1 0,1 0 0,2 2 0,-1-2 0,2-1 0,0 0 0,0-3 0,2 0 0,-1 0 0,1 0 0,1 0 0,-2-1 0,1 1 0,1-4 0,1-1 0,3 1 0,-1 0 0,-3 4 0,0 2 0,-4 9 0,-2 0 0,-1 5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45.8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1 782 24575,'38'0'0,"1"0"0,9 0 0,2 0 0,4 0 0,5 0 0,-3 2 0,5 2 0,0 3 0,2 3 0,2 3 0,1 2 0,-1 0 0,-2 1 0,-2 1 0,-4-2 0,0 1 0,-1 3 0,0 4 0,4 4 0,-2 1 0,2 0 0,-5-1 0,6 8 0,6 4 0,-4 0 0,-7-2 0,-12-8 0,-8-1 0,-7-3 0,5 2 0,-2 5 0,-1 1 0,4 6 0,-1 2 0,11 15 0,6 9 0,6 10-676,2 5 676,-4-4 0,3 5 0,-4-2 0,-26-37 0,0-1 0,22 36 0,-5-3-125,-3-6 125,-5-7 0,1 6 0,0 1 0,-5 0 0,5 7 0,0-4 0,0 5 0,3 4 0,-2-3 0,3-1 0,-5-15 0,-5-4 0,4 1 0,1 2 0,10 7 0,-1-4 0,0-2 0,0-2 0,1 1 0,3-3 0,-4-3 0,0-4 672,-6-5-672,0-2 129,-2-4-129,0-4 0,-1-1 0,0-8 0,0-1 0,-1 0 0,4-3 0,1 0 0,3-4 0,0-3 0,5 0 0,-1-1 0,3-1 0,5 1 0,1-2 0,7-3 0,0-4 0,2-3 0,0-1 0,0-1 0,0 0 0,0-3 0,-4-7 0,-1-8 0,-4-8 0,-1-4 0,1-5 0,-5-1 0,5-9 0,-2-5 0,4-6 0,1-3 0,-4-1 0,-1-5-547,2-5 547,1-6 0,0-4 0,-3 6 0,-6 6 0,1-1 0,1-1 0,-1-6 0,-2-2 0,-3 1 0,-5 4 0,-2 2 0,-4-1 0,1-1 0,1-15 0,-19 40 0,-1 0 0,-1-4 0,-1 0 0,1-7 0,-1 0 0,-1 0 0,-1 1-515,3-6 0,0-1 515,0 3 0,0 1 0,-1-1 0,2 1 0,0-1 0,1 2 0,-2 1 0,0 1 0,2-2 0,-1 0 0,-2 6 0,0 1-109,-1 3 1,1 1 108,12-39 0,-4 19 0,-1 11 0,-3 10 512,1 3-512,4-1 1047,0 1-1047,5-2 235,2 0-235,5 0 0,7-1 0,2-1 0,4 0 0,1-1 0,5 0 0,0 3 0,0 1 0,-1 5 0,-6 4 0,0 2 0,-2 4 0,0 1 0,0 3 0,0 4 0,-1 5 0,0 7 0,0 0 0,-2 3 0,2 4 0,2 1 0,7 3 0,10 0 0,5 0 0,7 0 0,6 3 0,2 8 0,0 8 0,-4 8 0,-6 5 0,-9 0 0,-7-1 0,-5 1 0,-6-2 0,-3 4 0,0 4 0,0 6 0,-8 2 0,-1 3 0,17 19-323,-16-16 1,-1 1 322,8 28 0,1 3 0,-2 2 0,-5-4 0,-3-11 0,-5-2 0,-2 2 0,-3 0 0,-3 8 0,-2-7 0,-1 0 0,-1-7 0,-4-3 645,-3 7-645,-1-3 0,-3 1 0,3-1 0,0 4 0,0 2 0,0 0 0,0 0 0,4-11 0,-4-5 0,3-7 0,0-4 0,0-1 0,4-4 0,-2-5 0,-1-1 0,0 0 0,1 5 0,2 2 0,-1 0 0,1-3 0,-1-1 0,1 0 0,-1-4 0,0-1 0,0-1 0,3 2 0,0-1 0,1-3 0,-2-4 0,-2-2 0,3 2 0,0 2 0,1 1 0,1-1 0,-2-3 0,0-1 0,2 0 0,-2 0 0,3 4 0,0-3 0,1 0 0,2-1 0,1 1 0,3 5 0,3 3 0,6 1 0,1-3 0,2-3 0,1-3 0,1-1 0,0-1 0,0-2 0,0-1 0,-3-4 0,-1 0 0,-1-4 0,-3-4 0,-1-3 0,4-4 0,-4 3 0,0 1 0,-1 0 0,-4-2 0,4-2 0,0 0 0,1 0 0,2 0 0,-2 0 0,1-2 0,-1-1 0,-3-3 0,-4-1 0,-1 3 0,-2-2 0,-5 2 0,0-2 0,-4 0 0,3-1 0,0 1 0,1 2 0,-1-2 0,-4-1 0,4-3 0,1-6 0,3-4 0,0-4 0,1-7 0,3 0 0,1-5 0,0-8 0,-2 2 0,-3-6 0,-1 0 0,2 0 0,-1-5 0,0 1 0,-4 5 0,-1 4 0,3 1 0,0 4 0,1 1 0,-2 4 0,-2 4 0,2 0 0,0 4 0,3 1 0,3 0 0,1-4 0,8-5 0,6-4 0,4-2 0,5 0 0,-1 0 0,-5 5 0,-4 1 0,-9 10 0,-7 4 0,2 2 0,-8 7 0,4-2 0,-5 7 0,-1-1 0,-1-1 0,1-2 0,-2-3 0,4 0 0,5-4 0,3-1 0,1-4 0,0-2 0,-3-2 0,-1-2 0,0 3 0,-3 1 0,-4 0 0,-4 3 0,-2-1 0,-2 2 0,3-1 0,1-5 0,3-8 0,4-6 0,6-9 0,-10 19 0,1 5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51.7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2300 24575,'0'17'0,"2"1"0,7 8 0,11 9 0,10 6-730,13 13 730,7 6 0,-23-27 0,0 2 0,0-2 0,1 0 0,20 27 0,-1-3 0,-2-2 0,1-1 0,-4-7 180,-4-7-180,-7-7 0,-7-8 0,-5-7 0,-8-7 0,-2-3 0,2 1 0,1 1 550,3 1-550,1 4 0,0 2 0,6 6 0,1 2 0,7 4 0,3 3 0,2-2 0,0 1 0,-2-4 0,-2-4 0,-7-3 0,-1-4 0,-7-3 0,-2-3 0,-1-2 0,-3-1 0,0 0 0,0 0 0,2 3 0,0-2 0,0-1 0,0-1 0,-4-1 0,1 0 0,1 0 0,2-1 0,3 2 0,2-1 0,4 0 0,1 1 0,3 1 0,2 0 0,-1 0 0,-3-1 0,-3-2 0,-3-1 0,-4-3 0,0 0 0,-2 0 0,-1 0 0,0 0 0,0 0 0,-1 0 0,4 0 0,0 0 0,3 0 0,2 0 0,2 0 0,2 0 0,-1 0 0,-1 0 0,-1 0 0,-1 0 0,1 0 0,-3 0 0,-2 0 0,0 0 0,-3 0 0,0 0 0,-1 0 0,0 0 0,-1 0 0,0-1 0,0-2 0,0 0 0,-1-3 0,3 0 0,2-2 0,5-2 0,4-2 0,7-7 0,3-3 0,4-3 0,1-4 0,1 2 0,-3-3 0,-3 1 0,-2 3 0,-3 1 0,0 2 0,2 1 0,-2 0 0,-2 1 0,5-2 0,-5 2 0,1 2 0,-1 0 0,-3 2 0,0 1 0,-4 0 0,-1 3 0,-1 0 0,-2-1 0,2-1 0,0-2 0,-2 1 0,0-2 0,-1 0 0,-1 2 0,1-2 0,1-2 0,2-2 0,1-5 0,1-6 0,7-9 0,6-11 0,4-15-630,-15 31 1,0-2 629,3-5 0,1-2 0,1-3 0,0-2-943,4-3 0,1-3 943,1-3 0,1-1 0,0-1 0,1-2 0,1-1 0,0 0-1689,3-1 1,0 0 1688,-3 6 0,1 2 0,-1 1 0,2 0-668,-1 3 1,1 0 667,-1 0 0,0 1 0,2-1 0,0 0 0,-3 3 0,0 3 49,-3 2 1,2 1-50,-3 5 0,0 1 0,2 0 0,-2 1 0,0 4 0,-1 1 522,-2 2 1,1 0-523,24-25 0,-4 1 0,-2 3 0,-3 5 0,-5 5 3331,-2 4-3331,-4 4 1807,1 1-1807,-2 3 1083,-4 4-1083,3-2 492,-3 3-492,2-1 0,3 1 0,-2 4 0,-2 1 0,-3 1 0,-2 1 0,2-1 0,1-1 0,1 1 0,-2 2 0,-2 2 0,0 2 0,-1 2 0,1 2 0,-1 3 0,3 3 0,4 3 0,10-1 0,10 6 0,10 14 0,-23-3 0,2 3-616,0 7 0,2 4 616,5 6 0,0 1 0,2 4 0,-1 1 0,-7-1 0,0 0 0,3 6 0,-1 1 0,-2 1 0,-2-1 0,-4-4 0,0 1 0,-1-1 0,-1 1 0,-8-4 0,0-1 0,-1 3 0,-1 2 0,3 6 0,-1 1 0,0 2 0,-1 1 0,0 0 0,-1 0-767,-1 2 0,-1 0 767,0-3 0,-1 1 0,2 2 0,-2 1 0,-2-9 0,0 1 0,-1-1 0,5 7 0,-2-2 0,5 16 0,-1-3 0,-8-23 0,-1-3-173,0-1 0,0-1 173,11 34 0,-6-12 0,-1-7 0,-3-7 0,1-3 1111,1-2-1111,3 0 1601,-1 0-1601,0 0 0,7 1 0,0 0 400,5 2-400,0 7 0,1 1 0,3 4 0,1 0 0,-1-4 0,-2-3 0,-2-5 0,-3-4 0,-3-8 0,-2 0 0,-1-4 0,-1-3 0,0 1 0,3-1 0,0 2 0,4 3 0,4 3 0,6 2 0,2 3 0,1-2 0,-2-3 0,0-1 0,-3-3 0,-3-7 0,-5-4 0,-4-2 0,1-4 0,-1 2 0,4-1 0,4 0 0,2 1 0,3 0 0,-1-3 0,3-3 0,1 1 0,2-3 0,0 2 0,-1-3 0,-5-2 0,-2 1 0,-2-1 0,-1-1 0,-1 0 0,-2-3 0,-2 0 0,-4 0 0,1 0 0,3 0 0,1 0 0,-1 0 0,0 0 0,0 0 0,0 0 0,4 0 0,3 0 0,-2 0 0,2 0 0,1 0 0,0 0 0,0-2 0,0-2 0,-2-4 0,-1-2 0,-1-1 0,-3-1 0,0-2 0,-3 0 0,0-1 0,-1 2 0,-2-3 0,-1-2 0,-3 0 0,0-3 0,3 0 0,-2-2 0,1-1 0,3-10 0,-3 2 0,2 0 0,-1 0 0,-5 9 0,1-2 0,-2 5 0,-1 2 0,-1 1 0,0 0 0,0 0 0,-1 2 0,1 0 0,-3 2 0,0 1 0,0 2 0,-1 0 0,4 1 0,-2-1 0,1 0 0,0 1 0,-3 0 0,0 0 0,0 0 0,-1 1 0,1 0 0,0 1 0,-2 1 0,0 0 0,0 2 0,0-3 0,2 2 0,1-2 0,1 0 0,0 0 0,2-2 0,-2 0 0,2-3 0,0-3 0,-1-3 0,4-3 0,0 0 0,2-3 0,2-3 0,-3-7 0,3-4 0,-3-1 0,0 6 0,1 3 0,-3 1 0,3 0 0,-1-1 0,1 1 0,1 6 0,-2 3 0,-2 3 0,-2 3 0,0 1 0,-1 1 0,-1 1 0,-2 4 0,-4 1 0,0 4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15.92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21.03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25.45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27.57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0.01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2.25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3.63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4.97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6.10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7.50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8.36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9.12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39.93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40.67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41.30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42.38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3:43.04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31.89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34.84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36.09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47.16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48.39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49.10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0.03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1.07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1.90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3.81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4.80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5:57:56.06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1:09.685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1 24575,'27'0'0,"0"2"0,-15 2 0,3 3 0,-1 3 0,2 4 0,0 0 0,7 4 0,3 2 0,-1-1 0,1 1 0,-4-1 0,2 2 0,-1 0 0,-2 2 0,-1-3 0,-3-1 0,-2-1 0,2-3 0,-3 1 0,0-1 0,0-2 0,-4 0 0,0-2 0,1-1 0,-2-1 0,0 2 0,0 1 0,0 0 0,2 3 0,-1-1 0,1 2 0,0 1 0,0 0 0,1 0 0,-2-3 0,2 2 0,-2-1 0,1-1 0,0 2 0,3-2 0,0 3 0,3 3 0,3-2 0,0 2 0,3 0 0,0 0 0,0 0 0,3 0 0,1 0 0,-1 1 0,-2-1 0,-4-3 0,0-2 0,0 0 0,0 1 0,0-1 0,0 1 0,0-1 0,3 2 0,0 0 0,0 1 0,0 1 0,3 0 0,2 1 0,2 0 0,0 2 0,-2 2 0,-1-3 0,-3-1 0,-1-2 0,-2-1 0,-2 0 0,1-2 0,-3 1 0,3-2 0,-3 0 0,0-2 0,3 0 0,0 0 0,3 3 0,-1-2 0,1 0 0,1 1 0,1 0 0,2 3 0,0 1 0,3 0 0,0 0 0,2 0 0,1 1 0,1-1 0,1 1 0,0-1 0,-1 1 0,-3-1 0,0 0 0,3 0 0,0 0 0,3-2 0,-3 2 0,-1-3 0,-5 0 0,-2 1 0,1-3 0,-3 0 0,7 4 0,-2-1 0,-3-1 0,-3 0 0,-5-5 0,2 1 0,2 0 0,-1 1 0,-1-1 0,0 0 0,0 1 0,1-1 0,-2 1 0,1-4 0,0 1 0,3-1 0,4-2 0,0 2 0,-1-2 0,3 0 0,-2 0 0,3 0 0,-2 2 0,-4-2 0,1 1 0,-1 1 0,2-2 0,0 3 0,-2-1 0,0-1 0,0 1 0,0-2 0,-1 0 0,0 0 0,0 0 0,4 0 0,0-1 0,0 4 0,0-1 0,0 1 0,0 0 0,3-1 0,0 1 0,0 3 0,0 0 0,-3-1 0,-1 1 0,-6-2 0,0-2 0,0 0 0,1-1 0,1 2 0,-1 1 0,2-1 0,0-1 0,2 0 0,1 1 0,0 0 0,2 0 0,-1-3 0,3 0 0,0 3 0,2-2 0,2 2 0,-3 0 0,-1 1 0,1-1 0,-4-1 0,2-2 0,-2 0 0,0 2 0,-4 0 0,-3 0 0,0-1 0,2-2 0,2 1 0,2-1 0,-1 1 0,-3-1 0,1-2 0,-2 2 0,2-2 0,3 1 0,1-2 0,3 1 0,0 1 0,5-1 0,3 0 0,-2 0 0,2 0 0,-3 0 0,0-1 0,3-1 0,-1-1 0,0 2 0,0 2 0,1-1 0,-5 0 0,0-3 0,0 0 0,0 2 0,4 1 0,1 0 0,0 0 0,0 0 0,-3 0 0,0 0 0,-1 2 0,1-1 0,0 0 0,-1-2 0,0 1 0,-2 1 0,2-1 0,0 3 0,-2-3 0,2 3 0,0 3 0,-2-2 0,1-1 0,-3 0 0,0-3 0,3 3 0,-2 0 0,1-3 0,1 2 0,0-2 0,4 0 0,1 0 0,0-3 0,0 3 0,-2 0 0,-4 0 0,-1 0 0,-3-2 0,0-1 0,-1 0 0,-3 0 0,0 0 0,-1 0 0,0 0 0,-2 0 0,-2 0 0,1 0 0,3 0 0,1 0 0,3 0 0,-1 0 0,-2 0 0,0 0 0,1 0 0,0 0 0,-1 0 0,2 0 0,-6 0 0,3 0 0,0 0 0,3 0 0,1 0 0,2 0 0,-2 0 0,0 0 0,1 0 0,1 0 0,1 0 0,-2 0 0,1 0 0,-1 0 0,2 0 0,0 0 0,-3 0 0,-1 0 0,-6 0 0,-1 0 0,-3 0 0,-4 0 0,0 0 0,-3 0 0,1 0 0,2 0 0,4 0 0,6 0 0,3 0 0,4 0 0,4-2 0,2-2 0,2-2 0,1 0 0,1 2 0,-1-1 0,-2 1 0,-2 0 0,-3-1 0,0 1 0,0 1 0,-5 0 0,0 3 0,0 0 0,1 0 0,0 0 0,-4 0 0,-3 0 0,-5 0 0,-2 0 0,2 0 0,0 0 0,0 0 0,2 0 0,0 0 0,-1 0 0,4 0 0,-1 0 0,-1 0 0,1 0 0,1 3 0,0-1 0,3 1 0,2 2 0,2-1 0,1-1 0,1 0 0,-1 0 0,3 0 0,3 0 0,0 0 0,4-1 0,-3 2 0,-4-1 0,-2 0 0,-2-3 0,-1 2 0,-2 2 0,-7-1 0,-1-1 0,1-2 0,6 0 0,3 2 0,3 1 0,1 0 0,-2-1 0,2-1 0,-2-1 0,-1 0 0,3 0 0,-3 2 0,1 1 0,-2 0 0,-2 0 0,0-1 0,-1 2 0,-2-1 0,-1-1 0,-1 1 0,1 0 0,3 0 0,0-1 0,0 1 0,-1 0 0,1 0 0,3 2 0,1-2 0,3 0 0,0 1 0,0 0 0,1-1 0,-1 0 0,1-1 0,0 1 0,0 1 0,-2-2 0,1-1 0,-3 1 0,4 1 0,-1 0 0,-2-1 0,-1-1 0,-6-1 0,-4 0 0,-4 0 0,-2 0 0,-1 0 0,0 0 0,0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5T16:01:15.264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1 4198 24575,'0'-42'0,"2"4"0,3 10 0,1 1 0,5-5 0,1 1 0,4-1 0,4 2 0,-3 1 0,4-5 0,0 2 0,-1-2 0,5-5 0,2-2 0,1-7 0,6-4 0,-2 0 0,-1-3 0,-1 3 0,-6 8 0,0 1 0,-1-1 0,-2-4 0,3-3 0,-1 0 0,1 0 0,-1 3 0,1-3 0,-1 4 0,1 2 0,1 2 0,1 3 0,-1 1 0,0 4 0,0 3 0,-1 5 0,-1 3 0,0 0 0,1 0 0,-1 4 0,-3 0 0,0 2 0,-1 1 0,2 0 0,1 0 0,-2-3 0,-2 2 0,-2-2 0,2 0 0,3-3 0,2-3 0,0-1 0,1 1 0,-1-1 0,-1-1 0,-1 1 0,0 0 0,0 3 0,2-3 0,-1 2 0,-1-2 0,0 0 0,-3 2 0,3-2 0,-1 3 0,1-2 0,2-1 0,1 0 0,-1-2 0,0 2 0,1 0 0,-1 3 0,0 1 0,1-1 0,0-1 0,1-4 0,5-1 0,-1-2 0,2 0 0,3 0 0,-3 2 0,3 0 0,-3 2 0,0 3 0,3 0 0,-3 0 0,4 0 0,-1 2 0,-2 2 0,2-1 0,0 0 0,-3-2 0,-1 0 0,0-3 0,-2-1 0,-1 0 0,-2 4 0,-5 3 0,0-1 0,1-2 0,2-2 0,0 1 0,0 4 0,1 0 0,-1 2 0,-2-1 0,-1 0 0,1 1 0,0-1 0,1 2 0,2 0 0,2-2 0,1-1 0,0-3 0,0 0 0,0 3 0,0 1 0,3 2 0,0 0 0,0 1 0,0 1 0,0 2 0,-1 3 0,-2 2 0,2 1 0,-1 2 0,2 2 0,0-2 0,-2 2 0,0 1 0,-4-2 0,-2 1 0,-2 1 0,0 0 0,0 0 0,3 0 0,0 0 0,0 0 0,0 1 0,0-2 0,1 1 0,-1-2 0,0 2 0,0-3 0,3 0 0,1 3 0,-1-1 0,0-1 0,0-1 0,0-1 0,5 0 0,1 3 0,2-2 0,3 0 0,1-1 0,3-2 0,2 2 0,0 0 0,2 1 0,-1-1 0,-1 0 0,2 1 0,-1-3 0,-1-2 0,3-2 0,-3 0 0,1 3 0,-2 0 0,-4 1 0,-1-1 0,-3-2 0,-1 3 0,0 0 0,-4 3 0,-2 0 0,-2 1 0,-1 0 0,2 0 0,1-1 0,-3 0 0,-1 0 0,1-2 0,2-1 0,1 0 0,0 0 0,1 2 0,-4 1 0,0-2 0,-1 1 0,-1-1 0,2 2 0,-1 0 0,0-2 0,0 1 0,3-1 0,1 2 0,-1 2 0,0-1 0,0 1 0,-1 1 0,-1-1 0,1 1 0,2-2 0,2-1 0,1 2 0,-2-1 0,-4 1 0,0 1 0,2-2 0,1 1 0,0-2 0,0 0 0,-3 2 0,3-1 0,0 1 0,3 0 0,4-1 0,-2 1 0,2 0 0,-1 2 0,-2-1 0,3 0 0,-4-3 0,0 0 0,-3 3 0,-3-1 0,-1 1 0,-3 0 0,3-2 0,-3 2 0,1-1 0,-1 0 0,0 0 0,2 1 0,1 0 0,0 0 0,1 0 0,-1 0 0,0 0 0,1 2 0,-1 1 0,0 0 0,4 0 0,0 0 0,3 0 0,4 0 0,-3 0 0,2 0 0,0 0 0,-2 0 0,-1 0 0,-4 0 0,-3 0 0,4 0 0,0 0 0,3 0 0,0 0 0,1 0 0,-1 0 0,1 0 0,3 0 0,-2 0 0,2 0 0,0 0 0,-2 0 0,-1 0 0,-1-3 0,-2 0 0,-1-1 0,0 1 0,-4 0 0,0 0 0,-1 0 0,1-2 0,0 2 0,-1 0 0,-1 0 0,1 3 0,1 0 0,1 0 0,2 0 0,1 0 0,0 0 0,3 0 0,0 0 0,1 0 0,0 0 0,-1 0 0,1 0 0,-3 0 0,-1 0 0,-3 0 0,0 0 0,3 0 0,0 0 0,0 0 0,-1 0 0,0 0 0,1 0 0,3 0 0,0 0 0,-6 0 0,-1 0 0,-3 0 0,0 0 0,3 0 0,-1 0 0,-1 0 0,-1 0 0,0 0 0,-2 0 0,2 0 0,-3 0 0,-2 0 0,-1 0 0,-3 0 0,-1 0 0,1 0 0,0 0 0,-1 0 0,1 0 0,2 0 0,6 0 0,5 0 0,6 0 0,3 0 0,-2 0 0,2 0 0,-1 0 0,-1 0 0,2 0 0,-2 0 0,0 0 0,-3 0 0,-3 0 0,2 0 0,-2 0 0,2 0 0,2 0 0,2 0 0,3 0 0,3 0 0,-2 0 0,0 0 0,-1 0 0,-2 0 0,2 0 0,-4 0 0,-3 0 0,-1 0 0,-3 0 0,-3 0 0,-2 0 0,-1 0 0,-3-2 0,1 0 0,-2-1 0,-1 1 0,0 1 0,-1 1 0,3-1 0,-1 1 0,1 0 0,7 0 0,-4 0 0,2 0 0,-3 0 0,-6 0 0,2 0 0,-1 0 0,0 0 0,0 0 0,0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7:30:38.4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208 1872 24575,'0'55'0,"0"1"0,0-1 0,0 5-865,0 0 0,0 2 865,1 7 0,-2 3-1441,-2 6 1,-1 1 1440,0-5 0,-1 0 0,-1 1 0,-2 1-2279,0 5 0,-1 1 2279,0 3 0,0 2 0,0 6 0,-1 1-402,0 3 1,-1-1 401,1-2 0,-1 0 0,2 1 0,0 1 0,-1 3 0,2 0-269,4-5 1,-1 3 268,-1-14 0,-1 4 0,2-5 133,3 7 1,0-2-134,-2-13 0,-2 2 0,2-6 0,4-4 0,0-3 2007,0 3 0,0-1-2007,0-3 0,0-2 349,0-4 0,0-1-349,0-2 0,0-2 0,0 39 0,0-15 0,0-10 0,0-13 0,0-8 0,0-10 1517,0-5-1517,0-2 2113,0-8-2113,2 0 1377,0-5-1377,0-3 523,0-1-523,0-2 0,-1-1 0,1 2 0,2 5 0,-2 5 0,3 10 0,0 8 0,-2 8 0,0 1 0,-1 2 0,3-1 0,0 0 0,-1 5 0,-1-3 0,-2-1 0,-1-4 0,0-7 0,0-6 0,0-7 0,0-6 0,0-4 0,0-1 0,0-1 0,0-1 0,0-3 0,0 1 0,0-1 0,0 0 0,0-3 0,0-14 0,4 4 0,6-8 0,10 9 0,7-2 0,7-5 0,10-9 0,6-6 0,9-6 0,6-6 0,-2 2 0,-6 4 0,-6 3 0,0 2 0,9-4 0,8-5 0,8-3 0,-2 0 0,6 0 0,-5 3 0,3 3 0,-3 5 0,-1 0 0,2 2 0,-12 5 0,14-4 0,-4 2-433,11-3 433,8-3 0,-4 2 0,3 1 0,4-1 0,-46 14 0,0-1 0,2 1 0,1-1 0,-1 1 0,-1 0 0,33-10 0,-10 1 0,-4 0 0,5 2 0,10-3 0,4 1 0,-7 1 0,2-1 0,3 3 0,-6 2 0,-22 6 0,0 0-863,28-7 863,-27 6 0,2-1 0,29-12 0,-38 11 0,1-2 0,2 1 0,1-1 0,4-2 0,1 0 0,7-1 0,1 1-838,1-1 0,2 0 838,1-1 0,0 2 0,-7 1 0,-1 0 0,-3 1 0,-1 0 0,1 0 0,0 0 0,2-1 0,2 0 0,6-1 0,1 0 19,-3 1 0,0 1-19,-2 0 0,-1 1 0,-3 2 0,-2-1 0,-5 2 0,-2 0 0,-4 1 0,-2 1 0,39-10 0,-9-1 0,-7 3 0,-11 2 789,-6 1-789,-2 2 0,3-1 1755,-3 1-1755,-1 1 390,7 0-390,3-2 0,0 1 0,0 2 0,-5-1 0,5 1 0,7-3 0,-1 0 0,3 0 0,-2 2 0,13-4 0,5-1 0,5-3 0,2-2 0,-8-1 0,-5 1 0,-12 3 0,-6 3 0,2 0 0,3-1 0,6-2 0,-4 1 0,-10 2 0,-5 1 0,-8 6 0,-8 1 0,-2 3 0,-7 1 0,-3 0 0,-1 2 0,-3 0 0,5 1 0,-1 0 0,0 1 0,-2-2 0,-2-1 0,-2 1 0,-3 0 0,-3 2 0,-5-1 0,-2-1 0,-2 0 0,0 0 0,-1 0 0,-1-2 0,-3-1 0,-1-2 0,-3 0 0,0-1 0,0 1 0,0-1 0,2 0 0,0-3 0,0-3 0,0-7 0,0-3 0,0-7 0,0-6 0,0-12 0,0-5 0,0-10 0,0-3 0,0 8 0,2 1 0,3 1 0,3-3 0,1-14 0,-1-2 0,2 1 0,-3 0 0,1 5 0,1 4 0,-3 8 0,0 10 0,-4 10 0,-2 7 0,2 6 0,0 4 0,0 0 0,0 2 0,-2 1 0,0 2 0,0 2 0,0 2 0,0-1 0,0-2 0,0 0 0,0-2 0,0 0 0,0-4 0,0-3 0,2-2 0,0-3 0,3 0 0,1-1 0,0 2 0,0 2 0,-2 5 0,-1 4 0,0 4 0,-1 1 0,0 1 0,-1 2 0,-2 2 0,-2 2 0,-2 3 0,-2 2 0,0 0 0,-1 0 0,1 0 0,0 0 0,0 0 0,-1 0 0,-3-3 0,-4-1 0,-1-1 0,-2 0 0,-2-2 0,-3-3 0,0-1 0,-3-1 0,4 3 0,2-1 0,-2-2 0,0 0 0,-2-2 0,1 0 0,0 0 0,1-2 0,1 0 0,0 0 0,1 0 0,-12-2 0,6 4 0,-10-4 0,8 5 0,-6-2 0,-4 0 0,-3 1 0,-4 1 0,-1-1 0,0 0 0,-2-2 0,7 2 0,2 2 0,3-1 0,2 0 0,-4-4 0,-1-1 0,0 1 0,0-1 0,0-1 0,0 1 0,-6 0 0,0-1 0,3 3 0,0-3 0,1 3 0,-5-1 0,-3-2 0,-1 0 0,3-2 0,3-1 0,1 1 0,3 0 0,3 1 0,2-2 0,4 1 0,0 1 0,3 1 0,-3-1 0,-3-3 0,-2-1 0,-3 1 0,2 4 0,-2 0 0,1 1 0,-9-5 0,11 5 0,-9-5 0,14 10 0,-2-4 0,1 3 0,-1-2 0,-1 1 0,2 2 0,0-2 0,0 3 0,4-1 0,0 1 0,-1 1 0,2-1 0,-4 0 0,-3-1 0,0-2 0,1 2 0,-2-2 0,1-2 0,2 2 0,-2-2 0,3 0 0,2 3 0,2 0 0,0-1 0,-2 2 0,-2-4 0,-3 0 0,0 2 0,1-3 0,1 3 0,4 3 0,0 0 0,4 4 0,4 0 0,2 0 0,2 0 0,1 1 0,2 2 0,2 3 0,2 1 0,-7 0 0,-12 1 0,-16 0 0,-17 0 0,-7-4 0,-4-7 0,-1-6 0,-1-8 0,0-5 0,-3-3 0,-1-4 0,-2 3 0,12 6 0,7 3 0,3 2 0,0-1 0,-11-4 0,-2 0 0,0 0 0,4 1 0,5 3 0,5 1 0,1 1 0,6 2 0,5 1 0,-6 0 0,3 1 0,-9 0 0,-3 3 0,-4 2 0,0 1 0,1 0 0,-3 0 0,7 0 0,-4 1 0,8 1 0,4 0 0,-3 0 0,-6 0 0,-11-5 0,0 0 0,0-3 0,5 0 0,2 0 0,-1 0 0,0 3 0,2-2 0,9 6 0,3 0 0,5 2 0,2 2 0,-1-3 0,4 2 0,4 0 0,4 3 0,2-1 0,2 2 0,0-1 0,1 0 0,3 2 0,-1 0 0,-2 0 0,-3-1 0,-6-1 0,-5-1 0,-4 1 0,-2 1 0,-5 2 0,1-1 0,-4 0 0,4 0 0,2 0 0,-2 3 0,-1-2 0,-4 0 0,0-1 0,0-2 0,-1 2 0,0-1 0,1 2 0,0 1 0,5 1 0,8 0 0,5-2 0,6 0 0,2-1 0,0 1 0,4 2 0,2-1 0,3-1 0,2 0 0,4-1 0,-5-2 0,6 2 0,-5-4 0,6 3 0,-1-2 0,0 0 0,1-1 0,-1-1 0,2 0 0,2-1 0,1 1 0,2 2 0,2 1 0,1 2 0,1-1 0,4 1 0,1 0 0,4 1 0,2 1 0,0 1 0,-2 1 0,0 3 0,-1 1 0,-1 2 0,3 1 0,-2 2 0,2 2 0,-1 3 0,0 0 0,1 2 0,-2 2 0,-2 4 0,2 2 0,-2 1 0,1 0 0,-1 3 0,-2 4 0,2 1 0,1 12 0,0-10 0,-1 12 0,-2-12 0,0 8 0,0 1 0,0 1 0,0 3 0,0-2 0,0 0 0,0-3 0,0-4 0,-1-3 0,-2-2 0,-1-1 0,0-1 0,-2 5 0,1-1 0,0 0 0,-2 2 0,1 0 0,-2 0 0,3 0 0,1-6 0,-2-3 0,2 3 0,-3-4 0,2 1 0,0-1 0,0-3 0,2 0 0,-1-2 0,1-3 0,1-1 0,0-3 0,2-1 0,0 1 0,0 1 0,0-1 0,0 2 0,-2-1 0,0 0 0,-1 0 0,1 0 0,2-1 0,0 0 0,0-3 0,0-2 0,0-4 0,0-1 0,0 1 0,0 0 0,0 0 0,0 0 0,0-1 0,0 0 0,0 0 0,0-1 0,0 1 0,0 1 0,0 0 0,0 0 0,0-1 0,0 0 0,0 0 0,0-1 0,0 3 0,1 2 0,3 2 0,2 1 0,2 1 0,0-1 0,-1 1 0,-1-3 0,-1-1 0,-1-3 0,1-1 0,-1 0 0,-1-2 0,1 1 0,-2 0 0,2-1 0,-2 0 0,0 0 0,0 0 0,-2 2 0,0 0 0,0-1 0,0 2 0,1 3 0,1 5 0,1 1 0,-1 0 0,-2 1 0,0-4 0,0-1 0,0-3 0,0-3 0,1-2 0,0-2 0,0-1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7:31:35.15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1989 24575,'0'-24'0,"0"-53"0,0-11 0,0 21 0,0-4-1455,0 3 1,0 0 1454,0-5 0,0-2-690,0-4 0,0 0 690,-1-3 0,2-2 0,1 10 0,2-2 0,0 2 0,1-10 0,1 0 0,0 14 0,0-3 0,2 6 0,0 7 0,1 5 297,-1 0 0,-1 4-297,5-20 0,-1 15 0,-3 17 1336,-1 13-1336,0 10 1899,-3 6-1899,-1 3 460,2 4-460,1 1 0,-1 3 0,-1 3 0,-3 7 0,-1 1 0,2 13 0,3 10 0,3 20 0,6 21 0,7 17 0,-7-40 0,0 2-515,1 4 0,1 2 515,1 0 0,0-1 0,-3-6 0,1 1 0,7 26 0,-1-3 0,3 5 0,-6-15 0,0-4 0,-2-5 0,1 2 0,-2-10 0,-4-11 0,-1-11 0,-1-9 1030,-3-6-1030,-1-4 0,-4-4 0,0 0 0,3-3 0,0-2 0,0-5 0,0-6 0,-1-6 0,4-14 0,8-21 0,7-12 0,10-18-383,-11 36 1,2 0 382,3-6 0,1-2 0,3-4 0,1 0 0,1 0 0,0 0 0,0 1 0,-1 1 0,19-32 0,-6 14-204,-4 5 204,-1 8 0,3-4 0,-6 7 0,-7 11 0,-7 10 0,-3 9 0,-5 8 756,-2 8-756,-4 3 213,-3 3-213,0 1 0,0 1 0,2 0 0,1-1 0,-1-1 0,1 0 0,-1 0 0,1 1 0,-1 0 0,1 1 0,-1 0 0,-2 3 0,0 3 0,-3 2 0,-2 1 0,0 6 0,-2 11 0,-3 20 0,-3 24 0,-7 20 0,5-33 0,-1 1 0,-1 4 0,0 1-659,-1 5 1,0 2 658,0 3 0,1 1 0,-1 3 0,0 1 0,1 4 0,0 0 0,1-7 0,0-2 0,3-7 0,0-2 0,2-7 0,0-1 0,-1-3 0,1 1 0,0 2 0,1 0 0,0 0 0,0-1 0,-3 44 0,2-12 0,-1-12 0,4-11 0,0-14 0,3-5 0,0-3 0,0 1 0,0 4 1317,0-2-1317,0 3 0,0 2 0,0-1 0,0 0 0,0-8 0,0-3 0,0-9 0,0-6 0,0-4 0,0-5 0,0 0 0,0-3 0,0-3 0,0-1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7:31:43.53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112 1 24575,'0'25'0,"0"9"0,0 21 0,0 16 0,0 5 0,0 10 0,-5 11 0,-3-1 0,2-46 0,-2 0 0,-5 38 0,4-20 0,4-7 0,3-19 0,0-8 0,-2-9 0,0-6 0,1-2 0,1-5 0,1-3 0,0 0 0,1-1 0,-1-1 0,-1 1 0,0-1 0,0 0 0,1 0 0,-1-1 0,0 3 0,-1 0 0,1 1 0,-3 2 0,1-1 0,2-1 0,-2 0 0,2-2 0,-1 0 0,2-3 0,1-15 0,0 3 0,0-12 0,0 8 0,0-1 0,0 1 0,0-2 0,0 3 0,0-1 0,0 1 0,0 0 0,0-1 0,0 2 0,0 0 0,0 0 0,0-4 0,0-11 0,2-12 0,6-18 0,9-17 0,11-10 0,6-9 0,1 8 0,-7 13 0,-3 10 0,-5 10 0,-1 4 0,-1 6 0,-4 8 0,-2 9 0,-4 7 0,-3 3 0,-1 5 0,-1 3 0,2 2 0,7 2 0,3-2 0,7 0 0,0-1 0,3 1 0,-2 2 0,1 0 0,2 0 0,0 0 0,3 0 0,-3 0 0,-3 0 0,-4 0 0,-5 0 0,-3 0 0,-3 0 0,-2 2 0,-2 1 0,-2 3 0,-2 3 0,0 3 0,0 4 0,-3 6 0,-5 3 0,-7 3 0,-7 3 0,-5 0 0,-3 0 0,-1-1 0,-2-4 0,0-3 0,0-5 0,3-3 0,4-5 0,2-3 0,1-3 0,0-2 0,0-1 0,1-1 0,2 0 0,3 0 0,3 0 0,4 0 0,1 0 0,3 2 0,2 1 0,3 2 0,3 12 0,2 2 0,4 9 0,5 2 0,5 3 0,5 2 0,3 6 0,-2-3 0,2-1 0,-2-3 0,-3-6 0,-2-3 0,-6-7 0,-2-6 0,-2-3 0,-3-2 0,0-1 0,-1 1 0,1 1 0,0 0 0,0 0 0,-1 0 0,1 0 0,-1 0 0,0-1 0,0 0 0,-1 0 0,1 0 0,-2 0 0,1 1 0,0 0 0,0-2 0,0-1 0,0-1 0,-1 1 0,0 2 0,1 1 0,0 0 0,1 0 0,0 0 0,0 0 0,-1-1 0,0 1 0,0 0 0,-1-1 0,0-1 0,1 1 0,-1 1 0,0 0 0,-1-1 0,-2 0 0,0-4 0,0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7:32:09.30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7 98 24575,'-4'34'0,"1"0"0,3 15 0,0-3 0,0 0 0,0 1 0,0-3 0,0-9 0,0-3 0,0-12 0,0-2 0,0-3 0,0-3 0,0-2 0,0-1 0,0 0 0,0-1 0,0 0 0,0-4 0,0-15 0,0 1 0,0-12 0,0 9 0,0-4 0,0-1 0,2-6 0,3-5 0,2 0 0,2-1 0,1 0 0,2-2 0,3-3 0,7-6 0,0 1 0,1 3 0,0 4 0,-4 5 0,-1 3 0,-4 3 0,-3 5 0,-2 4 0,-2 5 0,0 3 0,0 1 0,0 2 0,1 0 0,0 2 0,-1-1 0,0 1 0,0 2 0,-2 0 0,0 5 0,-2 5 0,1 6 0,1 9 0,0 3 0,0 5 0,-3 3 0,1 1 0,-3 0 0,0-5 0,0-3 0,0-6 0,0-3 0,0-2 0,0-3 0,0-3 0,0-3 0,0-2 0,0 0 0,0-1 0,0 0 0,0-4 0,0-28 0,0 7 0,2-24 0,5 11 0,0 7 0,6-7 0,-3 10 0,2-3 0,-2 4 0,-1 1 0,0 5 0,-1 1 0,0 2 0,0 0 0,-2 0 0,-1 2 0,0 1 0,-1 2 0,1-1 0,1-2 0,0 0 0,4-1 0,-3 3 0,3-1 0,-3 3 0,1-1 0,0-1 0,0-1 0,1-3 0,2 0 0,-1 1 0,0 1 0,-2 2 0,-1 1 0,0-1 0,0 2 0,0 2 0,1 2 0,-1-1 0,1 3 0,-3 1 0,1 3 0,-2 4 0,0 2 0,1 1 0,-1 4 0,1 2 0,1 6 0,0 5 0,-1 3 0,0 2 0,-2 0 0,-1 4 0,1-2 0,-3-2 0,0-6 0,0-5 0,0-2 0,0 0 0,0 1 0,0-3 0,0-2 0,0-4 0,0-2 0,0-1 0,0-3 0,0 0 0,0-1 0,0 0 0,0 0 0,0 0 0,0 0 0,0 0 0,0 0 0,0-3 0,0-1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7:32:40.17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24575,'59'29'0,"-6"-2"0,19 16 0,-17-12 0,1 0 0,3 5 0,-5-4-9831,14 8 8341,-7-6 4308,1-6-2818,23 5 0,-7-5 1293,14 7-1293,-44-18 0,1 2 0,-2-1 0,2 2 0,5 0 0,2 1 0,-1 1 0,0 1 0,-2-1 0,0 0 0,-3 1 0,-1 0 0,37 21 0,-14-6 0,-2 1 0,-2-1 0,6 1 0,1-1 0,1-1 0,-5-2 0,-2-3 0,5 5 6573,-15-8-6573,-3-2 0,-5 1 0,-4-5 637,16 11-637,0 3 0,-1 1 0,1 1 0,-5-6 0,7 0 0,-1 0 0,-3-4 0,-5-1 0,-5-4 0,-1 0 0,4 1 0,0 1 0,-3 0 0,-3-1 0,-6-1 0,-1 3 0,-3-1 0,-4 0 0,2 3 0,-5-4 0,-1 1 0,1-2 0,1 0 0,5 3 0,2-3 0,3 1 0,2-3 0,5-2 0,-1-1 0,-2-3 0,-7-1 0,-4-2 0,-2 0 0,-2-1 0,2 0 0,-5-2 0,-3-1 0,-5 1 0,-4-2 0,-3 1 0,0 1 0,-1-1 0,-2 1 0,3-1 0,-2 0 0,3 1 0,1 1 0,1 1 0,3 0 0,2 1 0,-1 1 0,3-3 0,-3 0 0,-2-3 0,-2-1 0,-4 0 0,-1 0 0,0 1 0,0-1 0,-3-1 0,1-1 0,-3-1 0,0-1 0,0 1 0,-1 1 0,2 0 0,-1 1 0,5 2 0,4 0 0,2 1 0,5 2 0,5 6 0,3 3 0,6 6 0,3 5 0,-3-2 0,2 3 0,1 1 0,0-1 0,6 4 0,2 1 0,-1-5 0,-1-3 0,-3-5 0,-5-5 0,-3-4 0,-6-4 0,-3-3 0,-1 0 0,-1-1 0,-1 0 0,-3-3 0,-5-1 0,-1-1 0,1 0 0,-4 1 0,0-1 0,-3 0 0,1 0 0,1 0 0,0-1 0,1 0 0,-2-1 0,1 2 0,-1 0 0,-5 0 0,-14-2 0,-7-10 0,-14-3 0,0-10 0,-7-7 0,-1-3 0,-8-7 0,0 0 0,0-1 0,1 0 0,8 7 0,7 5 0,7 7 0,8 7 0,5 2 0,5 2 0,1 2 0,0-1 0,2 2 0,-2-2 0,1-1 0,1 0 0,0 1 0,0 2 0,0 0 0,0 1 0,1 0 0,0 0 0,-2 2 0,0-1 0,-1 0 0,1-1 0,-2 0 0,0-1 0,-1 1 0,1 2 0,2 1 0,0 0 0,-1 1 0,1-1 0,1-1 0,3 0 0,7 1 0,9 6 0,10 8 0,12 9 0,11 11 0,9 9 0,1 1 0,4 3 0,-1 0 0,16 14 0,-21-15 0,11 8 0,-30-25 0,-2-2 0,-7-5 0,-6-1 0,-5-3 0,-3-3 0,-4 0 0,-2-5 0,-1-1 0,0-2 0,-1 1 0,-2 1 0,-4-1 0,-7 2 0,-10 0 0,-10 1 0,-10 3 0,-15 0 0,1 0 0,-5 0 0,2 0 0,1 0 0,-8 1 0,3 0 0,2 1 0,10-3 0,8-2 0,5-1 0,6-3 0,4 1 0,5-2 0,5 2 0,0 1 0,2-1 0,-2 1 0,0 1 0,2-1 0,0 0 0,3 1 0,-2-1 0,-1 0 0,1 1 0,1-1 0,2 0 0,0 0 0,0 0 0,-1 1 0,0 0 0,0 0 0,-2 0 0,-1-1 0,3 1 0,0-1 0,3-1 0,0 0 0,-1-1 0,3-2 0,1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7:32:20.5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30 165 24575,'0'26'0,"0"4"-9831,0 18 8341,0 3 4308,0 5-2818,0 8 0,0 3 0,0 17 0,0 12 373,0-43 1,0 2-374,0 4 0,0 1 0,0 4 0,0 1 0,0 1 0,0 1 0,0-1 0,0 1 0,0 1 0,0-1 0,0-6 0,0 0 0,0 0 0,0 0 0,0 2 0,0 0 0,0 0 0,0 0 0,0 7 0,0 0 0,0-7 0,0-1-129,0-5 1,0-1 128,0-4 0,0-1 0,0 43 0,0-2 0,1-39 0,-2-2 0,-2 18 6175,-2 10-6175,-1-38 0,1-1 0,4-8 1423,-2-7-1423,1-5 415,0-6-415,0-3 0,2-4 0,-1-6 0,1-13 0,0-11 0,0-11 0,2-7 0,5 3 0,7-12 0,4-1 0,4-13 0,3-6 0,1-6 0,5-16 0,-15 43 0,1-2 0,2-4 0,0 0 0,2-3 0,0-1-941,0-2 1,1 0 940,3-3 0,1-1 0,1-2 0,1-2 0,7-13 0,2-2 0,-1 4 0,0 1 0,1-3 0,1 0 0,2 1 0,1 1-1079,-1 6 1,2-1 1078,6-9 0,1-1 0,0 4 0,-1 2 0,1-1 0,0 4 0,-7 13 0,0 3-258,-5 8 1,0 3 257,24-29 0,-16 26 0,-4 4 0,-9 14 0,-9 11 1611,-4 4-1611,-6 7 2301,-4 5-2301,-2 3 641,-2 5-641,-3 2 0,-2 3 0,0 1 0,0 1 0,-2-1 0,1 0 0,-3-2 0,1 0 0,0 0 0,1 1 0,2-2 0,0-1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7:32:22.23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 24575,'26'12'0,"-5"4"0,15 14 0,-1 3 0,4 5 0,6 1 0,-3 0 0,0 2 0,7 9 0,3 3 0,11 9 0,1 5-501,2 2 501,-2-4 0,-7-3 0,-1-1 0,-3-1 0,-5-3 0,-3-7 0,-6-6 0,0 0 0,1 6 0,-2-1 0,-3 2 0,0 2 0,1 6 0,-1 2 0,-1 3 501,-2-2-501,1 0 0,0 0 0,2-1 0,3 0 0,0-6 0,0-2 0,-7-10 0,-5-11 0,-8-7 0,-5-9 0,-3-3 0,-3-4 0,-1-3 0,-3 1 0,-1 0 0,-2-3 0,1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7:32:47.88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2286 24575,'25'-7'0,"1"-1"0,16-9 0,-1 0 0,26-16 0,-15 7 0,22-10 0,-21 11 0,2-1 0,1 0 0,-1 1 0,0 1 0,-4 1 0,-4 4 0,-2 0 0,-4 4 0,-5 1 0,-1 1 0,5-1 0,4-2 0,7-1 0,1-2 0,2 0 0,3-1 0,1-3 0,1-1 0,-3 2 0,16-7 0,-24 7 0,13-4 0,-29 11 0,3-1 0,-2 3 0,0-2 0,-1 2 0,0 1 0,3-3 0,10-1 0,-2 1 0,0-2 0,1 1 0,-2-1 0,7-3 0,3-2 0,-1 0 0,2 1 0,-2 2 0,-5 0 0,-2 1 0,-7 1 0,-2 1 0,0 1 0,1 1 0,11-6 0,5-2 0,5-1 0,6-5 0,2 0 0,8-2 0,-3 0 0,-1 0 0,-8-1 0,-8 5 0,3 0 0,-6 4 0,2 1 0,0-1 0,-7 2 0,-2 4 0,-7 3 0,-3 3 0,-4 1 0,0 0 0,3 1 0,9-3 0,7-3 0,11-3 0,9-3 0,-2 1 0,0-2 0,-6 1 0,1-1 0,-2-1 0,-4 0 0,-2 0 0,-2-1 0,7 2 0,2-2 0,-1 2 0,4-1 0,0-1 0,10-2 0,-1 0 0,-23 8 0,0 1 0,16-7 0,21-5 0,-26 7 0,7-2 0,-1-1 0,-3 1 0,-7 2 0,2 1 0,-1 2 0,-2 2 0,-3-1 0,-9 6 0,-6 2 0,-7 3 0,-1 1 0,-2 0 0,-3 1 0,-4 1 0,-6 1 0,-3-1 0,-3 3 0,-3 0 0,-14 0 0,-1 0 0,-17 0 0,-2-4 0,-20-2 0,4-2 0,-18-1 0,9 2 0,-7-4 0,-4 0 0,1 1 0,1 1 0,5 1 0,7-1 0,6 1 0,4 0 0,6 3 0,4 1 0,4 0 0,3 1 0,-1 1 0,1 1 0,2 1 0,-1 0 0,1 0 0,2 0 0,2 0 0,5 0 0,3 0 0,0 0 0,1 0 0,1 0 0,-1 0 0,2 1 0,5 1 0,3 1 0,4 1 0,2-2 0,0 0 0,3-2 0,9 2 0,9 2 0,7 3 0,8 3 0,9-2 0,25 3 0,-13-7 0,18 1 0,-25-5 0,4 0 0,0 0 0,-3 0 0,0 0 0,-3 0 0,-5 0 0,-5 0 0,-4 0 0,-3 0 0,-5 0 0,-3 0 0,-4 0 0,-2 0 0,-3 0 0,-2 1 0,-2 2 0,-4-1 0,-2 1 0,0 0 0,-4 0 0,3 0 0,-3-1 0,-1 1 0,0 0 0,-1 0 0,-3 3 0,0-1 0,-1 2 0,-1 0 0,0 0 0,0 0 0,0 1 0,-3 1 0,-9 6 0,-10 10 0,-16 12 0,-21 19 0,22-21 0,-2 2 0,-7 9 0,-2 2-2971,-5 4 0,-2 1 2971,0 3 0,0 1 0,-3 3 0,1-2 0,4-4 0,2-3 0,8-6 0,2-3-163,4-4 1,1-3 162,-24 23-14,3-2 14,5-6 0,10-12 0,12-11 5802,9-11-5802,8-3 114,8-5 1,2-3 0,3-2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7:33:16.89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24575,'0'0'0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7:33:23.0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212 1 24575,'0'25'0,"0"11"0,0 14 0,0 19 0,0 27-964,-2-37 1,0 2 963,-1 8 0,-1 3 0,-2 7 0,-3 0 0,-2 2 0,-1-1-986,0 3 1,0-2 985,0-5 0,1-3 0,1-11 0,0-3 0,2-3 0,0-2 0,1-4 0,-1 0 0,-1 1 0,1 1 0,0 1 0,1-1-218,-7 43 218,4-9 0,5 3 0,2-4 0,2-2 0,1-9 0,0-5 1259,2 4-1259,4 6 0,5 15 904,-3-45 0,2 1-904,1 1 0,1 1 0,1 1 0,0 0 0,0 0 0,1 1 0,1 1 0,1 1 0,0 2 0,0 0 0,-2-6 0,1-1 0,-2 0 0,1 0 0,-1-1 0,0 0 0,1 4 0,0 3 0,3 8 0,-1 2 0,1 2 0,-1 1-689,-1 3 0,-1 0 689,0 3 0,0 0 0,-2 0 0,0 1 0,-1 4 0,-1 4 0,-4-8 0,-1 5 0,0-4-1155,-1 14 0,0 1 1155,-2-10 0,-1 4 0,0-5 0,-1 9 0,0-4 0,-2 10 0,1-1 0,-2-11 0,-1-3-556,-1-8 0,-2-4 556,-1-8 0,-1-4 484,-7 39-484,0-13 0,4-21 0,4-21 1371,3-16-1371,3-8 2418,2-6-2418,0-2 1437,0 0-1437,0 0 139,0 3-139,0 5 0,0 4 0,0 3 0,0 2 0,0 0 0,0 3 0,-2 3 0,-3 5 0,0 4 0,-2-3 0,2 1 0,-1-1 0,-1-1 0,-1 3 0,0-4 0,2 0 0,-1 5 0,-1 4 0,-2 9 0,1 1 0,1 1 0,1 1 0,4-1 0,-2-6 0,2-9 0,1-12 0,0-12 0,2-4 0,0-5 0,0-4 0,0-2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7:33:24.95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195 0 24575,'0'64'0,"0"-1"0,0-6 0,0 5-1337,0 4 1,0 3 1336,0 14 0,0 5-1049,0-18 1,0 2 0,0 1 1048,0 7 0,0 1 0,0 2-561,0 11 1,0 1 0,0 3 560,0-18 0,0 3 0,0 0 0,0 0-1075,-2 3 0,0 2 0,-1-1 0,1-1 1075,-1-2 0,0-1 0,1-1 0,-2-2 0,-1 17 0,0-2 0,-1-2-598,-1-7 0,0-2 0,1-1 598,1-1 0,-1-1 0,1 2 120,-2 4 1,0 1 0,1-1-121,-1 1 0,1 0 0,0-1 0,-1-4 0,1-1 0,0-3 0,-1 20 0,0-4 0,-2-4 0,1-2 0,0-5 0,1-4 0,2-15 0,0-4 0,1-3 0,1-4 0,3 20 1627,0-6-1627,0 19 0,2 7 4092,3 0-4092,6-2 0,7-7 0,3-8 0,6 10 0,2 0 0,-3-5 0,-1 3 0,-5-18 0,-3 2 0,4 13 0,0 6 0,0 9 0,0 0 0,-7 1 0,-10-48 0,-1 1-623,-1 4 1,0 0 622,-2-2 0,0 0 0,0 1 0,0 2 432,0 3 0,0 2-432,0 5 0,0 3 0,-1 10 0,-1 2 0,-2 2 0,-2 1-545,-1 4 1,-1-1 544,-1-9 0,0-1 0,0-6 0,0-2-26,1-4 1,1-3 25,0-9 0,0-1 0,-4 45 0,4-28 5671,2-20-5671,2-15 1029,-1-7-1029,1-4 443,0-7 1,1-8 0,2-4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7:33:27.27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24575,'0'36'0,"0"58"0,0-8 0,0-2 0,0 6-2159,0-11 0,0 1 2159,0 15 0,0 4 0,0-27 0,0 2 0,0-1-575,-1-6 1,1 0 0,1 0 574,-1 9 0,1 0 0,1 1 0,1-1 0,1 1 0,1 0 0,1 3 0,1 2 0,1 0-516,2 6 0,0 1 1,1 0 515,1-1 0,1 0 0,-1-1 0,0-3 0,0-1 0,0-2 0,0-6 0,0-1 0,0-1 0,4 26 0,1-3 0,-3-12 0,-1-1 0,-2-4 0,-1 0 0,0 3 0,-2 1-790,0 3 0,-1 1 790,0 5 0,-1 1 288,0 1 0,-2 0-288,-1-4 0,-1-1 0,-1 0 0,-1 0 0,0-5 0,1-1 0,-1-3 0,0-2 0,0-3 0,0-2 0,0-4 0,0-3 0,0-6 0,0-1 0,0-5 0,0-1 801,0-1 0,0-1-801,0 2 0,0 1 0,0 6 0,0 2 1162,0 2 1,0-1-1163,0 2 0,0-1 0,0 1 0,0 0 0,-1-8 0,2-1 0,0 4 0,1-1 0,0-5 0,0-1 0,4 34 2096,2-4-2096,-2-22 0,2 7 0,-1 2 0,0 8 0,2 2 0,-2 1 0,2 1 0,0-11 1273,0-3-1273,1 31 0,0-30 0,1 29 335,-3-40-335,-1 3 832,-2-3-832,-1 0 129,-1-4-129,0-3 0,-3-6 0,0-6 0,0-6 0,0-4 0,0 1 0,0 3 0,0 6 0,0 2 0,0-2 0,2 0 0,3 7 0,1-1 0,5 15 0,-3-17 0,1 5 0,-2-16 0,-2-2 0,0-5 0,0-3 0,-2-5 0,1-3 0,-2-4 0,0-2 0,1 0 0,0-3 0,-1-1 0,1-3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7:33:30.18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325 0 24575,'0'28'0,"0"52"0,1-30 0,-2 6-2338,-1 32 0,-2 8 2338,0-30 0,-2 1 0,0 3-1199,-2 14 1,-2 3 0,0 2 1198,-2 6 0,0 3 0,-1 2 0,2-18 0,1 2 0,0 2 0,0 0 0,0 4 0,0 3 0,1-1 0,0 0 0,0-4 0,1-1 0,-1 0 0,1 0 0,1 2 0,-1 0 0,1 0 0,1 0 0,-1 2 0,1-1 0,0 1 0,-1 1 0,1 1 0,-1 0 0,1 1 0,0 2 0,2-14 0,-1 2 0,1 0 0,0 0 0,1-1 0,-1 15 0,0-1 0,1 0 0,0 0 0,1-16 0,0 0 0,0 0 0,1 0 0,0 0 0,0-1 0,1 1 0,-1 0 0,1-1 0,0-2 0,-1 12 0,1-2 0,0 0 0,0-1 0,0-1 0,-1 1 0,1-2 0,0-2 0,1 16 0,1-2 0,0-3 0,0-11 0,1-2 0,1-1 0,1 2 0,0-2 0,1 0-128,1-7 1,0-1 0,0-3 127,2 22 0,1-3-451,-1-1 0,-1-3 451,-1-12 0,-1-3 455,-1-10 0,-1-2-455,-2-3 0,0-3 3490,-1 33-3490,-1-20 2678,0-16-2678,0-9 1486,0-14-1486,0-7 991,0-5-991,0-4 0,0 1 0,0-1 0,0 4 0,0 7 0,0 10 0,0 7 0,0 9 0,0 4 0,0 5 0,0 8 0,0-4 0,0 3 0,0 0 0,0 3 0,0 6 0,0-6 0,0 3 0,0 1 0,0 2 0,-2 19 0,-2 7 0,1-45 0,-1 1-492,-1 5 0,0 0 492,0-3 0,-1 0 0,0-5 0,-1 0 0,1 10 0,1-2 0,-4 15 0,2 17 0,1-41 0,2-4 0,1-7 0,3-10 0,-1-5 984,1-4-984,0-3 0,0 1 0,0-1 0,0 0 0,1 0 0,-1-7 0,2-1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7:33:33.30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196 1 24575,'0'41'0,"0"9"0,0 18 0,0 27 0,0-38 0,0 2-1610,0 12 0,0 3 1610,0 7 0,0 2 0,-1-4 0,-2-1 0,-1 2 0,-1 0 0,-2-1 0,-1 0 0,-1 1 0,-1 1 0,1 4 0,1 1 0,-1-3 0,1-2 0,1-7 0,1-2 0,0-2 0,0-2 461,2-4 0,0-2-461,0-2 0,0-1 0,0-1 0,1-1 0,-1 40 0,1-3-117,1 3 117,0-43 0,0 1-518,1 8 0,-1 3 518,-1 3 0,-1 2 0,2 0 0,0 0 0,-2 2 0,0 0 0,0 1 0,1 1 0,0 0 0,1 0 0,0 3 0,1 0-352,-1-1 1,0-1 351,0-8 0,0-1 0,0-3 0,0 0-634,0-3 1,0-1 633,2 3 0,0 0 0,0 6 0,0 1 0,0 2 0,0 1 0,0 2 0,0 2 0,0 0 0,0 1 0,0 1 0,0 1 0,0-2 0,0-1 0,0-2 0,0-2 0,0-3 0,0-1 0,0-8 0,0-1 0,0-4 0,0 0 130,0-2 0,0 0-130,0 2 0,0 0 0,0 4 0,0 1 0,0-2 0,0 1 0,0 1 0,0 0 106,0-1 0,0 0-106,0 1 0,0 1 0,0 1 0,0 1 0,0-1 0,0 0 0,0-4 0,0 1 0,0 0 0,0 0 0,0-1 0,0 0 0,0 2 0,0-1 0,0-1 0,0-1 0,0-4 0,0-1 0,0 4 0,0 0 0,0 43 0,0-49 0,0 0 0,0 39 2115,0-20-2115,5 17 0,-4-31 1556,4 10-1556,-5-26 369,2 2-369,0 6 909,1 6-909,-1 0 0,-2 3 0,1-1 0,-1 1 0,0-5 0,0-4 0,0-8 0,0-5 0,0 0 0,0-6 0,0-6 0,0-6 0,0-5 0,0-3 0,0-1 0,0-1 0,0 0 0,0-1 0,0 3 0,0 4 0,0 9 0,0 8 0,0 14 0,0 6 0,0 3 0,0 1 0,0-7 0,0-2 0,1-3 0,2-4 0,-1-3 0,2-6 0,-1-8 0,-1-7 0,2-4 0,-4-6 0,2-2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3T17:34:10.2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300 113 24575,'4'40'0,"-1"21"0,-2 11 0,-2 8 0,1-11 0,0 1-1581,0 17 0,0-2 1581,0-22 0,0-4 0,0 41 542,0-15-542,0-6 0,0-15 0,0-6 622,0-16-622,0-8 0,0-15 0,0-10 1617,0-26-1617,0-27 0,0-21 0,0-17 0,0 0 0,0 12 381,0 1-381,0 10 0,0-2 0,0 2 0,0 9 0,0 10 0,0 10 0,0 9 0,0 6 0,0 10 0,0 26 0,0 28 0,0 37 0,0-32 0,0 3 0,0-2 0,0-1 0,0 44 0,0-13 0,0-10 0,0-4 0,0-5 0,0-16 0,0-15 0,0-10 0,0-9 0,0-9 0,0-21 0,0-23 0,-5-30 0,-7-27-216,3 41 0,-1-3 216,-2-5 0,0-2-658,0-2 1,-1 0 657,1-3 0,1 1 0,3 8 0,0 0 0,-2-12 0,2 3-27,0-14 27,-1-14 0,5 50 0,0 6 404,1 12-404,1 9 1341,1 12-1341,1 20 29,0 22-29,0 36 0,-1-21 0,-2 5-503,-1 10 1,-2 4 502,-2 11 0,-1 2-1399,0 2 1,-1-1 1398,1-7 0,1-1 0,0 0 0,1-1-130,1-8 0,-1-3 130,1-3 0,-1-1 0,1-1 0,0-1 0,-1 30 0,3-9 0,3-23 847,0-18-847,1-13 2896,0-10-2896,4-10 319,9-27-319,11-38 0,-4 6 0,0-7-1407,5-21 1,0-7 1406,-8 25 0,1-3 0,-1 0 0,0-5 0,0-2 0,-2 1 0,-1 4 0,-2 1 0,0 1-866,4-25 1,-1 3 865,-2 6 0,-1 3-300,-2 11 1,-1 4 299,0 8 0,-1 3 0,2-23 0,-4 26 0,-4 22 2442,-2 10-2442,0 14 0,0 24 0,0 22 0,0 32 0,0 17 534,0-37 0,0 1-534,0 8 0,0 1 0,0-5 0,0-1 0,0-1 0,0-2 576,0 41-576,0-19 0,0-8 0,0-20 0,0-16 0,0-13 0,0-7 0,0-2 0,0-3 890,0-22-890,0-36 0,0-46 0,0 40 0,0 0 83,0 1 1,0 1-84,-1 3 0,0 3 0,-5-39 0,-2-4 0,-4 7 0,1 14 0,0 19 0,2 15 0,2 16 0,3 15 0,2 27 0,0 45 0,2-9 0,0 8-2061,0 24 1,0 7 2060,0-20 0,0 3 0,0 0 0,0-1 0,0-1 0,0-1-651,0 26 0,0-6 651,0-18 0,0-6 0,1-13 0,0-3 0,2-1 0,0-1 0,3 46 0,3-12 0,-3-25 0,-2-20 0,-2-15 0,-1-24 0,-1-31 0,0-23 3793,0-26-3793,0-7 0,-3-6 1126,-3-7-1126,-3 7 0,-3 2 0,3 7 0,0 10 0,2 5 0,2 7 0,-1 1 0,3 4 0,-1 4 0,2 1 504,-1 7-504,1 3 0,1 8 0,1 10 0,0 16 0,-1 21 0,4 31 0,2 23 0,3 12 0,4 2 0,6 7 0,-10-43 0,4-3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4B262-1B8B-4A4C-819C-0B7118916BFD}" type="datetimeFigureOut"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66DEC-9F58-194B-86B9-A0870E5C21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49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033E-B3E4-D8BF-B72B-3F99C8E4E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D9EF3-5FE3-C61F-98D6-E8FD88A41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6192D-F152-FAA0-B4DC-84915309E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1B1A3-698B-7644-26F4-7E25AAA22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689BC-ABA8-801D-6039-2BCAF273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0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D340-2A5D-9FB2-EE63-A5A7BE04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CB61D-74C6-3CE1-EB04-9CB162B2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A2CCA-CE9B-F23C-A59D-29C7370D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091C1-7A87-2073-0250-B7D55D8B3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BC2CF-7EB1-F436-0711-D29B9E2C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3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1481-777C-F700-6715-6054DE70F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D9CBD-F458-29FA-8E35-4AA82B861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2357B-2F6B-3B74-1166-DA395732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6B74B-EF09-9330-B5EF-CD3382F3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4A8CE-01F8-FA16-5B9F-2862FEEC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22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4AEF-07C2-1ADC-16F8-ABC7717A9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002D-5A6D-9C8C-3421-75B9117A1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A8773-94D3-8AB1-FB00-B17AA969B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059AB-2836-81D1-C0BE-2E656A19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4C135-8FE2-FA2E-C91D-EE1B1B0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054F4-CE46-86B3-21E3-5B6ABC96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19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8AE6-1C38-FA87-7D05-081716617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F5E04-953C-6026-E6B7-CD1557147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890B6-7E39-0F59-D422-B34787C22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CB19E-1F65-EA6B-1DE7-C4617E232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3C98FD-BF81-6C18-5296-BCEB36195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92DB79-8863-0DA7-F8E4-229B6561C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12CC33-1C75-C6A3-8803-22C0B52C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EE189-3744-D268-6860-5C0D0810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41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5E1F1-7BAE-6DF2-0597-710BB1750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64002-DECD-1DD5-370C-36935B73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C536A-1252-F499-406F-88379486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2F046-1AC9-B7E5-7053-BFA9C3480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45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08825C-C265-5CAB-7AC0-23439495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341E9-CE1B-FFF8-0DFF-7374EA2A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EB226-0556-2DD2-A2F4-E84E8F99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7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27F-0FE7-B99E-99CA-715FE1B1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A9ADE-C28A-1C3D-D71D-F439E74F8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A4577-3B61-9617-C828-92398BAF7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A225C-6E8F-3199-5A3B-C315D2BA5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5E875-97F1-4B2A-5AC0-2708F95A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913F0-2055-E8BD-7B35-7E894E49B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1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86A4-D083-E51D-7524-E16AB094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9D880-38EE-237D-3B88-94692F100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C8615-1F31-7C21-7C9F-42E9CAF53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19CCF-F8C3-71E1-3349-C5899E5CF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0CE98-EA24-C4F2-2E03-187AED28F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80172-B8E6-505C-52B3-AE108F4AA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2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C4F2-4109-BD4B-6D8C-A57D0513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7E555-8D2E-C3F2-9CA2-43C5006F1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D83CD-08CA-0D74-7CDD-56087C9B7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6D11C-63FE-4B11-B038-2FE264562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5DCBD-EC9E-3896-73AC-1D10CD39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7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FED0E-7240-2A07-6730-FCED2E24E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051B0-D11C-F6BC-941E-5F6EA59DD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8A2D8-5FF9-4174-9DEA-697BE8BE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FEC65-256E-FCF4-185C-ED1C9447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277BC-7B02-B700-CCD6-342F9BF4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>
            <a:extLst>
              <a:ext uri="{FF2B5EF4-FFF2-40B4-BE49-F238E27FC236}">
                <a16:creationId xmlns:a16="http://schemas.microsoft.com/office/drawing/2014/main" id="{A415E6A4-AA1A-40BB-B808-8AF76F521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Click to edit Master title style</a:t>
            </a:r>
          </a:p>
        </p:txBody>
      </p:sp>
      <p:sp>
        <p:nvSpPr>
          <p:cNvPr id="17" name="PlaceHolder 2">
            <a:extLst>
              <a:ext uri="{FF2B5EF4-FFF2-40B4-BE49-F238E27FC236}">
                <a16:creationId xmlns:a16="http://schemas.microsoft.com/office/drawing/2014/main" id="{01985D88-BBAD-4EF2-916E-AFC47E5A78C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Master text styles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level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level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level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level</a:t>
            </a:r>
          </a:p>
        </p:txBody>
      </p:sp>
      <p:sp>
        <p:nvSpPr>
          <p:cNvPr id="18" name="PlaceHolder 3">
            <a:extLst>
              <a:ext uri="{FF2B5EF4-FFF2-40B4-BE49-F238E27FC236}">
                <a16:creationId xmlns:a16="http://schemas.microsoft.com/office/drawing/2014/main" id="{14755EE1-279C-490C-AFA8-CBDA70D3FAA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&lt;date/time&gt;</a:t>
            </a:r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9" name="PlaceHolder 4">
            <a:extLst>
              <a:ext uri="{FF2B5EF4-FFF2-40B4-BE49-F238E27FC236}">
                <a16:creationId xmlns:a16="http://schemas.microsoft.com/office/drawing/2014/main" id="{07D5AB3A-3F2A-47DA-A98A-954835F977D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20" name="PlaceHolder 5">
            <a:extLst>
              <a:ext uri="{FF2B5EF4-FFF2-40B4-BE49-F238E27FC236}">
                <a16:creationId xmlns:a16="http://schemas.microsoft.com/office/drawing/2014/main" id="{93512098-4543-4003-A874-37A463F944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3040D5-FDE0-4EC7-80EA-06D5BD4E9D59}" type="slidenum">
              <a:rPr sz="1200" b="0" u="none">
                <a:solidFill>
                  <a:schemeClr val="dk1">
                    <a:tint val="82000"/>
                  </a:schemeClr>
                </a:solidFill>
                <a:latin typeface="Aptos"/>
                <a:ea typeface="Aptos"/>
                <a:cs typeface="Aptos"/>
              </a:rPr>
              <a:t>‹#›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9154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9B67B5-93D6-11CF-76A0-070C5F42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E95ED-9CA4-E2D1-3B66-C39D94808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15462-D29C-2E3A-787F-43D9CCDE4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46F92-438E-6F40-B57C-2225BFA3E3AC}" type="datetimeFigureOut"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167E5-E6D2-5D53-ED01-171102C40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B2A63-327D-25E4-F362-1FC7B3E1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94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.xml"/><Relationship Id="rId21" Type="http://schemas.openxmlformats.org/officeDocument/2006/relationships/image" Target="../media/image100.png"/><Relationship Id="rId42" Type="http://schemas.openxmlformats.org/officeDocument/2006/relationships/customXml" Target="../ink/ink14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27.xml"/><Relationship Id="rId84" Type="http://schemas.openxmlformats.org/officeDocument/2006/relationships/customXml" Target="../ink/ink35.xml"/><Relationship Id="rId89" Type="http://schemas.openxmlformats.org/officeDocument/2006/relationships/image" Target="../media/image44.png"/><Relationship Id="rId24" Type="http://schemas.openxmlformats.org/officeDocument/2006/relationships/customXml" Target="../ink/ink5.xml"/><Relationship Id="rId32" Type="http://schemas.openxmlformats.org/officeDocument/2006/relationships/customXml" Target="../ink/ink9.xml"/><Relationship Id="rId37" Type="http://schemas.openxmlformats.org/officeDocument/2006/relationships/image" Target="../media/image180.png"/><Relationship Id="rId40" Type="http://schemas.openxmlformats.org/officeDocument/2006/relationships/customXml" Target="../ink/ink13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2.xml"/><Relationship Id="rId66" Type="http://schemas.openxmlformats.org/officeDocument/2006/relationships/customXml" Target="../ink/ink26.xml"/><Relationship Id="rId74" Type="http://schemas.openxmlformats.org/officeDocument/2006/relationships/customXml" Target="../ink/ink30.xml"/><Relationship Id="rId79" Type="http://schemas.openxmlformats.org/officeDocument/2006/relationships/image" Target="../media/image39.png"/><Relationship Id="rId102" Type="http://schemas.openxmlformats.org/officeDocument/2006/relationships/image" Target="../media/image2.png"/><Relationship Id="rId61" Type="http://schemas.openxmlformats.org/officeDocument/2006/relationships/image" Target="../media/image30.png"/><Relationship Id="rId82" Type="http://schemas.openxmlformats.org/officeDocument/2006/relationships/customXml" Target="../ink/ink34.xml"/><Relationship Id="rId90" Type="http://schemas.openxmlformats.org/officeDocument/2006/relationships/customXml" Target="../ink/ink37.xml"/><Relationship Id="rId19" Type="http://schemas.openxmlformats.org/officeDocument/2006/relationships/image" Target="../media/image90.png"/><Relationship Id="rId22" Type="http://schemas.openxmlformats.org/officeDocument/2006/relationships/customXml" Target="../ink/ink4.xml"/><Relationship Id="rId27" Type="http://schemas.openxmlformats.org/officeDocument/2006/relationships/image" Target="../media/image130.png"/><Relationship Id="rId30" Type="http://schemas.openxmlformats.org/officeDocument/2006/relationships/customXml" Target="../ink/ink8.xml"/><Relationship Id="rId35" Type="http://schemas.openxmlformats.org/officeDocument/2006/relationships/image" Target="../media/image170.png"/><Relationship Id="rId43" Type="http://schemas.openxmlformats.org/officeDocument/2006/relationships/image" Target="../media/image211.png"/><Relationship Id="rId48" Type="http://schemas.openxmlformats.org/officeDocument/2006/relationships/customXml" Target="../ink/ink17.xml"/><Relationship Id="rId56" Type="http://schemas.openxmlformats.org/officeDocument/2006/relationships/customXml" Target="../ink/ink21.xml"/><Relationship Id="rId64" Type="http://schemas.openxmlformats.org/officeDocument/2006/relationships/customXml" Target="../ink/ink25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100" Type="http://schemas.openxmlformats.org/officeDocument/2006/relationships/image" Target="../media/image47.png"/><Relationship Id="rId51" Type="http://schemas.openxmlformats.org/officeDocument/2006/relationships/image" Target="../media/image25.png"/><Relationship Id="rId72" Type="http://schemas.openxmlformats.org/officeDocument/2006/relationships/customXml" Target="../ink/ink29.xml"/><Relationship Id="rId80" Type="http://schemas.openxmlformats.org/officeDocument/2006/relationships/customXml" Target="../ink/ink33.xml"/><Relationship Id="rId85" Type="http://schemas.openxmlformats.org/officeDocument/2006/relationships/image" Target="../media/image42.png"/><Relationship Id="rId93" Type="http://schemas.openxmlformats.org/officeDocument/2006/relationships/customXml" Target="../ink/ink40.xml"/><Relationship Id="rId17" Type="http://schemas.openxmlformats.org/officeDocument/2006/relationships/image" Target="../media/image80.png"/><Relationship Id="rId25" Type="http://schemas.openxmlformats.org/officeDocument/2006/relationships/image" Target="../media/image120.png"/><Relationship Id="rId33" Type="http://schemas.openxmlformats.org/officeDocument/2006/relationships/image" Target="../media/image160.png"/><Relationship Id="rId38" Type="http://schemas.openxmlformats.org/officeDocument/2006/relationships/customXml" Target="../ink/ink12.xml"/><Relationship Id="rId46" Type="http://schemas.openxmlformats.org/officeDocument/2006/relationships/customXml" Target="../ink/ink16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3.xml"/><Relationship Id="rId41" Type="http://schemas.openxmlformats.org/officeDocument/2006/relationships/image" Target="../media/image200.png"/><Relationship Id="rId54" Type="http://schemas.openxmlformats.org/officeDocument/2006/relationships/customXml" Target="../ink/ink20.xml"/><Relationship Id="rId62" Type="http://schemas.openxmlformats.org/officeDocument/2006/relationships/customXml" Target="../ink/ink24.xml"/><Relationship Id="rId70" Type="http://schemas.openxmlformats.org/officeDocument/2006/relationships/customXml" Target="../ink/ink28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91" Type="http://schemas.openxmlformats.org/officeDocument/2006/relationships/customXml" Target="../ink/ink38.xml"/><Relationship Id="rId1" Type="http://schemas.openxmlformats.org/officeDocument/2006/relationships/slideLayout" Target="../slideLayouts/slideLayout2.xml"/><Relationship Id="rId23" Type="http://schemas.openxmlformats.org/officeDocument/2006/relationships/image" Target="../media/image111.png"/><Relationship Id="rId28" Type="http://schemas.openxmlformats.org/officeDocument/2006/relationships/customXml" Target="../ink/ink7.xml"/><Relationship Id="rId36" Type="http://schemas.openxmlformats.org/officeDocument/2006/relationships/customXml" Target="../ink/ink11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31" Type="http://schemas.openxmlformats.org/officeDocument/2006/relationships/image" Target="../media/image150.png"/><Relationship Id="rId44" Type="http://schemas.openxmlformats.org/officeDocument/2006/relationships/customXml" Target="../ink/ink15.xml"/><Relationship Id="rId52" Type="http://schemas.openxmlformats.org/officeDocument/2006/relationships/customXml" Target="../ink/ink19.xml"/><Relationship Id="rId60" Type="http://schemas.openxmlformats.org/officeDocument/2006/relationships/customXml" Target="../ink/ink23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2.xml"/><Relationship Id="rId81" Type="http://schemas.openxmlformats.org/officeDocument/2006/relationships/image" Target="../media/image40.png"/><Relationship Id="rId86" Type="http://schemas.openxmlformats.org/officeDocument/2006/relationships/customXml" Target="../ink/ink36.xml"/><Relationship Id="rId101" Type="http://schemas.openxmlformats.org/officeDocument/2006/relationships/image" Target="../media/image1.png"/><Relationship Id="rId18" Type="http://schemas.openxmlformats.org/officeDocument/2006/relationships/customXml" Target="../ink/ink2.xml"/><Relationship Id="rId39" Type="http://schemas.openxmlformats.org/officeDocument/2006/relationships/image" Target="../media/image190.png"/><Relationship Id="rId34" Type="http://schemas.openxmlformats.org/officeDocument/2006/relationships/customXml" Target="../ink/ink10.xml"/><Relationship Id="rId50" Type="http://schemas.openxmlformats.org/officeDocument/2006/relationships/customXml" Target="../ink/ink18.xml"/><Relationship Id="rId55" Type="http://schemas.openxmlformats.org/officeDocument/2006/relationships/image" Target="../media/image27.png"/><Relationship Id="rId76" Type="http://schemas.openxmlformats.org/officeDocument/2006/relationships/customXml" Target="../ink/ink31.xml"/><Relationship Id="rId71" Type="http://schemas.openxmlformats.org/officeDocument/2006/relationships/image" Target="../media/image35.png"/><Relationship Id="rId92" Type="http://schemas.openxmlformats.org/officeDocument/2006/relationships/customXml" Target="../ink/ink39.xml"/><Relationship Id="rId2" Type="http://schemas.openxmlformats.org/officeDocument/2006/relationships/customXml" Target="../ink/ink1.xml"/><Relationship Id="rId29" Type="http://schemas.openxmlformats.org/officeDocument/2006/relationships/image" Target="../media/image14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customXml" Target="../ink/ink46.xml"/><Relationship Id="rId18" Type="http://schemas.openxmlformats.org/officeDocument/2006/relationships/image" Target="../media/image540.png"/><Relationship Id="rId26" Type="http://schemas.openxmlformats.org/officeDocument/2006/relationships/image" Target="../media/image580.png"/><Relationship Id="rId3" Type="http://schemas.openxmlformats.org/officeDocument/2006/relationships/customXml" Target="../ink/ink41.xml"/><Relationship Id="rId21" Type="http://schemas.openxmlformats.org/officeDocument/2006/relationships/customXml" Target="../ink/ink50.xml"/><Relationship Id="rId7" Type="http://schemas.openxmlformats.org/officeDocument/2006/relationships/customXml" Target="../ink/ink43.xml"/><Relationship Id="rId12" Type="http://schemas.openxmlformats.org/officeDocument/2006/relationships/image" Target="../media/image510.png"/><Relationship Id="rId17" Type="http://schemas.openxmlformats.org/officeDocument/2006/relationships/customXml" Target="../ink/ink48.xml"/><Relationship Id="rId25" Type="http://schemas.openxmlformats.org/officeDocument/2006/relationships/customXml" Target="../ink/ink52.xml"/><Relationship Id="rId2" Type="http://schemas.openxmlformats.org/officeDocument/2006/relationships/image" Target="../media/image3.png"/><Relationship Id="rId16" Type="http://schemas.openxmlformats.org/officeDocument/2006/relationships/image" Target="../media/image530.png"/><Relationship Id="rId20" Type="http://schemas.openxmlformats.org/officeDocument/2006/relationships/image" Target="../media/image5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0.png"/><Relationship Id="rId11" Type="http://schemas.openxmlformats.org/officeDocument/2006/relationships/customXml" Target="../ink/ink45.xml"/><Relationship Id="rId24" Type="http://schemas.openxmlformats.org/officeDocument/2006/relationships/image" Target="../media/image570.png"/><Relationship Id="rId5" Type="http://schemas.openxmlformats.org/officeDocument/2006/relationships/customXml" Target="../ink/ink42.xml"/><Relationship Id="rId15" Type="http://schemas.openxmlformats.org/officeDocument/2006/relationships/customXml" Target="../ink/ink47.xml"/><Relationship Id="rId23" Type="http://schemas.openxmlformats.org/officeDocument/2006/relationships/customXml" Target="../ink/ink51.xml"/><Relationship Id="rId28" Type="http://schemas.openxmlformats.org/officeDocument/2006/relationships/image" Target="../media/image590.png"/><Relationship Id="rId10" Type="http://schemas.openxmlformats.org/officeDocument/2006/relationships/image" Target="../media/image500.png"/><Relationship Id="rId19" Type="http://schemas.openxmlformats.org/officeDocument/2006/relationships/customXml" Target="../ink/ink49.xml"/><Relationship Id="rId4" Type="http://schemas.openxmlformats.org/officeDocument/2006/relationships/image" Target="../media/image470.png"/><Relationship Id="rId9" Type="http://schemas.openxmlformats.org/officeDocument/2006/relationships/customXml" Target="../ink/ink44.xml"/><Relationship Id="rId14" Type="http://schemas.openxmlformats.org/officeDocument/2006/relationships/image" Target="../media/image520.png"/><Relationship Id="rId22" Type="http://schemas.openxmlformats.org/officeDocument/2006/relationships/image" Target="../media/image560.png"/><Relationship Id="rId27" Type="http://schemas.openxmlformats.org/officeDocument/2006/relationships/customXml" Target="../ink/ink5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3.xml"/><Relationship Id="rId18" Type="http://schemas.openxmlformats.org/officeDocument/2006/relationships/customXml" Target="../ink/ink68.xml"/><Relationship Id="rId26" Type="http://schemas.openxmlformats.org/officeDocument/2006/relationships/customXml" Target="../ink/ink76.xml"/><Relationship Id="rId3" Type="http://schemas.openxmlformats.org/officeDocument/2006/relationships/customXml" Target="../ink/ink54.xml"/><Relationship Id="rId21" Type="http://schemas.openxmlformats.org/officeDocument/2006/relationships/customXml" Target="../ink/ink71.xml"/><Relationship Id="rId34" Type="http://schemas.openxmlformats.org/officeDocument/2006/relationships/image" Target="../media/image7.png"/><Relationship Id="rId7" Type="http://schemas.openxmlformats.org/officeDocument/2006/relationships/customXml" Target="../ink/ink57.xml"/><Relationship Id="rId12" Type="http://schemas.openxmlformats.org/officeDocument/2006/relationships/customXml" Target="../ink/ink62.xml"/><Relationship Id="rId17" Type="http://schemas.openxmlformats.org/officeDocument/2006/relationships/customXml" Target="../ink/ink67.xml"/><Relationship Id="rId25" Type="http://schemas.openxmlformats.org/officeDocument/2006/relationships/customXml" Target="../ink/ink75.xml"/><Relationship Id="rId33" Type="http://schemas.openxmlformats.org/officeDocument/2006/relationships/customXml" Target="../ink/ink83.xml"/><Relationship Id="rId2" Type="http://schemas.openxmlformats.org/officeDocument/2006/relationships/image" Target="../media/image5.png"/><Relationship Id="rId16" Type="http://schemas.openxmlformats.org/officeDocument/2006/relationships/customXml" Target="../ink/ink66.xml"/><Relationship Id="rId20" Type="http://schemas.openxmlformats.org/officeDocument/2006/relationships/customXml" Target="../ink/ink70.xml"/><Relationship Id="rId29" Type="http://schemas.openxmlformats.org/officeDocument/2006/relationships/customXml" Target="../ink/ink7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6.xml"/><Relationship Id="rId11" Type="http://schemas.openxmlformats.org/officeDocument/2006/relationships/customXml" Target="../ink/ink61.xml"/><Relationship Id="rId24" Type="http://schemas.openxmlformats.org/officeDocument/2006/relationships/customXml" Target="../ink/ink74.xml"/><Relationship Id="rId32" Type="http://schemas.openxmlformats.org/officeDocument/2006/relationships/customXml" Target="../ink/ink82.xml"/><Relationship Id="rId5" Type="http://schemas.openxmlformats.org/officeDocument/2006/relationships/customXml" Target="../ink/ink55.xml"/><Relationship Id="rId15" Type="http://schemas.openxmlformats.org/officeDocument/2006/relationships/customXml" Target="../ink/ink65.xml"/><Relationship Id="rId23" Type="http://schemas.openxmlformats.org/officeDocument/2006/relationships/customXml" Target="../ink/ink73.xml"/><Relationship Id="rId28" Type="http://schemas.openxmlformats.org/officeDocument/2006/relationships/customXml" Target="../ink/ink78.xml"/><Relationship Id="rId36" Type="http://schemas.openxmlformats.org/officeDocument/2006/relationships/image" Target="../media/image8.png"/><Relationship Id="rId10" Type="http://schemas.openxmlformats.org/officeDocument/2006/relationships/customXml" Target="../ink/ink60.xml"/><Relationship Id="rId19" Type="http://schemas.openxmlformats.org/officeDocument/2006/relationships/customXml" Target="../ink/ink69.xml"/><Relationship Id="rId31" Type="http://schemas.openxmlformats.org/officeDocument/2006/relationships/customXml" Target="../ink/ink81.xml"/><Relationship Id="rId4" Type="http://schemas.openxmlformats.org/officeDocument/2006/relationships/image" Target="../media/image6.png"/><Relationship Id="rId9" Type="http://schemas.openxmlformats.org/officeDocument/2006/relationships/customXml" Target="../ink/ink59.xml"/><Relationship Id="rId14" Type="http://schemas.openxmlformats.org/officeDocument/2006/relationships/customXml" Target="../ink/ink64.xml"/><Relationship Id="rId22" Type="http://schemas.openxmlformats.org/officeDocument/2006/relationships/customXml" Target="../ink/ink72.xml"/><Relationship Id="rId27" Type="http://schemas.openxmlformats.org/officeDocument/2006/relationships/customXml" Target="../ink/ink77.xml"/><Relationship Id="rId30" Type="http://schemas.openxmlformats.org/officeDocument/2006/relationships/customXml" Target="../ink/ink80.xml"/><Relationship Id="rId35" Type="http://schemas.openxmlformats.org/officeDocument/2006/relationships/customXml" Target="../ink/ink84.xml"/><Relationship Id="rId8" Type="http://schemas.openxmlformats.org/officeDocument/2006/relationships/customXml" Target="../ink/ink5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88.xml"/><Relationship Id="rId13" Type="http://schemas.openxmlformats.org/officeDocument/2006/relationships/image" Target="NULL"/><Relationship Id="rId18" Type="http://schemas.openxmlformats.org/officeDocument/2006/relationships/customXml" Target="../ink/ink93.xml"/><Relationship Id="rId26" Type="http://schemas.openxmlformats.org/officeDocument/2006/relationships/customXml" Target="../ink/ink97.xml"/><Relationship Id="rId3" Type="http://schemas.openxmlformats.org/officeDocument/2006/relationships/image" Target="NULL"/><Relationship Id="rId21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customXml" Target="../ink/ink90.xml"/><Relationship Id="rId17" Type="http://schemas.openxmlformats.org/officeDocument/2006/relationships/image" Target="NULL"/><Relationship Id="rId25" Type="http://schemas.openxmlformats.org/officeDocument/2006/relationships/image" Target="NULL"/><Relationship Id="rId2" Type="http://schemas.openxmlformats.org/officeDocument/2006/relationships/customXml" Target="../ink/ink85.xml"/><Relationship Id="rId16" Type="http://schemas.openxmlformats.org/officeDocument/2006/relationships/customXml" Target="../ink/ink92.xml"/><Relationship Id="rId20" Type="http://schemas.openxmlformats.org/officeDocument/2006/relationships/customXml" Target="../ink/ink94.xml"/><Relationship Id="rId29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7.xml"/><Relationship Id="rId11" Type="http://schemas.openxmlformats.org/officeDocument/2006/relationships/image" Target="NULL"/><Relationship Id="rId24" Type="http://schemas.openxmlformats.org/officeDocument/2006/relationships/customXml" Target="../ink/ink96.xml"/><Relationship Id="rId5" Type="http://schemas.openxmlformats.org/officeDocument/2006/relationships/image" Target="NULL"/><Relationship Id="rId15" Type="http://schemas.openxmlformats.org/officeDocument/2006/relationships/image" Target="NULL"/><Relationship Id="rId23" Type="http://schemas.openxmlformats.org/officeDocument/2006/relationships/image" Target="NULL"/><Relationship Id="rId28" Type="http://schemas.openxmlformats.org/officeDocument/2006/relationships/customXml" Target="../ink/ink98.xml"/><Relationship Id="rId10" Type="http://schemas.openxmlformats.org/officeDocument/2006/relationships/customXml" Target="../ink/ink89.xml"/><Relationship Id="rId19" Type="http://schemas.openxmlformats.org/officeDocument/2006/relationships/image" Target="NULL"/><Relationship Id="rId31" Type="http://schemas.openxmlformats.org/officeDocument/2006/relationships/image" Target="NULL"/><Relationship Id="rId4" Type="http://schemas.openxmlformats.org/officeDocument/2006/relationships/customXml" Target="../ink/ink86.xml"/><Relationship Id="rId9" Type="http://schemas.openxmlformats.org/officeDocument/2006/relationships/image" Target="NULL"/><Relationship Id="rId14" Type="http://schemas.openxmlformats.org/officeDocument/2006/relationships/customXml" Target="../ink/ink91.xml"/><Relationship Id="rId22" Type="http://schemas.openxmlformats.org/officeDocument/2006/relationships/customXml" Target="../ink/ink95.xml"/><Relationship Id="rId27" Type="http://schemas.openxmlformats.org/officeDocument/2006/relationships/image" Target="NULL"/><Relationship Id="rId30" Type="http://schemas.openxmlformats.org/officeDocument/2006/relationships/customXml" Target="../ink/ink9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E54E-FC70-7D3C-FB87-2A4422261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102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4400"/>
              <a:t>Ling 285</a:t>
            </a:r>
            <a:br>
              <a:rPr lang="en-US" sz="4400"/>
            </a:br>
            <a:r>
              <a:rPr lang="en-US" sz="4400"/>
              <a:t>Human Language and Technology</a:t>
            </a:r>
            <a:br>
              <a:rPr lang="en-US" sz="4400"/>
            </a:br>
            <a:r>
              <a:rPr lang="en-US" sz="4400"/>
              <a:t>Lecture 7</a:t>
            </a:r>
            <a:br>
              <a:rPr lang="en-US" sz="4400"/>
            </a:br>
            <a:br>
              <a:rPr lang="en-US" sz="4400"/>
            </a:br>
            <a:r>
              <a:rPr lang="en-US" sz="4400"/>
              <a:t>Dynamical Systems 5</a:t>
            </a:r>
            <a:br>
              <a:rPr lang="en-US" sz="4400"/>
            </a:br>
            <a:endParaRPr lang="en-US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E1F82-DB91-1E57-EE5B-ECA1A523F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9700" y="4459288"/>
            <a:ext cx="9144000" cy="1655762"/>
          </a:xfrm>
        </p:spPr>
        <p:txBody>
          <a:bodyPr/>
          <a:lstStyle/>
          <a:p>
            <a:r>
              <a:rPr lang="en-US"/>
              <a:t>Khalil Iskarous</a:t>
            </a:r>
          </a:p>
          <a:p>
            <a:r>
              <a:rPr lang="en-US"/>
              <a:t>Department of Linguistics</a:t>
            </a:r>
          </a:p>
          <a:p>
            <a:r>
              <a:rPr lang="en-US"/>
              <a:t>University of Southern California</a:t>
            </a:r>
          </a:p>
        </p:txBody>
      </p:sp>
    </p:spTree>
    <p:extLst>
      <p:ext uri="{BB962C8B-B14F-4D97-AF65-F5344CB8AC3E}">
        <p14:creationId xmlns:p14="http://schemas.microsoft.com/office/powerpoint/2010/main" val="158151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00C5-8F7C-4312-8516-BEFADA2F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62A0639-BC76-E561-F746-3F59E873B1ED}"/>
              </a:ext>
            </a:extLst>
          </p:cNvPr>
          <p:cNvGrpSpPr/>
          <p:nvPr/>
        </p:nvGrpSpPr>
        <p:grpSpPr>
          <a:xfrm>
            <a:off x="6610907" y="463213"/>
            <a:ext cx="5444640" cy="2409120"/>
            <a:chOff x="6610907" y="463213"/>
            <a:chExt cx="5444640" cy="240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B6EB66E-ED32-05BE-B851-A6561784CB76}"/>
                    </a:ext>
                  </a:extLst>
                </p14:cNvPr>
                <p14:cNvContentPartPr/>
                <p14:nvPr/>
              </p14:nvContentPartPr>
              <p14:xfrm>
                <a:off x="6610907" y="463213"/>
                <a:ext cx="33840" cy="2409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B6EB66E-ED32-05BE-B851-A6561784CB7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92907" y="445213"/>
                  <a:ext cx="69480" cy="24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63F044E-F583-89F0-9234-F891A8E46E7A}"/>
                    </a:ext>
                  </a:extLst>
                </p14:cNvPr>
                <p14:cNvContentPartPr/>
                <p14:nvPr/>
              </p14:nvContentPartPr>
              <p14:xfrm>
                <a:off x="6635027" y="1605133"/>
                <a:ext cx="4679640" cy="194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3F044E-F583-89F0-9234-F891A8E46E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17387" y="1587493"/>
                  <a:ext cx="47152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1FC0BF0-EF69-ABFA-89B8-2ADD3FC6229E}"/>
                    </a:ext>
                  </a:extLst>
                </p14:cNvPr>
                <p14:cNvContentPartPr/>
                <p14:nvPr/>
              </p14:nvContentPartPr>
              <p14:xfrm>
                <a:off x="11615627" y="1576333"/>
                <a:ext cx="439920" cy="616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1FC0BF0-EF69-ABFA-89B8-2ADD3FC622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597627" y="1558693"/>
                  <a:ext cx="47556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900F48-3601-9559-7952-8E0661BFE24E}"/>
                    </a:ext>
                  </a:extLst>
                </p14:cNvPr>
                <p14:cNvContentPartPr/>
                <p14:nvPr/>
              </p14:nvContentPartPr>
              <p14:xfrm>
                <a:off x="11480987" y="1838773"/>
                <a:ext cx="379800" cy="17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900F48-3601-9559-7952-8E0661BFE24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463347" y="1821133"/>
                  <a:ext cx="41544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7329BA4-8628-1821-988B-6128AE744C35}"/>
              </a:ext>
            </a:extLst>
          </p:cNvPr>
          <p:cNvGrpSpPr/>
          <p:nvPr/>
        </p:nvGrpSpPr>
        <p:grpSpPr>
          <a:xfrm>
            <a:off x="5967947" y="161173"/>
            <a:ext cx="217800" cy="425880"/>
            <a:chOff x="5967947" y="161173"/>
            <a:chExt cx="217800" cy="4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1AA146-2FB9-872A-3D51-6A356B893C84}"/>
                    </a:ext>
                  </a:extLst>
                </p14:cNvPr>
                <p14:cNvContentPartPr/>
                <p14:nvPr/>
              </p14:nvContentPartPr>
              <p14:xfrm>
                <a:off x="5978747" y="264133"/>
                <a:ext cx="199440" cy="229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1AA146-2FB9-872A-3D51-6A356B893C8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60747" y="246493"/>
                  <a:ext cx="235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E80F789-F5DF-FFB9-4E5F-177579D25E8A}"/>
                    </a:ext>
                  </a:extLst>
                </p14:cNvPr>
                <p14:cNvContentPartPr/>
                <p14:nvPr/>
              </p14:nvContentPartPr>
              <p14:xfrm>
                <a:off x="5967947" y="161173"/>
                <a:ext cx="217800" cy="425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E80F789-F5DF-FFB9-4E5F-177579D25E8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50307" y="143533"/>
                  <a:ext cx="253440" cy="46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3AC4E62-4D2C-835F-DF3B-A7B3AC621199}"/>
              </a:ext>
            </a:extLst>
          </p:cNvPr>
          <p:cNvGrpSpPr/>
          <p:nvPr/>
        </p:nvGrpSpPr>
        <p:grpSpPr>
          <a:xfrm>
            <a:off x="6452147" y="3685213"/>
            <a:ext cx="5651280" cy="2635560"/>
            <a:chOff x="6452147" y="3685213"/>
            <a:chExt cx="5651280" cy="263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C6CD14-D5FB-C019-B1DC-0954484EF8C2}"/>
                    </a:ext>
                  </a:extLst>
                </p14:cNvPr>
                <p14:cNvContentPartPr/>
                <p14:nvPr/>
              </p14:nvContentPartPr>
              <p14:xfrm>
                <a:off x="6452147" y="3685213"/>
                <a:ext cx="136080" cy="2635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C6CD14-D5FB-C019-B1DC-0954484EF8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34507" y="3667213"/>
                  <a:ext cx="171720" cy="267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3C3565E-5CA0-64C9-5A1C-723B04FD396C}"/>
                    </a:ext>
                  </a:extLst>
                </p14:cNvPr>
                <p14:cNvContentPartPr/>
                <p14:nvPr/>
              </p14:nvContentPartPr>
              <p14:xfrm>
                <a:off x="6491027" y="4967893"/>
                <a:ext cx="5118120" cy="106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3C3565E-5CA0-64C9-5A1C-723B04FD396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73387" y="4949893"/>
                  <a:ext cx="51537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44FD16-1F90-5AEC-5BDD-CF9FF25A6985}"/>
                    </a:ext>
                  </a:extLst>
                </p14:cNvPr>
                <p14:cNvContentPartPr/>
                <p14:nvPr/>
              </p14:nvContentPartPr>
              <p14:xfrm>
                <a:off x="11818667" y="4852333"/>
                <a:ext cx="284760" cy="476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44FD16-1F90-5AEC-5BDD-CF9FF25A69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01027" y="4834333"/>
                  <a:ext cx="32040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890D71E-0CF2-A1CB-3D4F-077400C3FE0D}"/>
                    </a:ext>
                  </a:extLst>
                </p14:cNvPr>
                <p14:cNvContentPartPr/>
                <p14:nvPr/>
              </p14:nvContentPartPr>
              <p14:xfrm>
                <a:off x="11728667" y="4978333"/>
                <a:ext cx="28872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890D71E-0CF2-A1CB-3D4F-077400C3FE0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711027" y="4960693"/>
                  <a:ext cx="3243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13F46C0-BA49-7083-B7C7-CB5CBCA31A4B}"/>
                  </a:ext>
                </a:extLst>
              </p14:cNvPr>
              <p14:cNvContentPartPr/>
              <p14:nvPr/>
            </p14:nvContentPartPr>
            <p14:xfrm>
              <a:off x="5993147" y="3388213"/>
              <a:ext cx="335160" cy="348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13F46C0-BA49-7083-B7C7-CB5CBCA31A4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975147" y="3370573"/>
                <a:ext cx="37080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8543D3A-0167-AD55-E364-83217D70DC6D}"/>
                  </a:ext>
                </a:extLst>
              </p14:cNvPr>
              <p14:cNvContentPartPr/>
              <p14:nvPr/>
            </p14:nvContentPartPr>
            <p14:xfrm>
              <a:off x="6574907" y="286093"/>
              <a:ext cx="181800" cy="272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8543D3A-0167-AD55-E364-83217D70DC6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557267" y="268093"/>
                <a:ext cx="2174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7EBE5FD-9BFC-FC72-A372-DB2AA9944867}"/>
                  </a:ext>
                </a:extLst>
              </p14:cNvPr>
              <p14:cNvContentPartPr/>
              <p14:nvPr/>
            </p14:nvContentPartPr>
            <p14:xfrm>
              <a:off x="6397427" y="4880413"/>
              <a:ext cx="210600" cy="1573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7EBE5FD-9BFC-FC72-A372-DB2AA994486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379787" y="4862773"/>
                <a:ext cx="2462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31ED13C-84DF-F49C-8D1B-0E5800601685}"/>
                  </a:ext>
                </a:extLst>
              </p14:cNvPr>
              <p14:cNvContentPartPr/>
              <p14:nvPr/>
            </p14:nvContentPartPr>
            <p14:xfrm>
              <a:off x="6846707" y="346213"/>
              <a:ext cx="172080" cy="2340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31ED13C-84DF-F49C-8D1B-0E580060168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828707" y="328213"/>
                <a:ext cx="20772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D1501DA-8A8C-69A0-8D49-D2424FD57C63}"/>
                  </a:ext>
                </a:extLst>
              </p14:cNvPr>
              <p14:cNvContentPartPr/>
              <p14:nvPr/>
            </p14:nvContentPartPr>
            <p14:xfrm>
              <a:off x="6696587" y="5230005"/>
              <a:ext cx="150120" cy="1346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D1501DA-8A8C-69A0-8D49-D2424FD57C6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678630" y="5212053"/>
                <a:ext cx="185675" cy="170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B96CB99-32B9-DA99-4157-151B8A6CDAFD}"/>
                  </a:ext>
                </a:extLst>
              </p14:cNvPr>
              <p14:cNvContentPartPr/>
              <p14:nvPr/>
            </p14:nvContentPartPr>
            <p14:xfrm>
              <a:off x="7129627" y="632612"/>
              <a:ext cx="286920" cy="1332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B96CB99-32B9-DA99-4157-151B8A6CDAF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111627" y="614972"/>
                <a:ext cx="32256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02E1440-D593-D404-A975-B0A7A988A067}"/>
                  </a:ext>
                </a:extLst>
              </p14:cNvPr>
              <p14:cNvContentPartPr/>
              <p14:nvPr/>
            </p14:nvContentPartPr>
            <p14:xfrm>
              <a:off x="6963706" y="5583493"/>
              <a:ext cx="162360" cy="1846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02E1440-D593-D404-A975-B0A7A988A06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945746" y="5565493"/>
                <a:ext cx="197921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870C9A2-9458-1C20-24A4-DB6D9A1BCCFF}"/>
                  </a:ext>
                </a:extLst>
              </p14:cNvPr>
              <p14:cNvContentPartPr/>
              <p14:nvPr/>
            </p14:nvContentPartPr>
            <p14:xfrm>
              <a:off x="7485187" y="1039753"/>
              <a:ext cx="137520" cy="105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870C9A2-9458-1C20-24A4-DB6D9A1BCCF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467547" y="1021753"/>
                <a:ext cx="1731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C03A92E-6159-D3D2-B365-2FCC5A942F2D}"/>
                  </a:ext>
                </a:extLst>
              </p14:cNvPr>
              <p14:cNvContentPartPr/>
              <p14:nvPr/>
            </p14:nvContentPartPr>
            <p14:xfrm>
              <a:off x="7213968" y="5797946"/>
              <a:ext cx="157320" cy="1569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C03A92E-6159-D3D2-B365-2FCC5A942F2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96009" y="5779905"/>
                <a:ext cx="192879" cy="1926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A4B75E9-FC65-0639-DC3E-04B82083BAA7}"/>
                  </a:ext>
                </a:extLst>
              </p14:cNvPr>
              <p14:cNvContentPartPr/>
              <p14:nvPr/>
            </p14:nvContentPartPr>
            <p14:xfrm>
              <a:off x="7627187" y="1506133"/>
              <a:ext cx="163800" cy="2250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A4B75E9-FC65-0639-DC3E-04B82083BAA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609547" y="1488493"/>
                <a:ext cx="19944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66119B9-1155-2B96-EA7C-7AAF22664BD2}"/>
                  </a:ext>
                </a:extLst>
              </p14:cNvPr>
              <p14:cNvContentPartPr/>
              <p14:nvPr/>
            </p14:nvContentPartPr>
            <p14:xfrm>
              <a:off x="7596274" y="6026014"/>
              <a:ext cx="131400" cy="1465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66119B9-1155-2B96-EA7C-7AAF22664BD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578274" y="6008014"/>
                <a:ext cx="1670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96CBC0A-FBEC-E654-4951-2356CA27C94F}"/>
                  </a:ext>
                </a:extLst>
              </p14:cNvPr>
              <p14:cNvContentPartPr/>
              <p14:nvPr/>
            </p14:nvContentPartPr>
            <p14:xfrm>
              <a:off x="7995467" y="2064133"/>
              <a:ext cx="160920" cy="219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96CBC0A-FBEC-E654-4951-2356CA27C94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77827" y="2046133"/>
                <a:ext cx="1965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810EDEE-A963-74D8-EDC6-AE6CF4EADFAA}"/>
                  </a:ext>
                </a:extLst>
              </p14:cNvPr>
              <p14:cNvContentPartPr/>
              <p14:nvPr/>
            </p14:nvContentPartPr>
            <p14:xfrm>
              <a:off x="7979854" y="5654833"/>
              <a:ext cx="166320" cy="189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810EDEE-A963-74D8-EDC6-AE6CF4EADFA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61854" y="5636833"/>
                <a:ext cx="2019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989701D-0196-5E38-7FE3-B902F92559C9}"/>
                  </a:ext>
                </a:extLst>
              </p14:cNvPr>
              <p14:cNvContentPartPr/>
              <p14:nvPr/>
            </p14:nvContentPartPr>
            <p14:xfrm>
              <a:off x="8448707" y="2652733"/>
              <a:ext cx="173520" cy="1040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989701D-0196-5E38-7FE3-B902F92559C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430707" y="2635093"/>
                <a:ext cx="2091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EF214DC-1856-C0F3-C066-33474AE850B6}"/>
                  </a:ext>
                </a:extLst>
              </p14:cNvPr>
              <p14:cNvContentPartPr/>
              <p14:nvPr/>
            </p14:nvContentPartPr>
            <p14:xfrm>
              <a:off x="8353814" y="5405286"/>
              <a:ext cx="91800" cy="113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EF214DC-1856-C0F3-C066-33474AE850B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335814" y="5387343"/>
                <a:ext cx="127440" cy="148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A02857B-5D00-64A2-3E23-9155F6C63AB5}"/>
                  </a:ext>
                </a:extLst>
              </p14:cNvPr>
              <p14:cNvContentPartPr/>
              <p14:nvPr/>
            </p14:nvContentPartPr>
            <p14:xfrm>
              <a:off x="9106787" y="2906893"/>
              <a:ext cx="131040" cy="2026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A02857B-5D00-64A2-3E23-9155F6C63AB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089147" y="2889253"/>
                <a:ext cx="16668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652A034-1D81-F8D9-A2A2-F7D0F8F91FC1}"/>
                  </a:ext>
                </a:extLst>
              </p14:cNvPr>
              <p14:cNvContentPartPr/>
              <p14:nvPr/>
            </p14:nvContentPartPr>
            <p14:xfrm>
              <a:off x="8773607" y="4967173"/>
              <a:ext cx="214560" cy="1411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652A034-1D81-F8D9-A2A2-F7D0F8F91FC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755637" y="4949173"/>
                <a:ext cx="25014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0A109DD-0503-76C0-9FBF-8068A3BB982E}"/>
                  </a:ext>
                </a:extLst>
              </p14:cNvPr>
              <p14:cNvContentPartPr/>
              <p14:nvPr/>
            </p14:nvContentPartPr>
            <p14:xfrm>
              <a:off x="9139907" y="4685914"/>
              <a:ext cx="127080" cy="1159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0A109DD-0503-76C0-9FBF-8068A3BB982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121958" y="4667914"/>
                <a:ext cx="162619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12AEA8A-7091-B09E-36B5-F63B7080021D}"/>
                  </a:ext>
                </a:extLst>
              </p14:cNvPr>
              <p14:cNvContentPartPr/>
              <p14:nvPr/>
            </p14:nvContentPartPr>
            <p14:xfrm>
              <a:off x="9599267" y="2730493"/>
              <a:ext cx="169560" cy="180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12AEA8A-7091-B09E-36B5-F63B7080021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581627" y="2712493"/>
                <a:ext cx="20520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47F5317-291D-9124-389C-D7F84485C7E3}"/>
                  </a:ext>
                </a:extLst>
              </p14:cNvPr>
              <p14:cNvContentPartPr/>
              <p14:nvPr/>
            </p14:nvContentPartPr>
            <p14:xfrm>
              <a:off x="9677459" y="3961504"/>
              <a:ext cx="130680" cy="189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47F5317-291D-9124-389C-D7F84485C7E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659459" y="3943504"/>
                <a:ext cx="166320" cy="22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497325F5-A56A-257A-81F0-E36D1D1DECB7}"/>
              </a:ext>
            </a:extLst>
          </p:cNvPr>
          <p:cNvGrpSpPr/>
          <p:nvPr/>
        </p:nvGrpSpPr>
        <p:grpSpPr>
          <a:xfrm>
            <a:off x="10030547" y="2184373"/>
            <a:ext cx="139680" cy="248400"/>
            <a:chOff x="10030547" y="2184373"/>
            <a:chExt cx="13968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180F17E-AD5D-32D0-ADB2-E447320059D3}"/>
                    </a:ext>
                  </a:extLst>
                </p14:cNvPr>
                <p14:cNvContentPartPr/>
                <p14:nvPr/>
              </p14:nvContentPartPr>
              <p14:xfrm>
                <a:off x="10141067" y="2280493"/>
                <a:ext cx="36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180F17E-AD5D-32D0-ADB2-E447320059D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23067" y="226285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715A946-7403-17C7-9965-3ABA4378EB41}"/>
                    </a:ext>
                  </a:extLst>
                </p14:cNvPr>
                <p14:cNvContentPartPr/>
                <p14:nvPr/>
              </p14:nvContentPartPr>
              <p14:xfrm>
                <a:off x="10030547" y="2184373"/>
                <a:ext cx="139680" cy="248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715A946-7403-17C7-9965-3ABA4378EB4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12907" y="2166733"/>
                  <a:ext cx="175320" cy="28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CB685228-B16B-3220-AF3D-219FE6B558D4}"/>
                  </a:ext>
                </a:extLst>
              </p14:cNvPr>
              <p14:cNvContentPartPr/>
              <p14:nvPr/>
            </p14:nvContentPartPr>
            <p14:xfrm>
              <a:off x="10404947" y="1649053"/>
              <a:ext cx="149400" cy="2620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B685228-B16B-3220-AF3D-219FE6B558D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387307" y="1631413"/>
                <a:ext cx="1850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D8EE7A6-DC48-E0EA-41FF-85DD5EE4823E}"/>
                  </a:ext>
                </a:extLst>
              </p14:cNvPr>
              <p14:cNvContentPartPr/>
              <p14:nvPr/>
            </p14:nvContentPartPr>
            <p14:xfrm>
              <a:off x="10326359" y="3769993"/>
              <a:ext cx="138600" cy="150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D8EE7A6-DC48-E0EA-41FF-85DD5EE4823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308312" y="3752036"/>
                <a:ext cx="174333" cy="1856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2C012FC-D4C2-04D3-DD5E-904105296CD6}"/>
                  </a:ext>
                </a:extLst>
              </p14:cNvPr>
              <p14:cNvContentPartPr/>
              <p14:nvPr/>
            </p14:nvContentPartPr>
            <p14:xfrm>
              <a:off x="10532747" y="255133"/>
              <a:ext cx="790560" cy="13906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2C012FC-D4C2-04D3-DD5E-904105296CD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515107" y="237493"/>
                <a:ext cx="826200" cy="142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D62A6F62-34B6-5D35-B7CC-89F937622BB1}"/>
              </a:ext>
            </a:extLst>
          </p:cNvPr>
          <p:cNvGrpSpPr/>
          <p:nvPr/>
        </p:nvGrpSpPr>
        <p:grpSpPr>
          <a:xfrm>
            <a:off x="11375507" y="322453"/>
            <a:ext cx="738720" cy="1225080"/>
            <a:chOff x="11375507" y="322453"/>
            <a:chExt cx="738720" cy="12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318AEB9-5871-88FE-89AF-EF5308939D9C}"/>
                    </a:ext>
                  </a:extLst>
                </p14:cNvPr>
                <p14:cNvContentPartPr/>
                <p14:nvPr/>
              </p14:nvContentPartPr>
              <p14:xfrm>
                <a:off x="11375507" y="322453"/>
                <a:ext cx="492840" cy="1225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318AEB9-5871-88FE-89AF-EF5308939D9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357507" y="304453"/>
                  <a:ext cx="528480" cy="12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0FC0674-DB79-7181-A694-7AA7A8EC837C}"/>
                    </a:ext>
                  </a:extLst>
                </p14:cNvPr>
                <p14:cNvContentPartPr/>
                <p14:nvPr/>
              </p14:nvContentPartPr>
              <p14:xfrm>
                <a:off x="11821547" y="628813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0FC0674-DB79-7181-A694-7AA7A8EC837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803547" y="61081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3BEDDAB-2A68-D7AC-2C48-3553AB3F4E1E}"/>
                    </a:ext>
                  </a:extLst>
                </p14:cNvPr>
                <p14:cNvContentPartPr/>
                <p14:nvPr/>
              </p14:nvContentPartPr>
              <p14:xfrm>
                <a:off x="12016307" y="628813"/>
                <a:ext cx="360" cy="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3BEDDAB-2A68-D7AC-2C48-3553AB3F4E1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998667" y="61081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54FFA76-DDA5-87DC-2B5D-6B8C669E99E6}"/>
                    </a:ext>
                  </a:extLst>
                </p14:cNvPr>
                <p14:cNvContentPartPr/>
                <p14:nvPr/>
              </p14:nvContentPartPr>
              <p14:xfrm>
                <a:off x="12113867" y="628813"/>
                <a:ext cx="360" cy="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54FFA76-DDA5-87DC-2B5D-6B8C669E99E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096227" y="61081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37A706F-0643-7B49-E3D2-D4FAA61948BB}"/>
                  </a:ext>
                </a:extLst>
              </p14:cNvPr>
              <p14:cNvContentPartPr/>
              <p14:nvPr/>
            </p14:nvContentPartPr>
            <p14:xfrm>
              <a:off x="10541537" y="3977891"/>
              <a:ext cx="1768320" cy="2293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37A706F-0643-7B49-E3D2-D4FAA61948B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523537" y="3960251"/>
                <a:ext cx="1803960" cy="2329200"/>
              </a:xfrm>
              <a:prstGeom prst="rect">
                <a:avLst/>
              </a:prstGeom>
            </p:spPr>
          </p:pic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67DCA66F-1605-9D93-011E-C1CD216E47CC}"/>
              </a:ext>
            </a:extLst>
      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783521" y="1667773"/>
            <a:ext cx="4424984" cy="335330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32679AA8-6310-85FB-AB6E-CDACBD737715}"/>
              </a:ext>
            </a:extLst>
          </p:cNvPr>
          <p:cNvSpPr txBox="1"/>
          <p:nvPr/>
        </p:nvSpPr>
        <p:spPr>
          <a:xfrm>
            <a:off x="1137684" y="463213"/>
            <a:ext cx="37650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Harmonic Oscillator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957A6BA-4937-AC24-C5F4-8E779F39CB68}"/>
                  </a:ext>
                </a:extLst>
              </p:cNvPr>
              <p:cNvSpPr txBox="1"/>
              <p:nvPr/>
            </p:nvSpPr>
            <p:spPr>
              <a:xfrm>
                <a:off x="250767" y="5123909"/>
                <a:ext cx="606069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2400"/>
                  <a:t> means: increase or decrease in x with time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 sz="2400"/>
                  <a:t> means: increase or decrease in 𝜈 with time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957A6BA-4937-AC24-C5F4-8E779F39C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67" y="5123909"/>
                <a:ext cx="6060698" cy="830997"/>
              </a:xfrm>
              <a:prstGeom prst="rect">
                <a:avLst/>
              </a:prstGeom>
              <a:blipFill>
                <a:blip r:embed="rId102"/>
                <a:stretch>
                  <a:fillRect t="-6061" r="-62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811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5AF0-958A-284A-33C8-8FE138957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Oscillation/Vibration Dynamical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9487FD-D24D-638B-8D6C-2FB9BB3BB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281" y="1893358"/>
            <a:ext cx="5722719" cy="34745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E6F0D80-9838-4034-0D22-64ADDA0BA7C3}"/>
                  </a:ext>
                </a:extLst>
              </p14:cNvPr>
              <p14:cNvContentPartPr/>
              <p14:nvPr/>
            </p14:nvContentPartPr>
            <p14:xfrm>
              <a:off x="7655987" y="1764253"/>
              <a:ext cx="142560" cy="1914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E6F0D80-9838-4034-0D22-64ADDA0BA7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37987" y="1746613"/>
                <a:ext cx="178200" cy="19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44AB43D0-7683-1139-E68C-4DB96F2B780D}"/>
              </a:ext>
            </a:extLst>
          </p:cNvPr>
          <p:cNvGrpSpPr/>
          <p:nvPr/>
        </p:nvGrpSpPr>
        <p:grpSpPr>
          <a:xfrm>
            <a:off x="7977107" y="4445533"/>
            <a:ext cx="4071600" cy="1599840"/>
            <a:chOff x="7977107" y="4445533"/>
            <a:chExt cx="4071600" cy="159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6C60B8-4229-36DB-7DA7-21FC3BD941A2}"/>
                    </a:ext>
                  </a:extLst>
                </p14:cNvPr>
                <p14:cNvContentPartPr/>
                <p14:nvPr/>
              </p14:nvContentPartPr>
              <p14:xfrm>
                <a:off x="7977107" y="4445533"/>
                <a:ext cx="11160" cy="1599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6C60B8-4229-36DB-7DA7-21FC3BD941A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59107" y="4427533"/>
                  <a:ext cx="46800" cy="16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636DD6B-1C55-26A1-7866-11A1DB1AB307}"/>
                    </a:ext>
                  </a:extLst>
                </p14:cNvPr>
                <p14:cNvContentPartPr/>
                <p14:nvPr/>
              </p14:nvContentPartPr>
              <p14:xfrm>
                <a:off x="8000867" y="5305573"/>
                <a:ext cx="3840480" cy="53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636DD6B-1C55-26A1-7866-11A1DB1AB30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82867" y="5287933"/>
                  <a:ext cx="38761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FE32B6D-FF37-7A15-43A7-646CA275D02D}"/>
                    </a:ext>
                  </a:extLst>
                </p14:cNvPr>
                <p14:cNvContentPartPr/>
                <p14:nvPr/>
              </p14:nvContentPartPr>
              <p14:xfrm>
                <a:off x="11734067" y="5468293"/>
                <a:ext cx="314640" cy="393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FE32B6D-FF37-7A15-43A7-646CA275D0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716067" y="5450653"/>
                  <a:ext cx="35028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921FB05-D969-8D92-6A86-59D9FF6B48C5}"/>
                    </a:ext>
                  </a:extLst>
                </p14:cNvPr>
                <p14:cNvContentPartPr/>
                <p14:nvPr/>
              </p14:nvContentPartPr>
              <p14:xfrm>
                <a:off x="11582147" y="5650093"/>
                <a:ext cx="34344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921FB05-D969-8D92-6A86-59D9FF6B48C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564507" y="5632453"/>
                  <a:ext cx="3790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2D1BCC0-00E4-1219-D7A7-DE7A5030257F}"/>
              </a:ext>
            </a:extLst>
          </p:cNvPr>
          <p:cNvGrpSpPr/>
          <p:nvPr/>
        </p:nvGrpSpPr>
        <p:grpSpPr>
          <a:xfrm>
            <a:off x="7634027" y="2419453"/>
            <a:ext cx="4301640" cy="621720"/>
            <a:chOff x="7634027" y="2419453"/>
            <a:chExt cx="4301640" cy="62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5BEC45E-6247-952A-0162-6931B5ED30D0}"/>
                    </a:ext>
                  </a:extLst>
                </p14:cNvPr>
                <p14:cNvContentPartPr/>
                <p14:nvPr/>
              </p14:nvContentPartPr>
              <p14:xfrm>
                <a:off x="7634027" y="2419453"/>
                <a:ext cx="4248000" cy="102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5BEC45E-6247-952A-0162-6931B5ED30D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16027" y="2401813"/>
                  <a:ext cx="42836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14253A7-4DCB-EAC9-757F-1863F7240430}"/>
                    </a:ext>
                  </a:extLst>
                </p14:cNvPr>
                <p14:cNvContentPartPr/>
                <p14:nvPr/>
              </p14:nvContentPartPr>
              <p14:xfrm>
                <a:off x="11665667" y="2619253"/>
                <a:ext cx="270000" cy="421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14253A7-4DCB-EAC9-757F-1863F724043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648027" y="2601613"/>
                  <a:ext cx="3056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01CA23-97B0-5FF1-5190-BD5617686C69}"/>
                    </a:ext>
                  </a:extLst>
                </p14:cNvPr>
                <p14:cNvContentPartPr/>
                <p14:nvPr/>
              </p14:nvContentPartPr>
              <p14:xfrm>
                <a:off x="11483507" y="2742373"/>
                <a:ext cx="353520" cy="14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01CA23-97B0-5FF1-5190-BD5617686C6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465867" y="2724373"/>
                  <a:ext cx="38916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18BB0A8-7204-FD56-CB9A-D2CD16EC5FEA}"/>
              </a:ext>
            </a:extLst>
          </p:cNvPr>
          <p:cNvGrpSpPr/>
          <p:nvPr/>
        </p:nvGrpSpPr>
        <p:grpSpPr>
          <a:xfrm>
            <a:off x="7078187" y="1532773"/>
            <a:ext cx="361080" cy="453600"/>
            <a:chOff x="7078187" y="1532773"/>
            <a:chExt cx="361080" cy="45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F41C12F-6BF1-5F0F-D5A1-65B9CC37296B}"/>
                    </a:ext>
                  </a:extLst>
                </p14:cNvPr>
                <p14:cNvContentPartPr/>
                <p14:nvPr/>
              </p14:nvContentPartPr>
              <p14:xfrm>
                <a:off x="7135787" y="1532773"/>
                <a:ext cx="106200" cy="424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F41C12F-6BF1-5F0F-D5A1-65B9CC37296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17787" y="1514773"/>
                  <a:ext cx="1418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3149AB1-3476-FFB2-AA69-05FF9D4D339C}"/>
                    </a:ext>
                  </a:extLst>
                </p14:cNvPr>
                <p14:cNvContentPartPr/>
                <p14:nvPr/>
              </p14:nvContentPartPr>
              <p14:xfrm>
                <a:off x="7078187" y="1601173"/>
                <a:ext cx="361080" cy="385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3149AB1-3476-FFB2-AA69-05FF9D4D339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60547" y="1583173"/>
                  <a:ext cx="396720" cy="42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628E333-1B96-0D10-E9F4-146F842674B6}"/>
                  </a:ext>
                </a:extLst>
              </p14:cNvPr>
              <p14:cNvContentPartPr/>
              <p14:nvPr/>
            </p14:nvContentPartPr>
            <p14:xfrm>
              <a:off x="7322627" y="4259773"/>
              <a:ext cx="347760" cy="3549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628E333-1B96-0D10-E9F4-146F842674B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304987" y="4242133"/>
                <a:ext cx="38340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683E886-2807-CF7B-7E01-55F2DD8FE937}"/>
                  </a:ext>
                </a:extLst>
              </p14:cNvPr>
              <p14:cNvContentPartPr/>
              <p14:nvPr/>
            </p14:nvContentPartPr>
            <p14:xfrm>
              <a:off x="7745627" y="1515493"/>
              <a:ext cx="4329000" cy="14911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683E886-2807-CF7B-7E01-55F2DD8FE93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727987" y="1497853"/>
                <a:ext cx="4364640" cy="152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3900493-8C16-7AD4-8DAF-EB27C7BEAD5D}"/>
                  </a:ext>
                </a:extLst>
              </p14:cNvPr>
              <p14:cNvContentPartPr/>
              <p14:nvPr/>
            </p14:nvContentPartPr>
            <p14:xfrm flipV="1">
              <a:off x="8000867" y="4649833"/>
              <a:ext cx="3330613" cy="1364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3900493-8C16-7AD4-8DAF-EB27C7BEAD5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 flipV="1">
                <a:off x="7982868" y="4632193"/>
                <a:ext cx="3366252" cy="140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9109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546D4-8BA2-537C-EFD2-56A538404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Vibration needs two physical effects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95B11-A27D-D4A6-89AC-7B422DAB3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One effect is called a (viscous) spring. It’s the springiness in many things around you. (I will ignore “viscous”). It has a property we call stiffness.</a:t>
            </a:r>
          </a:p>
          <a:p>
            <a:r>
              <a:rPr lang="en-US"/>
              <a:t>The other effect is called mass. </a:t>
            </a:r>
          </a:p>
          <a:p>
            <a:r>
              <a:rPr lang="en-US"/>
              <a:t>We will now discuss each of these to understand what vibration is, and remmebr how important vibration is: </a:t>
            </a:r>
          </a:p>
          <a:p>
            <a:pPr lvl="1"/>
            <a:r>
              <a:rPr lang="en-US"/>
              <a:t>It’s what you feel when you hit a bump in your car</a:t>
            </a:r>
          </a:p>
          <a:p>
            <a:pPr lvl="1"/>
            <a:r>
              <a:rPr lang="en-US"/>
              <a:t>It’s music</a:t>
            </a:r>
          </a:p>
          <a:p>
            <a:pPr lvl="1"/>
            <a:r>
              <a:rPr lang="en-US"/>
              <a:t>It’s boom and bust in economics</a:t>
            </a:r>
          </a:p>
          <a:p>
            <a:pPr lvl="1"/>
            <a:r>
              <a:rPr lang="en-US"/>
              <a:t>It’s oscillation in SGD</a:t>
            </a:r>
          </a:p>
          <a:p>
            <a:pPr lvl="1"/>
            <a:r>
              <a:rPr lang="en-US"/>
              <a:t>It’s the motion of the air in your vocal tract and the motion of your vocal folds, when you speak</a:t>
            </a:r>
          </a:p>
        </p:txBody>
      </p:sp>
    </p:spTree>
    <p:extLst>
      <p:ext uri="{BB962C8B-B14F-4D97-AF65-F5344CB8AC3E}">
        <p14:creationId xmlns:p14="http://schemas.microsoft.com/office/powerpoint/2010/main" val="292921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F40FB-B4E3-0686-426B-F862D391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2B9A4-A5AA-9392-E7C5-3483DC84B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Slice of air in your vocal tract</a:t>
            </a:r>
          </a:p>
        </p:txBody>
      </p:sp>
      <p:pic>
        <p:nvPicPr>
          <p:cNvPr id="4" name="air_compression_rarefaction-2">
            <a:hlinkClick r:id="" action="ppaction://media"/>
            <a:extLst>
              <a:ext uri="{FF2B5EF4-FFF2-40B4-BE49-F238E27FC236}">
                <a16:creationId xmlns:a16="http://schemas.microsoft.com/office/drawing/2014/main" id="{DB443132-20E5-E76E-AAA2-63B8785650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9550" y="1690688"/>
            <a:ext cx="6208183" cy="46561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85106D-7F6B-AF60-C766-CF1697719CDE}"/>
              </a:ext>
            </a:extLst>
          </p:cNvPr>
          <p:cNvSpPr txBox="1"/>
          <p:nvPr/>
        </p:nvSpPr>
        <p:spPr>
          <a:xfrm>
            <a:off x="9126545" y="1027271"/>
            <a:ext cx="265879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High pressure means air very close</a:t>
            </a:r>
          </a:p>
          <a:p>
            <a:endParaRPr lang="en-US" sz="3200"/>
          </a:p>
          <a:p>
            <a:r>
              <a:rPr lang="en-US" sz="3200"/>
              <a:t>Low pressure means air very far apart</a:t>
            </a:r>
          </a:p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76139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454B-05BA-4854-77C2-76CF63B1D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Viscous spring, Negative/Balancing feedback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7BB001-A3E4-96BD-17BB-7FFED3AF18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7787716" cy="4903789"/>
              </a:xfrm>
            </p:spPr>
            <p:txBody>
              <a:bodyPr>
                <a:normAutofit fontScale="55000" lnSpcReduction="20000"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/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is positive, will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/>
                  <a:t> rise or fall?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is positive,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/>
                  <a:t> will fall?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is negative, will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/>
                  <a:t> rise or fall?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is nagative,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/>
                  <a:t> will rise?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initial condition = 1. Will x rise or fall?</a:t>
                </a:r>
              </a:p>
              <a:p>
                <a:r>
                  <a:rPr lang="en-US"/>
                  <a:t>Fall by 1/3 of its current size</a:t>
                </a:r>
              </a:p>
              <a:p>
                <a:r>
                  <a:rPr lang="en-US"/>
                  <a:t>Now what will happen? Again and Again</a:t>
                </a:r>
              </a:p>
              <a:p>
                <a:r>
                  <a:rPr lang="en-US"/>
                  <a:t>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is smaller,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/>
                  <a:t>, its speed of falling is smaller!</a:t>
                </a:r>
              </a:p>
              <a:p>
                <a:r>
                  <a:rPr lang="en-US"/>
                  <a:t>Graphically, we’re seeing the slope get smaller and smaller negative</a:t>
                </a:r>
              </a:p>
              <a:p>
                <a:r>
                  <a:rPr lang="en-US"/>
                  <a:t>What if the initial condition is negative?</a:t>
                </a:r>
              </a:p>
              <a:p>
                <a:r>
                  <a:rPr lang="en-US"/>
                  <a:t>As you’ve learnt from Meadows, these are systems that have a natural resting condition, and when their position is at a discrepancy with their natural position, they will </a:t>
                </a:r>
                <a:r>
                  <a:rPr lang="en-US" i="1"/>
                  <a:t>feedback </a:t>
                </a:r>
                <a:r>
                  <a:rPr lang="en-US"/>
                  <a:t>on themselves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to cancel the discrepancy</a:t>
                </a:r>
              </a:p>
              <a:p>
                <a:r>
                  <a:rPr lang="en-US"/>
                  <a:t>These are systems that are in motion </a:t>
                </a:r>
                <a:r>
                  <a:rPr lang="en-US" i="1"/>
                  <a:t>only in order to achieve their </a:t>
                </a:r>
                <a:r>
                  <a:rPr lang="en-US" i="1">
                    <a:highlight>
                      <a:srgbClr val="FFFF00"/>
                    </a:highlight>
                  </a:rPr>
                  <a:t>equilibrium</a:t>
                </a:r>
                <a:endParaRPr lang="en-US">
                  <a:highlight>
                    <a:srgbClr val="FFFF00"/>
                  </a:highlight>
                </a:endParaRPr>
              </a:p>
              <a:p>
                <a:r>
                  <a:rPr lang="en-US"/>
                  <a:t>-1/3 is what we call stiffness. Higher? Lower?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7BB001-A3E4-96BD-17BB-7FFED3AF18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7787716" cy="4903789"/>
              </a:xfrm>
              <a:blipFill>
                <a:blip r:embed="rId2"/>
                <a:stretch>
                  <a:fillRect l="-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027577-ED74-A0F1-0416-146F573FD994}"/>
              </a:ext>
            </a:extLst>
          </p:cNvPr>
          <p:cNvCxnSpPr/>
          <p:nvPr/>
        </p:nvCxnSpPr>
        <p:spPr>
          <a:xfrm>
            <a:off x="8697433" y="2126512"/>
            <a:ext cx="0" cy="30515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321977-BC89-9518-010B-0A5DE73DDAEE}"/>
              </a:ext>
            </a:extLst>
          </p:cNvPr>
          <p:cNvCxnSpPr/>
          <p:nvPr/>
        </p:nvCxnSpPr>
        <p:spPr>
          <a:xfrm flipH="1">
            <a:off x="8123274" y="3429000"/>
            <a:ext cx="36788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C2F22C5-0A82-08C8-6C26-79EF4A9B0308}"/>
              </a:ext>
            </a:extLst>
          </p:cNvPr>
          <p:cNvSpPr txBox="1"/>
          <p:nvPr/>
        </p:nvSpPr>
        <p:spPr>
          <a:xfrm>
            <a:off x="8525751" y="1679944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825CB4-50AB-F7F8-4333-923ADCE1E9DA}"/>
              </a:ext>
            </a:extLst>
          </p:cNvPr>
          <p:cNvSpPr txBox="1"/>
          <p:nvPr/>
        </p:nvSpPr>
        <p:spPr>
          <a:xfrm>
            <a:off x="11458776" y="3478074"/>
            <a:ext cx="3000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C048344-B19E-244D-05A9-6A0B9A4226D7}"/>
                  </a:ext>
                </a:extLst>
              </p14:cNvPr>
              <p14:cNvContentPartPr/>
              <p14:nvPr/>
            </p14:nvContentPartPr>
            <p14:xfrm>
              <a:off x="8702955" y="2262172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C048344-B19E-244D-05A9-6A0B9A4226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39955" y="2199532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8A32CAC-F7E7-64CB-AF58-77B7B6687963}"/>
                  </a:ext>
                </a:extLst>
              </p14:cNvPr>
              <p14:cNvContentPartPr/>
              <p14:nvPr/>
            </p14:nvContentPartPr>
            <p14:xfrm>
              <a:off x="9160155" y="2687692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8A32CAC-F7E7-64CB-AF58-77B7B66879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97155" y="2624692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48E7B484-EE34-A268-3748-12E3E8C5495A}"/>
              </a:ext>
            </a:extLst>
          </p:cNvPr>
          <p:cNvGrpSpPr/>
          <p:nvPr/>
        </p:nvGrpSpPr>
        <p:grpSpPr>
          <a:xfrm>
            <a:off x="9522675" y="2929972"/>
            <a:ext cx="2053440" cy="333360"/>
            <a:chOff x="9522675" y="2929972"/>
            <a:chExt cx="205344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31BE44A-C455-2988-1ABE-9607ACB6139B}"/>
                    </a:ext>
                  </a:extLst>
                </p14:cNvPr>
                <p14:cNvContentPartPr/>
                <p14:nvPr/>
              </p14:nvContentPartPr>
              <p14:xfrm>
                <a:off x="9522675" y="2929972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31BE44A-C455-2988-1ABE-9607ACB6139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460035" y="286697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F20535C-D1D7-2974-78AA-614DFDA2EC0C}"/>
                    </a:ext>
                  </a:extLst>
                </p14:cNvPr>
                <p14:cNvContentPartPr/>
                <p14:nvPr/>
              </p14:nvContentPartPr>
              <p14:xfrm>
                <a:off x="9773955" y="3041572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F20535C-D1D7-2974-78AA-614DFDA2EC0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711315" y="297857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06619C8-BC6C-A37E-2E77-5F443FFE0E22}"/>
                    </a:ext>
                  </a:extLst>
                </p14:cNvPr>
                <p14:cNvContentPartPr/>
                <p14:nvPr/>
              </p14:nvContentPartPr>
              <p14:xfrm>
                <a:off x="9985635" y="3100252"/>
                <a:ext cx="36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06619C8-BC6C-A37E-2E77-5F443FFE0E2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922995" y="303761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E41278E-E034-96B7-F1F0-54ACA3138040}"/>
                    </a:ext>
                  </a:extLst>
                </p14:cNvPr>
                <p14:cNvContentPartPr/>
                <p14:nvPr/>
              </p14:nvContentPartPr>
              <p14:xfrm>
                <a:off x="10169955" y="3150652"/>
                <a:ext cx="360" cy="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E41278E-E034-96B7-F1F0-54ACA313804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107315" y="308801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14032D9-6B87-54EB-75AA-C5AB46CF5E21}"/>
                    </a:ext>
                  </a:extLst>
                </p14:cNvPr>
                <p14:cNvContentPartPr/>
                <p14:nvPr/>
              </p14:nvContentPartPr>
              <p14:xfrm>
                <a:off x="10360035" y="3177652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14032D9-6B87-54EB-75AA-C5AB46CF5E2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297395" y="311501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4C408AC-0781-AC95-A851-FD781144D88B}"/>
                    </a:ext>
                  </a:extLst>
                </p14:cNvPr>
                <p14:cNvContentPartPr/>
                <p14:nvPr/>
              </p14:nvContentPartPr>
              <p14:xfrm>
                <a:off x="10554075" y="3193492"/>
                <a:ext cx="36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4C408AC-0781-AC95-A851-FD781144D88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491435" y="313085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1644BB6-01B7-888E-9088-9BFE7BA5C080}"/>
                    </a:ext>
                  </a:extLst>
                </p14:cNvPr>
                <p14:cNvContentPartPr/>
                <p14:nvPr/>
              </p14:nvContentPartPr>
              <p14:xfrm>
                <a:off x="10721835" y="3193132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1644BB6-01B7-888E-9088-9BFE7BA5C08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658835" y="313049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548EE1E-B183-7C45-386C-0975FD7BC6CB}"/>
                    </a:ext>
                  </a:extLst>
                </p14:cNvPr>
                <p14:cNvContentPartPr/>
                <p14:nvPr/>
              </p14:nvContentPartPr>
              <p14:xfrm>
                <a:off x="10844595" y="3199972"/>
                <a:ext cx="36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548EE1E-B183-7C45-386C-0975FD7BC6C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781595" y="313733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07C4982-9441-1ACF-D2C7-397E3E57B31E}"/>
                    </a:ext>
                  </a:extLst>
                </p14:cNvPr>
                <p14:cNvContentPartPr/>
                <p14:nvPr/>
              </p14:nvContentPartPr>
              <p14:xfrm>
                <a:off x="10947555" y="3199972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07C4982-9441-1ACF-D2C7-397E3E57B31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884555" y="313733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C11845E-BD55-16DF-2F0F-31604487E396}"/>
                    </a:ext>
                  </a:extLst>
                </p14:cNvPr>
                <p14:cNvContentPartPr/>
                <p14:nvPr/>
              </p14:nvContentPartPr>
              <p14:xfrm>
                <a:off x="11073555" y="3204292"/>
                <a:ext cx="36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C11845E-BD55-16DF-2F0F-31604487E39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010555" y="314129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DF29EFB-6ACA-D53A-3AC2-4B124A441380}"/>
                    </a:ext>
                  </a:extLst>
                </p14:cNvPr>
                <p14:cNvContentPartPr/>
                <p14:nvPr/>
              </p14:nvContentPartPr>
              <p14:xfrm>
                <a:off x="11190555" y="3242812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DF29EFB-6ACA-D53A-3AC2-4B124A44138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127915" y="317981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32E111C-3C8B-A92C-81E2-9B09FFAA3CF3}"/>
                    </a:ext>
                  </a:extLst>
                </p14:cNvPr>
                <p14:cNvContentPartPr/>
                <p14:nvPr/>
              </p14:nvContentPartPr>
              <p14:xfrm>
                <a:off x="11307555" y="3242452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32E111C-3C8B-A92C-81E2-9B09FFAA3CF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244555" y="317945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E96FF82-5298-D876-C8B8-4D76C5BEB318}"/>
                    </a:ext>
                  </a:extLst>
                </p14:cNvPr>
                <p14:cNvContentPartPr/>
                <p14:nvPr/>
              </p14:nvContentPartPr>
              <p14:xfrm>
                <a:off x="11370195" y="3242452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E96FF82-5298-D876-C8B8-4D76C5BEB31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307195" y="317945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DADF501-6159-88AB-E72F-6B7EA0DEAFEE}"/>
                    </a:ext>
                  </a:extLst>
                </p14:cNvPr>
                <p14:cNvContentPartPr/>
                <p14:nvPr/>
              </p14:nvContentPartPr>
              <p14:xfrm>
                <a:off x="11476035" y="3262972"/>
                <a:ext cx="360" cy="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DADF501-6159-88AB-E72F-6B7EA0DEAFE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413395" y="320033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24A8C4C-6EF8-2D10-B2C0-FFF5CA10A2E3}"/>
                    </a:ext>
                  </a:extLst>
                </p14:cNvPr>
                <p14:cNvContentPartPr/>
                <p14:nvPr/>
              </p14:nvContentPartPr>
              <p14:xfrm>
                <a:off x="11575755" y="3262972"/>
                <a:ext cx="36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24A8C4C-6EF8-2D10-B2C0-FFF5CA10A2E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512755" y="320033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5E30D27-77D7-5677-4215-DA54ACC90822}"/>
                  </a:ext>
                </a:extLst>
              </p14:cNvPr>
              <p14:cNvContentPartPr/>
              <p14:nvPr/>
            </p14:nvContentPartPr>
            <p14:xfrm>
              <a:off x="8708715" y="4958932"/>
              <a:ext cx="360" cy="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5E30D27-77D7-5677-4215-DA54ACC908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45715" y="4896292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D176A20-9655-2A15-2015-0551942CF055}"/>
                  </a:ext>
                </a:extLst>
              </p14:cNvPr>
              <p14:cNvContentPartPr/>
              <p14:nvPr/>
            </p14:nvContentPartPr>
            <p14:xfrm>
              <a:off x="9057555" y="4386892"/>
              <a:ext cx="360" cy="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D176A20-9655-2A15-2015-0551942CF0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94915" y="4324252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DCF5C23-2857-CE1E-5F3D-267B909E93AA}"/>
                  </a:ext>
                </a:extLst>
              </p14:cNvPr>
              <p14:cNvContentPartPr/>
              <p14:nvPr/>
            </p14:nvContentPartPr>
            <p14:xfrm>
              <a:off x="9469395" y="3959572"/>
              <a:ext cx="360" cy="3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DCF5C23-2857-CE1E-5F3D-267B909E93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406755" y="3896572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3B81D267-16F0-16AE-65F4-E1F4EB6003D4}"/>
              </a:ext>
            </a:extLst>
          </p:cNvPr>
          <p:cNvGrpSpPr/>
          <p:nvPr/>
        </p:nvGrpSpPr>
        <p:grpSpPr>
          <a:xfrm>
            <a:off x="9694395" y="3549172"/>
            <a:ext cx="1245600" cy="275760"/>
            <a:chOff x="9694395" y="3549172"/>
            <a:chExt cx="124560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614C82E-7BC8-2657-E9A7-F00169E3861C}"/>
                    </a:ext>
                  </a:extLst>
                </p14:cNvPr>
                <p14:cNvContentPartPr/>
                <p14:nvPr/>
              </p14:nvContentPartPr>
              <p14:xfrm>
                <a:off x="9694395" y="3824572"/>
                <a:ext cx="360" cy="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614C82E-7BC8-2657-E9A7-F00169E3861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631755" y="376193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D9B71B0-E71E-F32A-4EBA-4B9D566F070B}"/>
                    </a:ext>
                  </a:extLst>
                </p14:cNvPr>
                <p14:cNvContentPartPr/>
                <p14:nvPr/>
              </p14:nvContentPartPr>
              <p14:xfrm>
                <a:off x="9879075" y="3781732"/>
                <a:ext cx="36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D9B71B0-E71E-F32A-4EBA-4B9D566F070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816435" y="371873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65BE02F-B9D5-6261-4C11-34E5C818480F}"/>
                    </a:ext>
                  </a:extLst>
                </p14:cNvPr>
                <p14:cNvContentPartPr/>
                <p14:nvPr/>
              </p14:nvContentPartPr>
              <p14:xfrm>
                <a:off x="10029195" y="3724132"/>
                <a:ext cx="360" cy="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65BE02F-B9D5-6261-4C11-34E5C818480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966195" y="366113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4DC9E58-3883-9154-F05F-83A1BF82467E}"/>
                    </a:ext>
                  </a:extLst>
                </p14:cNvPr>
                <p14:cNvContentPartPr/>
                <p14:nvPr/>
              </p14:nvContentPartPr>
              <p14:xfrm>
                <a:off x="10158795" y="3705052"/>
                <a:ext cx="360" cy="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4DC9E58-3883-9154-F05F-83A1BF82467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095795" y="364241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28D5BDD-0859-A758-6A46-B88DD5153ED1}"/>
                    </a:ext>
                  </a:extLst>
                </p14:cNvPr>
                <p14:cNvContentPartPr/>
                <p14:nvPr/>
              </p14:nvContentPartPr>
              <p14:xfrm>
                <a:off x="10304595" y="3669772"/>
                <a:ext cx="360" cy="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28D5BDD-0859-A758-6A46-B88DD5153ED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241595" y="360713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F9E0579-91F0-98A2-CC91-E7E9CA9DD007}"/>
                    </a:ext>
                  </a:extLst>
                </p14:cNvPr>
                <p14:cNvContentPartPr/>
                <p14:nvPr/>
              </p14:nvContentPartPr>
              <p14:xfrm>
                <a:off x="10474155" y="3644212"/>
                <a:ext cx="360" cy="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F9E0579-91F0-98A2-CC91-E7E9CA9DD00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411515" y="358121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BCA8943-4684-4BAD-CFB6-A8091D5EAB9B}"/>
                    </a:ext>
                  </a:extLst>
                </p14:cNvPr>
                <p14:cNvContentPartPr/>
                <p14:nvPr/>
              </p14:nvContentPartPr>
              <p14:xfrm>
                <a:off x="10640115" y="3604972"/>
                <a:ext cx="360" cy="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BCA8943-4684-4BAD-CFB6-A8091D5EAB9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577475" y="354197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E0C067D-4347-349E-8051-CECA4FA2B709}"/>
                    </a:ext>
                  </a:extLst>
                </p14:cNvPr>
                <p14:cNvContentPartPr/>
                <p14:nvPr/>
              </p14:nvContentPartPr>
              <p14:xfrm>
                <a:off x="10824075" y="3549172"/>
                <a:ext cx="360" cy="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E0C067D-4347-349E-8051-CECA4FA2B70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761435" y="348653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9E9593B-6C68-48E7-DA91-14BD7F66BF2F}"/>
                    </a:ext>
                  </a:extLst>
                </p14:cNvPr>
                <p14:cNvContentPartPr/>
                <p14:nvPr/>
              </p14:nvContentPartPr>
              <p14:xfrm>
                <a:off x="10939635" y="3549172"/>
                <a:ext cx="360" cy="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9E9593B-6C68-48E7-DA91-14BD7F66BF2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876995" y="3486532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BEEF98D-389F-6238-1FBC-D1F7E2A203A4}"/>
                  </a:ext>
                </a:extLst>
              </p14:cNvPr>
              <p14:cNvContentPartPr/>
              <p14:nvPr/>
            </p14:nvContentPartPr>
            <p14:xfrm>
              <a:off x="8693235" y="2262892"/>
              <a:ext cx="3518280" cy="9651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BEEF98D-389F-6238-1FBC-D1F7E2A203A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630235" y="2200252"/>
                <a:ext cx="3643920" cy="10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76EB2C7D-FBB7-63B7-A1BA-A38B5CDF988C}"/>
                  </a:ext>
                </a:extLst>
              </p14:cNvPr>
              <p14:cNvContentPartPr/>
              <p14:nvPr/>
            </p14:nvContentPartPr>
            <p14:xfrm>
              <a:off x="8688195" y="3543412"/>
              <a:ext cx="3411360" cy="15116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76EB2C7D-FBB7-63B7-A1BA-A38B5CDF988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625555" y="3480412"/>
                <a:ext cx="3537000" cy="163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288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15FB8-D6B5-C537-DFF0-AE7DC64DA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Now let’s talk about Mass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1213A-D93A-F20E-3EDB-65F5DF9B3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8813"/>
            <a:ext cx="3179763" cy="4371975"/>
          </a:xfrm>
        </p:spPr>
        <p:txBody>
          <a:bodyPr>
            <a:normAutofit/>
          </a:bodyPr>
          <a:lstStyle/>
          <a:p>
            <a:r>
              <a:rPr lang="en-US"/>
              <a:t>Hmmmm…</a:t>
            </a:r>
          </a:p>
          <a:p>
            <a:r>
              <a:rPr lang="en-US"/>
              <a:t>If a mass is moving, it just keeps on moving</a:t>
            </a:r>
          </a:p>
          <a:p>
            <a:r>
              <a:rPr lang="en-US"/>
              <a:t>Galileo, Descartes, Newton: A mass in motion stays in motion.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7EA1FF-79B5-2D2C-0FAA-CE0A2A3A5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839" y="1690688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279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B3EFF-C18B-29D9-1009-68430A847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C8A006-B82C-F253-A096-048B74F7A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9020" y="365124"/>
            <a:ext cx="10545593" cy="593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757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F1-A884-B3D3-C01F-324C88CD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There’s a cosine in your mouth!</a:t>
            </a:r>
          </a:p>
        </p:txBody>
      </p:sp>
      <p:pic>
        <p:nvPicPr>
          <p:cNvPr id="4" name="air_particles_cosine">
            <a:hlinkClick r:id="" action="ppaction://media"/>
            <a:extLst>
              <a:ext uri="{FF2B5EF4-FFF2-40B4-BE49-F238E27FC236}">
                <a16:creationId xmlns:a16="http://schemas.microsoft.com/office/drawing/2014/main" id="{508B73F7-DAE9-8AF9-3F2C-988D97BB3E5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74045" y="1459865"/>
            <a:ext cx="7735887" cy="4351338"/>
          </a:xfrm>
        </p:spPr>
      </p:pic>
    </p:spTree>
    <p:extLst>
      <p:ext uri="{BB962C8B-B14F-4D97-AF65-F5344CB8AC3E}">
        <p14:creationId xmlns:p14="http://schemas.microsoft.com/office/powerpoint/2010/main" val="47841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33EB2-8241-5BA9-5B1A-D8F0855D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Vowels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9A2E6-C144-CC31-1F78-B2D8CBE21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767" y="2437229"/>
            <a:ext cx="2708804" cy="24089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1B551A-8146-D980-3568-9DF1FA8D3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164" y="4210594"/>
            <a:ext cx="2708804" cy="25046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D0F844-5B3E-4DE4-1B4F-621D92279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4997" y="4443632"/>
            <a:ext cx="2708803" cy="24143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BFB436-57FF-6CAD-929C-5E243CA8E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446" y="139983"/>
            <a:ext cx="2834240" cy="25046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7670B5-51BC-3DA4-4FE6-6ECB6D1F94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7367" y="38221"/>
            <a:ext cx="2946286" cy="27082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2C6E46-A241-4618-896B-5B3C5D215EF9}"/>
              </a:ext>
            </a:extLst>
          </p:cNvPr>
          <p:cNvSpPr txBox="1"/>
          <p:nvPr/>
        </p:nvSpPr>
        <p:spPr>
          <a:xfrm>
            <a:off x="3009036" y="2144842"/>
            <a:ext cx="1075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dean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8A73DD-6796-BCD1-852E-75BB2D646A36}"/>
              </a:ext>
            </a:extLst>
          </p:cNvPr>
          <p:cNvSpPr txBox="1"/>
          <p:nvPr/>
        </p:nvSpPr>
        <p:spPr>
          <a:xfrm>
            <a:off x="2892032" y="6130497"/>
            <a:ext cx="9104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17806-2360-167B-211A-12E6EA6869BF}"/>
              </a:ext>
            </a:extLst>
          </p:cNvPr>
          <p:cNvSpPr txBox="1"/>
          <p:nvPr/>
        </p:nvSpPr>
        <p:spPr>
          <a:xfrm>
            <a:off x="6278691" y="4151244"/>
            <a:ext cx="10839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E0BB5A-AD53-1FF2-1626-28583E7C51F3}"/>
              </a:ext>
            </a:extLst>
          </p:cNvPr>
          <p:cNvSpPr txBox="1"/>
          <p:nvPr/>
        </p:nvSpPr>
        <p:spPr>
          <a:xfrm>
            <a:off x="10477615" y="6222919"/>
            <a:ext cx="918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C7D545-D2F5-ECA8-95ED-9247E88E8A4D}"/>
              </a:ext>
            </a:extLst>
          </p:cNvPr>
          <p:cNvSpPr txBox="1"/>
          <p:nvPr/>
        </p:nvSpPr>
        <p:spPr>
          <a:xfrm>
            <a:off x="10568371" y="2120609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dune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C7C861-8362-A525-4E74-47BD385B96A7}"/>
              </a:ext>
            </a:extLst>
          </p:cNvPr>
          <p:cNvSpPr txBox="1"/>
          <p:nvPr/>
        </p:nvSpPr>
        <p:spPr>
          <a:xfrm>
            <a:off x="1934109" y="3098815"/>
            <a:ext cx="14131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rgbClr val="00B050"/>
                </a:solidFill>
              </a:rPr>
              <a:t>Front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56080C-5313-68A8-64FC-3AA9E2C2A980}"/>
              </a:ext>
            </a:extLst>
          </p:cNvPr>
          <p:cNvSpPr txBox="1"/>
          <p:nvPr/>
        </p:nvSpPr>
        <p:spPr>
          <a:xfrm rot="16200000">
            <a:off x="23102" y="5214541"/>
            <a:ext cx="11305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rgbClr val="0070C0"/>
                </a:solidFill>
              </a:rPr>
              <a:t>Low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D4C02F-B62A-71CA-66E7-775F0F5C7D87}"/>
              </a:ext>
            </a:extLst>
          </p:cNvPr>
          <p:cNvSpPr txBox="1"/>
          <p:nvPr/>
        </p:nvSpPr>
        <p:spPr>
          <a:xfrm rot="16200000">
            <a:off x="113048" y="1087973"/>
            <a:ext cx="12554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rgbClr val="FF0000"/>
                </a:solidFill>
              </a:rPr>
              <a:t>High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6863A0-7C88-B745-477E-E18CF7542702}"/>
              </a:ext>
            </a:extLst>
          </p:cNvPr>
          <p:cNvSpPr txBox="1"/>
          <p:nvPr/>
        </p:nvSpPr>
        <p:spPr>
          <a:xfrm>
            <a:off x="9292826" y="3200046"/>
            <a:ext cx="13420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rgbClr val="7030A0"/>
                </a:solidFill>
              </a:rPr>
              <a:t>Back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40E0B5-48ED-BA22-A6A8-592396D60AAE}"/>
              </a:ext>
            </a:extLst>
          </p:cNvPr>
          <p:cNvSpPr txBox="1"/>
          <p:nvPr/>
        </p:nvSpPr>
        <p:spPr>
          <a:xfrm>
            <a:off x="5369265" y="4736019"/>
            <a:ext cx="1921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chemeClr val="tx1">
                    <a:lumMod val="65000"/>
                    <a:lumOff val="35000"/>
                  </a:schemeClr>
                </a:solidFill>
              </a:rPr>
              <a:t>Central</a:t>
            </a:r>
          </a:p>
        </p:txBody>
      </p:sp>
    </p:spTree>
    <p:extLst>
      <p:ext uri="{BB962C8B-B14F-4D97-AF65-F5344CB8AC3E}">
        <p14:creationId xmlns:p14="http://schemas.microsoft.com/office/powerpoint/2010/main" val="80060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263E-6678-FC05-B4D6-5A6896DA2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air_particles_three_frequencies">
            <a:hlinkClick r:id="" action="ppaction://media"/>
            <a:extLst>
              <a:ext uri="{FF2B5EF4-FFF2-40B4-BE49-F238E27FC236}">
                <a16:creationId xmlns:a16="http://schemas.microsoft.com/office/drawing/2014/main" id="{17CEE64B-39DA-DA68-8C2E-57AFC10727E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29509" y="630428"/>
            <a:ext cx="10632014" cy="5980372"/>
          </a:xfrm>
        </p:spPr>
      </p:pic>
    </p:spTree>
    <p:extLst>
      <p:ext uri="{BB962C8B-B14F-4D97-AF65-F5344CB8AC3E}">
        <p14:creationId xmlns:p14="http://schemas.microsoft.com/office/powerpoint/2010/main" val="29810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05D5-B797-D8BA-EC8E-D2D9DBAAD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vowel_vibrations_cosine_sums">
            <a:hlinkClick r:id="" action="ppaction://media"/>
            <a:extLst>
              <a:ext uri="{FF2B5EF4-FFF2-40B4-BE49-F238E27FC236}">
                <a16:creationId xmlns:a16="http://schemas.microsoft.com/office/drawing/2014/main" id="{EBB01238-4F8E-CAA5-CA09-2EF17B75E51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5577" y="559531"/>
            <a:ext cx="10734847" cy="6038215"/>
          </a:xfrm>
        </p:spPr>
      </p:pic>
    </p:spTree>
    <p:extLst>
      <p:ext uri="{BB962C8B-B14F-4D97-AF65-F5344CB8AC3E}">
        <p14:creationId xmlns:p14="http://schemas.microsoft.com/office/powerpoint/2010/main" val="2978678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7F7C9-1452-F543-89BF-F3B22FC51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Perturbation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7B1E3-E233-B710-74DF-0486E8ED6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we increase the mass m of a mass-spring system, will the frequency increase or decrease?</a:t>
            </a:r>
          </a:p>
          <a:p>
            <a:r>
              <a:rPr lang="en-US"/>
              <a:t>Frequency will Decrease</a:t>
            </a:r>
          </a:p>
          <a:p>
            <a:r>
              <a:rPr lang="en-US"/>
              <a:t>If we increase the stiffness k? </a:t>
            </a:r>
          </a:p>
          <a:p>
            <a:r>
              <a:rPr lang="en-US"/>
              <a:t>Frquency will Increase</a:t>
            </a:r>
          </a:p>
          <a:p>
            <a:r>
              <a:rPr lang="en-US"/>
              <a:t>Perturbation Theory:</a:t>
            </a:r>
          </a:p>
          <a:p>
            <a:pPr lvl="1"/>
            <a:r>
              <a:rPr lang="en-US"/>
              <a:t>m ↑ f↓</a:t>
            </a:r>
          </a:p>
          <a:p>
            <a:pPr lvl="1"/>
            <a:r>
              <a:rPr lang="en-US"/>
              <a:t>k ↑ f↑</a:t>
            </a:r>
          </a:p>
          <a:p>
            <a:pPr marL="457200" lvl="1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924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14F07AD-3834-5D0C-1899-A2C7FF8FD64E}"/>
                  </a:ext>
                </a:extLst>
              </p14:cNvPr>
              <p14:cNvContentPartPr/>
              <p14:nvPr/>
            </p14:nvContentPartPr>
            <p14:xfrm>
              <a:off x="3013030" y="1182492"/>
              <a:ext cx="3053880" cy="2441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14F07AD-3834-5D0C-1899-A2C7FF8FD6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95390" y="1164852"/>
                <a:ext cx="3089520" cy="247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5EFC301-2CDE-034F-1038-60C2E568E4FD}"/>
                  </a:ext>
                </a:extLst>
              </p14:cNvPr>
              <p14:cNvContentPartPr/>
              <p14:nvPr/>
            </p14:nvContentPartPr>
            <p14:xfrm>
              <a:off x="3097270" y="112572"/>
              <a:ext cx="483480" cy="978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5EFC301-2CDE-034F-1038-60C2E568E4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79270" y="94932"/>
                <a:ext cx="519120" cy="10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C0BA156-BE48-34A9-E37C-3176F792440B}"/>
                  </a:ext>
                </a:extLst>
              </p14:cNvPr>
              <p14:cNvContentPartPr/>
              <p14:nvPr/>
            </p14:nvContentPartPr>
            <p14:xfrm>
              <a:off x="3127510" y="3836052"/>
              <a:ext cx="224280" cy="439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C0BA156-BE48-34A9-E37C-3176F792440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09870" y="3818412"/>
                <a:ext cx="25992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5CBD9F3-D794-B328-B789-B8CCAF3983BB}"/>
                  </a:ext>
                </a:extLst>
              </p14:cNvPr>
              <p14:cNvContentPartPr/>
              <p14:nvPr/>
            </p14:nvContentPartPr>
            <p14:xfrm>
              <a:off x="6062950" y="1697292"/>
              <a:ext cx="246240" cy="227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5CBD9F3-D794-B328-B789-B8CCAF3983B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44950" y="1679292"/>
                <a:ext cx="28188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BDE29DD-5324-250F-BACA-F645EAC7B98D}"/>
                  </a:ext>
                </a:extLst>
              </p14:cNvPr>
              <p14:cNvContentPartPr/>
              <p14:nvPr/>
            </p14:nvContentPartPr>
            <p14:xfrm>
              <a:off x="3744910" y="773892"/>
              <a:ext cx="2006640" cy="1103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BDE29DD-5324-250F-BACA-F645EAC7B98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27270" y="756252"/>
                <a:ext cx="2042280" cy="113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40A0E055-DD92-08AF-DC7E-2B43F23E93E2}"/>
              </a:ext>
            </a:extLst>
          </p:cNvPr>
          <p:cNvGrpSpPr/>
          <p:nvPr/>
        </p:nvGrpSpPr>
        <p:grpSpPr>
          <a:xfrm>
            <a:off x="3600190" y="2964492"/>
            <a:ext cx="3145680" cy="1166040"/>
            <a:chOff x="3600190" y="2964492"/>
            <a:chExt cx="3145680" cy="11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089EE69-1B85-643E-1FA8-7D056E90D877}"/>
                    </a:ext>
                  </a:extLst>
                </p14:cNvPr>
                <p14:cNvContentPartPr/>
                <p14:nvPr/>
              </p14:nvContentPartPr>
              <p14:xfrm>
                <a:off x="5968630" y="2964492"/>
                <a:ext cx="538560" cy="1098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089EE69-1B85-643E-1FA8-7D056E90D87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50630" y="2946492"/>
                  <a:ext cx="574200" cy="11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92181E8-B094-70F4-1FB4-5572C856A8BA}"/>
                    </a:ext>
                  </a:extLst>
                </p14:cNvPr>
                <p14:cNvContentPartPr/>
                <p14:nvPr/>
              </p14:nvContentPartPr>
              <p14:xfrm>
                <a:off x="6170230" y="3424212"/>
                <a:ext cx="575640" cy="706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92181E8-B094-70F4-1FB4-5572C856A8B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52230" y="3406572"/>
                  <a:ext cx="611280" cy="74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0096E3C-E270-D204-084A-CD834C3503C3}"/>
                    </a:ext>
                  </a:extLst>
                </p14:cNvPr>
                <p14:cNvContentPartPr/>
                <p14:nvPr/>
              </p14:nvContentPartPr>
              <p14:xfrm>
                <a:off x="3600190" y="3076092"/>
                <a:ext cx="2092320" cy="823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0096E3C-E270-D204-084A-CD834C3503C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82190" y="3058452"/>
                  <a:ext cx="2127960" cy="85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7C366C1-CCE0-549E-4507-94680854A97A}"/>
                  </a:ext>
                </a:extLst>
              </p14:cNvPr>
              <p14:cNvContentPartPr/>
              <p14:nvPr/>
            </p14:nvContentPartPr>
            <p14:xfrm>
              <a:off x="3389230" y="532933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7C366C1-CCE0-549E-4507-94680854A97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71590" y="531169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0C456105-EE3A-5E02-C368-E8F195727E50}"/>
              </a:ext>
            </a:extLst>
          </p:cNvPr>
          <p:cNvGrpSpPr/>
          <p:nvPr/>
        </p:nvGrpSpPr>
        <p:grpSpPr>
          <a:xfrm>
            <a:off x="3186190" y="3015252"/>
            <a:ext cx="2324160" cy="3504960"/>
            <a:chOff x="3186190" y="3015252"/>
            <a:chExt cx="2324160" cy="350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4E080B4-B30D-854A-9DC4-D00362E437A0}"/>
                    </a:ext>
                  </a:extLst>
                </p14:cNvPr>
                <p14:cNvContentPartPr/>
                <p14:nvPr/>
              </p14:nvContentPartPr>
              <p14:xfrm>
                <a:off x="3186190" y="3538332"/>
                <a:ext cx="173880" cy="2671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4E080B4-B30D-854A-9DC4-D00362E437A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68190" y="3520692"/>
                  <a:ext cx="209520" cy="270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1C449AF-07D9-2914-7A95-8DB8CC265358}"/>
                    </a:ext>
                  </a:extLst>
                </p14:cNvPr>
                <p14:cNvContentPartPr/>
                <p14:nvPr/>
              </p14:nvContentPartPr>
              <p14:xfrm>
                <a:off x="4031110" y="3330252"/>
                <a:ext cx="111960" cy="2981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1C449AF-07D9-2914-7A95-8DB8CC26535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13470" y="3312252"/>
                  <a:ext cx="147600" cy="30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A4DDFC1-47AB-260E-D702-5B563496CE84}"/>
                    </a:ext>
                  </a:extLst>
                </p14:cNvPr>
                <p14:cNvContentPartPr/>
                <p14:nvPr/>
              </p14:nvContentPartPr>
              <p14:xfrm>
                <a:off x="4744270" y="3148812"/>
                <a:ext cx="201600" cy="3083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A4DDFC1-47AB-260E-D702-5B563496CE8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26270" y="3130812"/>
                  <a:ext cx="237240" cy="31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F1F7836-2995-FA57-F85D-009A0C3D07CB}"/>
                    </a:ext>
                  </a:extLst>
                </p14:cNvPr>
                <p14:cNvContentPartPr/>
                <p14:nvPr/>
              </p14:nvContentPartPr>
              <p14:xfrm>
                <a:off x="5392630" y="3015252"/>
                <a:ext cx="117720" cy="3504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F1F7836-2995-FA57-F85D-009A0C3D07C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74630" y="2997252"/>
                  <a:ext cx="153360" cy="354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CCE4348-BAE5-1A8E-5AE5-03EBA5C926D7}"/>
                  </a:ext>
                </a:extLst>
              </p14:cNvPr>
              <p14:cNvContentPartPr/>
              <p14:nvPr/>
            </p14:nvContentPartPr>
            <p14:xfrm>
              <a:off x="5873590" y="2885292"/>
              <a:ext cx="70920" cy="3440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CCE4348-BAE5-1A8E-5AE5-03EBA5C926D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855950" y="2867652"/>
                <a:ext cx="106560" cy="347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EE4A8CC-6BA1-EF8E-10F9-B5CDDF6E4196}"/>
                  </a:ext>
                </a:extLst>
              </p14:cNvPr>
              <p14:cNvContentPartPr/>
              <p14:nvPr/>
            </p14:nvContentPartPr>
            <p14:xfrm>
              <a:off x="5842990" y="2169612"/>
              <a:ext cx="137520" cy="6480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EE4A8CC-6BA1-EF8E-10F9-B5CDDF6E419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825350" y="2151972"/>
                <a:ext cx="173160" cy="6836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51030DB-ED10-9656-819B-AC9DE9A3D881}"/>
              </a:ext>
            </a:extLst>
          </p:cNvPr>
          <p:cNvSpPr txBox="1"/>
          <p:nvPr/>
        </p:nvSpPr>
        <p:spPr>
          <a:xfrm>
            <a:off x="588579" y="567559"/>
            <a:ext cx="2053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Hearing Explained!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B64A3B-F98A-3206-068D-B2FBE056FD53}"/>
              </a:ext>
            </a:extLst>
          </p:cNvPr>
          <p:cNvSpPr txBox="1"/>
          <p:nvPr/>
        </p:nvSpPr>
        <p:spPr>
          <a:xfrm>
            <a:off x="8008883" y="2777881"/>
            <a:ext cx="3875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Georg von Bekesy Nobel prize in 1961</a:t>
            </a:r>
          </a:p>
        </p:txBody>
      </p:sp>
    </p:spTree>
    <p:extLst>
      <p:ext uri="{BB962C8B-B14F-4D97-AF65-F5344CB8AC3E}">
        <p14:creationId xmlns:p14="http://schemas.microsoft.com/office/powerpoint/2010/main" val="4043028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>
            <a:extLst>
              <a:ext uri="{FF2B5EF4-FFF2-40B4-BE49-F238E27FC236}">
                <a16:creationId xmlns:a16="http://schemas.microsoft.com/office/drawing/2014/main" id="{E180D9BA-D927-4DC4-8E85-9BC56FD01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446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Aptos Display"/>
                <a:ea typeface="Aptos Display"/>
                <a:cs typeface="Aptos Display"/>
              </a:rPr>
              <a:t>Fundamental Learning Tradeoff </a:t>
            </a:r>
          </a:p>
        </p:txBody>
      </p:sp>
      <p:sp>
        <p:nvSpPr>
          <p:cNvPr id="66" name="PlaceHolder 2">
            <a:extLst>
              <a:ext uri="{FF2B5EF4-FFF2-40B4-BE49-F238E27FC236}">
                <a16:creationId xmlns:a16="http://schemas.microsoft.com/office/drawing/2014/main" id="{9B015905-67A0-454B-A392-B554D4FB9DC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38080" y="1825560"/>
            <a:ext cx="44665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𝛾 ↑ Speed ↑ Accuracy ↓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𝛾 ↓ Speed ↓ Accuracy ↑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☹️</a:t>
            </a: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Thousands of people for generations make their living by finding better way to </a:t>
            </a:r>
            <a:r>
              <a:rPr sz="2800" b="0" i="1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optimize</a:t>
            </a:r>
            <a:r>
              <a:rPr sz="2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 so that 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Speed ↑ 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Accuracy ↑</a:t>
            </a: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sz="2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sz="2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Content Placeholder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04960" y="1027800"/>
            <a:ext cx="6568920" cy="435096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535332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2150</TotalTime>
  <Words>506</Words>
  <Application>Microsoft Macintosh PowerPoint</Application>
  <PresentationFormat>Widescreen</PresentationFormat>
  <Paragraphs>71</Paragraphs>
  <Slides>15</Slides>
  <Notes>1</Notes>
  <HiddenSlides>0</HiddenSlides>
  <MMClips>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Times New Roman</vt:lpstr>
      <vt:lpstr>Office Theme</vt:lpstr>
      <vt:lpstr>Ling 285 Human Language and Technology Lecture 7  Dynamical Systems 5 </vt:lpstr>
      <vt:lpstr>PowerPoint Presentation</vt:lpstr>
      <vt:lpstr>Oscillation/Vibration Dynamical System</vt:lpstr>
      <vt:lpstr>Vibration needs two physical effects </vt:lpstr>
      <vt:lpstr>Slice of air in your vocal tract</vt:lpstr>
      <vt:lpstr>Viscous spring, Negative/Balancing feedback</vt:lpstr>
      <vt:lpstr>Now let’s talk about Mass</vt:lpstr>
      <vt:lpstr>PowerPoint Presentation</vt:lpstr>
      <vt:lpstr>There’s a cosine in your mouth!</vt:lpstr>
      <vt:lpstr>Vowels</vt:lpstr>
      <vt:lpstr>PowerPoint Presentation</vt:lpstr>
      <vt:lpstr>PowerPoint Presentation</vt:lpstr>
      <vt:lpstr>Perturbation Theory</vt:lpstr>
      <vt:lpstr>PowerPoint Presentation</vt:lpstr>
      <vt:lpstr>Fundamental Learning Tradeoff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Khalil Iskarous</dc:creator>
  <cp:lastModifiedBy>Khalil Iskarous</cp:lastModifiedBy>
  <cp:revision>88</cp:revision>
  <dcterms:created xsi:type="dcterms:W3CDTF">2026-08-23T15:08:49Z</dcterms:created>
  <dcterms:modified xsi:type="dcterms:W3CDTF">2026-09-15T16:28:13Z</dcterms:modified>
</cp:coreProperties>
</file>