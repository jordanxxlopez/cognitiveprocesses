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420" r:id="rId3"/>
    <p:sldId id="288" r:id="rId4"/>
    <p:sldId id="327" r:id="rId5"/>
    <p:sldId id="426" r:id="rId6"/>
    <p:sldId id="422" r:id="rId7"/>
    <p:sldId id="425" r:id="rId8"/>
    <p:sldId id="427" r:id="rId9"/>
    <p:sldId id="257" r:id="rId10"/>
    <p:sldId id="424" r:id="rId11"/>
    <p:sldId id="428" r:id="rId12"/>
    <p:sldId id="423" r:id="rId13"/>
    <p:sldId id="421"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FF9"/>
    <a:srgbClr val="DDFFEE"/>
    <a:srgbClr val="EBEBEB"/>
    <a:srgbClr val="B8B618"/>
    <a:srgbClr val="F6A79E"/>
    <a:srgbClr val="FFD0D9"/>
    <a:srgbClr val="FF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p:restoredTop sz="94744"/>
  </p:normalViewPr>
  <p:slideViewPr>
    <p:cSldViewPr snapToGrid="0">
      <p:cViewPr varScale="1">
        <p:scale>
          <a:sx n="96" d="100"/>
          <a:sy n="96" d="100"/>
        </p:scale>
        <p:origin x="192"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14.010"/>
    </inkml:context>
    <inkml:brush xml:id="br0">
      <inkml:brushProperty name="width" value="0.05" units="cm"/>
      <inkml:brushProperty name="height" value="0.05" units="cm"/>
    </inkml:brush>
  </inkml:definitions>
  <inkml:trace contextRef="#ctx0" brushRef="#br0">0 0 24575,'0'53'0,"0"10"0,0-8 0,0 6-2357,0 14 1,0 4 2356,2 18 0,1 6-924,0-28 0,2 2 1,1 6 923,1 3 0,1 7 0,0 0 0,0-7 0,1-2 0,0-5 0,0 5 0,0-1 0,1 5 0,-1 0 0,0-2 0,-2 8 0,0-2 0,-1 1 0,-1-14 0,0 1 0,0 2 0,0-1 0,0 1 0,1 1 0,-1 0 0,0 1 0,-1 0 0,1 2 0,-1-1 0,1-3 0,1 15 0,-1-3 0,1 1 0,-2 1 0,0 1 0,-1-1 0,0 3 0,-1-1 0,-1-1 0,-1-7 0,0-1 0,0-1 0,0-3 0,0-1 0,0-1 0,0-5 0,0-2 0,0 0-127,0-4 1,0-1 0,0 0 126,0-3 0,0-1 0,0 0 0,0 30 0,0-2 0,0-10 0,0-2-265,0-7 1,0-3 264,0-6 0,0-2 0,0-2 0,0-2 0,0 36 1689,0-25-1689,0-22 0,0-20 3226,0-10-3226,0-7 2618,2-6-2618,1-2 859,6-2-859,19-8 0,30-10 0,23-5 0,9-3-683,2-1 683,2 1 0,-39 8 0,3-1-860,8-2 0,3-1 860,6 0 0,2-1 0,7 0 0,4 0 0,-15 6 0,2 1 0,3 0-1123,9-2 0,3 1 0,-1 0 1123,-1 2 0,1 0 0,-1 2 0,1 1 0,-1 1 0,0 1-1624,-7 3 0,-2 0 0,0 2 1624,-6 1 0,-2 2 0,1-1 0,5 0 0,0 0 0,0 0-390,-2 0 1,-1 0 0,1 0 389,-2 0 0,-1 0 0,2 0 0,2 0 0,2 0 0,-1 0 0,-2 0 0,-1 0 0,0 0 0,-3 0 0,0 0 0,-1 0-84,-1 0 1,-1 0 0,-1 0 83,28 0 0,-1 0 0,-5 0 0,-1 0 0,-1 0 0,-2 0 0,-9 0 0,-1 0 0,0-1 0,0-1 545,-2 0 1,-1 0-546,-2-1 0,0 1 0,4 0 0,0 0 0,-5 0 0,0 0 0,-1 0 0,0-1 0,1 1 0,0 0 0,2 0 0,-1 0 0,4 0 0,1 0 0,2-1 0,-1 1 0,-7-1 0,0 1 0,2-1 0,0 2 0,0 0 0,1 2 0,5-1 0,1 0 0,10-2 0,2 0 1627,-1 0 0,-1 0-1627,-1 0 0,-1-1 0,-5 1 0,-1 0 673,-4 0 1,-3 0-674,-9 0 0,-3-1 0,-6 1 0,-3 0 0,34-2 1767,-13 4-1767,-1 0 1397,-6 0-1397,1 0 1971,-5 0-1971,-8 0 1191,-8 0-1191,-5 0 44,-9 0-44,-4 0 0,-7 0 0,-4 0 0,-1-1 0,-3-1 0,0-1 0,-3-1 0,0 1 0,-4 1 0,-2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16.642"/>
    </inkml:context>
    <inkml:brush xml:id="br0">
      <inkml:brushProperty name="width" value="0.05" units="cm"/>
      <inkml:brushProperty name="height" value="0.05" units="cm"/>
    </inkml:brush>
  </inkml:definitions>
  <inkml:trace contextRef="#ctx0" brushRef="#br0">151 747 24575,'16'60'0,"0"-7"0,18 29 0,-6-17 0,2 3 0,-2 4 0,-2-3 0,-6-3 0,-6-8 0,-3-20 0,-5-7 0,-1-11 0,-3-7 0,-2-1 0,0-1 0,0-2 0,-2-12 0,-9-17 0,-18-35 0,-18-29-893,18 33 1,1-1 892,1 1 0,1 1 0,-13-32-227,8 5 227,5 6 0,-1-8 0,4-1 0,7 5 0,4 1 0,6 9 0,3 5 0,2 6 0,1 9 0,0 8 1763,0 5-1763,2 3 249,4 1-249,6-2 0,5 2 0,6 2 0,4 0 0,4 3 0,2 3 0,0 3 0,-4 5 0,-2 2 0,-2 3 0,-1 0 0,1 1 0,-1 2 0,-2 2 0,-1 1 0,1 1 0,-2-1 0,0 1 0,-3 0 0,-2 2 0,-2 6 0,1 8 0,4 15 0,0 9 0,1 8 0,-6 8 0,-5 0 0,-5 5 0,-2-1 0,-1-5 0,0-2 0,0-6 0,0-4 0,-4 0 0,-8-5 0,-10-1 0,-8-6 0,-4-3 0,-4-2 0,-2-5 0,0-3 0,-2-2 0,0-1 0,-1 2 0,-3-1 0,6 0 0,4-1 0,6-1 0,7-1 0,2-2 0,6-2 0,4 0 0,3-3 0,4 0 0,2-4 0,0 1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19.659"/>
    </inkml:context>
    <inkml:brush xml:id="br0">
      <inkml:brushProperty name="width" value="0.05" units="cm"/>
      <inkml:brushProperty name="height" value="0.05" units="cm"/>
    </inkml:brush>
  </inkml:definitions>
  <inkml:trace contextRef="#ctx0" brushRef="#br0">411 1 24575,'-21'0'0,"0"0"0,-6 0 0,1 0 0,-8 4 0,-7 7 0,0 12 0,-2 9 0,11 3 0,3 5 0,4-3 0,1 4 0,4 5 0,7-3 0,5 0 0,3-7 0,4-9 0,1-5 0,2-7 0,4-4 0,17 1 0,18-2 0,11-1 0,14 1 0,0 0 0,2 1 0,-3 1 0,-12 1 0,-10-1 0,-10-1 0,-9-1 0,-7-1 0,-7-3 0,-4 0 0,-2 0 0,-1 1 0,-2 2 0,-1 0 0,-7 1 0,-12-2 0,-14 0 0,-11 0 0,2-2 0,-3 2 0,-1-2 0,-2-3 0,-1 0 0,5-2 0,4-1 0,7 0 0,7 0 0,7 0 0,7 0 0,6 0 0,7 0 0,4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22.789"/>
    </inkml:context>
    <inkml:brush xml:id="br0">
      <inkml:brushProperty name="width" value="0.05" units="cm"/>
      <inkml:brushProperty name="height" value="0.05" units="cm"/>
    </inkml:brush>
  </inkml:definitions>
  <inkml:trace contextRef="#ctx0" brushRef="#br0">27 786 24575,'-5'0'0,"1"5"0,4 5 0,0 6 0,0 4 0,0 3 0,0-2 0,0 2 0,0-5 0,2 1 0,3 2 0,7-2 0,9-1 0,7 1 0,3-4 0,0 0 0,4-3 0,2-1 0,1-1 0,-2 0 0,-4-1 0,-5-3 0,-5-4 0,-3-1 0,-6-3 0,-4-5 0,-5-8 0,-2-8 0,-2-7 0,0-4 0,0 1 0,-4-2 0,-6 3 0,-6 4 0,-4 3 0,0 5 0,2 3 0,-2 3 0,0 1 0,-4 1 0,-2 1 0,-2 0 0,1 4 0,-1 3 0,0 1 0,3 3 0,2 0 0,6-1 0,1 1 0,4 0 0,1 0 0,-1 0 0,2 0 0,3-1 0,8-5 0,10-6 0,12-5 0,7-8 0,4 0 0,4-1 0,-4 2 0,-1 4 0,-4 0 0,-5 3 0,0-2 0,-4 3 0,-1 2 0,-4 3 0,-1 3 0,-2 3 0,-3 2 0,0 1 0,-1 2 0,0 0 0,0 1 0,0 5 0,2 9 0,0 11 0,2 7 0,0 7 0,0-1 0,-1-1 0,0-2 0,-1-8 0,-1-2 0,2-3 0,1-2 0,3 1 0,1-5 0,3-3 0,1-3 0,1 0 0,-1-3 0,-2-3 0,-3-3 0,-3-2 0,-1 0 0,-1-1 0,0-3 0,1-7 0,-3-6 0,-2-7 0,-3-3 0,-3 3 0,0 1 0,0 4 0,0 2 0,0-1 0,0 0 0,0-2 0,0 1 0,0 3 0,0 4 0,0 1 0,0 5 0,0 6 0,0 8 0,2 9 0,3 4 0,1-1 0,6-3 0,0-2 0,1-1 0,1-1 0,-2-3 0,-2-2 0,1-1 0,-3-3 0,1-1 0,0-2 0,0-1 0,1 0 0,-1-2 0,1-5 0,0-8 0,0-6 0,-2 0 0,-2 1 0,0 3 0,-1 0 0,2 2 0,0 4 0,0 4 0,4 4 0,4 2 0,3 1 0,5 7 0,0 7 0,2 12 0,1 7 0,-2 0 0,-1-1 0,-5-6 0,-4-4 0,-3-3 0,-1-3 0,-2-4 0,-3-6 0,-3-7 0,-2-8 0,0-7 0,0-3 0,0-2 0,0 3 0,0 2 0,0 4 0,0 4 0,2 1 0,2 2 0,5 3 0,4 2 0,5 0 0,0 0 0,-1 0 0,2-2 0,1-2 0,3-3 0,1-3 0,-4-2 0,-3-3 0,-1-4 0,-2-1 0,-1 0 0,-3 1 0,-4 4 0,-2 0 0,-2 1 0,0 1 0,-1 1 0,-3 3 0,-1 4 0,-3 2 0,-2 4 0,0 5 0,-4 5 0,-1 8 0,2 6 0,1 5 0,1 4 0,2-1 0,1-3 0,4-3 0,2-4 0,0-4 0,0-1 0,0-2 0,0-2 0,0-2 0,2-4 0,2 0 0,5-3 0,3-3 0,-1 0 0,0-2 0,-4 0 0,2-1 0,0-5 0,1-8 0,-2-9 0,-2-13 0,-3-6 0,-3-7 0,0-7 0,0 5 0,-2-5 0,-5 0 0,-5 1 0,-4-2 0,-3-1 0,3 2 0,-2 3 0,2 5 0,3 12 0,2 8 0,6 6 0,2 7 0,-1 2 0,2 7 0,-1 11 0,1 11 0,2 11 0,3 15 0,2 4 0,8 7 0,12 13 0,1-1 0,12 16 0,-1-1 0,-3-8 0,4 4 0,-6-10 0,2-1 0,2-1 0,-2-6 0,-3-3 0,-2-3 0,-6-7 0,-4-8 0,-5-10 0,-3-8 0,-3-6 0,-4-8 0,-2-1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29.330"/>
    </inkml:context>
    <inkml:brush xml:id="br0">
      <inkml:brushProperty name="width" value="0.05" units="cm"/>
      <inkml:brushProperty name="height" value="0.05" units="cm"/>
      <inkml:brushProperty name="color" value="#FFC114"/>
    </inkml:brush>
  </inkml:definitions>
  <inkml:trace contextRef="#ctx0" brushRef="#br0">438 11 24575,'-25'0'0,"6"0"0,-15 0 0,7 0 0,-5 0 0,-3 2 0,0 9 0,-2 10 0,4 8 0,3 12 0,8-3 0,-2 6 0,1-1 0,4-3 0,2 7 0,5-5 0,4 2 0,4-5 0,3-3 0,1-4 0,2-5 0,3-6 0,5-5 0,8-1 0,5-1 0,6 1 0,1-3 0,0-5 0,-1-4 0,-4-2 0,2-3 0,-3-8 0,-1-11 0,-3-9 0,-1-12 0,0-9 0,1-7 0,0-7 0,-2-2 0,-7 3 0,-3 5 0,-5 8 0,-2 12 0,-1 11 0,0 8 0,0 3 0,0 2 0,0 6 0,0 7 0,0 8 0,0 6 0,0 3 0,0 4 0,0 3 0,0 6 0,0 3 0,2 5 0,5 1 0,7 5 0,6 3 0,7 2 0,4 3 0,1 0 0,-1-5 0,-4-4 0,-3-4 0,-1-5 0,0-3 0,-4-6 0,-2-6 0,-4-3 0,-5-4 0,-2-3 0,-1 0 0,-3-5 0,-1-1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1.175"/>
    </inkml:context>
    <inkml:brush xml:id="br0">
      <inkml:brushProperty name="width" value="0.05" units="cm"/>
      <inkml:brushProperty name="height" value="0.05" units="cm"/>
      <inkml:brushProperty name="color" value="#FFC114"/>
    </inkml:brush>
  </inkml:definitions>
  <inkml:trace contextRef="#ctx0" brushRef="#br0">1 0 24575,'0'20'0,"0"1"0,0 11 0,0 3 0,0-1 0,0 4 0,0-5 0,0 4 0,0 2 0,0-2 0,0 4 0,0-2 0,0-1 0,0-3 0,0-1 0,0-1 0,0-5 0,0-3 0,3-2 0,5-3 0,6 0 0,5-3 0,3-2 0,3-1 0,2-5 0,2-3 0,1-4 0,0-2 0,-1 0 0,-3 0 0,1 0 0,3-2 0,1-5 0,0-4 0,0-5 0,-3 0 0,-3 2 0,-5 2 0,-6 4 0,-2 2 0,-2 1 0,1 3 0,-1-2 0,-5 3 0,-2-1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2.284"/>
    </inkml:context>
    <inkml:brush xml:id="br0">
      <inkml:brushProperty name="width" value="0.05" units="cm"/>
      <inkml:brushProperty name="height" value="0.05" units="cm"/>
      <inkml:brushProperty name="color" value="#FFC114"/>
    </inkml:brush>
  </inkml:definitions>
  <inkml:trace contextRef="#ctx0" brushRef="#br0">1 1 24575,'11'0'0,"3"0"0,4 0 0,8 0 0,8 0 0,15 0 0,4 0 0,-2 0 0,-2 0 0,-6 0 0,1 0 0,0 0 0,-7 0 0,-10 0 0,-7 0 0,-6 0 0,-4 0 0,-1 0 0,-4 0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4.225"/>
    </inkml:context>
    <inkml:brush xml:id="br0">
      <inkml:brushProperty name="width" value="0.05" units="cm"/>
      <inkml:brushProperty name="height" value="0.05" units="cm"/>
      <inkml:brushProperty name="color" value="#FFC114"/>
    </inkml:brush>
  </inkml:definitions>
  <inkml:trace contextRef="#ctx0" brushRef="#br0">52 188 24575,'0'22'0,"0"14"0,0 13 0,0 16 0,0 12 0,0 8 0,2 0 0,5-4 0,0-4 0,2 0 0,-1-5 0,1-9 0,1-13 0,-1-12 0,-1-4 0,-2-9 0,-2-7 0,-1-4 0,-2-3 0,-1-9 0,0-10 0,-3-18 0,-6-23 0,-5-8 0,-6-13 0,0-4 0,4 6 0,1-3 0,3-1 0,2 0 0,2-4 0,3 2 0,3 8 0,2 5 0,-1 5 0,4 8 0,7 6 0,6 8 0,6 6 0,7 3 0,1 4 0,9 2 0,4 3 0,3 2 0,3 3 0,-3 4 0,-3 4 0,-6 2 0,-7 1 0,-3 0 0,-4 0 0,-4 0 0,-2 0 0,-4 2 0,-2 4 0,0 6 0,-3 5 0,-3 6 0,-2 0 0,-3 3 0,0 0 0,0 0 0,0 3 0,-3 4 0,-2 4 0,-5 1 0,-6-1 0,-6-1 0,-4-1 0,-3 1 0,-3-4 0,2-6 0,-2-5 0,-1-6 0,0-2 0,-1-1 0,0-3 0,3-2 0,5-4 0,7-2 0,6-1 0,5 0 0,4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5.634"/>
    </inkml:context>
    <inkml:brush xml:id="br0">
      <inkml:brushProperty name="width" value="0.05" units="cm"/>
      <inkml:brushProperty name="height" value="0.05" units="cm"/>
      <inkml:brushProperty name="color" value="#FFC114"/>
    </inkml:brush>
  </inkml:definitions>
  <inkml:trace contextRef="#ctx0" brushRef="#br0">356 1 24575,'-16'0'0,"-8"0"0,-2 0 0,-7 0 0,-3 0 0,4 0 0,-4 2 0,8 4 0,4 4 0,1 8 0,3 2 0,-1 1 0,3-2 0,8-5 0,4-1 0,4-3 0,2-1 0,0-1 0,0-1 0,5 2 0,9 0 0,9 4 0,11 1 0,6 6 0,7 5 0,3 0 0,-4 2 0,-5-3 0,-8-2 0,-3 2 0,-2 2 0,-3 2 0,-3 0 0,-4-2 0,-3-2 0,-2-2 0,-2-3 0,-3-1 0,-3-5 0,-3 0 0,-2 0 0,0-1 0,-4 3 0,-5 0 0,-8 0 0,-8 2 0,-5-1 0,-6-1 0,-2-1 0,1-3 0,4-1 0,1-2 0,1-3 0,0-2 0,0-2 0,5-1 0,3 0 0,3 0 0,4 0 0,8 0 0,3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6.404"/>
    </inkml:context>
    <inkml:brush xml:id="br0">
      <inkml:brushProperty name="width" value="0.05" units="cm"/>
      <inkml:brushProperty name="height" value="0.05" units="cm"/>
      <inkml:brushProperty name="color" value="#FFC114"/>
    </inkml:brush>
  </inkml:definitions>
  <inkml:trace contextRef="#ctx0" brushRef="#br0">0 0 24575,'0'0'0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7.183"/>
    </inkml:context>
    <inkml:brush xml:id="br0">
      <inkml:brushProperty name="width" value="0.05" units="cm"/>
      <inkml:brushProperty name="height" value="0.05" units="cm"/>
      <inkml:brushProperty name="color" value="#FFC114"/>
    </inkml:brush>
  </inkml:definitions>
  <inkml:trace contextRef="#ctx0" brushRef="#br0">1 0 24575,'0'0'0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37.967"/>
    </inkml:context>
    <inkml:brush xml:id="br0">
      <inkml:brushProperty name="width" value="0.05" units="cm"/>
      <inkml:brushProperty name="height" value="0.05" units="cm"/>
      <inkml:brushProperty name="color" value="#FFC114"/>
    </inkml:brush>
  </inkml:definitions>
  <inkml:trace contextRef="#ctx0" brushRef="#br0">1 0 24575,'2'2'0,"0"0"0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22T14:48:46.847"/>
    </inkml:context>
    <inkml:brush xml:id="br0">
      <inkml:brushProperty name="width" value="0.05" units="cm"/>
      <inkml:brushProperty name="height" value="0.05" units="cm"/>
      <inkml:brushProperty name="color" value="#004F8B"/>
    </inkml:brush>
  </inkml:definitions>
  <inkml:trace contextRef="#ctx0" brushRef="#br0">1 2698 24575,'7'-10'0,"4"-3"0,9-4 0,-2 2 0,9-8 0,0 0 0,3-6 0,1-5 0,-9 7 0,3-8 0,1-8 0,2-6 0,1-7 0,0-2 0,-3-5 0,1-7 0,0-5 0,-3 0 0,-2 11 0,-4 0 0,-4 3 0,-1-13 0,1-14-574,0-3 574,-8 41 0,0 0 0,5-48 0,-6 46 0,-2-1 0,1-1 0,0 1 0,7-44 0,-2 16 0,3 6 0,0 3 0,1-9 0,3-6 0,4 10 0,2 8 0,1 7 0,-1 9 0,-2 7 0,1 8 0,-3 10 0,-2 2 0,0 2 574,-1 3-574,2-3 0,1 5 0,-2 0 0,2 0 0,2 0 0,2 0 0,2 1 0,-2 4 0,-2 2 0,2 1 0,1 3 0,4 2 0,0 2 0,-1 3 0,-2 0 0,-2 1 0,0 0 0,-4 4 0,0 6 0,-4 5 0,-3 7 0,1 4 0,-2 7 0,2 5 0,-1-1 0,1-1 0,-4-5 0,0-2 0,-2-5 0,-2-3 0,0-5 0,0-2 0,1-1 0,0 0 0,2 1 0,-2-1 0,2 2 0,0 0 0,1 0 0,2 0 0,-1 0 0,1-2 0,1-2 0,1 2 0,4 0 0,1 3 0,3 4 0,1 3 0,4 4 0,4 6 0,4 2 0,3 5 0,-3-4 0,-3 1 0,-2 0 0,4 1 0,6 4 0,3 4 0,1 0 0,0-3 0,1 0 0,-5-8 0,-3-6 0,-10-7 0,-4-8 0,-1-3 0,-4-4 0,2-1 0,-1-3 0,2-2 0,5-11 0,2-11 0,4-10 0,0-10 0,-4 6 0,-1 4 0,-1 3 0,0 6 0,3 2 0,3 1 0,1 7 0,4 4 0,2 4 0,5 3 0,6 1 0,1 2 0,-3 4 0,2 10 0,2 6 0,6 7 0,4 3 0,-5-2 0,-3-4 0,-4-6 0,-5-4 0,-6-4 0,-6-3 0,-5-4 0,-3-3 0,0-2 0,1-3 0,1-6 0,-1-5 0,-2-3 0,-1 1 0,3 5 0,0 5 0,2 4 0,-1 2 0,-2 0 0,2 1 0,0 8 0,6 12 0,2 13 0,3 11 0,3 10 0,1 2 0,0 2 0,-5-5 0,-6-11 0,-7-8 0,-5-8 0,-2-5 0,-2-2 0,-2-7 0,-1-3 0,2-5 0,1-2 0,1-2 0,6-4 0,-1-4 0,5-7 0,3-11 0,2-7 0,7-5 0,0 0 0,0 3 0,0 3 0,2 5 0,1 5 0,6 6 0,-2 6 0,0 3 0,11 3 0,9 3 0,20 0 0,13 6-469,-45 2 1,1 4 468,2 3 0,1 4 0,3 4 0,-1 3 0,-5 0 0,0 1 0,2 0 0,0 0 0,-8-4 0,-1 0 0,-1 0 0,1 1-167,42 20 167,-12-5 0,3 3 0,-12-10 0,-1 0 0,-7-2 0,-6-6 0,-8-5 0,-10-5 928,-7-4-928,-6-1 176,-3-3-176,0-1 0,-1-2 0,-2-2 0,0 0 0,-1-1 0,-1 0 0,-1 0 0,-3 0 0,0 0 0,-3-2 0,2 0 0,12-1 0,21 4 0,21 9 0,8 3 0,19 7 0,-6-5 0,6-5 0,3-3 0,-18-7 0,0 1 0,-13-3 0,-7-7 0,-9-5 0,-7-3 0,-9 2 0,-5 3 0,-1 3 0,2-2 0,-1 2 0,0 3 0,0 3 0,1 2 0,-1 1 0,-1 0 0,-6 0 0,-2 1 0,-2 3 0,-2 2 0,0 3 0,-1-2 0,-2 0 0,-1-2 0,0 0 0,1 2 0,1 0 0,0 1 0,3 0 0,1 0 0,0 0 0,-1 2 0,-1-1 0,-1 0 0,0-1 0,-5-3 0,-1-2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4B262-1B8B-4A4C-819C-0B7118916BFD}" type="datetimeFigureOut">
              <a:t>9/24/26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66DEC-9F58-194B-86B9-A0870E5C215A}" type="slidenum">
              <a:t>‹#›</a:t>
            </a:fld>
            <a:endParaRPr lang="en-US"/>
          </a:p>
        </p:txBody>
      </p:sp>
    </p:spTree>
    <p:extLst>
      <p:ext uri="{BB962C8B-B14F-4D97-AF65-F5344CB8AC3E}">
        <p14:creationId xmlns:p14="http://schemas.microsoft.com/office/powerpoint/2010/main" val="152654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Cajal source: Santiago Ramón y Cajal, Recuerdos de mi vida, vol. II: Historia de mi labor científica (1917), Figure 40. https://www.gutenberg.org/files/60675/60675-h/60675-h.htm . Original image: https://www.gutenberg.org/files/60675/60675-h/images/ill_248fig40.jpg . The peripheral half is cropped and rotated 90 degrees counterclockwise so the main direction of flow is rightward. Circles mark the visible neuronal somata. The gold packets and selected contacts are schematic teaching overlays, not a claim about measured activity or a full anatomical reconstruction. Signed numerical activations are artificial-neuron quantities, not negative firing rates.</a:t>
            </a:r>
          </a:p>
          <a:p>
            <a:endParaRPr/>
          </a:p>
          <a:p>
            <a:r>
              <a:t>The three-input example is an artificial circuit: weights [-2,3,1], activations [-1,1,3], weighted sum 8, no bias.</a:t>
            </a:r>
          </a:p>
          <a:p>
            <a:endParaRPr/>
          </a:p>
          <a:p>
            <a:r>
              <a:t>1. Circles appear over the somata</a:t>
            </a:r>
          </a:p>
          <a:p>
            <a:r>
              <a:t>2. Positive and negative activations glimmer</a:t>
            </a:r>
          </a:p>
          <a:p>
            <a:r>
              <a:t>3. Arrows identify selected synaptic contacts</a:t>
            </a:r>
          </a:p>
          <a:p>
            <a:r>
              <a:t>4. Signals travel rightward through the contacts</a:t>
            </a:r>
          </a:p>
          <a:p>
            <a:r>
              <a:t>5. Arrows become synaptic w labels</a:t>
            </a:r>
          </a:p>
          <a:p>
            <a:r>
              <a:t>6. w labels become signed weights</a:t>
            </a:r>
          </a:p>
          <a:p>
            <a:r>
              <a:t>7. Only three inputs and one receiving neuron remain</a:t>
            </a:r>
          </a:p>
          <a:p>
            <a:r>
              <a:t>8. Three edges carry weights −2, 3, 1</a:t>
            </a:r>
          </a:p>
          <a:p>
            <a:r>
              <a:t>9. Input activations are −1, 1, 3</a:t>
            </a:r>
          </a:p>
          <a:p>
            <a:r>
              <a:t>10. The inner product appears in the receiving neuron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Architecture 5-3-4-3-7. All 60 adjacent-layer connections carry weights. The first displayed fan targets the middle neuron in Hidden 1, with weights [2,-1,1,3,-2].</a:t>
            </a:r>
          </a:p>
          <a:p>
            <a:endParaRPr/>
          </a:p>
          <a:p>
            <a:r>
              <a:t>Numerical demonstration uses no biases and linear hidden layers, as requested. A usual MLP introduces nonlinear hidden activation functions; that additional step is deliberately omitted here. Activations: [2,1,3,4,2] -&gt; [4,14,-3] -&gt; [6,-2,5,1] -&gt; [3,-1,2].</a:t>
            </a:r>
          </a:p>
          <a:p>
            <a:r>
              <a:t>Weight matrices are written destination-by-source:</a:t>
            </a:r>
          </a:p>
          <a:p>
            <a:r>
              <a:t>W1 = [[0.5,1,1,-0.5,0.5],[2,-1,1,3,-2],[-1,0.5,0.5,-1,0.5]]</a:t>
            </a:r>
          </a:p>
          <a:p>
            <a:r>
              <a:t>W2 = [[1,0.25,0.5],[0.5,-0.5,-1],[-1,0.75,0.5],[0.5,0.25,1.5]]</a:t>
            </a:r>
          </a:p>
          <a:p>
            <a:r>
              <a:t>W3 = [[0.5,1,0.5,-0.5],[-0.5,0.5,0.5,0.5],[0.5,0.5,0.1,-0.5]]</a:t>
            </a:r>
          </a:p>
          <a:p>
            <a:r>
              <a:t>W4 = [[0.0009145128098591027,-0.00030483760328636755,0.0006096752065727351],[0.14944605150127596,-0.04981535050042533,0.09963070100085065],[0.2979775901926928,-0.09932586339756426,0.19865172679512852],[0.3848629705015851,-0.1282876568338617,0.2565753136677234],[0.2363314318101683,-0.07877714393672276,0.15755428787344553],[0.18851495652855194,-0.06283831884285064,0.12567663768570128],[0.10162957621965951,-0.03387652540655317,0.06775305081310634]]</a:t>
            </a:r>
          </a:p>
          <a:p>
            <a:r>
              <a:t>Output logits z = log(p)+3, with p=[0.05,0.10,0.20,0.30,0.15,0.12,0.08]. W4 h3 equals these logits; softmax gives the displayed probabilities, which sum exactly to 1.00. All values are an illustrative, internally consistent example.</a:t>
            </a:r>
          </a:p>
          <a:p>
            <a:endParaRPr/>
          </a:p>
          <a:p>
            <a:r>
              <a:t>1. Five weighted inputs converge on one hidden neuron</a:t>
            </a:r>
          </a:p>
          <a:p>
            <a:r>
              <a:t>2. Numbers disappear and all input-to-hidden weights appear</a:t>
            </a:r>
          </a:p>
          <a:p>
            <a:r>
              <a:t>3. All Hidden 1 to Hidden 2 weights appear</a:t>
            </a:r>
          </a:p>
          <a:p>
            <a:r>
              <a:t>4. All remaining weights appear</a:t>
            </a:r>
          </a:p>
          <a:p>
            <a:r>
              <a:t>5. Positive input activations appear</a:t>
            </a:r>
          </a:p>
          <a:p>
            <a:r>
              <a:t>6. Hidden 1 computes its linear activations</a:t>
            </a:r>
          </a:p>
          <a:p>
            <a:r>
              <a:t>7. Hidden 2 computes its linear activations</a:t>
            </a:r>
          </a:p>
          <a:p>
            <a:r>
              <a:t>8. Hidden 3 computes its linear activations</a:t>
            </a:r>
          </a:p>
          <a:p>
            <a:r>
              <a:t>9. Softmax output probabilities appear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BA78F-A72C-7F98-90B7-CF711FDBE8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6E1EA7-7153-918D-A2EA-87838BC62E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D077A-A332-00C3-F8A6-3E9D042E704E}"/>
              </a:ext>
            </a:extLst>
          </p:cNvPr>
          <p:cNvSpPr>
            <a:spLocks noGrp="1"/>
          </p:cNvSpPr>
          <p:nvPr>
            <p:ph type="body" idx="1"/>
          </p:nvPr>
        </p:nvSpPr>
        <p:spPr/>
        <p:txBody>
          <a:bodyPr/>
          <a:lstStyle/>
          <a:p>
            <a:r>
              <a:t>Architecture 5-3-4-3-7. All 60 adjacent-layer connections carry weights. The first displayed fan targets the middle neuron in Hidden 1, with weights [2,-1,1,3,-2].</a:t>
            </a:r>
          </a:p>
          <a:p>
            <a:endParaRPr/>
          </a:p>
          <a:p>
            <a:r>
              <a:t>Numerical demonstration uses no biases and linear hidden layers, as requested. A usual MLP introduces nonlinear hidden activation functions; that additional step is deliberately omitted here. Activations: [2,1,3,4,2] -&gt; [4,14,-3] -&gt; [6,-2,5,1] -&gt; [3,-1,2].</a:t>
            </a:r>
          </a:p>
          <a:p>
            <a:r>
              <a:t>Weight matrices are written destination-by-source:</a:t>
            </a:r>
          </a:p>
          <a:p>
            <a:r>
              <a:t>W1 = [[0.5,1,1,-0.5,0.5],[2,-1,1,3,-2],[-1,0.5,0.5,-1,0.5]]</a:t>
            </a:r>
          </a:p>
          <a:p>
            <a:r>
              <a:t>W2 = [[1,0.25,0.5],[0.5,-0.5,-1],[-1,0.75,0.5],[0.5,0.25,1.5]]</a:t>
            </a:r>
          </a:p>
          <a:p>
            <a:r>
              <a:t>W3 = [[0.5,1,0.5,-0.5],[-0.5,0.5,0.5,0.5],[0.5,0.5,0.1,-0.5]]</a:t>
            </a:r>
          </a:p>
          <a:p>
            <a:r>
              <a:t>W4 = [[0.0009145128098591027,-0.00030483760328636755,0.0006096752065727351],[0.14944605150127596,-0.04981535050042533,0.09963070100085065],[0.2979775901926928,-0.09932586339756426,0.19865172679512852],[0.3848629705015851,-0.1282876568338617,0.2565753136677234],[0.2363314318101683,-0.07877714393672276,0.15755428787344553],[0.18851495652855194,-0.06283831884285064,0.12567663768570128],[0.10162957621965951,-0.03387652540655317,0.06775305081310634]]</a:t>
            </a:r>
          </a:p>
          <a:p>
            <a:r>
              <a:t>Output logits z = log(p)+3, with p=[0.05,0.10,0.20,0.30,0.15,0.12,0.08]. W4 h3 equals these logits; softmax gives the displayed probabilities, which sum exactly to 1.00. All values are an illustrative, internally consistent example.</a:t>
            </a:r>
          </a:p>
          <a:p>
            <a:endParaRPr/>
          </a:p>
          <a:p>
            <a:r>
              <a:t>1. Five weighted inputs converge on one hidden neuron</a:t>
            </a:r>
          </a:p>
          <a:p>
            <a:r>
              <a:t>2. Numbers disappear and all input-to-hidden weights appear</a:t>
            </a:r>
          </a:p>
          <a:p>
            <a:r>
              <a:t>3. All Hidden 1 to Hidden 2 weights appear</a:t>
            </a:r>
          </a:p>
          <a:p>
            <a:r>
              <a:t>4. All remaining weights appear</a:t>
            </a:r>
          </a:p>
          <a:p>
            <a:r>
              <a:t>5. Positive input activations appear</a:t>
            </a:r>
          </a:p>
          <a:p>
            <a:r>
              <a:t>6. Hidden 1 computes its linear activations</a:t>
            </a:r>
          </a:p>
          <a:p>
            <a:r>
              <a:t>7. Hidden 2 computes its linear activations</a:t>
            </a:r>
          </a:p>
          <a:p>
            <a:r>
              <a:t>8. Hidden 3 computes its linear activations</a:t>
            </a:r>
          </a:p>
          <a:p>
            <a:r>
              <a:t>9. Softmax output probabilities appear</a:t>
            </a:r>
          </a:p>
        </p:txBody>
      </p:sp>
      <p:sp>
        <p:nvSpPr>
          <p:cNvPr id="4" name="Slide Number Placeholder 3">
            <a:extLst>
              <a:ext uri="{FF2B5EF4-FFF2-40B4-BE49-F238E27FC236}">
                <a16:creationId xmlns:a16="http://schemas.microsoft.com/office/drawing/2014/main" id="{DACFC88A-207F-21EA-11AE-79645DD8C6D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94125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DC0A91-88E4-A7D8-CF3B-852A2F02E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214BA-D02A-AA77-C92F-3EECE7EB2F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F82005-3301-5C6A-C844-86ABE7247EAE}"/>
              </a:ext>
            </a:extLst>
          </p:cNvPr>
          <p:cNvSpPr>
            <a:spLocks noGrp="1"/>
          </p:cNvSpPr>
          <p:nvPr>
            <p:ph type="body" idx="1"/>
          </p:nvPr>
        </p:nvSpPr>
        <p:spPr/>
        <p:txBody>
          <a:bodyPr/>
          <a:lstStyle/>
          <a:p>
            <a:r>
              <a:t>Architecture 5-3-4-3-7. All 60 adjacent-layer connections carry weights. The first displayed fan targets the middle neuron in Hidden 1, with weights [2,-1,1,3,-2].</a:t>
            </a:r>
          </a:p>
          <a:p>
            <a:endParaRPr/>
          </a:p>
          <a:p>
            <a:r>
              <a:t>Numerical demonstration uses no biases and linear hidden layers, as requested. A usual MLP introduces nonlinear hidden activation functions; that additional step is deliberately omitted here. Activations: [2,1,3,4,2] -&gt; [4,14,-3] -&gt; [6,-2,5,1] -&gt; [3,-1,2].</a:t>
            </a:r>
          </a:p>
          <a:p>
            <a:r>
              <a:t>Weight matrices are written destination-by-source:</a:t>
            </a:r>
          </a:p>
          <a:p>
            <a:r>
              <a:t>W1 = [[0.5,1,1,-0.5,0.5],[2,-1,1,3,-2],[-1,0.5,0.5,-1,0.5]]</a:t>
            </a:r>
          </a:p>
          <a:p>
            <a:r>
              <a:t>W2 = [[1,0.25,0.5],[0.5,-0.5,-1],[-1,0.75,0.5],[0.5,0.25,1.5]]</a:t>
            </a:r>
          </a:p>
          <a:p>
            <a:r>
              <a:t>W3 = [[0.5,1,0.5,-0.5],[-0.5,0.5,0.5,0.5],[0.5,0.5,0.1,-0.5]]</a:t>
            </a:r>
          </a:p>
          <a:p>
            <a:r>
              <a:t>W4 = [[0.0009145128098591027,-0.00030483760328636755,0.0006096752065727351],[0.14944605150127596,-0.04981535050042533,0.09963070100085065],[0.2979775901926928,-0.09932586339756426,0.19865172679512852],[0.3848629705015851,-0.1282876568338617,0.2565753136677234],[0.2363314318101683,-0.07877714393672276,0.15755428787344553],[0.18851495652855194,-0.06283831884285064,0.12567663768570128],[0.10162957621965951,-0.03387652540655317,0.06775305081310634]]</a:t>
            </a:r>
          </a:p>
          <a:p>
            <a:r>
              <a:t>Output logits z = log(p)+3, with p=[0.05,0.10,0.20,0.30,0.15,0.12,0.08]. W4 h3 equals these logits; softmax gives the displayed probabilities, which sum exactly to 1.00. All values are an illustrative, internally consistent example.</a:t>
            </a:r>
          </a:p>
          <a:p>
            <a:endParaRPr/>
          </a:p>
          <a:p>
            <a:r>
              <a:t>1. Five weighted inputs converge on one hidden neuron</a:t>
            </a:r>
          </a:p>
          <a:p>
            <a:r>
              <a:t>2. Numbers disappear and all input-to-hidden weights appear</a:t>
            </a:r>
          </a:p>
          <a:p>
            <a:r>
              <a:t>3. All Hidden 1 to Hidden 2 weights appear</a:t>
            </a:r>
          </a:p>
          <a:p>
            <a:r>
              <a:t>4. All remaining weights appear</a:t>
            </a:r>
          </a:p>
          <a:p>
            <a:r>
              <a:t>5. Positive input activations appear</a:t>
            </a:r>
          </a:p>
          <a:p>
            <a:r>
              <a:t>6. Hidden 1 computes its linear activations</a:t>
            </a:r>
          </a:p>
          <a:p>
            <a:r>
              <a:t>7. Hidden 2 computes its linear activations</a:t>
            </a:r>
          </a:p>
          <a:p>
            <a:r>
              <a:t>8. Hidden 3 computes its linear activations</a:t>
            </a:r>
          </a:p>
          <a:p>
            <a:r>
              <a:t>9. Softmax output probabilities appear</a:t>
            </a:r>
          </a:p>
        </p:txBody>
      </p:sp>
      <p:sp>
        <p:nvSpPr>
          <p:cNvPr id="4" name="Slide Number Placeholder 3">
            <a:extLst>
              <a:ext uri="{FF2B5EF4-FFF2-40B4-BE49-F238E27FC236}">
                <a16:creationId xmlns:a16="http://schemas.microsoft.com/office/drawing/2014/main" id="{24186C57-8F99-1D75-0624-60BA8312496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701790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B033E-B3E4-D8BF-B72B-3F99C8E4EB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FD9EF3-5FE3-C61F-98D6-E8FD88A41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86192D-F152-FAA0-B4DC-84915309E29C}"/>
              </a:ext>
            </a:extLst>
          </p:cNvPr>
          <p:cNvSpPr>
            <a:spLocks noGrp="1"/>
          </p:cNvSpPr>
          <p:nvPr>
            <p:ph type="dt" sz="half" idx="10"/>
          </p:nvPr>
        </p:nvSpPr>
        <p:spPr/>
        <p:txBody>
          <a:bodyPr/>
          <a:lstStyle/>
          <a:p>
            <a:fld id="{37646F92-438E-6F40-B57C-2225BFA3E3AC}" type="datetimeFigureOut">
              <a:t>9/24/26</a:t>
            </a:fld>
            <a:endParaRPr lang="en-US"/>
          </a:p>
        </p:txBody>
      </p:sp>
      <p:sp>
        <p:nvSpPr>
          <p:cNvPr id="5" name="Footer Placeholder 4">
            <a:extLst>
              <a:ext uri="{FF2B5EF4-FFF2-40B4-BE49-F238E27FC236}">
                <a16:creationId xmlns:a16="http://schemas.microsoft.com/office/drawing/2014/main" id="{5191B1A3-698B-7644-26F4-7E25AAA22C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689BC-ABA8-801D-6039-2BCAF27375A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50520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D340-2A5D-9FB2-EE63-A5A7BE0440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BCB61D-74C6-3CE1-EB04-9CB162B2CA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A2CCA-CE9B-F23C-A59D-29C7370D5CB7}"/>
              </a:ext>
            </a:extLst>
          </p:cNvPr>
          <p:cNvSpPr>
            <a:spLocks noGrp="1"/>
          </p:cNvSpPr>
          <p:nvPr>
            <p:ph type="dt" sz="half" idx="10"/>
          </p:nvPr>
        </p:nvSpPr>
        <p:spPr/>
        <p:txBody>
          <a:bodyPr/>
          <a:lstStyle/>
          <a:p>
            <a:fld id="{37646F92-438E-6F40-B57C-2225BFA3E3AC}" type="datetimeFigureOut">
              <a:t>9/24/26</a:t>
            </a:fld>
            <a:endParaRPr lang="en-US"/>
          </a:p>
        </p:txBody>
      </p:sp>
      <p:sp>
        <p:nvSpPr>
          <p:cNvPr id="5" name="Footer Placeholder 4">
            <a:extLst>
              <a:ext uri="{FF2B5EF4-FFF2-40B4-BE49-F238E27FC236}">
                <a16:creationId xmlns:a16="http://schemas.microsoft.com/office/drawing/2014/main" id="{BA7091C1-7A87-2073-0250-B7D55D8B3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BC2CF-7EB1-F436-0711-D29B9E2CA57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8023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61481-777C-F700-6715-6054DE70F4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9D9CBD-F458-29FA-8E35-4AA82B861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52357B-2F6B-3B74-1166-DA395732C899}"/>
              </a:ext>
            </a:extLst>
          </p:cNvPr>
          <p:cNvSpPr>
            <a:spLocks noGrp="1"/>
          </p:cNvSpPr>
          <p:nvPr>
            <p:ph type="dt" sz="half" idx="10"/>
          </p:nvPr>
        </p:nvSpPr>
        <p:spPr/>
        <p:txBody>
          <a:bodyPr/>
          <a:lstStyle/>
          <a:p>
            <a:fld id="{37646F92-438E-6F40-B57C-2225BFA3E3AC}" type="datetimeFigureOut">
              <a:t>9/24/26</a:t>
            </a:fld>
            <a:endParaRPr lang="en-US"/>
          </a:p>
        </p:txBody>
      </p:sp>
      <p:sp>
        <p:nvSpPr>
          <p:cNvPr id="5" name="Footer Placeholder 4">
            <a:extLst>
              <a:ext uri="{FF2B5EF4-FFF2-40B4-BE49-F238E27FC236}">
                <a16:creationId xmlns:a16="http://schemas.microsoft.com/office/drawing/2014/main" id="{2076B74B-EF09-9330-B5EF-CD3382F32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A4A8CE-01F8-FA16-5B9F-2862FEEC538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668722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4AEF-07C2-1ADC-16F8-ABC7717A9F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CE002D-5A6D-9C8C-3421-75B9117A1D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4A8773-94D3-8AB1-FB00-B17AA969BF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0059AB-2836-81D1-C0BE-2E656A19AE9B}"/>
              </a:ext>
            </a:extLst>
          </p:cNvPr>
          <p:cNvSpPr>
            <a:spLocks noGrp="1"/>
          </p:cNvSpPr>
          <p:nvPr>
            <p:ph type="dt" sz="half" idx="10"/>
          </p:nvPr>
        </p:nvSpPr>
        <p:spPr/>
        <p:txBody>
          <a:bodyPr/>
          <a:lstStyle/>
          <a:p>
            <a:fld id="{37646F92-438E-6F40-B57C-2225BFA3E3AC}" type="datetimeFigureOut">
              <a:t>9/24/26</a:t>
            </a:fld>
            <a:endParaRPr lang="en-US"/>
          </a:p>
        </p:txBody>
      </p:sp>
      <p:sp>
        <p:nvSpPr>
          <p:cNvPr id="6" name="Footer Placeholder 5">
            <a:extLst>
              <a:ext uri="{FF2B5EF4-FFF2-40B4-BE49-F238E27FC236}">
                <a16:creationId xmlns:a16="http://schemas.microsoft.com/office/drawing/2014/main" id="{4364C135-8FE2-FA2E-C91D-EE1B1B05D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1054F4-CE46-86B3-21E3-5B6ABC966BE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19661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8AE6-1C38-FA87-7D05-0817166174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9F5E04-953C-6026-E6B7-CD1557147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1890B6-7E39-0F59-D422-B34787C22C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9CB19E-1F65-EA6B-1DE7-C4617E2323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C98FD-BF81-6C18-5296-BCEB361956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92DB79-8863-0DA7-F8E4-229B6561C45C}"/>
              </a:ext>
            </a:extLst>
          </p:cNvPr>
          <p:cNvSpPr>
            <a:spLocks noGrp="1"/>
          </p:cNvSpPr>
          <p:nvPr>
            <p:ph type="dt" sz="half" idx="10"/>
          </p:nvPr>
        </p:nvSpPr>
        <p:spPr/>
        <p:txBody>
          <a:bodyPr/>
          <a:lstStyle/>
          <a:p>
            <a:fld id="{37646F92-438E-6F40-B57C-2225BFA3E3AC}" type="datetimeFigureOut">
              <a:t>9/24/26</a:t>
            </a:fld>
            <a:endParaRPr lang="en-US"/>
          </a:p>
        </p:txBody>
      </p:sp>
      <p:sp>
        <p:nvSpPr>
          <p:cNvPr id="8" name="Footer Placeholder 7">
            <a:extLst>
              <a:ext uri="{FF2B5EF4-FFF2-40B4-BE49-F238E27FC236}">
                <a16:creationId xmlns:a16="http://schemas.microsoft.com/office/drawing/2014/main" id="{8612CC33-1C75-C6A3-8803-22C0B52CB4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9EE189-3744-D268-6860-5C0D0810630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420284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E1F1-7BAE-6DF2-0597-710BB17502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C64002-DECD-1DD5-370C-36935B736486}"/>
              </a:ext>
            </a:extLst>
          </p:cNvPr>
          <p:cNvSpPr>
            <a:spLocks noGrp="1"/>
          </p:cNvSpPr>
          <p:nvPr>
            <p:ph type="dt" sz="half" idx="10"/>
          </p:nvPr>
        </p:nvSpPr>
        <p:spPr/>
        <p:txBody>
          <a:bodyPr/>
          <a:lstStyle/>
          <a:p>
            <a:fld id="{37646F92-438E-6F40-B57C-2225BFA3E3AC}" type="datetimeFigureOut">
              <a:t>9/24/26</a:t>
            </a:fld>
            <a:endParaRPr lang="en-US"/>
          </a:p>
        </p:txBody>
      </p:sp>
      <p:sp>
        <p:nvSpPr>
          <p:cNvPr id="4" name="Footer Placeholder 3">
            <a:extLst>
              <a:ext uri="{FF2B5EF4-FFF2-40B4-BE49-F238E27FC236}">
                <a16:creationId xmlns:a16="http://schemas.microsoft.com/office/drawing/2014/main" id="{428C536A-1252-F499-406F-883794863F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22F046-1AC9-B7E5-7053-BFA9C3480092}"/>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6614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08825C-C265-5CAB-7AC0-23439495E732}"/>
              </a:ext>
            </a:extLst>
          </p:cNvPr>
          <p:cNvSpPr>
            <a:spLocks noGrp="1"/>
          </p:cNvSpPr>
          <p:nvPr>
            <p:ph type="dt" sz="half" idx="10"/>
          </p:nvPr>
        </p:nvSpPr>
        <p:spPr/>
        <p:txBody>
          <a:bodyPr/>
          <a:lstStyle/>
          <a:p>
            <a:fld id="{37646F92-438E-6F40-B57C-2225BFA3E3AC}" type="datetimeFigureOut">
              <a:t>9/24/26</a:t>
            </a:fld>
            <a:endParaRPr lang="en-US"/>
          </a:p>
        </p:txBody>
      </p:sp>
      <p:sp>
        <p:nvSpPr>
          <p:cNvPr id="3" name="Footer Placeholder 2">
            <a:extLst>
              <a:ext uri="{FF2B5EF4-FFF2-40B4-BE49-F238E27FC236}">
                <a16:creationId xmlns:a16="http://schemas.microsoft.com/office/drawing/2014/main" id="{179341E9-CE1B-FFF8-0DFF-7374EA2A16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4EB226-0556-2DD2-A2F4-E84E8F99B64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9657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E27F-0FE7-B99E-99CA-715FE1B10C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1A9ADE-C28A-1C3D-D71D-F439E74F8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A4577-3B61-9617-C828-92398BAF7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A225C-6E8F-3199-5A3B-C315D2BA567E}"/>
              </a:ext>
            </a:extLst>
          </p:cNvPr>
          <p:cNvSpPr>
            <a:spLocks noGrp="1"/>
          </p:cNvSpPr>
          <p:nvPr>
            <p:ph type="dt" sz="half" idx="10"/>
          </p:nvPr>
        </p:nvSpPr>
        <p:spPr/>
        <p:txBody>
          <a:bodyPr/>
          <a:lstStyle/>
          <a:p>
            <a:fld id="{37646F92-438E-6F40-B57C-2225BFA3E3AC}" type="datetimeFigureOut">
              <a:t>9/24/26</a:t>
            </a:fld>
            <a:endParaRPr lang="en-US"/>
          </a:p>
        </p:txBody>
      </p:sp>
      <p:sp>
        <p:nvSpPr>
          <p:cNvPr id="6" name="Footer Placeholder 5">
            <a:extLst>
              <a:ext uri="{FF2B5EF4-FFF2-40B4-BE49-F238E27FC236}">
                <a16:creationId xmlns:a16="http://schemas.microsoft.com/office/drawing/2014/main" id="{ABF5E875-97F1-4B2A-5AC0-2708F95A8F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913F0-2055-E8BD-7B35-7E894E49B2C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399518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86A4-D083-E51D-7524-E16AB0944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09D880-38EE-237D-3B88-94692F100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3C8615-1F31-7C21-7C9F-42E9CAF53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A19CCF-F8C3-71E1-3349-C5899E5CF156}"/>
              </a:ext>
            </a:extLst>
          </p:cNvPr>
          <p:cNvSpPr>
            <a:spLocks noGrp="1"/>
          </p:cNvSpPr>
          <p:nvPr>
            <p:ph type="dt" sz="half" idx="10"/>
          </p:nvPr>
        </p:nvSpPr>
        <p:spPr/>
        <p:txBody>
          <a:bodyPr/>
          <a:lstStyle/>
          <a:p>
            <a:fld id="{37646F92-438E-6F40-B57C-2225BFA3E3AC}" type="datetimeFigureOut">
              <a:t>9/24/26</a:t>
            </a:fld>
            <a:endParaRPr lang="en-US"/>
          </a:p>
        </p:txBody>
      </p:sp>
      <p:sp>
        <p:nvSpPr>
          <p:cNvPr id="6" name="Footer Placeholder 5">
            <a:extLst>
              <a:ext uri="{FF2B5EF4-FFF2-40B4-BE49-F238E27FC236}">
                <a16:creationId xmlns:a16="http://schemas.microsoft.com/office/drawing/2014/main" id="{3B00CE98-EA24-C4F2-2E03-187AED28F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80172-B8E6-505C-52B3-AE108F4AA2C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27392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C4F2-4109-BD4B-6D8C-A57D0513AC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57E555-8D2E-C3F2-9CA2-43C5006F1E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D83CD-08CA-0D74-7CDD-56087C9B77FB}"/>
              </a:ext>
            </a:extLst>
          </p:cNvPr>
          <p:cNvSpPr>
            <a:spLocks noGrp="1"/>
          </p:cNvSpPr>
          <p:nvPr>
            <p:ph type="dt" sz="half" idx="10"/>
          </p:nvPr>
        </p:nvSpPr>
        <p:spPr/>
        <p:txBody>
          <a:bodyPr/>
          <a:lstStyle/>
          <a:p>
            <a:fld id="{37646F92-438E-6F40-B57C-2225BFA3E3AC}" type="datetimeFigureOut">
              <a:t>9/24/26</a:t>
            </a:fld>
            <a:endParaRPr lang="en-US"/>
          </a:p>
        </p:txBody>
      </p:sp>
      <p:sp>
        <p:nvSpPr>
          <p:cNvPr id="5" name="Footer Placeholder 4">
            <a:extLst>
              <a:ext uri="{FF2B5EF4-FFF2-40B4-BE49-F238E27FC236}">
                <a16:creationId xmlns:a16="http://schemas.microsoft.com/office/drawing/2014/main" id="{EB06D11C-63FE-4B11-B038-2FE264562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5DCBD-EC9E-3896-73AC-1D10CD39318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76175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5FED0E-7240-2A07-6730-FCED2E24E2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0051B0-D11C-F6BC-941E-5F6EA59DD7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8A2D8-5FF9-4174-9DEA-697BE8BEE516}"/>
              </a:ext>
            </a:extLst>
          </p:cNvPr>
          <p:cNvSpPr>
            <a:spLocks noGrp="1"/>
          </p:cNvSpPr>
          <p:nvPr>
            <p:ph type="dt" sz="half" idx="10"/>
          </p:nvPr>
        </p:nvSpPr>
        <p:spPr/>
        <p:txBody>
          <a:bodyPr/>
          <a:lstStyle/>
          <a:p>
            <a:fld id="{37646F92-438E-6F40-B57C-2225BFA3E3AC}" type="datetimeFigureOut">
              <a:t>9/24/26</a:t>
            </a:fld>
            <a:endParaRPr lang="en-US"/>
          </a:p>
        </p:txBody>
      </p:sp>
      <p:sp>
        <p:nvSpPr>
          <p:cNvPr id="5" name="Footer Placeholder 4">
            <a:extLst>
              <a:ext uri="{FF2B5EF4-FFF2-40B4-BE49-F238E27FC236}">
                <a16:creationId xmlns:a16="http://schemas.microsoft.com/office/drawing/2014/main" id="{B0EFEC65-256E-FCF4-185C-ED1C94475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277BC-7B02-B700-CCD6-342F9BF435C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31411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6707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F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9B67B5-93D6-11CF-76A0-070C5F42A4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0E95ED-9CA4-E2D1-3B66-C39D94808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F15462-D29C-2E3A-787F-43D9CCDE4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646F92-438E-6F40-B57C-2225BFA3E3AC}" type="datetimeFigureOut">
              <a:t>9/24/26</a:t>
            </a:fld>
            <a:endParaRPr lang="en-US"/>
          </a:p>
        </p:txBody>
      </p:sp>
      <p:sp>
        <p:nvSpPr>
          <p:cNvPr id="5" name="Footer Placeholder 4">
            <a:extLst>
              <a:ext uri="{FF2B5EF4-FFF2-40B4-BE49-F238E27FC236}">
                <a16:creationId xmlns:a16="http://schemas.microsoft.com/office/drawing/2014/main" id="{9E8167E5-E6D2-5D53-ED01-171102C40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BB2A63-327D-25E4-F362-1FC7B3E17D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37906-23E7-C341-9F29-2E2CC23DE015}" type="slidenum">
              <a:t>‹#›</a:t>
            </a:fld>
            <a:endParaRPr lang="en-US"/>
          </a:p>
        </p:txBody>
      </p:sp>
    </p:spTree>
    <p:extLst>
      <p:ext uri="{BB962C8B-B14F-4D97-AF65-F5344CB8AC3E}">
        <p14:creationId xmlns:p14="http://schemas.microsoft.com/office/powerpoint/2010/main" val="351959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0.png"/><Relationship Id="rId18" Type="http://schemas.openxmlformats.org/officeDocument/2006/relationships/customXml" Target="../ink/ink9.xml"/><Relationship Id="rId26" Type="http://schemas.openxmlformats.org/officeDocument/2006/relationships/image" Target="../media/image25.png"/><Relationship Id="rId3" Type="http://schemas.openxmlformats.org/officeDocument/2006/relationships/image" Target="../media/image40.png"/><Relationship Id="rId21" Type="http://schemas.openxmlformats.org/officeDocument/2006/relationships/image" Target="../media/image23.png"/><Relationship Id="rId7" Type="http://schemas.openxmlformats.org/officeDocument/2006/relationships/image" Target="../media/image7.png"/><Relationship Id="rId12" Type="http://schemas.openxmlformats.org/officeDocument/2006/relationships/customXml" Target="../ink/ink6.xml"/><Relationship Id="rId17" Type="http://schemas.openxmlformats.org/officeDocument/2006/relationships/image" Target="../media/image12.png"/><Relationship Id="rId25" Type="http://schemas.openxmlformats.org/officeDocument/2006/relationships/customXml" Target="../ink/ink13.xml"/><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9.png"/><Relationship Id="rId24" Type="http://schemas.openxmlformats.org/officeDocument/2006/relationships/image" Target="../media/image24.png"/><Relationship Id="rId5" Type="http://schemas.openxmlformats.org/officeDocument/2006/relationships/image" Target="../media/image5.png"/><Relationship Id="rId15" Type="http://schemas.openxmlformats.org/officeDocument/2006/relationships/image" Target="../media/image11.png"/><Relationship Id="rId23" Type="http://schemas.openxmlformats.org/officeDocument/2006/relationships/customXml" Target="../ink/ink12.xml"/><Relationship Id="rId10" Type="http://schemas.openxmlformats.org/officeDocument/2006/relationships/customXml" Target="../ink/ink5.xml"/><Relationship Id="rId19" Type="http://schemas.openxmlformats.org/officeDocument/2006/relationships/image" Target="../media/image22.png"/><Relationship Id="rId4" Type="http://schemas.openxmlformats.org/officeDocument/2006/relationships/customXml" Target="../ink/ink2.xml"/><Relationship Id="rId9" Type="http://schemas.openxmlformats.org/officeDocument/2006/relationships/image" Target="../media/image8.png"/><Relationship Id="rId14" Type="http://schemas.openxmlformats.org/officeDocument/2006/relationships/customXml" Target="../ink/ink7.xml"/><Relationship Id="rId22" Type="http://schemas.openxmlformats.org/officeDocument/2006/relationships/customXml" Target="../ink/ink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3E54E-FC70-7D3C-FB87-2A4422261FA4}"/>
              </a:ext>
            </a:extLst>
          </p:cNvPr>
          <p:cNvSpPr>
            <a:spLocks noGrp="1"/>
          </p:cNvSpPr>
          <p:nvPr>
            <p:ph type="ctrTitle"/>
          </p:nvPr>
        </p:nvSpPr>
        <p:spPr>
          <a:xfrm>
            <a:off x="1524000" y="1831023"/>
            <a:ext cx="9144000" cy="2387600"/>
          </a:xfrm>
        </p:spPr>
        <p:txBody>
          <a:bodyPr>
            <a:normAutofit fontScale="90000"/>
          </a:bodyPr>
          <a:lstStyle/>
          <a:p>
            <a:r>
              <a:rPr lang="en-US" sz="4400"/>
              <a:t>Ling 285</a:t>
            </a:r>
            <a:br>
              <a:rPr lang="en-US" sz="4400"/>
            </a:br>
            <a:r>
              <a:rPr lang="en-US" sz="4400"/>
              <a:t>Human Language and Technology</a:t>
            </a:r>
            <a:br>
              <a:rPr lang="en-US" sz="4400"/>
            </a:br>
            <a:r>
              <a:rPr lang="en-US" sz="4400"/>
              <a:t>Lecture 10</a:t>
            </a:r>
            <a:br>
              <a:rPr lang="en-US" sz="4400"/>
            </a:br>
            <a:br>
              <a:rPr lang="en-US" sz="4400"/>
            </a:br>
            <a:r>
              <a:rPr lang="en-US" sz="4400"/>
              <a:t>Neural Networks 1.5</a:t>
            </a:r>
            <a:br>
              <a:rPr lang="en-US" sz="4400"/>
            </a:br>
            <a:endParaRPr lang="en-US" sz="4400"/>
          </a:p>
        </p:txBody>
      </p:sp>
      <p:sp>
        <p:nvSpPr>
          <p:cNvPr id="3" name="Subtitle 2">
            <a:extLst>
              <a:ext uri="{FF2B5EF4-FFF2-40B4-BE49-F238E27FC236}">
                <a16:creationId xmlns:a16="http://schemas.microsoft.com/office/drawing/2014/main" id="{117E1F82-DB91-1E57-EE5B-ECA1A523FBD4}"/>
              </a:ext>
            </a:extLst>
          </p:cNvPr>
          <p:cNvSpPr>
            <a:spLocks noGrp="1"/>
          </p:cNvSpPr>
          <p:nvPr>
            <p:ph type="subTitle" idx="1"/>
          </p:nvPr>
        </p:nvSpPr>
        <p:spPr>
          <a:xfrm>
            <a:off x="1409700" y="4459288"/>
            <a:ext cx="9144000" cy="1655762"/>
          </a:xfrm>
        </p:spPr>
        <p:txBody>
          <a:bodyPr/>
          <a:lstStyle/>
          <a:p>
            <a:r>
              <a:rPr lang="en-US"/>
              <a:t>Khalil Iskarous</a:t>
            </a:r>
          </a:p>
          <a:p>
            <a:r>
              <a:rPr lang="en-US"/>
              <a:t>Department of Linguistics</a:t>
            </a:r>
          </a:p>
          <a:p>
            <a:r>
              <a:rPr lang="en-US"/>
              <a:t>University of Southern California</a:t>
            </a:r>
          </a:p>
        </p:txBody>
      </p:sp>
    </p:spTree>
    <p:extLst>
      <p:ext uri="{BB962C8B-B14F-4D97-AF65-F5344CB8AC3E}">
        <p14:creationId xmlns:p14="http://schemas.microsoft.com/office/powerpoint/2010/main" val="158151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E2266F-0EB0-E56E-CB5A-92F586737B50}"/>
              </a:ext>
            </a:extLst>
          </p:cNvPr>
          <p:cNvSpPr>
            <a:spLocks noGrp="1"/>
          </p:cNvSpPr>
          <p:nvPr>
            <p:ph type="title"/>
          </p:nvPr>
        </p:nvSpPr>
        <p:spPr>
          <a:xfrm>
            <a:off x="838200" y="2675839"/>
            <a:ext cx="10515600" cy="1325563"/>
          </a:xfrm>
        </p:spPr>
        <p:txBody>
          <a:bodyPr/>
          <a:lstStyle/>
          <a:p>
            <a:pPr algn="ctr"/>
            <a:r>
              <a:rPr lang="en-US"/>
              <a:t>First Exam Next Thursday</a:t>
            </a:r>
            <a:br>
              <a:rPr lang="en-US"/>
            </a:br>
            <a:r>
              <a:rPr lang="en-US"/>
              <a:t>Pease bring a Pencil!</a:t>
            </a:r>
          </a:p>
        </p:txBody>
      </p:sp>
    </p:spTree>
    <p:extLst>
      <p:ext uri="{BB962C8B-B14F-4D97-AF65-F5344CB8AC3E}">
        <p14:creationId xmlns:p14="http://schemas.microsoft.com/office/powerpoint/2010/main" val="25105140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E3652-8119-325E-04B4-333F367BE9B0}"/>
              </a:ext>
            </a:extLst>
          </p:cNvPr>
          <p:cNvSpPr>
            <a:spLocks noGrp="1"/>
          </p:cNvSpPr>
          <p:nvPr>
            <p:ph type="title"/>
          </p:nvPr>
        </p:nvSpPr>
        <p:spPr>
          <a:xfrm>
            <a:off x="713510" y="-133638"/>
            <a:ext cx="10515600" cy="1325563"/>
          </a:xfrm>
        </p:spPr>
        <p:txBody>
          <a:bodyPr/>
          <a:lstStyle/>
          <a:p>
            <a:r>
              <a:rPr lang="en-US"/>
              <a:t>A Neural Network</a:t>
            </a:r>
          </a:p>
        </p:txBody>
      </p:sp>
      <p:sp>
        <p:nvSpPr>
          <p:cNvPr id="3" name="Content Placeholder 2">
            <a:extLst>
              <a:ext uri="{FF2B5EF4-FFF2-40B4-BE49-F238E27FC236}">
                <a16:creationId xmlns:a16="http://schemas.microsoft.com/office/drawing/2014/main" id="{F98064E1-23FA-F319-1C92-C71AE5591248}"/>
              </a:ext>
            </a:extLst>
          </p:cNvPr>
          <p:cNvSpPr>
            <a:spLocks noGrp="1"/>
          </p:cNvSpPr>
          <p:nvPr>
            <p:ph idx="1"/>
          </p:nvPr>
        </p:nvSpPr>
        <p:spPr>
          <a:xfrm>
            <a:off x="838199" y="1027906"/>
            <a:ext cx="8442192" cy="5693090"/>
          </a:xfrm>
        </p:spPr>
        <p:txBody>
          <a:bodyPr>
            <a:noAutofit/>
          </a:bodyPr>
          <a:lstStyle/>
          <a:p>
            <a:r>
              <a:rPr lang="en-US" sz="2000"/>
              <a:t>Imagine you are given many pictures of faces (48 Million pixels), and you’re asked to identify one of 1000 possible people. </a:t>
            </a:r>
          </a:p>
          <a:p>
            <a:r>
              <a:rPr lang="en-US" sz="2000"/>
              <a:t>Imagine you are given speech waves and you’re asked to to identify for each, which of 25 sounds each speech wave corresponds to.</a:t>
            </a:r>
          </a:p>
          <a:p>
            <a:r>
              <a:rPr lang="en-US" sz="2000"/>
              <a:t>What can do this? A Neural Network (NN)</a:t>
            </a:r>
          </a:p>
          <a:p>
            <a:r>
              <a:rPr lang="en-US" sz="2000"/>
              <a:t>I will not tell you now why it’s called a NN. I will teach you what it is by what it does– how it walks and how it swims.</a:t>
            </a:r>
          </a:p>
          <a:p>
            <a:r>
              <a:rPr lang="en-US" sz="2000"/>
              <a:t>The job of an NN is to take a bunch of numbers the 48M pixels in one image/numbers of a wave and to return a probability distribution.</a:t>
            </a:r>
          </a:p>
          <a:p>
            <a:r>
              <a:rPr lang="en-US" sz="2000"/>
              <a:t>For speech the probability distribution is 25 sounds</a:t>
            </a:r>
          </a:p>
          <a:p>
            <a:r>
              <a:rPr lang="en-US" sz="2000"/>
              <a:t>But let’s say it had just 5 vowels, this is a pdf: [.2,.2,.4,.2,0]</a:t>
            </a:r>
          </a:p>
          <a:p>
            <a:r>
              <a:rPr lang="en-US" sz="2000"/>
              <a:t>And let’s say we agree the vowel order is read, rad, rude, Rud, rod</a:t>
            </a:r>
          </a:p>
          <a:p>
            <a:r>
              <a:rPr lang="en-US" sz="2000"/>
              <a:t>The p’s must sum to 1 (100%)</a:t>
            </a:r>
          </a:p>
          <a:p>
            <a:r>
              <a:rPr lang="en-US" sz="2000"/>
              <a:t>That says: there’s 20% chance the sound is the v in read, 20% it’s the vowel in rad, 40% the vowel in rude, 20% it’s the vowel in Rud, and 0% it’s the vowel in Rod. </a:t>
            </a:r>
          </a:p>
        </p:txBody>
      </p:sp>
      <p:grpSp>
        <p:nvGrpSpPr>
          <p:cNvPr id="8" name="Group 7">
            <a:extLst>
              <a:ext uri="{FF2B5EF4-FFF2-40B4-BE49-F238E27FC236}">
                <a16:creationId xmlns:a16="http://schemas.microsoft.com/office/drawing/2014/main" id="{CC1C4478-19CD-C0DB-AF3B-83403E6F7F83}"/>
              </a:ext>
            </a:extLst>
          </p:cNvPr>
          <p:cNvGrpSpPr/>
          <p:nvPr/>
        </p:nvGrpSpPr>
        <p:grpSpPr>
          <a:xfrm>
            <a:off x="8661191" y="1841731"/>
            <a:ext cx="3629520" cy="2523960"/>
            <a:chOff x="8661191" y="1841731"/>
            <a:chExt cx="3629520" cy="2523960"/>
          </a:xfrm>
        </p:grpSpPr>
        <mc:AlternateContent xmlns:mc="http://schemas.openxmlformats.org/markup-compatibility/2006" xmlns:p14="http://schemas.microsoft.com/office/powerpoint/2010/main">
          <mc:Choice Requires="p14">
            <p:contentPart p14:bwMode="auto" r:id="rId2">
              <p14:nvContentPartPr>
                <p14:cNvPr id="5" name="Ink 4">
                  <a:extLst>
                    <a:ext uri="{FF2B5EF4-FFF2-40B4-BE49-F238E27FC236}">
                      <a16:creationId xmlns:a16="http://schemas.microsoft.com/office/drawing/2014/main" id="{E25C60E2-FBF5-0E18-96C1-36FD74ABEEBE}"/>
                    </a:ext>
                  </a:extLst>
                </p14:cNvPr>
                <p14:cNvContentPartPr/>
                <p14:nvPr/>
              </p14:nvContentPartPr>
              <p14:xfrm>
                <a:off x="9126311" y="2156011"/>
                <a:ext cx="3164400" cy="2209680"/>
              </p14:xfrm>
            </p:contentPart>
          </mc:Choice>
          <mc:Fallback xmlns="">
            <p:pic>
              <p:nvPicPr>
                <p:cNvPr id="5" name="Ink 4">
                  <a:extLst>
                    <a:ext uri="{FF2B5EF4-FFF2-40B4-BE49-F238E27FC236}">
                      <a16:creationId xmlns:a16="http://schemas.microsoft.com/office/drawing/2014/main" id="{E25C60E2-FBF5-0E18-96C1-36FD74ABEEBE}"/>
                    </a:ext>
                  </a:extLst>
                </p:cNvPr>
                <p:cNvPicPr/>
                <p:nvPr/>
              </p:nvPicPr>
              <p:blipFill>
                <a:blip r:embed="rId3"/>
                <a:stretch>
                  <a:fillRect/>
                </a:stretch>
              </p:blipFill>
              <p:spPr>
                <a:xfrm>
                  <a:off x="9117311" y="2147011"/>
                  <a:ext cx="3182040" cy="222732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6" name="Ink 5">
                  <a:extLst>
                    <a:ext uri="{FF2B5EF4-FFF2-40B4-BE49-F238E27FC236}">
                      <a16:creationId xmlns:a16="http://schemas.microsoft.com/office/drawing/2014/main" id="{060C5B5F-2125-6776-6185-88F248A96ABE}"/>
                    </a:ext>
                  </a:extLst>
                </p14:cNvPr>
                <p14:cNvContentPartPr/>
                <p14:nvPr/>
              </p14:nvContentPartPr>
              <p14:xfrm>
                <a:off x="8661191" y="1841731"/>
                <a:ext cx="210960" cy="530640"/>
              </p14:xfrm>
            </p:contentPart>
          </mc:Choice>
          <mc:Fallback xmlns="">
            <p:pic>
              <p:nvPicPr>
                <p:cNvPr id="6" name="Ink 5">
                  <a:extLst>
                    <a:ext uri="{FF2B5EF4-FFF2-40B4-BE49-F238E27FC236}">
                      <a16:creationId xmlns:a16="http://schemas.microsoft.com/office/drawing/2014/main" id="{060C5B5F-2125-6776-6185-88F248A96ABE}"/>
                    </a:ext>
                  </a:extLst>
                </p:cNvPr>
                <p:cNvPicPr/>
                <p:nvPr/>
              </p:nvPicPr>
              <p:blipFill>
                <a:blip r:embed="rId5"/>
                <a:stretch>
                  <a:fillRect/>
                </a:stretch>
              </p:blipFill>
              <p:spPr>
                <a:xfrm>
                  <a:off x="8652551" y="1832731"/>
                  <a:ext cx="228600" cy="5482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F0072FC5-AEF0-E16E-340C-8040607AE787}"/>
                  </a:ext>
                </a:extLst>
              </p14:cNvPr>
              <p14:cNvContentPartPr/>
              <p14:nvPr/>
            </p14:nvContentPartPr>
            <p14:xfrm>
              <a:off x="11224751" y="4409971"/>
              <a:ext cx="210240" cy="252000"/>
            </p14:xfrm>
          </p:contentPart>
        </mc:Choice>
        <mc:Fallback xmlns="">
          <p:pic>
            <p:nvPicPr>
              <p:cNvPr id="9" name="Ink 8">
                <a:extLst>
                  <a:ext uri="{FF2B5EF4-FFF2-40B4-BE49-F238E27FC236}">
                    <a16:creationId xmlns:a16="http://schemas.microsoft.com/office/drawing/2014/main" id="{F0072FC5-AEF0-E16E-340C-8040607AE787}"/>
                  </a:ext>
                </a:extLst>
              </p:cNvPr>
              <p:cNvPicPr/>
              <p:nvPr/>
            </p:nvPicPr>
            <p:blipFill>
              <a:blip r:embed="rId7"/>
              <a:stretch>
                <a:fillRect/>
              </a:stretch>
            </p:blipFill>
            <p:spPr>
              <a:xfrm>
                <a:off x="11215751" y="4401331"/>
                <a:ext cx="227880" cy="269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958CCBD7-A03A-4D9D-5BD1-00510BECCD23}"/>
                  </a:ext>
                </a:extLst>
              </p14:cNvPr>
              <p14:cNvContentPartPr/>
              <p14:nvPr/>
            </p14:nvContentPartPr>
            <p14:xfrm>
              <a:off x="11520311" y="4264531"/>
              <a:ext cx="667080" cy="410760"/>
            </p14:xfrm>
          </p:contentPart>
        </mc:Choice>
        <mc:Fallback xmlns="">
          <p:pic>
            <p:nvPicPr>
              <p:cNvPr id="10" name="Ink 9">
                <a:extLst>
                  <a:ext uri="{FF2B5EF4-FFF2-40B4-BE49-F238E27FC236}">
                    <a16:creationId xmlns:a16="http://schemas.microsoft.com/office/drawing/2014/main" id="{958CCBD7-A03A-4D9D-5BD1-00510BECCD23}"/>
                  </a:ext>
                </a:extLst>
              </p:cNvPr>
              <p:cNvPicPr/>
              <p:nvPr/>
            </p:nvPicPr>
            <p:blipFill>
              <a:blip r:embed="rId9"/>
              <a:stretch>
                <a:fillRect/>
              </a:stretch>
            </p:blipFill>
            <p:spPr>
              <a:xfrm>
                <a:off x="11511311" y="4255891"/>
                <a:ext cx="684720" cy="428400"/>
              </a:xfrm>
              <a:prstGeom prst="rect">
                <a:avLst/>
              </a:prstGeom>
            </p:spPr>
          </p:pic>
        </mc:Fallback>
      </mc:AlternateContent>
      <p:grpSp>
        <p:nvGrpSpPr>
          <p:cNvPr id="30" name="Group 29">
            <a:extLst>
              <a:ext uri="{FF2B5EF4-FFF2-40B4-BE49-F238E27FC236}">
                <a16:creationId xmlns:a16="http://schemas.microsoft.com/office/drawing/2014/main" id="{AA669BF6-FD90-CDF0-9D24-781BDA7600D7}"/>
              </a:ext>
            </a:extLst>
          </p:cNvPr>
          <p:cNvGrpSpPr/>
          <p:nvPr/>
        </p:nvGrpSpPr>
        <p:grpSpPr>
          <a:xfrm>
            <a:off x="9312791" y="4398811"/>
            <a:ext cx="1767600" cy="475560"/>
            <a:chOff x="9312791" y="4398811"/>
            <a:chExt cx="1767600" cy="475560"/>
          </a:xfrm>
        </p:grpSpPr>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9D4ABAF3-DF57-95F3-69D5-49A9CA7C9A39}"/>
                    </a:ext>
                  </a:extLst>
                </p14:cNvPr>
                <p14:cNvContentPartPr/>
                <p14:nvPr/>
              </p14:nvContentPartPr>
              <p14:xfrm>
                <a:off x="9312791" y="4445971"/>
                <a:ext cx="269280" cy="254520"/>
              </p14:xfrm>
            </p:contentPart>
          </mc:Choice>
          <mc:Fallback xmlns="">
            <p:pic>
              <p:nvPicPr>
                <p:cNvPr id="11" name="Ink 10">
                  <a:extLst>
                    <a:ext uri="{FF2B5EF4-FFF2-40B4-BE49-F238E27FC236}">
                      <a16:creationId xmlns:a16="http://schemas.microsoft.com/office/drawing/2014/main" id="{9D4ABAF3-DF57-95F3-69D5-49A9CA7C9A39}"/>
                    </a:ext>
                  </a:extLst>
                </p:cNvPr>
                <p:cNvPicPr/>
                <p:nvPr/>
              </p:nvPicPr>
              <p:blipFill>
                <a:blip r:embed="rId11"/>
                <a:stretch>
                  <a:fillRect/>
                </a:stretch>
              </p:blipFill>
              <p:spPr>
                <a:xfrm>
                  <a:off x="9304151" y="4437331"/>
                  <a:ext cx="286920" cy="2721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23AE9218-7332-B268-CE73-6E20F6CC5F10}"/>
                    </a:ext>
                  </a:extLst>
                </p14:cNvPr>
                <p14:cNvContentPartPr/>
                <p14:nvPr/>
              </p14:nvContentPartPr>
              <p14:xfrm>
                <a:off x="9760271" y="4399171"/>
                <a:ext cx="198720" cy="261360"/>
              </p14:xfrm>
            </p:contentPart>
          </mc:Choice>
          <mc:Fallback xmlns="">
            <p:pic>
              <p:nvPicPr>
                <p:cNvPr id="12" name="Ink 11">
                  <a:extLst>
                    <a:ext uri="{FF2B5EF4-FFF2-40B4-BE49-F238E27FC236}">
                      <a16:creationId xmlns:a16="http://schemas.microsoft.com/office/drawing/2014/main" id="{23AE9218-7332-B268-CE73-6E20F6CC5F10}"/>
                    </a:ext>
                  </a:extLst>
                </p:cNvPr>
                <p:cNvPicPr/>
                <p:nvPr/>
              </p:nvPicPr>
              <p:blipFill>
                <a:blip r:embed="rId13"/>
                <a:stretch>
                  <a:fillRect/>
                </a:stretch>
              </p:blipFill>
              <p:spPr>
                <a:xfrm>
                  <a:off x="9751631" y="4390171"/>
                  <a:ext cx="216360" cy="2790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5" name="Ink 14">
                  <a:extLst>
                    <a:ext uri="{FF2B5EF4-FFF2-40B4-BE49-F238E27FC236}">
                      <a16:creationId xmlns:a16="http://schemas.microsoft.com/office/drawing/2014/main" id="{58FD1189-B2F3-ACDB-5F0B-A38B1EED35CB}"/>
                    </a:ext>
                  </a:extLst>
                </p14:cNvPr>
                <p14:cNvContentPartPr/>
                <p14:nvPr/>
              </p14:nvContentPartPr>
              <p14:xfrm>
                <a:off x="9616271" y="4434091"/>
                <a:ext cx="203040" cy="360"/>
              </p14:xfrm>
            </p:contentPart>
          </mc:Choice>
          <mc:Fallback xmlns="">
            <p:pic>
              <p:nvPicPr>
                <p:cNvPr id="15" name="Ink 14">
                  <a:extLst>
                    <a:ext uri="{FF2B5EF4-FFF2-40B4-BE49-F238E27FC236}">
                      <a16:creationId xmlns:a16="http://schemas.microsoft.com/office/drawing/2014/main" id="{58FD1189-B2F3-ACDB-5F0B-A38B1EED35CB}"/>
                    </a:ext>
                  </a:extLst>
                </p:cNvPr>
                <p:cNvPicPr/>
                <p:nvPr/>
              </p:nvPicPr>
              <p:blipFill>
                <a:blip r:embed="rId15"/>
                <a:stretch>
                  <a:fillRect/>
                </a:stretch>
              </p:blipFill>
              <p:spPr>
                <a:xfrm>
                  <a:off x="9607631" y="4425451"/>
                  <a:ext cx="2206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C6245714-E087-B680-CFA4-743FAA895E49}"/>
                    </a:ext>
                  </a:extLst>
                </p14:cNvPr>
                <p14:cNvContentPartPr/>
                <p14:nvPr/>
              </p14:nvContentPartPr>
              <p14:xfrm>
                <a:off x="10209551" y="4453171"/>
                <a:ext cx="208800" cy="421200"/>
              </p14:xfrm>
            </p:contentPart>
          </mc:Choice>
          <mc:Fallback xmlns="">
            <p:pic>
              <p:nvPicPr>
                <p:cNvPr id="18" name="Ink 17">
                  <a:extLst>
                    <a:ext uri="{FF2B5EF4-FFF2-40B4-BE49-F238E27FC236}">
                      <a16:creationId xmlns:a16="http://schemas.microsoft.com/office/drawing/2014/main" id="{C6245714-E087-B680-CFA4-743FAA895E49}"/>
                    </a:ext>
                  </a:extLst>
                </p:cNvPr>
                <p:cNvPicPr/>
                <p:nvPr/>
              </p:nvPicPr>
              <p:blipFill>
                <a:blip r:embed="rId17"/>
                <a:stretch>
                  <a:fillRect/>
                </a:stretch>
              </p:blipFill>
              <p:spPr>
                <a:xfrm>
                  <a:off x="10200551" y="4444171"/>
                  <a:ext cx="226440" cy="438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1" name="Ink 20">
                  <a:extLst>
                    <a:ext uri="{FF2B5EF4-FFF2-40B4-BE49-F238E27FC236}">
                      <a16:creationId xmlns:a16="http://schemas.microsoft.com/office/drawing/2014/main" id="{77F52236-B4C0-8B98-B04F-B0B4EE1071F0}"/>
                    </a:ext>
                  </a:extLst>
                </p14:cNvPr>
                <p14:cNvContentPartPr/>
                <p14:nvPr/>
              </p14:nvContentPartPr>
              <p14:xfrm>
                <a:off x="10560911" y="4398811"/>
                <a:ext cx="183960" cy="272520"/>
              </p14:xfrm>
            </p:contentPart>
          </mc:Choice>
          <mc:Fallback xmlns="">
            <p:pic>
              <p:nvPicPr>
                <p:cNvPr id="21" name="Ink 20">
                  <a:extLst>
                    <a:ext uri="{FF2B5EF4-FFF2-40B4-BE49-F238E27FC236}">
                      <a16:creationId xmlns:a16="http://schemas.microsoft.com/office/drawing/2014/main" id="{77F52236-B4C0-8B98-B04F-B0B4EE1071F0}"/>
                    </a:ext>
                  </a:extLst>
                </p:cNvPr>
                <p:cNvPicPr/>
                <p:nvPr/>
              </p:nvPicPr>
              <p:blipFill>
                <a:blip r:embed="rId19"/>
                <a:stretch>
                  <a:fillRect/>
                </a:stretch>
              </p:blipFill>
              <p:spPr>
                <a:xfrm>
                  <a:off x="10552271" y="4390171"/>
                  <a:ext cx="20160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Ink 23">
                  <a:extLst>
                    <a:ext uri="{FF2B5EF4-FFF2-40B4-BE49-F238E27FC236}">
                      <a16:creationId xmlns:a16="http://schemas.microsoft.com/office/drawing/2014/main" id="{F12BB915-A394-73C5-226A-22FBA6AAC184}"/>
                    </a:ext>
                  </a:extLst>
                </p14:cNvPr>
                <p14:cNvContentPartPr/>
                <p14:nvPr/>
              </p14:nvContentPartPr>
              <p14:xfrm>
                <a:off x="10889231" y="4581691"/>
                <a:ext cx="360" cy="360"/>
              </p14:xfrm>
            </p:contentPart>
          </mc:Choice>
          <mc:Fallback xmlns="">
            <p:pic>
              <p:nvPicPr>
                <p:cNvPr id="24" name="Ink 23">
                  <a:extLst>
                    <a:ext uri="{FF2B5EF4-FFF2-40B4-BE49-F238E27FC236}">
                      <a16:creationId xmlns:a16="http://schemas.microsoft.com/office/drawing/2014/main" id="{F12BB915-A394-73C5-226A-22FBA6AAC184}"/>
                    </a:ext>
                  </a:extLst>
                </p:cNvPr>
                <p:cNvPicPr/>
                <p:nvPr/>
              </p:nvPicPr>
              <p:blipFill>
                <a:blip r:embed="rId21"/>
                <a:stretch>
                  <a:fillRect/>
                </a:stretch>
              </p:blipFill>
              <p:spPr>
                <a:xfrm>
                  <a:off x="10880231" y="457269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7" name="Ink 26">
                  <a:extLst>
                    <a:ext uri="{FF2B5EF4-FFF2-40B4-BE49-F238E27FC236}">
                      <a16:creationId xmlns:a16="http://schemas.microsoft.com/office/drawing/2014/main" id="{01CDCFF2-5D44-3114-2F16-61D56A6F4BA9}"/>
                    </a:ext>
                  </a:extLst>
                </p14:cNvPr>
                <p14:cNvContentPartPr/>
                <p14:nvPr/>
              </p14:nvContentPartPr>
              <p14:xfrm>
                <a:off x="11036471" y="4598971"/>
                <a:ext cx="360" cy="360"/>
              </p14:xfrm>
            </p:contentPart>
          </mc:Choice>
          <mc:Fallback xmlns="">
            <p:pic>
              <p:nvPicPr>
                <p:cNvPr id="27" name="Ink 26">
                  <a:extLst>
                    <a:ext uri="{FF2B5EF4-FFF2-40B4-BE49-F238E27FC236}">
                      <a16:creationId xmlns:a16="http://schemas.microsoft.com/office/drawing/2014/main" id="{01CDCFF2-5D44-3114-2F16-61D56A6F4BA9}"/>
                    </a:ext>
                  </a:extLst>
                </p:cNvPr>
                <p:cNvPicPr/>
                <p:nvPr/>
              </p:nvPicPr>
              <p:blipFill>
                <a:blip r:embed="rId21"/>
                <a:stretch>
                  <a:fillRect/>
                </a:stretch>
              </p:blipFill>
              <p:spPr>
                <a:xfrm>
                  <a:off x="11027831" y="4589971"/>
                  <a:ext cx="1800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28" name="Ink 27">
                  <a:extLst>
                    <a:ext uri="{FF2B5EF4-FFF2-40B4-BE49-F238E27FC236}">
                      <a16:creationId xmlns:a16="http://schemas.microsoft.com/office/drawing/2014/main" id="{C20429D4-E486-1792-318C-F0777394882E}"/>
                    </a:ext>
                  </a:extLst>
                </p14:cNvPr>
                <p14:cNvContentPartPr/>
                <p14:nvPr/>
              </p14:nvContentPartPr>
              <p14:xfrm>
                <a:off x="11078591" y="4598971"/>
                <a:ext cx="1800" cy="1800"/>
              </p14:xfrm>
            </p:contentPart>
          </mc:Choice>
          <mc:Fallback xmlns="">
            <p:pic>
              <p:nvPicPr>
                <p:cNvPr id="28" name="Ink 27">
                  <a:extLst>
                    <a:ext uri="{FF2B5EF4-FFF2-40B4-BE49-F238E27FC236}">
                      <a16:creationId xmlns:a16="http://schemas.microsoft.com/office/drawing/2014/main" id="{C20429D4-E486-1792-318C-F0777394882E}"/>
                    </a:ext>
                  </a:extLst>
                </p:cNvPr>
                <p:cNvPicPr/>
                <p:nvPr/>
              </p:nvPicPr>
              <p:blipFill>
                <a:blip r:embed="rId24"/>
                <a:stretch>
                  <a:fillRect/>
                </a:stretch>
              </p:blipFill>
              <p:spPr>
                <a:xfrm>
                  <a:off x="11069951" y="4589971"/>
                  <a:ext cx="19440" cy="194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5">
            <p14:nvContentPartPr>
              <p14:cNvPr id="31" name="Ink 30">
                <a:extLst>
                  <a:ext uri="{FF2B5EF4-FFF2-40B4-BE49-F238E27FC236}">
                    <a16:creationId xmlns:a16="http://schemas.microsoft.com/office/drawing/2014/main" id="{43C75B16-66C9-C0FD-15BB-7833B5A8CBAA}"/>
                  </a:ext>
                </a:extLst>
              </p14:cNvPr>
              <p14:cNvContentPartPr/>
              <p14:nvPr/>
            </p14:nvContentPartPr>
            <p14:xfrm>
              <a:off x="9349151" y="3101011"/>
              <a:ext cx="2733120" cy="971640"/>
            </p14:xfrm>
          </p:contentPart>
        </mc:Choice>
        <mc:Fallback xmlns="">
          <p:pic>
            <p:nvPicPr>
              <p:cNvPr id="31" name="Ink 30">
                <a:extLst>
                  <a:ext uri="{FF2B5EF4-FFF2-40B4-BE49-F238E27FC236}">
                    <a16:creationId xmlns:a16="http://schemas.microsoft.com/office/drawing/2014/main" id="{43C75B16-66C9-C0FD-15BB-7833B5A8CBAA}"/>
                  </a:ext>
                </a:extLst>
              </p:cNvPr>
              <p:cNvPicPr/>
              <p:nvPr/>
            </p:nvPicPr>
            <p:blipFill>
              <a:blip r:embed="rId26"/>
              <a:stretch>
                <a:fillRect/>
              </a:stretch>
            </p:blipFill>
            <p:spPr>
              <a:xfrm>
                <a:off x="9340511" y="3092011"/>
                <a:ext cx="2750760" cy="989280"/>
              </a:xfrm>
              <a:prstGeom prst="rect">
                <a:avLst/>
              </a:prstGeom>
            </p:spPr>
          </p:pic>
        </mc:Fallback>
      </mc:AlternateContent>
    </p:spTree>
    <p:extLst>
      <p:ext uri="{BB962C8B-B14F-4D97-AF65-F5344CB8AC3E}">
        <p14:creationId xmlns:p14="http://schemas.microsoft.com/office/powerpoint/2010/main" val="24391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9"/>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0"/>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0"/>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E3652-8119-325E-04B4-333F367BE9B0}"/>
              </a:ext>
            </a:extLst>
          </p:cNvPr>
          <p:cNvSpPr>
            <a:spLocks noGrp="1"/>
          </p:cNvSpPr>
          <p:nvPr>
            <p:ph type="title"/>
          </p:nvPr>
        </p:nvSpPr>
        <p:spPr>
          <a:xfrm>
            <a:off x="713510" y="-133638"/>
            <a:ext cx="10515600" cy="1325563"/>
          </a:xfrm>
        </p:spPr>
        <p:txBody>
          <a:bodyPr/>
          <a:lstStyle/>
          <a:p>
            <a:r>
              <a:rPr lang="en-US"/>
              <a:t>A Neural Network</a:t>
            </a:r>
          </a:p>
        </p:txBody>
      </p:sp>
      <p:sp>
        <p:nvSpPr>
          <p:cNvPr id="3" name="Content Placeholder 2">
            <a:extLst>
              <a:ext uri="{FF2B5EF4-FFF2-40B4-BE49-F238E27FC236}">
                <a16:creationId xmlns:a16="http://schemas.microsoft.com/office/drawing/2014/main" id="{F98064E1-23FA-F319-1C92-C71AE5591248}"/>
              </a:ext>
            </a:extLst>
          </p:cNvPr>
          <p:cNvSpPr>
            <a:spLocks noGrp="1"/>
          </p:cNvSpPr>
          <p:nvPr>
            <p:ph idx="1"/>
          </p:nvPr>
        </p:nvSpPr>
        <p:spPr>
          <a:xfrm>
            <a:off x="838200" y="714844"/>
            <a:ext cx="10640290" cy="5428312"/>
          </a:xfrm>
        </p:spPr>
        <p:txBody>
          <a:bodyPr>
            <a:noAutofit/>
          </a:bodyPr>
          <a:lstStyle/>
          <a:p>
            <a:r>
              <a:rPr lang="en-US" sz="2000"/>
              <a:t>The input of an NN is a bunch of numbers, signal, or a </a:t>
            </a:r>
            <a:r>
              <a:rPr lang="en-US" sz="2000" i="1"/>
              <a:t>vector</a:t>
            </a:r>
            <a:r>
              <a:rPr lang="en-US" sz="2000"/>
              <a:t>, e.g., [4,1,-3,2,1,.4,1,2,-3,…] (usually 1000’s of nums). Let’s say these are the pressure numbers of a speech wave</a:t>
            </a:r>
          </a:p>
          <a:p>
            <a:r>
              <a:rPr lang="en-US" sz="2000"/>
              <a:t>The output of the NN is a </a:t>
            </a:r>
            <a:r>
              <a:rPr lang="en-US" sz="2000" i="1"/>
              <a:t>decision</a:t>
            </a:r>
            <a:r>
              <a:rPr lang="en-US" sz="2000"/>
              <a:t> pdf: Given the signal, what’s the p(each object): p of each vowels read, rad, rude, Rud, rod </a:t>
            </a:r>
          </a:p>
          <a:p>
            <a:r>
              <a:rPr lang="en-US" sz="2000"/>
              <a:t>How? How can NNs do that? How can it </a:t>
            </a:r>
            <a:r>
              <a:rPr lang="en-US" sz="2000" i="1"/>
              <a:t>make a decision</a:t>
            </a:r>
            <a:r>
              <a:rPr lang="en-US" sz="2000"/>
              <a:t>.</a:t>
            </a:r>
          </a:p>
          <a:p>
            <a:r>
              <a:rPr lang="en-US" sz="2000"/>
              <a:t>They have </a:t>
            </a:r>
            <a:r>
              <a:rPr lang="en-US" sz="2000" i="1"/>
              <a:t>knowledge</a:t>
            </a:r>
            <a:r>
              <a:rPr lang="en-US" sz="2000"/>
              <a:t>, in a bunch of weights w’s</a:t>
            </a:r>
          </a:p>
          <a:p>
            <a:r>
              <a:rPr lang="en-US" sz="2000"/>
              <a:t>And somehow the input signal vector is combined with these w’s and a decision about the object detected is made, </a:t>
            </a:r>
            <a:r>
              <a:rPr lang="en-US" sz="2000" i="1"/>
              <a:t>eventually</a:t>
            </a:r>
            <a:r>
              <a:rPr lang="en-US" sz="2000"/>
              <a:t>, as there are many many w’s and many many calculations! Several trillion w’s and billions of calculations.</a:t>
            </a:r>
          </a:p>
          <a:p>
            <a:r>
              <a:rPr lang="en-US" sz="2000"/>
              <a:t>These magical w’s allow the NN to make decisions, but how does it know these w’s???</a:t>
            </a:r>
          </a:p>
          <a:p>
            <a:r>
              <a:rPr lang="en-US" sz="2000"/>
              <a:t>Fake it till you make it!</a:t>
            </a:r>
          </a:p>
          <a:p>
            <a:r>
              <a:rPr lang="en-US" sz="2000"/>
              <a:t>SGD for NNs. You start out with random w’s.</a:t>
            </a:r>
          </a:p>
          <a:p>
            <a:pPr marL="800100" lvl="1" indent="-342900">
              <a:buFont typeface="+mj-lt"/>
              <a:buAutoNum type="arabicPeriod"/>
            </a:pPr>
            <a:r>
              <a:rPr lang="en-US" sz="1600"/>
              <a:t>Give it a signal (let’s say we give it the vowel in </a:t>
            </a:r>
            <a:r>
              <a:rPr lang="en-US" sz="1600" i="1"/>
              <a:t>Rud)</a:t>
            </a:r>
          </a:p>
          <a:p>
            <a:pPr marL="800100" lvl="1" indent="-342900">
              <a:buFont typeface="+mj-lt"/>
              <a:buAutoNum type="arabicPeriod"/>
            </a:pPr>
            <a:r>
              <a:rPr lang="en-US" sz="1600"/>
              <a:t>Forward Propagation: It uses its stupid w’s, and it produces a pdf that doesn’t reflect reality: [.4,.1,.2,.2,.1]</a:t>
            </a:r>
          </a:p>
          <a:p>
            <a:pPr marL="800100" lvl="1" indent="-342900">
              <a:buFont typeface="+mj-lt"/>
              <a:buAutoNum type="arabicPeriod"/>
            </a:pPr>
            <a:r>
              <a:rPr lang="en-US" sz="1600"/>
              <a:t>We tell it: NO!!!!!!! You should have decided: 0,0,0,1,0], so it realizes it made a big Error or Loss</a:t>
            </a:r>
          </a:p>
          <a:p>
            <a:pPr marL="800100" lvl="1" indent="-342900">
              <a:buFont typeface="+mj-lt"/>
              <a:buAutoNum type="arabicPeriod"/>
            </a:pPr>
            <a:r>
              <a:rPr lang="en-US" sz="1600"/>
              <a:t>It improves its w’s to reduce the Loss</a:t>
            </a:r>
          </a:p>
          <a:p>
            <a:pPr marL="800100" lvl="1" indent="-342900">
              <a:buFont typeface="+mj-lt"/>
              <a:buAutoNum type="arabicPeriod"/>
            </a:pPr>
            <a:r>
              <a:rPr lang="en-US" sz="1600"/>
              <a:t>Give it another signal and repeat billions of times!</a:t>
            </a:r>
          </a:p>
          <a:p>
            <a:r>
              <a:rPr lang="en-US" sz="2000"/>
              <a:t>But what calculations are actullay made on the signal???</a:t>
            </a:r>
          </a:p>
          <a:p>
            <a:pPr lvl="1"/>
            <a:endParaRPr lang="en-US" sz="1600"/>
          </a:p>
        </p:txBody>
      </p:sp>
    </p:spTree>
    <p:extLst>
      <p:ext uri="{BB962C8B-B14F-4D97-AF65-F5344CB8AC3E}">
        <p14:creationId xmlns:p14="http://schemas.microsoft.com/office/powerpoint/2010/main" val="2122091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07B15-C70A-1EA3-192E-15C73BA7918D}"/>
              </a:ext>
            </a:extLst>
          </p:cNvPr>
          <p:cNvSpPr>
            <a:spLocks noGrp="1"/>
          </p:cNvSpPr>
          <p:nvPr>
            <p:ph type="title"/>
          </p:nvPr>
        </p:nvSpPr>
        <p:spPr/>
        <p:txBody>
          <a:bodyPr/>
          <a:lstStyle/>
          <a:p>
            <a:r>
              <a:rPr lang="en-US"/>
              <a:t>Two Huge Questions</a:t>
            </a:r>
          </a:p>
        </p:txBody>
      </p:sp>
      <p:sp>
        <p:nvSpPr>
          <p:cNvPr id="3" name="Content Placeholder 2">
            <a:extLst>
              <a:ext uri="{FF2B5EF4-FFF2-40B4-BE49-F238E27FC236}">
                <a16:creationId xmlns:a16="http://schemas.microsoft.com/office/drawing/2014/main" id="{196737BE-CF9F-D5F6-0F35-F514CF7709A2}"/>
              </a:ext>
            </a:extLst>
          </p:cNvPr>
          <p:cNvSpPr>
            <a:spLocks noGrp="1"/>
          </p:cNvSpPr>
          <p:nvPr>
            <p:ph idx="1"/>
          </p:nvPr>
        </p:nvSpPr>
        <p:spPr/>
        <p:txBody>
          <a:bodyPr/>
          <a:lstStyle/>
          <a:p>
            <a:pPr marL="514350" indent="-514350">
              <a:buFont typeface="+mj-lt"/>
              <a:buAutoNum type="arabicPeriod"/>
            </a:pPr>
            <a:r>
              <a:rPr lang="en-US" b="1"/>
              <a:t>Learning</a:t>
            </a:r>
            <a:r>
              <a:rPr lang="en-US"/>
              <a:t>: How does an NN learn the w’s? Specifically</a:t>
            </a:r>
          </a:p>
          <a:p>
            <a:pPr marL="514350" indent="-514350">
              <a:buFont typeface="+mj-lt"/>
              <a:buAutoNum type="arabicPeriod"/>
            </a:pPr>
            <a:r>
              <a:rPr lang="en-US" b="1"/>
              <a:t>Inference</a:t>
            </a:r>
            <a:r>
              <a:rPr lang="en-US"/>
              <a:t>: How does an NN combine w’s with inputs? Specifically</a:t>
            </a:r>
          </a:p>
          <a:p>
            <a:r>
              <a:rPr lang="en-US"/>
              <a:t>We will answer question 2 first, since 2 is part of 1!!!</a:t>
            </a:r>
          </a:p>
        </p:txBody>
      </p:sp>
    </p:spTree>
    <p:extLst>
      <p:ext uri="{BB962C8B-B14F-4D97-AF65-F5344CB8AC3E}">
        <p14:creationId xmlns:p14="http://schemas.microsoft.com/office/powerpoint/2010/main" val="3667375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bio_title">
            <a:extLst>
              <a:ext uri="{FF2B5EF4-FFF2-40B4-BE49-F238E27FC236}">
                <a16:creationId xmlns:a16="http://schemas.microsoft.com/office/drawing/2014/main" id="{D49259D5-A1C9-477B-BB8E-25F95F3B1712}"/>
              </a:ext>
            </a:extLst>
          </p:cNvPr>
          <p:cNvSpPr>
            <a:spLocks noGrp="1"/>
          </p:cNvSpPr>
          <p:nvPr/>
        </p:nvSpPr>
        <p:spPr>
          <a:xfrm>
            <a:off x="457200" y="266700"/>
            <a:ext cx="11277600" cy="590550"/>
          </a:xfrm>
          <a:prstGeom prst="rect">
            <a:avLst/>
          </a:prstGeom>
          <a:noFill/>
          <a:ln w="0">
            <a:noFill/>
          </a:ln>
        </p:spPr>
        <p:txBody>
          <a:bodyPr wrap="none" lIns="0" tIns="0" rIns="0" bIns="0" anchor="ctr">
            <a:noAutofit/>
          </a:bodyPr>
          <a:lstStyle/>
          <a:p>
            <a:pPr algn="ctr">
              <a:defRPr sz="3000" b="1">
                <a:solidFill>
                  <a:srgbClr val="111827"/>
                </a:solidFill>
                <a:latin typeface="Arial"/>
                <a:ea typeface="Arial"/>
                <a:cs typeface="Arial"/>
              </a:defRPr>
            </a:pPr>
            <a:r>
              <a:rPr sz="3000" b="1">
                <a:solidFill>
                  <a:srgbClr val="111827"/>
                </a:solidFill>
                <a:latin typeface="Arial"/>
                <a:ea typeface="Arial"/>
                <a:cs typeface="Arial"/>
              </a:rPr>
              <a:t>Neurons, activity, and synaptic weights</a:t>
            </a:r>
          </a:p>
        </p:txBody>
      </p:sp>
      <p:pic>
        <p:nvPicPr>
          <p:cNvPr id="54" name="cajal_image"/>
          <p:cNvPicPr>
            <a:picLocks noChangeAspect="1"/>
          </p:cNvPicPr>
          <p:nvPr/>
        </p:nvPicPr>
        <p:blipFill>
          <a:blip r:embed="rId3"/>
          <a:stretch/>
        </p:blipFill>
        <p:spPr>
          <a:xfrm>
            <a:off x="1209675" y="1239760"/>
            <a:ext cx="9772650" cy="4502305"/>
          </a:xfrm>
          <a:prstGeom prst="rect">
            <a:avLst/>
          </a:prstGeom>
        </p:spPr>
      </p:pic>
      <p:sp>
        <p:nvSpPr>
          <p:cNvPr id="3" name="source">
            <a:extLst>
              <a:ext uri="{FF2B5EF4-FFF2-40B4-BE49-F238E27FC236}">
                <a16:creationId xmlns:a16="http://schemas.microsoft.com/office/drawing/2014/main" id="{B1789192-8C07-4C5E-8E9E-456A85D4FDF1}"/>
              </a:ext>
            </a:extLst>
          </p:cNvPr>
          <p:cNvSpPr>
            <a:spLocks noGrp="1"/>
          </p:cNvSpPr>
          <p:nvPr/>
        </p:nvSpPr>
        <p:spPr>
          <a:xfrm>
            <a:off x="809625" y="6400800"/>
            <a:ext cx="10572750" cy="247650"/>
          </a:xfrm>
          <a:prstGeom prst="rect">
            <a:avLst/>
          </a:prstGeom>
          <a:noFill/>
          <a:ln w="0">
            <a:noFill/>
          </a:ln>
        </p:spPr>
        <p:txBody>
          <a:bodyPr wrap="none" lIns="0" tIns="0" rIns="0" bIns="0" anchor="ctr">
            <a:noAutofit/>
          </a:bodyPr>
          <a:lstStyle/>
          <a:p>
            <a:pPr algn="ctr">
              <a:defRPr sz="1350" b="0">
                <a:solidFill>
                  <a:srgbClr val="6C7786"/>
                </a:solidFill>
                <a:latin typeface="Arial"/>
                <a:ea typeface="Arial"/>
                <a:cs typeface="Arial"/>
              </a:defRPr>
            </a:pPr>
            <a:r>
              <a:rPr sz="1350" b="0">
                <a:solidFill>
                  <a:srgbClr val="6C7786"/>
                </a:solidFill>
                <a:latin typeface="Arial"/>
                <a:ea typeface="Arial"/>
                <a:cs typeface="Arial"/>
              </a:rPr>
              <a:t>Santiago Ramón y Cajal, Recuerdos de mi vida, vol. II (1917), fig. 40. Cropped and rotated.</a:t>
            </a:r>
          </a:p>
        </p:txBody>
      </p:sp>
      <p:sp>
        <p:nvSpPr>
          <p:cNvPr id="4" name="bio_caption">
            <a:extLst>
              <a:ext uri="{FF2B5EF4-FFF2-40B4-BE49-F238E27FC236}">
                <a16:creationId xmlns:a16="http://schemas.microsoft.com/office/drawing/2014/main" id="{B0086241-AE7C-4ECD-97C4-71596EDBEB8A}"/>
              </a:ext>
            </a:extLst>
          </p:cNvPr>
          <p:cNvSpPr>
            <a:spLocks noGrp="1"/>
          </p:cNvSpPr>
          <p:nvPr/>
        </p:nvSpPr>
        <p:spPr>
          <a:xfrm>
            <a:off x="1333500" y="5857875"/>
            <a:ext cx="9525000" cy="400050"/>
          </a:xfrm>
          <a:prstGeom prst="rect">
            <a:avLst/>
          </a:prstGeom>
          <a:noFill/>
          <a:ln w="0">
            <a:noFill/>
          </a:ln>
        </p:spPr>
        <p:txBody>
          <a:bodyPr wrap="none" lIns="0" tIns="0" rIns="0" bIns="0" anchor="ctr">
            <a:noAutofit/>
          </a:bodyPr>
          <a:lstStyle/>
          <a:p>
            <a:pPr algn="ctr">
              <a:defRPr sz="1950" b="0">
                <a:solidFill>
                  <a:srgbClr val="111827"/>
                </a:solidFill>
                <a:latin typeface="Arial"/>
                <a:ea typeface="Arial"/>
                <a:cs typeface="Arial"/>
              </a:defRPr>
            </a:pPr>
            <a:r>
              <a:rPr sz="1950" b="0">
                <a:solidFill>
                  <a:srgbClr val="111827"/>
                </a:solidFill>
                <a:latin typeface="Arial"/>
                <a:ea typeface="Arial"/>
                <a:cs typeface="Arial"/>
              </a:rPr>
              <a:t>Cajal’s retinal circuit</a:t>
            </a:r>
          </a:p>
        </p:txBody>
      </p:sp>
      <p:sp>
        <p:nvSpPr>
          <p:cNvPr id="5" name="bio_node_0">
            <a:extLst>
              <a:ext uri="{FF2B5EF4-FFF2-40B4-BE49-F238E27FC236}">
                <a16:creationId xmlns:a16="http://schemas.microsoft.com/office/drawing/2014/main" id="{3A0F976B-8792-421C-A105-4C345B26EFCA}"/>
              </a:ext>
            </a:extLst>
          </p:cNvPr>
          <p:cNvSpPr>
            <a:spLocks noGrp="1"/>
          </p:cNvSpPr>
          <p:nvPr/>
        </p:nvSpPr>
        <p:spPr>
          <a:xfrm>
            <a:off x="3369991" y="4537385"/>
            <a:ext cx="552450" cy="552450"/>
          </a:xfrm>
          <a:prstGeom prst="ellipse">
            <a:avLst/>
          </a:prstGeom>
          <a:solidFill>
            <a:srgbClr val="FFFFFF"/>
          </a:solidFill>
          <a:ln w="26670">
            <a:solidFill>
              <a:srgbClr val="111827"/>
            </a:solidFill>
          </a:ln>
        </p:spPr>
        <p:txBody>
          <a:bodyPr/>
          <a:lstStyle/>
          <a:p>
            <a:endParaRPr lang="en-US"/>
          </a:p>
        </p:txBody>
      </p:sp>
      <p:sp>
        <p:nvSpPr>
          <p:cNvPr id="6" name="bio_act_0">
            <a:extLst>
              <a:ext uri="{FF2B5EF4-FFF2-40B4-BE49-F238E27FC236}">
                <a16:creationId xmlns:a16="http://schemas.microsoft.com/office/drawing/2014/main" id="{876991AF-FCAB-4334-A2EE-CA710935E65F}"/>
              </a:ext>
            </a:extLst>
          </p:cNvPr>
          <p:cNvSpPr>
            <a:spLocks noGrp="1"/>
          </p:cNvSpPr>
          <p:nvPr/>
        </p:nvSpPr>
        <p:spPr>
          <a:xfrm>
            <a:off x="3341416" y="4565960"/>
            <a:ext cx="609600" cy="495300"/>
          </a:xfrm>
          <a:prstGeom prst="rect">
            <a:avLst/>
          </a:prstGeom>
          <a:noFill/>
          <a:ln w="0">
            <a:noFill/>
          </a:ln>
        </p:spPr>
        <p:txBody>
          <a:bodyPr wrap="none" lIns="0" tIns="0" rIns="0" bIns="0" anchor="ctr">
            <a:noAutofit/>
          </a:bodyPr>
          <a:lstStyle/>
          <a:p>
            <a:pPr algn="ctr">
              <a:defRPr sz="2775" b="1">
                <a:solidFill>
                  <a:srgbClr val="D71920"/>
                </a:solidFill>
                <a:latin typeface="Arial"/>
                <a:ea typeface="Arial"/>
                <a:cs typeface="Arial"/>
              </a:defRPr>
            </a:pPr>
            <a:r>
              <a:rPr sz="2775" b="1">
                <a:solidFill>
                  <a:srgbClr val="D71920"/>
                </a:solidFill>
                <a:latin typeface="Arial"/>
                <a:ea typeface="Arial"/>
                <a:cs typeface="Arial"/>
              </a:rPr>
              <a:t>2</a:t>
            </a:r>
          </a:p>
        </p:txBody>
      </p:sp>
      <p:sp>
        <p:nvSpPr>
          <p:cNvPr id="7" name="bio_node_1">
            <a:extLst>
              <a:ext uri="{FF2B5EF4-FFF2-40B4-BE49-F238E27FC236}">
                <a16:creationId xmlns:a16="http://schemas.microsoft.com/office/drawing/2014/main" id="{8905F82A-96BA-40E4-BDA9-C435C7BE1D04}"/>
              </a:ext>
            </a:extLst>
          </p:cNvPr>
          <p:cNvSpPr>
            <a:spLocks noGrp="1"/>
          </p:cNvSpPr>
          <p:nvPr/>
        </p:nvSpPr>
        <p:spPr>
          <a:xfrm>
            <a:off x="3343507" y="3795829"/>
            <a:ext cx="552450" cy="552450"/>
          </a:xfrm>
          <a:prstGeom prst="ellipse">
            <a:avLst/>
          </a:prstGeom>
          <a:solidFill>
            <a:srgbClr val="FFFFFF"/>
          </a:solidFill>
          <a:ln w="26670">
            <a:solidFill>
              <a:srgbClr val="111827"/>
            </a:solidFill>
          </a:ln>
        </p:spPr>
        <p:txBody>
          <a:bodyPr/>
          <a:lstStyle/>
          <a:p>
            <a:endParaRPr lang="en-US"/>
          </a:p>
        </p:txBody>
      </p:sp>
      <p:sp>
        <p:nvSpPr>
          <p:cNvPr id="8" name="bio_act_1">
            <a:extLst>
              <a:ext uri="{FF2B5EF4-FFF2-40B4-BE49-F238E27FC236}">
                <a16:creationId xmlns:a16="http://schemas.microsoft.com/office/drawing/2014/main" id="{F5F7A449-4A1B-4A3D-93C8-1CCB593ABEB7}"/>
              </a:ext>
            </a:extLst>
          </p:cNvPr>
          <p:cNvSpPr>
            <a:spLocks noGrp="1"/>
          </p:cNvSpPr>
          <p:nvPr/>
        </p:nvSpPr>
        <p:spPr>
          <a:xfrm>
            <a:off x="3314932" y="3824404"/>
            <a:ext cx="609600" cy="495300"/>
          </a:xfrm>
          <a:prstGeom prst="rect">
            <a:avLst/>
          </a:prstGeom>
          <a:noFill/>
          <a:ln w="0">
            <a:noFill/>
          </a:ln>
        </p:spPr>
        <p:txBody>
          <a:bodyPr wrap="none" lIns="0" tIns="0" rIns="0" bIns="0" anchor="ctr">
            <a:noAutofit/>
          </a:bodyPr>
          <a:lstStyle/>
          <a:p>
            <a:pPr algn="ctr">
              <a:defRPr sz="2775" b="1">
                <a:solidFill>
                  <a:srgbClr val="155ACB"/>
                </a:solidFill>
                <a:latin typeface="Arial"/>
                <a:ea typeface="Arial"/>
                <a:cs typeface="Arial"/>
              </a:defRPr>
            </a:pPr>
            <a:r>
              <a:rPr sz="2775" b="1">
                <a:solidFill>
                  <a:srgbClr val="155ACB"/>
                </a:solidFill>
                <a:latin typeface="Arial"/>
                <a:ea typeface="Arial"/>
                <a:cs typeface="Arial"/>
              </a:rPr>
              <a:t>−1</a:t>
            </a:r>
          </a:p>
        </p:txBody>
      </p:sp>
      <p:sp>
        <p:nvSpPr>
          <p:cNvPr id="9" name="bio_node_2">
            <a:extLst>
              <a:ext uri="{FF2B5EF4-FFF2-40B4-BE49-F238E27FC236}">
                <a16:creationId xmlns:a16="http://schemas.microsoft.com/office/drawing/2014/main" id="{A96C3825-7E60-40F5-86E3-CA8B9104B429}"/>
              </a:ext>
            </a:extLst>
          </p:cNvPr>
          <p:cNvSpPr>
            <a:spLocks noGrp="1"/>
          </p:cNvSpPr>
          <p:nvPr/>
        </p:nvSpPr>
        <p:spPr>
          <a:xfrm>
            <a:off x="3369991" y="3080757"/>
            <a:ext cx="552450" cy="552450"/>
          </a:xfrm>
          <a:prstGeom prst="ellipse">
            <a:avLst/>
          </a:prstGeom>
          <a:solidFill>
            <a:srgbClr val="FFFFFF"/>
          </a:solidFill>
          <a:ln w="26670">
            <a:solidFill>
              <a:srgbClr val="111827"/>
            </a:solidFill>
          </a:ln>
        </p:spPr>
        <p:txBody>
          <a:bodyPr/>
          <a:lstStyle/>
          <a:p>
            <a:endParaRPr lang="en-US"/>
          </a:p>
        </p:txBody>
      </p:sp>
      <p:sp>
        <p:nvSpPr>
          <p:cNvPr id="10" name="bio_act_2">
            <a:extLst>
              <a:ext uri="{FF2B5EF4-FFF2-40B4-BE49-F238E27FC236}">
                <a16:creationId xmlns:a16="http://schemas.microsoft.com/office/drawing/2014/main" id="{6AA3F5D3-0172-4028-AD52-38B88B200061}"/>
              </a:ext>
            </a:extLst>
          </p:cNvPr>
          <p:cNvSpPr>
            <a:spLocks noGrp="1"/>
          </p:cNvSpPr>
          <p:nvPr/>
        </p:nvSpPr>
        <p:spPr>
          <a:xfrm>
            <a:off x="3341416" y="3109332"/>
            <a:ext cx="609600" cy="495300"/>
          </a:xfrm>
          <a:prstGeom prst="rect">
            <a:avLst/>
          </a:prstGeom>
          <a:noFill/>
          <a:ln w="0">
            <a:noFill/>
          </a:ln>
        </p:spPr>
        <p:txBody>
          <a:bodyPr wrap="none" lIns="0" tIns="0" rIns="0" bIns="0" anchor="ctr">
            <a:noAutofit/>
          </a:bodyPr>
          <a:lstStyle/>
          <a:p>
            <a:pPr algn="ctr">
              <a:defRPr sz="2775" b="1">
                <a:solidFill>
                  <a:srgbClr val="D71920"/>
                </a:solidFill>
                <a:latin typeface="Arial"/>
                <a:ea typeface="Arial"/>
                <a:cs typeface="Arial"/>
              </a:defRPr>
            </a:pPr>
            <a:r>
              <a:rPr sz="2775" b="1">
                <a:solidFill>
                  <a:srgbClr val="D71920"/>
                </a:solidFill>
                <a:latin typeface="Arial"/>
                <a:ea typeface="Arial"/>
                <a:cs typeface="Arial"/>
              </a:rPr>
              <a:t>3</a:t>
            </a:r>
          </a:p>
        </p:txBody>
      </p:sp>
      <p:sp>
        <p:nvSpPr>
          <p:cNvPr id="11" name="bio_node_3">
            <a:extLst>
              <a:ext uri="{FF2B5EF4-FFF2-40B4-BE49-F238E27FC236}">
                <a16:creationId xmlns:a16="http://schemas.microsoft.com/office/drawing/2014/main" id="{28BB7833-7543-4D14-9ACF-EB3F3971E4C0}"/>
              </a:ext>
            </a:extLst>
          </p:cNvPr>
          <p:cNvSpPr>
            <a:spLocks noGrp="1"/>
          </p:cNvSpPr>
          <p:nvPr/>
        </p:nvSpPr>
        <p:spPr>
          <a:xfrm>
            <a:off x="3422960" y="1915454"/>
            <a:ext cx="552450" cy="552450"/>
          </a:xfrm>
          <a:prstGeom prst="ellipse">
            <a:avLst/>
          </a:prstGeom>
          <a:solidFill>
            <a:srgbClr val="FFFFFF"/>
          </a:solidFill>
          <a:ln w="26670">
            <a:solidFill>
              <a:srgbClr val="111827"/>
            </a:solidFill>
          </a:ln>
        </p:spPr>
        <p:txBody>
          <a:bodyPr/>
          <a:lstStyle/>
          <a:p>
            <a:endParaRPr lang="en-US"/>
          </a:p>
        </p:txBody>
      </p:sp>
      <p:sp>
        <p:nvSpPr>
          <p:cNvPr id="12" name="bio_act_3">
            <a:extLst>
              <a:ext uri="{FF2B5EF4-FFF2-40B4-BE49-F238E27FC236}">
                <a16:creationId xmlns:a16="http://schemas.microsoft.com/office/drawing/2014/main" id="{9B55E457-DB30-426E-9457-348CAD17E53F}"/>
              </a:ext>
            </a:extLst>
          </p:cNvPr>
          <p:cNvSpPr>
            <a:spLocks noGrp="1"/>
          </p:cNvSpPr>
          <p:nvPr/>
        </p:nvSpPr>
        <p:spPr>
          <a:xfrm>
            <a:off x="3394385" y="1944029"/>
            <a:ext cx="609600" cy="495300"/>
          </a:xfrm>
          <a:prstGeom prst="rect">
            <a:avLst/>
          </a:prstGeom>
          <a:noFill/>
          <a:ln w="0">
            <a:noFill/>
          </a:ln>
        </p:spPr>
        <p:txBody>
          <a:bodyPr wrap="none" lIns="0" tIns="0" rIns="0" bIns="0" anchor="ctr">
            <a:noAutofit/>
          </a:bodyPr>
          <a:lstStyle/>
          <a:p>
            <a:pPr algn="ctr">
              <a:defRPr sz="2775" b="1">
                <a:solidFill>
                  <a:srgbClr val="155ACB"/>
                </a:solidFill>
                <a:latin typeface="Arial"/>
                <a:ea typeface="Arial"/>
                <a:cs typeface="Arial"/>
              </a:defRPr>
            </a:pPr>
            <a:r>
              <a:rPr sz="2775" b="1">
                <a:solidFill>
                  <a:srgbClr val="155ACB"/>
                </a:solidFill>
                <a:latin typeface="Arial"/>
                <a:ea typeface="Arial"/>
                <a:cs typeface="Arial"/>
              </a:rPr>
              <a:t>−2</a:t>
            </a:r>
          </a:p>
        </p:txBody>
      </p:sp>
      <p:sp>
        <p:nvSpPr>
          <p:cNvPr id="13" name="bio_node_4">
            <a:extLst>
              <a:ext uri="{FF2B5EF4-FFF2-40B4-BE49-F238E27FC236}">
                <a16:creationId xmlns:a16="http://schemas.microsoft.com/office/drawing/2014/main" id="{63383F66-44FE-4A07-8695-B51A8F83BE1C}"/>
              </a:ext>
            </a:extLst>
          </p:cNvPr>
          <p:cNvSpPr>
            <a:spLocks noGrp="1"/>
          </p:cNvSpPr>
          <p:nvPr/>
        </p:nvSpPr>
        <p:spPr>
          <a:xfrm>
            <a:off x="5170913" y="4537385"/>
            <a:ext cx="552450" cy="552450"/>
          </a:xfrm>
          <a:prstGeom prst="ellipse">
            <a:avLst/>
          </a:prstGeom>
          <a:solidFill>
            <a:srgbClr val="FFFFFF"/>
          </a:solidFill>
          <a:ln w="26670">
            <a:solidFill>
              <a:srgbClr val="111827"/>
            </a:solidFill>
          </a:ln>
        </p:spPr>
        <p:txBody>
          <a:bodyPr/>
          <a:lstStyle/>
          <a:p>
            <a:endParaRPr lang="en-US"/>
          </a:p>
        </p:txBody>
      </p:sp>
      <p:sp>
        <p:nvSpPr>
          <p:cNvPr id="14" name="bio_act_4">
            <a:extLst>
              <a:ext uri="{FF2B5EF4-FFF2-40B4-BE49-F238E27FC236}">
                <a16:creationId xmlns:a16="http://schemas.microsoft.com/office/drawing/2014/main" id="{9971C758-7EEF-42A0-A1F1-CB167AAC1596}"/>
              </a:ext>
            </a:extLst>
          </p:cNvPr>
          <p:cNvSpPr>
            <a:spLocks noGrp="1"/>
          </p:cNvSpPr>
          <p:nvPr/>
        </p:nvSpPr>
        <p:spPr>
          <a:xfrm>
            <a:off x="5142338" y="4565960"/>
            <a:ext cx="609600" cy="495300"/>
          </a:xfrm>
          <a:prstGeom prst="rect">
            <a:avLst/>
          </a:prstGeom>
          <a:noFill/>
          <a:ln w="0">
            <a:noFill/>
          </a:ln>
        </p:spPr>
        <p:txBody>
          <a:bodyPr wrap="none" lIns="0" tIns="0" rIns="0" bIns="0" anchor="ctr">
            <a:noAutofit/>
          </a:bodyPr>
          <a:lstStyle/>
          <a:p>
            <a:pPr algn="ctr">
              <a:defRPr sz="2775" b="1">
                <a:solidFill>
                  <a:srgbClr val="D71920"/>
                </a:solidFill>
                <a:latin typeface="Arial"/>
                <a:ea typeface="Arial"/>
                <a:cs typeface="Arial"/>
              </a:defRPr>
            </a:pPr>
            <a:r>
              <a:rPr sz="2775" b="1">
                <a:solidFill>
                  <a:srgbClr val="D71920"/>
                </a:solidFill>
                <a:latin typeface="Arial"/>
                <a:ea typeface="Arial"/>
                <a:cs typeface="Arial"/>
              </a:rPr>
              <a:t>1</a:t>
            </a:r>
          </a:p>
        </p:txBody>
      </p:sp>
      <p:sp>
        <p:nvSpPr>
          <p:cNvPr id="15" name="bio_node_5">
            <a:extLst>
              <a:ext uri="{FF2B5EF4-FFF2-40B4-BE49-F238E27FC236}">
                <a16:creationId xmlns:a16="http://schemas.microsoft.com/office/drawing/2014/main" id="{F439C2FD-00B5-47B4-A384-CE9C8CB25F99}"/>
              </a:ext>
            </a:extLst>
          </p:cNvPr>
          <p:cNvSpPr>
            <a:spLocks noGrp="1"/>
          </p:cNvSpPr>
          <p:nvPr/>
        </p:nvSpPr>
        <p:spPr>
          <a:xfrm>
            <a:off x="5356302" y="3186693"/>
            <a:ext cx="552450" cy="552450"/>
          </a:xfrm>
          <a:prstGeom prst="ellipse">
            <a:avLst/>
          </a:prstGeom>
          <a:solidFill>
            <a:srgbClr val="FFFFFF"/>
          </a:solidFill>
          <a:ln w="26670">
            <a:solidFill>
              <a:srgbClr val="111827"/>
            </a:solidFill>
          </a:ln>
        </p:spPr>
        <p:txBody>
          <a:bodyPr/>
          <a:lstStyle/>
          <a:p>
            <a:endParaRPr lang="en-US"/>
          </a:p>
        </p:txBody>
      </p:sp>
      <p:sp>
        <p:nvSpPr>
          <p:cNvPr id="16" name="bio_act_5">
            <a:extLst>
              <a:ext uri="{FF2B5EF4-FFF2-40B4-BE49-F238E27FC236}">
                <a16:creationId xmlns:a16="http://schemas.microsoft.com/office/drawing/2014/main" id="{4E3EB41E-AF3A-4427-95E7-C6C1A3F1BD0C}"/>
              </a:ext>
            </a:extLst>
          </p:cNvPr>
          <p:cNvSpPr>
            <a:spLocks noGrp="1"/>
          </p:cNvSpPr>
          <p:nvPr/>
        </p:nvSpPr>
        <p:spPr>
          <a:xfrm>
            <a:off x="5327727" y="3215268"/>
            <a:ext cx="609600" cy="495300"/>
          </a:xfrm>
          <a:prstGeom prst="rect">
            <a:avLst/>
          </a:prstGeom>
          <a:noFill/>
          <a:ln w="0">
            <a:noFill/>
          </a:ln>
        </p:spPr>
        <p:txBody>
          <a:bodyPr wrap="none" lIns="0" tIns="0" rIns="0" bIns="0" anchor="ctr">
            <a:noAutofit/>
          </a:bodyPr>
          <a:lstStyle/>
          <a:p>
            <a:pPr algn="ctr">
              <a:defRPr sz="2775" b="1">
                <a:solidFill>
                  <a:srgbClr val="155ACB"/>
                </a:solidFill>
                <a:latin typeface="Arial"/>
                <a:ea typeface="Arial"/>
                <a:cs typeface="Arial"/>
              </a:defRPr>
            </a:pPr>
            <a:r>
              <a:rPr sz="2775" b="1">
                <a:solidFill>
                  <a:srgbClr val="155ACB"/>
                </a:solidFill>
                <a:latin typeface="Arial"/>
                <a:ea typeface="Arial"/>
                <a:cs typeface="Arial"/>
              </a:rPr>
              <a:t>−2</a:t>
            </a:r>
          </a:p>
        </p:txBody>
      </p:sp>
      <p:sp>
        <p:nvSpPr>
          <p:cNvPr id="17" name="bio_node_6">
            <a:extLst>
              <a:ext uri="{FF2B5EF4-FFF2-40B4-BE49-F238E27FC236}">
                <a16:creationId xmlns:a16="http://schemas.microsoft.com/office/drawing/2014/main" id="{DD013EF4-605E-438A-AA8B-B019A2C9DB3E}"/>
              </a:ext>
            </a:extLst>
          </p:cNvPr>
          <p:cNvSpPr>
            <a:spLocks noGrp="1"/>
          </p:cNvSpPr>
          <p:nvPr/>
        </p:nvSpPr>
        <p:spPr>
          <a:xfrm>
            <a:off x="5462239" y="1783034"/>
            <a:ext cx="552450" cy="552450"/>
          </a:xfrm>
          <a:prstGeom prst="ellipse">
            <a:avLst/>
          </a:prstGeom>
          <a:solidFill>
            <a:srgbClr val="FFFFFF"/>
          </a:solidFill>
          <a:ln w="26670">
            <a:solidFill>
              <a:srgbClr val="111827"/>
            </a:solidFill>
          </a:ln>
        </p:spPr>
        <p:txBody>
          <a:bodyPr/>
          <a:lstStyle/>
          <a:p>
            <a:endParaRPr lang="en-US"/>
          </a:p>
        </p:txBody>
      </p:sp>
      <p:sp>
        <p:nvSpPr>
          <p:cNvPr id="18" name="bio_act_6">
            <a:extLst>
              <a:ext uri="{FF2B5EF4-FFF2-40B4-BE49-F238E27FC236}">
                <a16:creationId xmlns:a16="http://schemas.microsoft.com/office/drawing/2014/main" id="{A12D20FF-A48E-4D80-AAED-A393C7032421}"/>
              </a:ext>
            </a:extLst>
          </p:cNvPr>
          <p:cNvSpPr>
            <a:spLocks noGrp="1"/>
          </p:cNvSpPr>
          <p:nvPr/>
        </p:nvSpPr>
        <p:spPr>
          <a:xfrm>
            <a:off x="5433664" y="1811609"/>
            <a:ext cx="609600" cy="495300"/>
          </a:xfrm>
          <a:prstGeom prst="rect">
            <a:avLst/>
          </a:prstGeom>
          <a:noFill/>
          <a:ln w="0">
            <a:noFill/>
          </a:ln>
        </p:spPr>
        <p:txBody>
          <a:bodyPr wrap="none" lIns="0" tIns="0" rIns="0" bIns="0" anchor="ctr">
            <a:noAutofit/>
          </a:bodyPr>
          <a:lstStyle/>
          <a:p>
            <a:pPr algn="ctr">
              <a:defRPr sz="2775" b="1">
                <a:solidFill>
                  <a:srgbClr val="D71920"/>
                </a:solidFill>
                <a:latin typeface="Arial"/>
                <a:ea typeface="Arial"/>
                <a:cs typeface="Arial"/>
              </a:defRPr>
            </a:pPr>
            <a:r>
              <a:rPr sz="2775" b="1">
                <a:solidFill>
                  <a:srgbClr val="D71920"/>
                </a:solidFill>
                <a:latin typeface="Arial"/>
                <a:ea typeface="Arial"/>
                <a:cs typeface="Arial"/>
              </a:rPr>
              <a:t>3</a:t>
            </a:r>
          </a:p>
        </p:txBody>
      </p:sp>
      <p:sp>
        <p:nvSpPr>
          <p:cNvPr id="19" name="bio_node_7">
            <a:extLst>
              <a:ext uri="{FF2B5EF4-FFF2-40B4-BE49-F238E27FC236}">
                <a16:creationId xmlns:a16="http://schemas.microsoft.com/office/drawing/2014/main" id="{D2A63CA1-F701-4F21-B3D2-9BF4F4ECA43C}"/>
              </a:ext>
            </a:extLst>
          </p:cNvPr>
          <p:cNvSpPr>
            <a:spLocks noGrp="1"/>
          </p:cNvSpPr>
          <p:nvPr/>
        </p:nvSpPr>
        <p:spPr>
          <a:xfrm>
            <a:off x="5912470" y="3848797"/>
            <a:ext cx="552450" cy="552450"/>
          </a:xfrm>
          <a:prstGeom prst="ellipse">
            <a:avLst/>
          </a:prstGeom>
          <a:solidFill>
            <a:srgbClr val="FFFFFF"/>
          </a:solidFill>
          <a:ln w="26670">
            <a:solidFill>
              <a:srgbClr val="111827"/>
            </a:solidFill>
          </a:ln>
        </p:spPr>
        <p:txBody>
          <a:bodyPr/>
          <a:lstStyle/>
          <a:p>
            <a:endParaRPr lang="en-US"/>
          </a:p>
        </p:txBody>
      </p:sp>
      <p:sp>
        <p:nvSpPr>
          <p:cNvPr id="20" name="bio_act_7">
            <a:extLst>
              <a:ext uri="{FF2B5EF4-FFF2-40B4-BE49-F238E27FC236}">
                <a16:creationId xmlns:a16="http://schemas.microsoft.com/office/drawing/2014/main" id="{52C38C00-E8E9-4312-9BFC-8602C0DABE19}"/>
              </a:ext>
            </a:extLst>
          </p:cNvPr>
          <p:cNvSpPr>
            <a:spLocks noGrp="1"/>
          </p:cNvSpPr>
          <p:nvPr/>
        </p:nvSpPr>
        <p:spPr>
          <a:xfrm>
            <a:off x="5883895" y="3877372"/>
            <a:ext cx="609600" cy="495300"/>
          </a:xfrm>
          <a:prstGeom prst="rect">
            <a:avLst/>
          </a:prstGeom>
          <a:noFill/>
          <a:ln w="0">
            <a:noFill/>
          </a:ln>
        </p:spPr>
        <p:txBody>
          <a:bodyPr wrap="none" lIns="0" tIns="0" rIns="0" bIns="0" anchor="ctr">
            <a:noAutofit/>
          </a:bodyPr>
          <a:lstStyle/>
          <a:p>
            <a:pPr algn="ctr">
              <a:defRPr sz="2775" b="1">
                <a:solidFill>
                  <a:srgbClr val="D71920"/>
                </a:solidFill>
                <a:latin typeface="Arial"/>
                <a:ea typeface="Arial"/>
                <a:cs typeface="Arial"/>
              </a:defRPr>
            </a:pPr>
            <a:r>
              <a:rPr sz="2775" b="1">
                <a:solidFill>
                  <a:srgbClr val="D71920"/>
                </a:solidFill>
                <a:latin typeface="Arial"/>
                <a:ea typeface="Arial"/>
                <a:cs typeface="Arial"/>
              </a:rPr>
              <a:t>1</a:t>
            </a:r>
          </a:p>
        </p:txBody>
      </p:sp>
      <p:sp>
        <p:nvSpPr>
          <p:cNvPr id="21" name="bio_node_8">
            <a:extLst>
              <a:ext uri="{FF2B5EF4-FFF2-40B4-BE49-F238E27FC236}">
                <a16:creationId xmlns:a16="http://schemas.microsoft.com/office/drawing/2014/main" id="{67EE73B0-3D6A-4DB6-A4BF-041DFE50BD98}"/>
              </a:ext>
            </a:extLst>
          </p:cNvPr>
          <p:cNvSpPr>
            <a:spLocks noGrp="1"/>
          </p:cNvSpPr>
          <p:nvPr/>
        </p:nvSpPr>
        <p:spPr>
          <a:xfrm>
            <a:off x="9620250" y="3716376"/>
            <a:ext cx="552450" cy="552450"/>
          </a:xfrm>
          <a:prstGeom prst="ellipse">
            <a:avLst/>
          </a:prstGeom>
          <a:solidFill>
            <a:srgbClr val="FFFFFF"/>
          </a:solidFill>
          <a:ln w="26670">
            <a:solidFill>
              <a:srgbClr val="111827"/>
            </a:solidFill>
          </a:ln>
        </p:spPr>
        <p:txBody>
          <a:bodyPr/>
          <a:lstStyle/>
          <a:p>
            <a:endParaRPr lang="en-US"/>
          </a:p>
        </p:txBody>
      </p:sp>
      <p:sp>
        <p:nvSpPr>
          <p:cNvPr id="22" name="bio_act_8">
            <a:extLst>
              <a:ext uri="{FF2B5EF4-FFF2-40B4-BE49-F238E27FC236}">
                <a16:creationId xmlns:a16="http://schemas.microsoft.com/office/drawing/2014/main" id="{DE1CE15B-7205-4974-861C-75DED383BF21}"/>
              </a:ext>
            </a:extLst>
          </p:cNvPr>
          <p:cNvSpPr>
            <a:spLocks noGrp="1"/>
          </p:cNvSpPr>
          <p:nvPr/>
        </p:nvSpPr>
        <p:spPr>
          <a:xfrm>
            <a:off x="9591675" y="3744951"/>
            <a:ext cx="609600" cy="495300"/>
          </a:xfrm>
          <a:prstGeom prst="rect">
            <a:avLst/>
          </a:prstGeom>
          <a:noFill/>
          <a:ln w="0">
            <a:noFill/>
          </a:ln>
        </p:spPr>
        <p:txBody>
          <a:bodyPr wrap="none" lIns="0" tIns="0" rIns="0" bIns="0" anchor="ctr">
            <a:noAutofit/>
          </a:bodyPr>
          <a:lstStyle/>
          <a:p>
            <a:pPr algn="ctr">
              <a:defRPr sz="2775" b="1">
                <a:solidFill>
                  <a:srgbClr val="D71920"/>
                </a:solidFill>
                <a:latin typeface="Arial"/>
                <a:ea typeface="Arial"/>
                <a:cs typeface="Arial"/>
              </a:defRPr>
            </a:pPr>
            <a:r>
              <a:rPr sz="2775" b="1">
                <a:solidFill>
                  <a:srgbClr val="D71920"/>
                </a:solidFill>
                <a:latin typeface="Arial"/>
                <a:ea typeface="Arial"/>
                <a:cs typeface="Arial"/>
              </a:rPr>
              <a:t>2</a:t>
            </a:r>
          </a:p>
        </p:txBody>
      </p:sp>
      <p:sp>
        <p:nvSpPr>
          <p:cNvPr id="23" name="syn_arrow_0">
            <a:extLst>
              <a:ext uri="{FF2B5EF4-FFF2-40B4-BE49-F238E27FC236}">
                <a16:creationId xmlns:a16="http://schemas.microsoft.com/office/drawing/2014/main" id="{357ABD10-8B31-494D-B65E-F9C8C031F571}"/>
              </a:ext>
            </a:extLst>
          </p:cNvPr>
          <p:cNvSpPr>
            <a:spLocks noGrp="1"/>
          </p:cNvSpPr>
          <p:nvPr/>
        </p:nvSpPr>
        <p:spPr>
          <a:xfrm>
            <a:off x="4282068" y="4682351"/>
            <a:ext cx="476250" cy="209550"/>
          </a:xfrm>
          <a:prstGeom prst="rightArrow">
            <a:avLst/>
          </a:prstGeom>
          <a:solidFill>
            <a:srgbClr val="F4A000"/>
          </a:solidFill>
          <a:ln w="9525">
            <a:solidFill>
              <a:srgbClr val="F4A000"/>
            </a:solidFill>
          </a:ln>
        </p:spPr>
        <p:txBody>
          <a:bodyPr/>
          <a:lstStyle/>
          <a:p>
            <a:endParaRPr lang="en-US"/>
          </a:p>
        </p:txBody>
      </p:sp>
      <p:sp>
        <p:nvSpPr>
          <p:cNvPr id="24" name="syn_w_0">
            <a:extLst>
              <a:ext uri="{FF2B5EF4-FFF2-40B4-BE49-F238E27FC236}">
                <a16:creationId xmlns:a16="http://schemas.microsoft.com/office/drawing/2014/main" id="{3C95A971-53A8-4077-BA0F-A37281DCA57D}"/>
              </a:ext>
            </a:extLst>
          </p:cNvPr>
          <p:cNvSpPr>
            <a:spLocks noGrp="1"/>
          </p:cNvSpPr>
          <p:nvPr/>
        </p:nvSpPr>
        <p:spPr>
          <a:xfrm>
            <a:off x="4234443" y="4491851"/>
            <a:ext cx="571500" cy="590550"/>
          </a:xfrm>
          <a:prstGeom prst="rect">
            <a:avLst/>
          </a:prstGeom>
          <a:solidFill>
            <a:srgbClr val="FFFFFF"/>
          </a:solidFill>
          <a:ln w="0">
            <a:noFill/>
          </a:ln>
        </p:spPr>
        <p:txBody>
          <a:bodyPr wrap="none" lIns="0" tIns="0" rIns="0" bIns="0" anchor="ctr">
            <a:noAutofit/>
          </a:bodyPr>
          <a:lstStyle/>
          <a:p>
            <a:pPr algn="ctr">
              <a:defRPr sz="3300" b="1">
                <a:solidFill>
                  <a:srgbClr val="111827"/>
                </a:solidFill>
                <a:latin typeface="Arial"/>
                <a:ea typeface="Arial"/>
                <a:cs typeface="Arial"/>
              </a:defRPr>
            </a:pPr>
            <a:r>
              <a:rPr sz="3300" b="1">
                <a:solidFill>
                  <a:srgbClr val="111827"/>
                </a:solidFill>
                <a:latin typeface="Arial"/>
                <a:ea typeface="Arial"/>
                <a:cs typeface="Arial"/>
              </a:rPr>
              <a:t>w</a:t>
            </a:r>
          </a:p>
        </p:txBody>
      </p:sp>
      <p:sp>
        <p:nvSpPr>
          <p:cNvPr id="25" name="syn_weight_0">
            <a:extLst>
              <a:ext uri="{FF2B5EF4-FFF2-40B4-BE49-F238E27FC236}">
                <a16:creationId xmlns:a16="http://schemas.microsoft.com/office/drawing/2014/main" id="{C1E1978A-B33B-4B8F-875C-41CDB5CA30C9}"/>
              </a:ext>
            </a:extLst>
          </p:cNvPr>
          <p:cNvSpPr>
            <a:spLocks noGrp="1"/>
          </p:cNvSpPr>
          <p:nvPr/>
        </p:nvSpPr>
        <p:spPr>
          <a:xfrm>
            <a:off x="4177293" y="4529951"/>
            <a:ext cx="685800" cy="514350"/>
          </a:xfrm>
          <a:prstGeom prst="rect">
            <a:avLst/>
          </a:prstGeom>
          <a:solidFill>
            <a:srgbClr val="FFFFFF"/>
          </a:solidFill>
          <a:ln w="0">
            <a:noFill/>
          </a:ln>
        </p:spPr>
        <p:txBody>
          <a:bodyPr wrap="none" lIns="0" tIns="0" rIns="0" bIns="0" anchor="ctr">
            <a:noAutofit/>
          </a:bodyPr>
          <a:lstStyle/>
          <a:p>
            <a:pPr algn="ctr">
              <a:defRPr sz="2850" b="1">
                <a:solidFill>
                  <a:srgbClr val="C0009A"/>
                </a:solidFill>
                <a:latin typeface="Arial"/>
                <a:ea typeface="Arial"/>
                <a:cs typeface="Arial"/>
              </a:defRPr>
            </a:pPr>
            <a:r>
              <a:rPr sz="2850" b="1">
                <a:solidFill>
                  <a:srgbClr val="C0009A"/>
                </a:solidFill>
                <a:latin typeface="Arial"/>
                <a:ea typeface="Arial"/>
                <a:cs typeface="Arial"/>
              </a:rPr>
              <a:t>+2</a:t>
            </a:r>
          </a:p>
        </p:txBody>
      </p:sp>
      <p:sp>
        <p:nvSpPr>
          <p:cNvPr id="26" name="syn_arrow_1">
            <a:extLst>
              <a:ext uri="{FF2B5EF4-FFF2-40B4-BE49-F238E27FC236}">
                <a16:creationId xmlns:a16="http://schemas.microsoft.com/office/drawing/2014/main" id="{9BF6D8CE-7F53-42B5-93D1-C6957BAC85B1}"/>
              </a:ext>
            </a:extLst>
          </p:cNvPr>
          <p:cNvSpPr>
            <a:spLocks noGrp="1"/>
          </p:cNvSpPr>
          <p:nvPr/>
        </p:nvSpPr>
        <p:spPr>
          <a:xfrm>
            <a:off x="4282068" y="3331659"/>
            <a:ext cx="476250" cy="209550"/>
          </a:xfrm>
          <a:prstGeom prst="rightArrow">
            <a:avLst/>
          </a:prstGeom>
          <a:solidFill>
            <a:srgbClr val="F4A000"/>
          </a:solidFill>
          <a:ln w="9525">
            <a:solidFill>
              <a:srgbClr val="F4A000"/>
            </a:solidFill>
          </a:ln>
        </p:spPr>
        <p:txBody>
          <a:bodyPr/>
          <a:lstStyle/>
          <a:p>
            <a:endParaRPr lang="en-US"/>
          </a:p>
        </p:txBody>
      </p:sp>
      <p:sp>
        <p:nvSpPr>
          <p:cNvPr id="27" name="syn_w_1">
            <a:extLst>
              <a:ext uri="{FF2B5EF4-FFF2-40B4-BE49-F238E27FC236}">
                <a16:creationId xmlns:a16="http://schemas.microsoft.com/office/drawing/2014/main" id="{CF5E931B-200B-48D0-9D8B-656C61311115}"/>
              </a:ext>
            </a:extLst>
          </p:cNvPr>
          <p:cNvSpPr>
            <a:spLocks noGrp="1"/>
          </p:cNvSpPr>
          <p:nvPr/>
        </p:nvSpPr>
        <p:spPr>
          <a:xfrm>
            <a:off x="4234443" y="3141159"/>
            <a:ext cx="571500" cy="590550"/>
          </a:xfrm>
          <a:prstGeom prst="rect">
            <a:avLst/>
          </a:prstGeom>
          <a:solidFill>
            <a:srgbClr val="FFFFFF"/>
          </a:solidFill>
          <a:ln w="0">
            <a:noFill/>
          </a:ln>
        </p:spPr>
        <p:txBody>
          <a:bodyPr wrap="none" lIns="0" tIns="0" rIns="0" bIns="0" anchor="ctr">
            <a:noAutofit/>
          </a:bodyPr>
          <a:lstStyle/>
          <a:p>
            <a:pPr algn="ctr">
              <a:defRPr sz="3300" b="1">
                <a:solidFill>
                  <a:srgbClr val="111827"/>
                </a:solidFill>
                <a:latin typeface="Arial"/>
                <a:ea typeface="Arial"/>
                <a:cs typeface="Arial"/>
              </a:defRPr>
            </a:pPr>
            <a:r>
              <a:rPr sz="3300" b="1">
                <a:solidFill>
                  <a:srgbClr val="111827"/>
                </a:solidFill>
                <a:latin typeface="Arial"/>
                <a:ea typeface="Arial"/>
                <a:cs typeface="Arial"/>
              </a:rPr>
              <a:t>w</a:t>
            </a:r>
          </a:p>
        </p:txBody>
      </p:sp>
      <p:sp>
        <p:nvSpPr>
          <p:cNvPr id="28" name="syn_weight_1">
            <a:extLst>
              <a:ext uri="{FF2B5EF4-FFF2-40B4-BE49-F238E27FC236}">
                <a16:creationId xmlns:a16="http://schemas.microsoft.com/office/drawing/2014/main" id="{050C130B-BA63-436F-B067-DAD2949201D9}"/>
              </a:ext>
            </a:extLst>
          </p:cNvPr>
          <p:cNvSpPr>
            <a:spLocks noGrp="1"/>
          </p:cNvSpPr>
          <p:nvPr/>
        </p:nvSpPr>
        <p:spPr>
          <a:xfrm>
            <a:off x="4177293" y="3179259"/>
            <a:ext cx="685800" cy="514350"/>
          </a:xfrm>
          <a:prstGeom prst="rect">
            <a:avLst/>
          </a:prstGeom>
          <a:solidFill>
            <a:srgbClr val="FFFFFF"/>
          </a:solidFill>
          <a:ln w="0">
            <a:noFill/>
          </a:ln>
        </p:spPr>
        <p:txBody>
          <a:bodyPr wrap="none" lIns="0" tIns="0" rIns="0" bIns="0" anchor="ctr">
            <a:noAutofit/>
          </a:bodyPr>
          <a:lstStyle/>
          <a:p>
            <a:pPr algn="ctr">
              <a:defRPr sz="2850" b="1">
                <a:solidFill>
                  <a:srgbClr val="0099BD"/>
                </a:solidFill>
                <a:latin typeface="Arial"/>
                <a:ea typeface="Arial"/>
                <a:cs typeface="Arial"/>
              </a:defRPr>
            </a:pPr>
            <a:r>
              <a:rPr sz="2850" b="1">
                <a:solidFill>
                  <a:srgbClr val="0099BD"/>
                </a:solidFill>
                <a:latin typeface="Arial"/>
                <a:ea typeface="Arial"/>
                <a:cs typeface="Arial"/>
              </a:rPr>
              <a:t>−1</a:t>
            </a:r>
          </a:p>
        </p:txBody>
      </p:sp>
      <p:sp>
        <p:nvSpPr>
          <p:cNvPr id="29" name="syn_arrow_2">
            <a:extLst>
              <a:ext uri="{FF2B5EF4-FFF2-40B4-BE49-F238E27FC236}">
                <a16:creationId xmlns:a16="http://schemas.microsoft.com/office/drawing/2014/main" id="{4AE5692E-4DBC-473B-863D-B78668F50343}"/>
              </a:ext>
            </a:extLst>
          </p:cNvPr>
          <p:cNvSpPr>
            <a:spLocks noGrp="1"/>
          </p:cNvSpPr>
          <p:nvPr/>
        </p:nvSpPr>
        <p:spPr>
          <a:xfrm>
            <a:off x="7221809" y="4682351"/>
            <a:ext cx="476250" cy="209550"/>
          </a:xfrm>
          <a:prstGeom prst="rightArrow">
            <a:avLst/>
          </a:prstGeom>
          <a:solidFill>
            <a:srgbClr val="F4A000"/>
          </a:solidFill>
          <a:ln w="9525">
            <a:solidFill>
              <a:srgbClr val="F4A000"/>
            </a:solidFill>
          </a:ln>
        </p:spPr>
        <p:txBody>
          <a:bodyPr/>
          <a:lstStyle/>
          <a:p>
            <a:endParaRPr lang="en-US"/>
          </a:p>
        </p:txBody>
      </p:sp>
      <p:sp>
        <p:nvSpPr>
          <p:cNvPr id="30" name="syn_w_2">
            <a:extLst>
              <a:ext uri="{FF2B5EF4-FFF2-40B4-BE49-F238E27FC236}">
                <a16:creationId xmlns:a16="http://schemas.microsoft.com/office/drawing/2014/main" id="{D5E27E17-25F8-4D76-AA9E-9E4A4D392AC7}"/>
              </a:ext>
            </a:extLst>
          </p:cNvPr>
          <p:cNvSpPr>
            <a:spLocks noGrp="1"/>
          </p:cNvSpPr>
          <p:nvPr/>
        </p:nvSpPr>
        <p:spPr>
          <a:xfrm>
            <a:off x="7174184" y="4491851"/>
            <a:ext cx="571500" cy="590550"/>
          </a:xfrm>
          <a:prstGeom prst="rect">
            <a:avLst/>
          </a:prstGeom>
          <a:solidFill>
            <a:srgbClr val="FFFFFF"/>
          </a:solidFill>
          <a:ln w="0">
            <a:noFill/>
          </a:ln>
        </p:spPr>
        <p:txBody>
          <a:bodyPr wrap="none" lIns="0" tIns="0" rIns="0" bIns="0" anchor="ctr">
            <a:noAutofit/>
          </a:bodyPr>
          <a:lstStyle/>
          <a:p>
            <a:pPr algn="ctr">
              <a:defRPr sz="3300" b="1">
                <a:solidFill>
                  <a:srgbClr val="111827"/>
                </a:solidFill>
                <a:latin typeface="Arial"/>
                <a:ea typeface="Arial"/>
                <a:cs typeface="Arial"/>
              </a:defRPr>
            </a:pPr>
            <a:r>
              <a:rPr sz="3300" b="1">
                <a:solidFill>
                  <a:srgbClr val="111827"/>
                </a:solidFill>
                <a:latin typeface="Arial"/>
                <a:ea typeface="Arial"/>
                <a:cs typeface="Arial"/>
              </a:rPr>
              <a:t>w</a:t>
            </a:r>
          </a:p>
        </p:txBody>
      </p:sp>
      <p:sp>
        <p:nvSpPr>
          <p:cNvPr id="31" name="syn_weight_2">
            <a:extLst>
              <a:ext uri="{FF2B5EF4-FFF2-40B4-BE49-F238E27FC236}">
                <a16:creationId xmlns:a16="http://schemas.microsoft.com/office/drawing/2014/main" id="{C6A77A39-14E7-4822-BEF8-7430024AFC92}"/>
              </a:ext>
            </a:extLst>
          </p:cNvPr>
          <p:cNvSpPr>
            <a:spLocks noGrp="1"/>
          </p:cNvSpPr>
          <p:nvPr/>
        </p:nvSpPr>
        <p:spPr>
          <a:xfrm>
            <a:off x="7117034" y="4529951"/>
            <a:ext cx="685800" cy="514350"/>
          </a:xfrm>
          <a:prstGeom prst="rect">
            <a:avLst/>
          </a:prstGeom>
          <a:solidFill>
            <a:srgbClr val="FFFFFF"/>
          </a:solidFill>
          <a:ln w="0">
            <a:noFill/>
          </a:ln>
        </p:spPr>
        <p:txBody>
          <a:bodyPr wrap="none" lIns="0" tIns="0" rIns="0" bIns="0" anchor="ctr">
            <a:noAutofit/>
          </a:bodyPr>
          <a:lstStyle/>
          <a:p>
            <a:pPr algn="ctr">
              <a:defRPr sz="2850" b="1">
                <a:solidFill>
                  <a:srgbClr val="C0009A"/>
                </a:solidFill>
                <a:latin typeface="Arial"/>
                <a:ea typeface="Arial"/>
                <a:cs typeface="Arial"/>
              </a:defRPr>
            </a:pPr>
            <a:r>
              <a:rPr sz="2850" b="1">
                <a:solidFill>
                  <a:srgbClr val="C0009A"/>
                </a:solidFill>
                <a:latin typeface="Arial"/>
                <a:ea typeface="Arial"/>
                <a:cs typeface="Arial"/>
              </a:rPr>
              <a:t>+3</a:t>
            </a:r>
          </a:p>
        </p:txBody>
      </p:sp>
      <p:sp>
        <p:nvSpPr>
          <p:cNvPr id="32" name="syn_arrow_3">
            <a:extLst>
              <a:ext uri="{FF2B5EF4-FFF2-40B4-BE49-F238E27FC236}">
                <a16:creationId xmlns:a16="http://schemas.microsoft.com/office/drawing/2014/main" id="{7B5C2BFB-A99B-487A-B495-2EF755F545FE}"/>
              </a:ext>
            </a:extLst>
          </p:cNvPr>
          <p:cNvSpPr>
            <a:spLocks noGrp="1"/>
          </p:cNvSpPr>
          <p:nvPr/>
        </p:nvSpPr>
        <p:spPr>
          <a:xfrm>
            <a:off x="7380713" y="2007452"/>
            <a:ext cx="476250" cy="209550"/>
          </a:xfrm>
          <a:prstGeom prst="rightArrow">
            <a:avLst/>
          </a:prstGeom>
          <a:solidFill>
            <a:srgbClr val="F4A000"/>
          </a:solidFill>
          <a:ln w="9525">
            <a:solidFill>
              <a:srgbClr val="F4A000"/>
            </a:solidFill>
          </a:ln>
        </p:spPr>
        <p:txBody>
          <a:bodyPr/>
          <a:lstStyle/>
          <a:p>
            <a:endParaRPr lang="en-US"/>
          </a:p>
        </p:txBody>
      </p:sp>
      <p:sp>
        <p:nvSpPr>
          <p:cNvPr id="33" name="syn_w_3">
            <a:extLst>
              <a:ext uri="{FF2B5EF4-FFF2-40B4-BE49-F238E27FC236}">
                <a16:creationId xmlns:a16="http://schemas.microsoft.com/office/drawing/2014/main" id="{568E8A30-F4BB-4734-A2B0-D29405D20DCD}"/>
              </a:ext>
            </a:extLst>
          </p:cNvPr>
          <p:cNvSpPr>
            <a:spLocks noGrp="1"/>
          </p:cNvSpPr>
          <p:nvPr/>
        </p:nvSpPr>
        <p:spPr>
          <a:xfrm>
            <a:off x="7333088" y="1816952"/>
            <a:ext cx="571500" cy="590550"/>
          </a:xfrm>
          <a:prstGeom prst="rect">
            <a:avLst/>
          </a:prstGeom>
          <a:solidFill>
            <a:srgbClr val="FFFFFF"/>
          </a:solidFill>
          <a:ln w="0">
            <a:noFill/>
          </a:ln>
        </p:spPr>
        <p:txBody>
          <a:bodyPr wrap="none" lIns="0" tIns="0" rIns="0" bIns="0" anchor="ctr">
            <a:noAutofit/>
          </a:bodyPr>
          <a:lstStyle/>
          <a:p>
            <a:pPr algn="ctr">
              <a:defRPr sz="3300" b="1">
                <a:solidFill>
                  <a:srgbClr val="111827"/>
                </a:solidFill>
                <a:latin typeface="Arial"/>
                <a:ea typeface="Arial"/>
                <a:cs typeface="Arial"/>
              </a:defRPr>
            </a:pPr>
            <a:r>
              <a:rPr sz="3300" b="1">
                <a:solidFill>
                  <a:srgbClr val="111827"/>
                </a:solidFill>
                <a:latin typeface="Arial"/>
                <a:ea typeface="Arial"/>
                <a:cs typeface="Arial"/>
              </a:rPr>
              <a:t>w</a:t>
            </a:r>
          </a:p>
        </p:txBody>
      </p:sp>
      <p:sp>
        <p:nvSpPr>
          <p:cNvPr id="34" name="syn_weight_3">
            <a:extLst>
              <a:ext uri="{FF2B5EF4-FFF2-40B4-BE49-F238E27FC236}">
                <a16:creationId xmlns:a16="http://schemas.microsoft.com/office/drawing/2014/main" id="{FCF2535E-5A18-4933-ADF1-B2EA7D647E70}"/>
              </a:ext>
            </a:extLst>
          </p:cNvPr>
          <p:cNvSpPr>
            <a:spLocks noGrp="1"/>
          </p:cNvSpPr>
          <p:nvPr/>
        </p:nvSpPr>
        <p:spPr>
          <a:xfrm>
            <a:off x="7275938" y="1855052"/>
            <a:ext cx="685800" cy="514350"/>
          </a:xfrm>
          <a:prstGeom prst="rect">
            <a:avLst/>
          </a:prstGeom>
          <a:solidFill>
            <a:srgbClr val="FFFFFF"/>
          </a:solidFill>
          <a:ln w="0">
            <a:noFill/>
          </a:ln>
        </p:spPr>
        <p:txBody>
          <a:bodyPr wrap="none" lIns="0" tIns="0" rIns="0" bIns="0" anchor="ctr">
            <a:noAutofit/>
          </a:bodyPr>
          <a:lstStyle/>
          <a:p>
            <a:pPr algn="ctr">
              <a:defRPr sz="2850" b="1">
                <a:solidFill>
                  <a:srgbClr val="0099BD"/>
                </a:solidFill>
                <a:latin typeface="Arial"/>
                <a:ea typeface="Arial"/>
                <a:cs typeface="Arial"/>
              </a:defRPr>
            </a:pPr>
            <a:r>
              <a:rPr sz="2850" b="1">
                <a:solidFill>
                  <a:srgbClr val="0099BD"/>
                </a:solidFill>
                <a:latin typeface="Arial"/>
                <a:ea typeface="Arial"/>
                <a:cs typeface="Arial"/>
              </a:rPr>
              <a:t>−2</a:t>
            </a:r>
          </a:p>
        </p:txBody>
      </p:sp>
      <p:sp>
        <p:nvSpPr>
          <p:cNvPr id="35" name="bio_packet_0">
            <a:extLst>
              <a:ext uri="{FF2B5EF4-FFF2-40B4-BE49-F238E27FC236}">
                <a16:creationId xmlns:a16="http://schemas.microsoft.com/office/drawing/2014/main" id="{631B9EAF-B55B-4395-9898-BCB948E1AF61}"/>
              </a:ext>
            </a:extLst>
          </p:cNvPr>
          <p:cNvSpPr>
            <a:spLocks noGrp="1"/>
          </p:cNvSpPr>
          <p:nvPr/>
        </p:nvSpPr>
        <p:spPr>
          <a:xfrm>
            <a:off x="3579541" y="4746935"/>
            <a:ext cx="133350" cy="133350"/>
          </a:xfrm>
          <a:prstGeom prst="ellipse">
            <a:avLst/>
          </a:prstGeom>
          <a:solidFill>
            <a:srgbClr val="F4A000"/>
          </a:solidFill>
          <a:ln w="9525">
            <a:solidFill>
              <a:srgbClr val="FFFFFF"/>
            </a:solidFill>
          </a:ln>
        </p:spPr>
        <p:txBody>
          <a:bodyPr/>
          <a:lstStyle/>
          <a:p>
            <a:endParaRPr lang="en-US"/>
          </a:p>
        </p:txBody>
      </p:sp>
      <p:sp>
        <p:nvSpPr>
          <p:cNvPr id="36" name="bio_packet_1">
            <a:extLst>
              <a:ext uri="{FF2B5EF4-FFF2-40B4-BE49-F238E27FC236}">
                <a16:creationId xmlns:a16="http://schemas.microsoft.com/office/drawing/2014/main" id="{E137508C-4743-4017-A669-5343D2618135}"/>
              </a:ext>
            </a:extLst>
          </p:cNvPr>
          <p:cNvSpPr>
            <a:spLocks noGrp="1"/>
          </p:cNvSpPr>
          <p:nvPr/>
        </p:nvSpPr>
        <p:spPr>
          <a:xfrm>
            <a:off x="3579541" y="3290307"/>
            <a:ext cx="133350" cy="133350"/>
          </a:xfrm>
          <a:prstGeom prst="ellipse">
            <a:avLst/>
          </a:prstGeom>
          <a:solidFill>
            <a:srgbClr val="F4A000"/>
          </a:solidFill>
          <a:ln w="9525">
            <a:solidFill>
              <a:srgbClr val="FFFFFF"/>
            </a:solidFill>
          </a:ln>
        </p:spPr>
        <p:txBody>
          <a:bodyPr/>
          <a:lstStyle/>
          <a:p>
            <a:endParaRPr lang="en-US"/>
          </a:p>
        </p:txBody>
      </p:sp>
      <p:sp>
        <p:nvSpPr>
          <p:cNvPr id="37" name="bio_packet_2">
            <a:extLst>
              <a:ext uri="{FF2B5EF4-FFF2-40B4-BE49-F238E27FC236}">
                <a16:creationId xmlns:a16="http://schemas.microsoft.com/office/drawing/2014/main" id="{FBE871FA-DE64-40F9-AD59-69BD4F147A84}"/>
              </a:ext>
            </a:extLst>
          </p:cNvPr>
          <p:cNvSpPr>
            <a:spLocks noGrp="1"/>
          </p:cNvSpPr>
          <p:nvPr/>
        </p:nvSpPr>
        <p:spPr>
          <a:xfrm>
            <a:off x="3632510" y="2125004"/>
            <a:ext cx="133350" cy="133350"/>
          </a:xfrm>
          <a:prstGeom prst="ellipse">
            <a:avLst/>
          </a:prstGeom>
          <a:solidFill>
            <a:srgbClr val="F4A000"/>
          </a:solidFill>
          <a:ln w="9525">
            <a:solidFill>
              <a:srgbClr val="FFFFFF"/>
            </a:solidFill>
          </a:ln>
        </p:spPr>
        <p:txBody>
          <a:bodyPr/>
          <a:lstStyle/>
          <a:p>
            <a:endParaRPr lang="en-US"/>
          </a:p>
        </p:txBody>
      </p:sp>
      <p:sp>
        <p:nvSpPr>
          <p:cNvPr id="38" name="bio_packet_3">
            <a:extLst>
              <a:ext uri="{FF2B5EF4-FFF2-40B4-BE49-F238E27FC236}">
                <a16:creationId xmlns:a16="http://schemas.microsoft.com/office/drawing/2014/main" id="{6BD74575-555B-4629-9C5B-0E58EBBF952D}"/>
              </a:ext>
            </a:extLst>
          </p:cNvPr>
          <p:cNvSpPr>
            <a:spLocks noGrp="1"/>
          </p:cNvSpPr>
          <p:nvPr/>
        </p:nvSpPr>
        <p:spPr>
          <a:xfrm>
            <a:off x="5380463" y="4746935"/>
            <a:ext cx="133350" cy="133350"/>
          </a:xfrm>
          <a:prstGeom prst="ellipse">
            <a:avLst/>
          </a:prstGeom>
          <a:solidFill>
            <a:srgbClr val="F4A000"/>
          </a:solidFill>
          <a:ln w="9525">
            <a:solidFill>
              <a:srgbClr val="FFFFFF"/>
            </a:solidFill>
          </a:ln>
        </p:spPr>
        <p:txBody>
          <a:bodyPr/>
          <a:lstStyle/>
          <a:p>
            <a:endParaRPr lang="en-US"/>
          </a:p>
        </p:txBody>
      </p:sp>
      <p:sp>
        <p:nvSpPr>
          <p:cNvPr id="39" name="bio_packet_4">
            <a:extLst>
              <a:ext uri="{FF2B5EF4-FFF2-40B4-BE49-F238E27FC236}">
                <a16:creationId xmlns:a16="http://schemas.microsoft.com/office/drawing/2014/main" id="{19831740-31FA-4D84-81D8-5BBB32E8F858}"/>
              </a:ext>
            </a:extLst>
          </p:cNvPr>
          <p:cNvSpPr>
            <a:spLocks noGrp="1"/>
          </p:cNvSpPr>
          <p:nvPr/>
        </p:nvSpPr>
        <p:spPr>
          <a:xfrm>
            <a:off x="5565852" y="3396243"/>
            <a:ext cx="133350" cy="133350"/>
          </a:xfrm>
          <a:prstGeom prst="ellipse">
            <a:avLst/>
          </a:prstGeom>
          <a:solidFill>
            <a:srgbClr val="F4A000"/>
          </a:solidFill>
          <a:ln w="9525">
            <a:solidFill>
              <a:srgbClr val="FFFFFF"/>
            </a:solidFill>
          </a:ln>
        </p:spPr>
        <p:txBody>
          <a:bodyPr/>
          <a:lstStyle/>
          <a:p>
            <a:endParaRPr lang="en-US"/>
          </a:p>
        </p:txBody>
      </p:sp>
      <p:sp>
        <p:nvSpPr>
          <p:cNvPr id="40" name="bio_packet_5">
            <a:extLst>
              <a:ext uri="{FF2B5EF4-FFF2-40B4-BE49-F238E27FC236}">
                <a16:creationId xmlns:a16="http://schemas.microsoft.com/office/drawing/2014/main" id="{50128664-B48D-4FF1-BABE-F9CDCD2A3293}"/>
              </a:ext>
            </a:extLst>
          </p:cNvPr>
          <p:cNvSpPr>
            <a:spLocks noGrp="1"/>
          </p:cNvSpPr>
          <p:nvPr/>
        </p:nvSpPr>
        <p:spPr>
          <a:xfrm>
            <a:off x="5671789" y="1992584"/>
            <a:ext cx="133350" cy="133350"/>
          </a:xfrm>
          <a:prstGeom prst="ellipse">
            <a:avLst/>
          </a:prstGeom>
          <a:solidFill>
            <a:srgbClr val="F4A000"/>
          </a:solidFill>
          <a:ln w="9525">
            <a:solidFill>
              <a:srgbClr val="FFFFFF"/>
            </a:solidFill>
          </a:ln>
        </p:spPr>
        <p:txBody>
          <a:bodyPr/>
          <a:lstStyle/>
          <a:p>
            <a:endParaRPr lang="en-US"/>
          </a:p>
        </p:txBody>
      </p:sp>
      <p:sp>
        <p:nvSpPr>
          <p:cNvPr id="41" name="sum_title">
            <a:extLst>
              <a:ext uri="{FF2B5EF4-FFF2-40B4-BE49-F238E27FC236}">
                <a16:creationId xmlns:a16="http://schemas.microsoft.com/office/drawing/2014/main" id="{323200C8-8055-481F-89F3-430E7A2D232F}"/>
              </a:ext>
            </a:extLst>
          </p:cNvPr>
          <p:cNvSpPr>
            <a:spLocks noGrp="1"/>
          </p:cNvSpPr>
          <p:nvPr/>
        </p:nvSpPr>
        <p:spPr>
          <a:xfrm>
            <a:off x="457200" y="266700"/>
            <a:ext cx="11277600" cy="590550"/>
          </a:xfrm>
          <a:prstGeom prst="rect">
            <a:avLst/>
          </a:prstGeom>
          <a:noFill/>
          <a:ln w="0">
            <a:noFill/>
          </a:ln>
        </p:spPr>
        <p:txBody>
          <a:bodyPr wrap="none" lIns="0" tIns="0" rIns="0" bIns="0" anchor="ctr">
            <a:noAutofit/>
          </a:bodyPr>
          <a:lstStyle/>
          <a:p>
            <a:pPr algn="ctr">
              <a:defRPr sz="3000" b="1">
                <a:solidFill>
                  <a:srgbClr val="111827"/>
                </a:solidFill>
                <a:latin typeface="Arial"/>
                <a:ea typeface="Arial"/>
                <a:cs typeface="Arial"/>
              </a:defRPr>
            </a:pPr>
            <a:r>
              <a:rPr sz="3000" b="1">
                <a:solidFill>
                  <a:srgbClr val="111827"/>
                </a:solidFill>
                <a:latin typeface="Arial"/>
                <a:ea typeface="Arial"/>
                <a:cs typeface="Arial"/>
              </a:rPr>
              <a:t>One neuron computes a weighted sum</a:t>
            </a:r>
          </a:p>
        </p:txBody>
      </p:sp>
      <p:sp>
        <p:nvSpPr>
          <p:cNvPr id="42" name="sum_edge_0">
            <a:extLst>
              <a:ext uri="{FF2B5EF4-FFF2-40B4-BE49-F238E27FC236}">
                <a16:creationId xmlns:a16="http://schemas.microsoft.com/office/drawing/2014/main" id="{5EFD7522-3DDC-4D57-8483-1633D9EAEF04}"/>
              </a:ext>
            </a:extLst>
          </p:cNvPr>
          <p:cNvSpPr>
            <a:spLocks noGrp="1"/>
          </p:cNvSpPr>
          <p:nvPr/>
        </p:nvSpPr>
        <p:spPr>
          <a:xfrm>
            <a:off x="4326542" y="2215869"/>
            <a:ext cx="4491417" cy="1283262"/>
          </a:xfrm>
          <a:prstGeom prst="line">
            <a:avLst/>
          </a:prstGeom>
          <a:noFill/>
          <a:ln w="28575">
            <a:solidFill>
              <a:srgbClr val="111827"/>
            </a:solidFill>
            <a:tailEnd type="triangle" w="sm" len="sm"/>
          </a:ln>
        </p:spPr>
        <p:txBody>
          <a:bodyPr/>
          <a:lstStyle/>
          <a:p>
            <a:endParaRPr lang="en-US"/>
          </a:p>
        </p:txBody>
      </p:sp>
      <p:sp>
        <p:nvSpPr>
          <p:cNvPr id="43" name="sum_weight_0">
            <a:extLst>
              <a:ext uri="{FF2B5EF4-FFF2-40B4-BE49-F238E27FC236}">
                <a16:creationId xmlns:a16="http://schemas.microsoft.com/office/drawing/2014/main" id="{945A83C7-97E0-4A01-A638-155062D877C0}"/>
              </a:ext>
            </a:extLst>
          </p:cNvPr>
          <p:cNvSpPr>
            <a:spLocks noGrp="1"/>
          </p:cNvSpPr>
          <p:nvPr/>
        </p:nvSpPr>
        <p:spPr>
          <a:xfrm>
            <a:off x="5977890" y="2520315"/>
            <a:ext cx="762000" cy="552450"/>
          </a:xfrm>
          <a:prstGeom prst="rect">
            <a:avLst/>
          </a:prstGeom>
          <a:solidFill>
            <a:srgbClr val="FFFFFF"/>
          </a:solidFill>
          <a:ln w="0">
            <a:noFill/>
          </a:ln>
        </p:spPr>
        <p:txBody>
          <a:bodyPr wrap="none" lIns="0" tIns="0" rIns="0" bIns="0" anchor="ctr">
            <a:noAutofit/>
          </a:bodyPr>
          <a:lstStyle/>
          <a:p>
            <a:pPr algn="ctr">
              <a:defRPr sz="3300" b="1">
                <a:solidFill>
                  <a:srgbClr val="000000"/>
                </a:solidFill>
                <a:latin typeface="Arial"/>
                <a:ea typeface="Arial"/>
                <a:cs typeface="Arial"/>
              </a:defRPr>
            </a:pPr>
            <a:r>
              <a:rPr sz="3300" b="1">
                <a:solidFill>
                  <a:srgbClr val="000000"/>
                </a:solidFill>
                <a:latin typeface="Arial"/>
                <a:ea typeface="Arial"/>
                <a:cs typeface="Arial"/>
              </a:rPr>
              <a:t>−2</a:t>
            </a:r>
          </a:p>
        </p:txBody>
      </p:sp>
      <p:sp>
        <p:nvSpPr>
          <p:cNvPr id="44" name="sum_act_0">
            <a:extLst>
              <a:ext uri="{FF2B5EF4-FFF2-40B4-BE49-F238E27FC236}">
                <a16:creationId xmlns:a16="http://schemas.microsoft.com/office/drawing/2014/main" id="{896A15F6-811B-46A8-86EE-F5963A3B6D40}"/>
              </a:ext>
            </a:extLst>
          </p:cNvPr>
          <p:cNvSpPr>
            <a:spLocks noGrp="1"/>
          </p:cNvSpPr>
          <p:nvPr/>
        </p:nvSpPr>
        <p:spPr>
          <a:xfrm>
            <a:off x="3524250" y="1847850"/>
            <a:ext cx="762000" cy="495300"/>
          </a:xfrm>
          <a:prstGeom prst="rect">
            <a:avLst/>
          </a:prstGeom>
          <a:noFill/>
          <a:ln w="0">
            <a:noFill/>
          </a:ln>
        </p:spPr>
        <p:txBody>
          <a:bodyPr wrap="none" lIns="0" tIns="0" rIns="0" bIns="0" anchor="ctr">
            <a:noAutofit/>
          </a:bodyPr>
          <a:lstStyle/>
          <a:p>
            <a:pPr algn="ctr">
              <a:defRPr sz="3525" b="1">
                <a:solidFill>
                  <a:srgbClr val="155ACB"/>
                </a:solidFill>
                <a:latin typeface="Arial"/>
                <a:ea typeface="Arial"/>
                <a:cs typeface="Arial"/>
              </a:defRPr>
            </a:pPr>
            <a:r>
              <a:rPr sz="3525" b="1">
                <a:solidFill>
                  <a:srgbClr val="155ACB"/>
                </a:solidFill>
                <a:latin typeface="Arial"/>
                <a:ea typeface="Arial"/>
                <a:cs typeface="Arial"/>
              </a:rPr>
              <a:t>−1</a:t>
            </a:r>
          </a:p>
        </p:txBody>
      </p:sp>
      <p:sp>
        <p:nvSpPr>
          <p:cNvPr id="45" name="sum_edge_1">
            <a:extLst>
              <a:ext uri="{FF2B5EF4-FFF2-40B4-BE49-F238E27FC236}">
                <a16:creationId xmlns:a16="http://schemas.microsoft.com/office/drawing/2014/main" id="{6286D98C-EC19-488B-876D-308EEDF62521}"/>
              </a:ext>
            </a:extLst>
          </p:cNvPr>
          <p:cNvSpPr>
            <a:spLocks noGrp="1"/>
          </p:cNvSpPr>
          <p:nvPr/>
        </p:nvSpPr>
        <p:spPr>
          <a:xfrm>
            <a:off x="4343400" y="3619500"/>
            <a:ext cx="4457700" cy="1"/>
          </a:xfrm>
          <a:prstGeom prst="line">
            <a:avLst/>
          </a:prstGeom>
          <a:noFill/>
          <a:ln w="28575">
            <a:solidFill>
              <a:srgbClr val="111827"/>
            </a:solidFill>
            <a:tailEnd type="triangle" w="sm" len="sm"/>
          </a:ln>
        </p:spPr>
        <p:txBody>
          <a:bodyPr/>
          <a:lstStyle/>
          <a:p>
            <a:endParaRPr lang="en-US"/>
          </a:p>
        </p:txBody>
      </p:sp>
      <p:sp>
        <p:nvSpPr>
          <p:cNvPr id="46" name="sum_weight_1">
            <a:extLst>
              <a:ext uri="{FF2B5EF4-FFF2-40B4-BE49-F238E27FC236}">
                <a16:creationId xmlns:a16="http://schemas.microsoft.com/office/drawing/2014/main" id="{745D945A-B63F-446C-BD87-11AF2ECB2C89}"/>
              </a:ext>
            </a:extLst>
          </p:cNvPr>
          <p:cNvSpPr>
            <a:spLocks noGrp="1"/>
          </p:cNvSpPr>
          <p:nvPr/>
        </p:nvSpPr>
        <p:spPr>
          <a:xfrm>
            <a:off x="5977890" y="3343275"/>
            <a:ext cx="762000" cy="552450"/>
          </a:xfrm>
          <a:prstGeom prst="rect">
            <a:avLst/>
          </a:prstGeom>
          <a:solidFill>
            <a:srgbClr val="FFFFFF"/>
          </a:solidFill>
          <a:ln w="0">
            <a:noFill/>
          </a:ln>
        </p:spPr>
        <p:txBody>
          <a:bodyPr wrap="none" lIns="0" tIns="0" rIns="0" bIns="0" anchor="ctr">
            <a:noAutofit/>
          </a:bodyPr>
          <a:lstStyle/>
          <a:p>
            <a:pPr algn="ctr">
              <a:defRPr sz="3300" b="1">
                <a:solidFill>
                  <a:srgbClr val="000000"/>
                </a:solidFill>
                <a:latin typeface="Arial"/>
                <a:ea typeface="Arial"/>
                <a:cs typeface="Arial"/>
              </a:defRPr>
            </a:pPr>
            <a:r>
              <a:rPr sz="3300" b="1">
                <a:solidFill>
                  <a:srgbClr val="000000"/>
                </a:solidFill>
                <a:latin typeface="Arial"/>
                <a:ea typeface="Arial"/>
                <a:cs typeface="Arial"/>
              </a:rPr>
              <a:t>3</a:t>
            </a:r>
          </a:p>
        </p:txBody>
      </p:sp>
      <p:sp>
        <p:nvSpPr>
          <p:cNvPr id="47" name="sum_act_1">
            <a:extLst>
              <a:ext uri="{FF2B5EF4-FFF2-40B4-BE49-F238E27FC236}">
                <a16:creationId xmlns:a16="http://schemas.microsoft.com/office/drawing/2014/main" id="{2A0147F0-B1F2-45BD-B8A9-AD7FE25D1BF0}"/>
              </a:ext>
            </a:extLst>
          </p:cNvPr>
          <p:cNvSpPr>
            <a:spLocks noGrp="1"/>
          </p:cNvSpPr>
          <p:nvPr/>
        </p:nvSpPr>
        <p:spPr>
          <a:xfrm>
            <a:off x="3524250" y="3371850"/>
            <a:ext cx="762000" cy="495300"/>
          </a:xfrm>
          <a:prstGeom prst="rect">
            <a:avLst/>
          </a:prstGeom>
          <a:noFill/>
          <a:ln w="0">
            <a:noFill/>
          </a:ln>
        </p:spPr>
        <p:txBody>
          <a:bodyPr wrap="none" lIns="0" tIns="0" rIns="0" bIns="0" anchor="ctr">
            <a:noAutofit/>
          </a:bodyPr>
          <a:lstStyle/>
          <a:p>
            <a:pPr algn="ctr">
              <a:defRPr sz="3525" b="1">
                <a:solidFill>
                  <a:srgbClr val="D71920"/>
                </a:solidFill>
                <a:latin typeface="Arial"/>
                <a:ea typeface="Arial"/>
                <a:cs typeface="Arial"/>
              </a:defRPr>
            </a:pPr>
            <a:r>
              <a:rPr sz="3525" b="1">
                <a:solidFill>
                  <a:srgbClr val="D71920"/>
                </a:solidFill>
                <a:latin typeface="Arial"/>
                <a:ea typeface="Arial"/>
                <a:cs typeface="Arial"/>
              </a:rPr>
              <a:t>1</a:t>
            </a:r>
          </a:p>
        </p:txBody>
      </p:sp>
      <p:sp>
        <p:nvSpPr>
          <p:cNvPr id="48" name="sum_edge_2">
            <a:extLst>
              <a:ext uri="{FF2B5EF4-FFF2-40B4-BE49-F238E27FC236}">
                <a16:creationId xmlns:a16="http://schemas.microsoft.com/office/drawing/2014/main" id="{CBDB71D4-EFB7-4559-99C5-7CD667AFBC62}"/>
              </a:ext>
            </a:extLst>
          </p:cNvPr>
          <p:cNvSpPr>
            <a:spLocks noGrp="1"/>
          </p:cNvSpPr>
          <p:nvPr/>
        </p:nvSpPr>
        <p:spPr>
          <a:xfrm flipV="1">
            <a:off x="4326542" y="3739869"/>
            <a:ext cx="4491417" cy="1283262"/>
          </a:xfrm>
          <a:prstGeom prst="line">
            <a:avLst/>
          </a:prstGeom>
          <a:noFill/>
          <a:ln w="28575">
            <a:solidFill>
              <a:srgbClr val="111827"/>
            </a:solidFill>
            <a:tailEnd type="triangle" w="sm" len="sm"/>
          </a:ln>
        </p:spPr>
        <p:txBody>
          <a:bodyPr/>
          <a:lstStyle/>
          <a:p>
            <a:endParaRPr lang="en-US"/>
          </a:p>
        </p:txBody>
      </p:sp>
      <p:sp>
        <p:nvSpPr>
          <p:cNvPr id="49" name="sum_weight_2">
            <a:extLst>
              <a:ext uri="{FF2B5EF4-FFF2-40B4-BE49-F238E27FC236}">
                <a16:creationId xmlns:a16="http://schemas.microsoft.com/office/drawing/2014/main" id="{8CFFC8E6-07C6-47E7-B1FE-C532878BE3ED}"/>
              </a:ext>
            </a:extLst>
          </p:cNvPr>
          <p:cNvSpPr>
            <a:spLocks noGrp="1"/>
          </p:cNvSpPr>
          <p:nvPr/>
        </p:nvSpPr>
        <p:spPr>
          <a:xfrm>
            <a:off x="5977890" y="4166235"/>
            <a:ext cx="762000" cy="552450"/>
          </a:xfrm>
          <a:prstGeom prst="rect">
            <a:avLst/>
          </a:prstGeom>
          <a:solidFill>
            <a:srgbClr val="FFFFFF"/>
          </a:solidFill>
          <a:ln w="0">
            <a:noFill/>
          </a:ln>
        </p:spPr>
        <p:txBody>
          <a:bodyPr wrap="none" lIns="0" tIns="0" rIns="0" bIns="0" anchor="ctr">
            <a:noAutofit/>
          </a:bodyPr>
          <a:lstStyle/>
          <a:p>
            <a:pPr algn="ctr">
              <a:defRPr sz="3300" b="1">
                <a:solidFill>
                  <a:srgbClr val="000000"/>
                </a:solidFill>
                <a:latin typeface="Arial"/>
                <a:ea typeface="Arial"/>
                <a:cs typeface="Arial"/>
              </a:defRPr>
            </a:pPr>
            <a:r>
              <a:rPr sz="3300" b="1">
                <a:solidFill>
                  <a:srgbClr val="000000"/>
                </a:solidFill>
                <a:latin typeface="Arial"/>
                <a:ea typeface="Arial"/>
                <a:cs typeface="Arial"/>
              </a:rPr>
              <a:t>1</a:t>
            </a:r>
          </a:p>
        </p:txBody>
      </p:sp>
      <p:sp>
        <p:nvSpPr>
          <p:cNvPr id="50" name="sum_act_2">
            <a:extLst>
              <a:ext uri="{FF2B5EF4-FFF2-40B4-BE49-F238E27FC236}">
                <a16:creationId xmlns:a16="http://schemas.microsoft.com/office/drawing/2014/main" id="{8674F2B7-DCD1-46AC-AE73-EB00C76E878C}"/>
              </a:ext>
            </a:extLst>
          </p:cNvPr>
          <p:cNvSpPr>
            <a:spLocks noGrp="1"/>
          </p:cNvSpPr>
          <p:nvPr/>
        </p:nvSpPr>
        <p:spPr>
          <a:xfrm>
            <a:off x="3524250" y="4895850"/>
            <a:ext cx="762000" cy="495300"/>
          </a:xfrm>
          <a:prstGeom prst="rect">
            <a:avLst/>
          </a:prstGeom>
          <a:noFill/>
          <a:ln w="0">
            <a:noFill/>
          </a:ln>
        </p:spPr>
        <p:txBody>
          <a:bodyPr wrap="none" lIns="0" tIns="0" rIns="0" bIns="0" anchor="ctr">
            <a:noAutofit/>
          </a:bodyPr>
          <a:lstStyle/>
          <a:p>
            <a:pPr algn="ctr">
              <a:defRPr sz="3525" b="1">
                <a:solidFill>
                  <a:srgbClr val="D71920"/>
                </a:solidFill>
                <a:latin typeface="Arial"/>
                <a:ea typeface="Arial"/>
                <a:cs typeface="Arial"/>
              </a:defRPr>
            </a:pPr>
            <a:r>
              <a:rPr sz="3525" b="1">
                <a:solidFill>
                  <a:srgbClr val="D71920"/>
                </a:solidFill>
                <a:latin typeface="Arial"/>
                <a:ea typeface="Arial"/>
                <a:cs typeface="Arial"/>
              </a:rPr>
              <a:t>3</a:t>
            </a:r>
          </a:p>
        </p:txBody>
      </p:sp>
      <p:sp>
        <p:nvSpPr>
          <p:cNvPr id="51" name="sum_result">
            <a:extLst>
              <a:ext uri="{FF2B5EF4-FFF2-40B4-BE49-F238E27FC236}">
                <a16:creationId xmlns:a16="http://schemas.microsoft.com/office/drawing/2014/main" id="{9ECD2850-CB37-4119-9A3B-FE7BD6EF9851}"/>
              </a:ext>
            </a:extLst>
          </p:cNvPr>
          <p:cNvSpPr>
            <a:spLocks noGrp="1"/>
          </p:cNvSpPr>
          <p:nvPr/>
        </p:nvSpPr>
        <p:spPr>
          <a:xfrm>
            <a:off x="8858250" y="3371850"/>
            <a:ext cx="762000" cy="495300"/>
          </a:xfrm>
          <a:prstGeom prst="rect">
            <a:avLst/>
          </a:prstGeom>
          <a:noFill/>
          <a:ln w="0">
            <a:noFill/>
          </a:ln>
        </p:spPr>
        <p:txBody>
          <a:bodyPr wrap="none" lIns="0" tIns="0" rIns="0" bIns="0" anchor="ctr">
            <a:noAutofit/>
          </a:bodyPr>
          <a:lstStyle/>
          <a:p>
            <a:pPr algn="ctr">
              <a:defRPr sz="3675" b="1">
                <a:solidFill>
                  <a:srgbClr val="D71920"/>
                </a:solidFill>
                <a:latin typeface="Arial"/>
                <a:ea typeface="Arial"/>
                <a:cs typeface="Arial"/>
              </a:defRPr>
            </a:pPr>
            <a:r>
              <a:rPr sz="3675" b="1">
                <a:solidFill>
                  <a:srgbClr val="D71920"/>
                </a:solidFill>
                <a:latin typeface="Arial"/>
                <a:ea typeface="Arial"/>
                <a:cs typeface="Arial"/>
              </a:rPr>
              <a:t>8</a:t>
            </a:r>
          </a:p>
        </p:txBody>
      </p:sp>
      <p:sp>
        <p:nvSpPr>
          <p:cNvPr id="52" name="sum_equation">
            <a:extLst>
              <a:ext uri="{FF2B5EF4-FFF2-40B4-BE49-F238E27FC236}">
                <a16:creationId xmlns:a16="http://schemas.microsoft.com/office/drawing/2014/main" id="{BAF5B94F-2708-44FA-AE92-24C764878C5F}"/>
              </a:ext>
            </a:extLst>
          </p:cNvPr>
          <p:cNvSpPr>
            <a:spLocks noGrp="1"/>
          </p:cNvSpPr>
          <p:nvPr/>
        </p:nvSpPr>
        <p:spPr>
          <a:xfrm>
            <a:off x="1428750" y="5905500"/>
            <a:ext cx="9334500" cy="609600"/>
          </a:xfrm>
          <a:prstGeom prst="rect">
            <a:avLst/>
          </a:prstGeom>
          <a:noFill/>
          <a:ln w="0">
            <a:noFill/>
          </a:ln>
        </p:spPr>
        <p:txBody>
          <a:bodyPr wrap="none" lIns="0" tIns="0" rIns="0" bIns="0" anchor="ctr">
            <a:noAutofit/>
          </a:bodyPr>
          <a:lstStyle/>
          <a:p>
            <a:pPr algn="ctr">
              <a:defRPr sz="2925" b="1">
                <a:solidFill>
                  <a:srgbClr val="111827"/>
                </a:solidFill>
                <a:latin typeface="Arial"/>
                <a:ea typeface="Arial"/>
                <a:cs typeface="Arial"/>
              </a:defRPr>
            </a:pPr>
            <a:r>
              <a:rPr sz="2925" b="1">
                <a:solidFill>
                  <a:srgbClr val="111827"/>
                </a:solidFill>
                <a:latin typeface="Arial"/>
                <a:ea typeface="Arial"/>
                <a:cs typeface="Arial"/>
              </a:rPr>
              <a:t>(−1 × −2) + (1 × 3) + (3 × 1) = 8</a:t>
            </a:r>
          </a:p>
        </p:txBody>
      </p:sp>
      <p:sp>
        <p:nvSpPr>
          <p:cNvPr id="2" name="TextBox 1">
            <a:extLst>
              <a:ext uri="{FF2B5EF4-FFF2-40B4-BE49-F238E27FC236}">
                <a16:creationId xmlns:a16="http://schemas.microsoft.com/office/drawing/2014/main" id="{2A8966C7-10F6-D491-655A-24E0A5DA88C5}"/>
              </a:ext>
            </a:extLst>
          </p:cNvPr>
          <p:cNvSpPr txBox="1"/>
          <p:nvPr/>
        </p:nvSpPr>
        <p:spPr>
          <a:xfrm>
            <a:off x="10485121" y="266700"/>
            <a:ext cx="1706880" cy="1200329"/>
          </a:xfrm>
          <a:prstGeom prst="rect">
            <a:avLst/>
          </a:prstGeom>
          <a:noFill/>
        </p:spPr>
        <p:txBody>
          <a:bodyPr wrap="square" rtlCol="0">
            <a:spAutoFit/>
          </a:bodyPr>
          <a:lstStyle/>
          <a:p>
            <a:pPr algn="ctr"/>
            <a:r>
              <a:rPr lang="en-US" sz="2400">
                <a:solidFill>
                  <a:srgbClr val="FF0000"/>
                </a:solidFill>
              </a:rPr>
              <a:t>Cajal: Brain is made of neurons</a:t>
            </a:r>
          </a:p>
        </p:txBody>
      </p:sp>
      <p:sp>
        <p:nvSpPr>
          <p:cNvPr id="55" name="TextBox 54">
            <a:extLst>
              <a:ext uri="{FF2B5EF4-FFF2-40B4-BE49-F238E27FC236}">
                <a16:creationId xmlns:a16="http://schemas.microsoft.com/office/drawing/2014/main" id="{50FE907A-BA32-5FD4-9929-0B1C615EC8FA}"/>
              </a:ext>
            </a:extLst>
          </p:cNvPr>
          <p:cNvSpPr txBox="1"/>
          <p:nvPr/>
        </p:nvSpPr>
        <p:spPr>
          <a:xfrm>
            <a:off x="3699185" y="1218489"/>
            <a:ext cx="4902304" cy="369332"/>
          </a:xfrm>
          <a:prstGeom prst="rect">
            <a:avLst/>
          </a:prstGeom>
          <a:noFill/>
        </p:spPr>
        <p:txBody>
          <a:bodyPr wrap="none" rtlCol="0">
            <a:spAutoFit/>
          </a:bodyPr>
          <a:lstStyle/>
          <a:p>
            <a:r>
              <a:rPr lang="en-US"/>
              <a:t>Inner Product, Scalar Product, Dot Product, ∫f*g</a:t>
            </a:r>
          </a:p>
        </p:txBody>
      </p:sp>
    </p:spTree>
    <p:extLst>
      <p:ext uri="{BB962C8B-B14F-4D97-AF65-F5344CB8AC3E}">
        <p14:creationId xmlns:p14="http://schemas.microsoft.com/office/powerpoint/2010/main" val="175830932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250" fill="hold"/>
                                        <p:tgtEl>
                                          <p:spTgt spid="5"/>
                                        </p:tgtEl>
                                      </p:cBhvr>
                                    </p:animEffect>
                                  </p:childTnLst>
                                </p:cTn>
                              </p:par>
                              <p:par>
                                <p:cTn id="12" presetID="10" presetClass="entr" presetSubtype="0" fill="hold" nodeType="withEffect">
                                  <p:stCondLst>
                                    <p:cond delay="5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250" fill="hold"/>
                                        <p:tgtEl>
                                          <p:spTgt spid="7"/>
                                        </p:tgtEl>
                                      </p:cBhvr>
                                    </p:animEffect>
                                  </p:childTnLst>
                                </p:cTn>
                              </p:par>
                              <p:par>
                                <p:cTn id="15" presetID="10" presetClass="entr" presetSubtype="0" fill="hold" nodeType="withEffect">
                                  <p:stCondLst>
                                    <p:cond delay="10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250" fill="hold"/>
                                        <p:tgtEl>
                                          <p:spTgt spid="9"/>
                                        </p:tgtEl>
                                      </p:cBhvr>
                                    </p:animEffect>
                                  </p:childTnLst>
                                </p:cTn>
                              </p:par>
                              <p:par>
                                <p:cTn id="18" presetID="10" presetClass="entr" presetSubtype="0" fill="hold" nodeType="withEffect">
                                  <p:stCondLst>
                                    <p:cond delay="150"/>
                                  </p:stCondLst>
                                  <p:childTnLst>
                                    <p:set>
                                      <p:cBhvr>
                                        <p:cTn id="19" dur="1" fill="hold">
                                          <p:stCondLst>
                                            <p:cond delay="0"/>
                                          </p:stCondLst>
                                        </p:cTn>
                                        <p:tgtEl>
                                          <p:spTgt spid="11"/>
                                        </p:tgtEl>
                                        <p:attrNameLst>
                                          <p:attrName>style.visibility</p:attrName>
                                        </p:attrNameLst>
                                      </p:cBhvr>
                                      <p:to>
                                        <p:strVal val="visible"/>
                                      </p:to>
                                    </p:set>
                                    <p:animEffect transition="in" filter="fade">
                                      <p:cBhvr>
                                        <p:cTn id="20" dur="250" fill="hold"/>
                                        <p:tgtEl>
                                          <p:spTgt spid="11"/>
                                        </p:tgtEl>
                                      </p:cBhvr>
                                    </p:animEffect>
                                  </p:childTnLst>
                                </p:cTn>
                              </p:par>
                              <p:par>
                                <p:cTn id="21" presetID="10" presetClass="entr" presetSubtype="0" fill="hold" nodeType="withEffect">
                                  <p:stCondLst>
                                    <p:cond delay="200"/>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250" fill="hold"/>
                                        <p:tgtEl>
                                          <p:spTgt spid="13"/>
                                        </p:tgtEl>
                                      </p:cBhvr>
                                    </p:animEffect>
                                  </p:childTnLst>
                                </p:cTn>
                              </p:par>
                              <p:par>
                                <p:cTn id="24" presetID="10" presetClass="entr" presetSubtype="0" fill="hold" nodeType="withEffect">
                                  <p:stCondLst>
                                    <p:cond delay="25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250" fill="hold"/>
                                        <p:tgtEl>
                                          <p:spTgt spid="15"/>
                                        </p:tgtEl>
                                      </p:cBhvr>
                                    </p:animEffect>
                                  </p:childTnLst>
                                </p:cTn>
                              </p:par>
                              <p:par>
                                <p:cTn id="27" presetID="10" presetClass="entr" presetSubtype="0" fill="hold" nodeType="withEffect">
                                  <p:stCondLst>
                                    <p:cond delay="3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250" fill="hold"/>
                                        <p:tgtEl>
                                          <p:spTgt spid="17"/>
                                        </p:tgtEl>
                                      </p:cBhvr>
                                    </p:animEffect>
                                  </p:childTnLst>
                                </p:cTn>
                              </p:par>
                              <p:par>
                                <p:cTn id="30" presetID="10" presetClass="entr" presetSubtype="0" fill="hold" nodeType="withEffect">
                                  <p:stCondLst>
                                    <p:cond delay="35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250" fill="hold"/>
                                        <p:tgtEl>
                                          <p:spTgt spid="19"/>
                                        </p:tgtEl>
                                      </p:cBhvr>
                                    </p:animEffect>
                                  </p:childTnLst>
                                </p:cTn>
                              </p:par>
                              <p:par>
                                <p:cTn id="33" presetID="10" presetClass="entr" presetSubtype="0" fill="hold" nodeType="withEffect">
                                  <p:stCondLst>
                                    <p:cond delay="40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250" fill="hold"/>
                                        <p:tgtEl>
                                          <p:spTgt spid="21"/>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
                                        </p:tgtEl>
                                        <p:attrNameLst>
                                          <p:attrName>style.visibility</p:attrName>
                                        </p:attrNameLst>
                                      </p:cBhvr>
                                      <p:to>
                                        <p:strVal val="visible"/>
                                      </p:to>
                                    </p:set>
                                    <p:animEffect transition="in" filter="fade">
                                      <p:cBhvr>
                                        <p:cTn id="40" dur="220" fill="hold"/>
                                        <p:tgtEl>
                                          <p:spTgt spid="6"/>
                                        </p:tgtEl>
                                      </p:cBhvr>
                                    </p:animEffect>
                                  </p:childTnLst>
                                </p:cTn>
                              </p:par>
                              <p:par>
                                <p:cTn id="41" presetID="6" presetClass="emph" presetSubtype="0" fill="hold" nodeType="withEffect">
                                  <p:stCondLst>
                                    <p:cond delay="600"/>
                                  </p:stCondLst>
                                  <p:childTnLst>
                                    <p:animScale>
                                      <p:cBhvr additive="base">
                                        <p:cTn id="42" dur="360" repeatCount="2000" autoRev="1" fill="hold"/>
                                        <p:tgtEl>
                                          <p:spTgt spid="6"/>
                                        </p:tgtEl>
                                      </p:cBhvr>
                                      <p:by x="118000" y="118000"/>
                                    </p:animScale>
                                  </p:childTnLst>
                                </p:cTn>
                              </p:par>
                              <p:par>
                                <p:cTn id="43" presetID="10" presetClass="entr" presetSubtype="0" fill="hold" nodeType="withEffect">
                                  <p:stCondLst>
                                    <p:cond delay="55"/>
                                  </p:stCondLst>
                                  <p:childTnLst>
                                    <p:set>
                                      <p:cBhvr>
                                        <p:cTn id="44" dur="1" fill="hold">
                                          <p:stCondLst>
                                            <p:cond delay="0"/>
                                          </p:stCondLst>
                                        </p:cTn>
                                        <p:tgtEl>
                                          <p:spTgt spid="8"/>
                                        </p:tgtEl>
                                        <p:attrNameLst>
                                          <p:attrName>style.visibility</p:attrName>
                                        </p:attrNameLst>
                                      </p:cBhvr>
                                      <p:to>
                                        <p:strVal val="visible"/>
                                      </p:to>
                                    </p:set>
                                    <p:animEffect transition="in" filter="fade">
                                      <p:cBhvr>
                                        <p:cTn id="45" dur="220" fill="hold"/>
                                        <p:tgtEl>
                                          <p:spTgt spid="8"/>
                                        </p:tgtEl>
                                      </p:cBhvr>
                                    </p:animEffect>
                                  </p:childTnLst>
                                </p:cTn>
                              </p:par>
                              <p:par>
                                <p:cTn id="46" presetID="6" presetClass="emph" presetSubtype="0" fill="hold" nodeType="withEffect">
                                  <p:stCondLst>
                                    <p:cond delay="655"/>
                                  </p:stCondLst>
                                  <p:childTnLst>
                                    <p:animScale>
                                      <p:cBhvr additive="base">
                                        <p:cTn id="47" dur="360" repeatCount="2000" autoRev="1" fill="hold"/>
                                        <p:tgtEl>
                                          <p:spTgt spid="8"/>
                                        </p:tgtEl>
                                      </p:cBhvr>
                                      <p:by x="118000" y="118000"/>
                                    </p:animScale>
                                  </p:childTnLst>
                                </p:cTn>
                              </p:par>
                              <p:par>
                                <p:cTn id="48" presetID="10" presetClass="entr" presetSubtype="0" fill="hold" nodeType="withEffect">
                                  <p:stCondLst>
                                    <p:cond delay="11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220" fill="hold"/>
                                        <p:tgtEl>
                                          <p:spTgt spid="10"/>
                                        </p:tgtEl>
                                      </p:cBhvr>
                                    </p:animEffect>
                                  </p:childTnLst>
                                </p:cTn>
                              </p:par>
                              <p:par>
                                <p:cTn id="51" presetID="6" presetClass="emph" presetSubtype="0" fill="hold" nodeType="withEffect">
                                  <p:stCondLst>
                                    <p:cond delay="710"/>
                                  </p:stCondLst>
                                  <p:childTnLst>
                                    <p:animScale>
                                      <p:cBhvr additive="base">
                                        <p:cTn id="52" dur="360" repeatCount="2000" autoRev="1" fill="hold"/>
                                        <p:tgtEl>
                                          <p:spTgt spid="10"/>
                                        </p:tgtEl>
                                      </p:cBhvr>
                                      <p:by x="118000" y="118000"/>
                                    </p:animScale>
                                  </p:childTnLst>
                                </p:cTn>
                              </p:par>
                              <p:par>
                                <p:cTn id="53" presetID="10" presetClass="entr" presetSubtype="0" fill="hold" nodeType="withEffect">
                                  <p:stCondLst>
                                    <p:cond delay="165"/>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220" fill="hold"/>
                                        <p:tgtEl>
                                          <p:spTgt spid="12"/>
                                        </p:tgtEl>
                                      </p:cBhvr>
                                    </p:animEffect>
                                  </p:childTnLst>
                                </p:cTn>
                              </p:par>
                              <p:par>
                                <p:cTn id="56" presetID="6" presetClass="emph" presetSubtype="0" fill="hold" nodeType="withEffect">
                                  <p:stCondLst>
                                    <p:cond delay="765"/>
                                  </p:stCondLst>
                                  <p:childTnLst>
                                    <p:animScale>
                                      <p:cBhvr additive="base">
                                        <p:cTn id="57" dur="360" repeatCount="2000" autoRev="1" fill="hold"/>
                                        <p:tgtEl>
                                          <p:spTgt spid="12"/>
                                        </p:tgtEl>
                                      </p:cBhvr>
                                      <p:by x="118000" y="118000"/>
                                    </p:animScale>
                                  </p:childTnLst>
                                </p:cTn>
                              </p:par>
                              <p:par>
                                <p:cTn id="58" presetID="10" presetClass="entr" presetSubtype="0" fill="hold" nodeType="withEffect">
                                  <p:stCondLst>
                                    <p:cond delay="220"/>
                                  </p:stCondLst>
                                  <p:childTnLst>
                                    <p:set>
                                      <p:cBhvr>
                                        <p:cTn id="59" dur="1" fill="hold">
                                          <p:stCondLst>
                                            <p:cond delay="0"/>
                                          </p:stCondLst>
                                        </p:cTn>
                                        <p:tgtEl>
                                          <p:spTgt spid="14"/>
                                        </p:tgtEl>
                                        <p:attrNameLst>
                                          <p:attrName>style.visibility</p:attrName>
                                        </p:attrNameLst>
                                      </p:cBhvr>
                                      <p:to>
                                        <p:strVal val="visible"/>
                                      </p:to>
                                    </p:set>
                                    <p:animEffect transition="in" filter="fade">
                                      <p:cBhvr>
                                        <p:cTn id="60" dur="220" fill="hold"/>
                                        <p:tgtEl>
                                          <p:spTgt spid="14"/>
                                        </p:tgtEl>
                                      </p:cBhvr>
                                    </p:animEffect>
                                  </p:childTnLst>
                                </p:cTn>
                              </p:par>
                              <p:par>
                                <p:cTn id="61" presetID="6" presetClass="emph" presetSubtype="0" fill="hold" nodeType="withEffect">
                                  <p:stCondLst>
                                    <p:cond delay="820"/>
                                  </p:stCondLst>
                                  <p:childTnLst>
                                    <p:animScale>
                                      <p:cBhvr additive="base">
                                        <p:cTn id="62" dur="360" repeatCount="2000" autoRev="1" fill="hold"/>
                                        <p:tgtEl>
                                          <p:spTgt spid="14"/>
                                        </p:tgtEl>
                                      </p:cBhvr>
                                      <p:by x="118000" y="118000"/>
                                    </p:animScale>
                                  </p:childTnLst>
                                </p:cTn>
                              </p:par>
                              <p:par>
                                <p:cTn id="63" presetID="10" presetClass="entr" presetSubtype="0" fill="hold" nodeType="withEffect">
                                  <p:stCondLst>
                                    <p:cond delay="275"/>
                                  </p:stCondLst>
                                  <p:childTnLst>
                                    <p:set>
                                      <p:cBhvr>
                                        <p:cTn id="64" dur="1" fill="hold">
                                          <p:stCondLst>
                                            <p:cond delay="0"/>
                                          </p:stCondLst>
                                        </p:cTn>
                                        <p:tgtEl>
                                          <p:spTgt spid="16"/>
                                        </p:tgtEl>
                                        <p:attrNameLst>
                                          <p:attrName>style.visibility</p:attrName>
                                        </p:attrNameLst>
                                      </p:cBhvr>
                                      <p:to>
                                        <p:strVal val="visible"/>
                                      </p:to>
                                    </p:set>
                                    <p:animEffect transition="in" filter="fade">
                                      <p:cBhvr>
                                        <p:cTn id="65" dur="220" fill="hold"/>
                                        <p:tgtEl>
                                          <p:spTgt spid="16"/>
                                        </p:tgtEl>
                                      </p:cBhvr>
                                    </p:animEffect>
                                  </p:childTnLst>
                                </p:cTn>
                              </p:par>
                              <p:par>
                                <p:cTn id="66" presetID="6" presetClass="emph" presetSubtype="0" fill="hold" nodeType="withEffect">
                                  <p:stCondLst>
                                    <p:cond delay="875"/>
                                  </p:stCondLst>
                                  <p:childTnLst>
                                    <p:animScale>
                                      <p:cBhvr additive="base">
                                        <p:cTn id="67" dur="360" repeatCount="2000" autoRev="1" fill="hold"/>
                                        <p:tgtEl>
                                          <p:spTgt spid="16"/>
                                        </p:tgtEl>
                                      </p:cBhvr>
                                      <p:by x="118000" y="118000"/>
                                    </p:animScale>
                                  </p:childTnLst>
                                </p:cTn>
                              </p:par>
                              <p:par>
                                <p:cTn id="68" presetID="10" presetClass="entr" presetSubtype="0" fill="hold" nodeType="withEffect">
                                  <p:stCondLst>
                                    <p:cond delay="330"/>
                                  </p:stCondLst>
                                  <p:childTnLst>
                                    <p:set>
                                      <p:cBhvr>
                                        <p:cTn id="69" dur="1" fill="hold">
                                          <p:stCondLst>
                                            <p:cond delay="0"/>
                                          </p:stCondLst>
                                        </p:cTn>
                                        <p:tgtEl>
                                          <p:spTgt spid="18"/>
                                        </p:tgtEl>
                                        <p:attrNameLst>
                                          <p:attrName>style.visibility</p:attrName>
                                        </p:attrNameLst>
                                      </p:cBhvr>
                                      <p:to>
                                        <p:strVal val="visible"/>
                                      </p:to>
                                    </p:set>
                                    <p:animEffect transition="in" filter="fade">
                                      <p:cBhvr>
                                        <p:cTn id="70" dur="220" fill="hold"/>
                                        <p:tgtEl>
                                          <p:spTgt spid="18"/>
                                        </p:tgtEl>
                                      </p:cBhvr>
                                    </p:animEffect>
                                  </p:childTnLst>
                                </p:cTn>
                              </p:par>
                              <p:par>
                                <p:cTn id="71" presetID="6" presetClass="emph" presetSubtype="0" fill="hold" nodeType="withEffect">
                                  <p:stCondLst>
                                    <p:cond delay="930"/>
                                  </p:stCondLst>
                                  <p:childTnLst>
                                    <p:animScale>
                                      <p:cBhvr additive="base">
                                        <p:cTn id="72" dur="360" repeatCount="2000" autoRev="1" fill="hold"/>
                                        <p:tgtEl>
                                          <p:spTgt spid="18"/>
                                        </p:tgtEl>
                                      </p:cBhvr>
                                      <p:by x="118000" y="118000"/>
                                    </p:animScale>
                                  </p:childTnLst>
                                </p:cTn>
                              </p:par>
                              <p:par>
                                <p:cTn id="73" presetID="10" presetClass="entr" presetSubtype="0" fill="hold" nodeType="withEffect">
                                  <p:stCondLst>
                                    <p:cond delay="385"/>
                                  </p:stCondLst>
                                  <p:childTnLst>
                                    <p:set>
                                      <p:cBhvr>
                                        <p:cTn id="74" dur="1" fill="hold">
                                          <p:stCondLst>
                                            <p:cond delay="0"/>
                                          </p:stCondLst>
                                        </p:cTn>
                                        <p:tgtEl>
                                          <p:spTgt spid="20"/>
                                        </p:tgtEl>
                                        <p:attrNameLst>
                                          <p:attrName>style.visibility</p:attrName>
                                        </p:attrNameLst>
                                      </p:cBhvr>
                                      <p:to>
                                        <p:strVal val="visible"/>
                                      </p:to>
                                    </p:set>
                                    <p:animEffect transition="in" filter="fade">
                                      <p:cBhvr>
                                        <p:cTn id="75" dur="220" fill="hold"/>
                                        <p:tgtEl>
                                          <p:spTgt spid="20"/>
                                        </p:tgtEl>
                                      </p:cBhvr>
                                    </p:animEffect>
                                  </p:childTnLst>
                                </p:cTn>
                              </p:par>
                              <p:par>
                                <p:cTn id="76" presetID="6" presetClass="emph" presetSubtype="0" fill="hold" nodeType="withEffect">
                                  <p:stCondLst>
                                    <p:cond delay="985"/>
                                  </p:stCondLst>
                                  <p:childTnLst>
                                    <p:animScale>
                                      <p:cBhvr additive="base">
                                        <p:cTn id="77" dur="360" repeatCount="2000" autoRev="1" fill="hold"/>
                                        <p:tgtEl>
                                          <p:spTgt spid="20"/>
                                        </p:tgtEl>
                                      </p:cBhvr>
                                      <p:by x="118000" y="118000"/>
                                    </p:animScale>
                                  </p:childTnLst>
                                </p:cTn>
                              </p:par>
                              <p:par>
                                <p:cTn id="78" presetID="10" presetClass="entr" presetSubtype="0" fill="hold" nodeType="withEffect">
                                  <p:stCondLst>
                                    <p:cond delay="440"/>
                                  </p:stCondLst>
                                  <p:childTnLst>
                                    <p:set>
                                      <p:cBhvr>
                                        <p:cTn id="79" dur="1" fill="hold">
                                          <p:stCondLst>
                                            <p:cond delay="0"/>
                                          </p:stCondLst>
                                        </p:cTn>
                                        <p:tgtEl>
                                          <p:spTgt spid="22"/>
                                        </p:tgtEl>
                                        <p:attrNameLst>
                                          <p:attrName>style.visibility</p:attrName>
                                        </p:attrNameLst>
                                      </p:cBhvr>
                                      <p:to>
                                        <p:strVal val="visible"/>
                                      </p:to>
                                    </p:set>
                                    <p:animEffect transition="in" filter="fade">
                                      <p:cBhvr>
                                        <p:cTn id="80" dur="220" fill="hold"/>
                                        <p:tgtEl>
                                          <p:spTgt spid="22"/>
                                        </p:tgtEl>
                                      </p:cBhvr>
                                    </p:animEffect>
                                  </p:childTnLst>
                                </p:cTn>
                              </p:par>
                              <p:par>
                                <p:cTn id="81" presetID="6" presetClass="emph" presetSubtype="0" fill="hold" nodeType="withEffect">
                                  <p:stCondLst>
                                    <p:cond delay="1040"/>
                                  </p:stCondLst>
                                  <p:childTnLst>
                                    <p:animScale>
                                      <p:cBhvr additive="base">
                                        <p:cTn id="82" dur="360" repeatCount="2000" autoRev="1" fill="hold"/>
                                        <p:tgtEl>
                                          <p:spTgt spid="22"/>
                                        </p:tgtEl>
                                      </p:cBhvr>
                                      <p:by x="118000" y="118000"/>
                                    </p:animScale>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nodeType="clickEffect">
                                  <p:stCondLst>
                                    <p:cond delay="0"/>
                                  </p:stCondLst>
                                  <p:childTnLst>
                                    <p:set>
                                      <p:cBhvr>
                                        <p:cTn id="86" dur="1" fill="hold">
                                          <p:stCondLst>
                                            <p:cond delay="0"/>
                                          </p:stCondLst>
                                        </p:cTn>
                                        <p:tgtEl>
                                          <p:spTgt spid="23"/>
                                        </p:tgtEl>
                                        <p:attrNameLst>
                                          <p:attrName>style.visibility</p:attrName>
                                        </p:attrNameLst>
                                      </p:cBhvr>
                                      <p:to>
                                        <p:strVal val="visible"/>
                                      </p:to>
                                    </p:set>
                                    <p:animEffect transition="in" filter="fade">
                                      <p:cBhvr>
                                        <p:cTn id="87" dur="220" fill="hold"/>
                                        <p:tgtEl>
                                          <p:spTgt spid="23"/>
                                        </p:tgtEl>
                                      </p:cBhvr>
                                    </p:animEffect>
                                  </p:childTnLst>
                                </p:cTn>
                              </p:par>
                              <p:par>
                                <p:cTn id="88" presetID="10" presetClass="entr" presetSubtype="0" fill="hold" nodeType="withEffect">
                                  <p:stCondLst>
                                    <p:cond delay="90"/>
                                  </p:stCondLst>
                                  <p:childTnLst>
                                    <p:set>
                                      <p:cBhvr>
                                        <p:cTn id="89" dur="1" fill="hold">
                                          <p:stCondLst>
                                            <p:cond delay="0"/>
                                          </p:stCondLst>
                                        </p:cTn>
                                        <p:tgtEl>
                                          <p:spTgt spid="26"/>
                                        </p:tgtEl>
                                        <p:attrNameLst>
                                          <p:attrName>style.visibility</p:attrName>
                                        </p:attrNameLst>
                                      </p:cBhvr>
                                      <p:to>
                                        <p:strVal val="visible"/>
                                      </p:to>
                                    </p:set>
                                    <p:animEffect transition="in" filter="fade">
                                      <p:cBhvr>
                                        <p:cTn id="90" dur="220" fill="hold"/>
                                        <p:tgtEl>
                                          <p:spTgt spid="26"/>
                                        </p:tgtEl>
                                      </p:cBhvr>
                                    </p:animEffect>
                                  </p:childTnLst>
                                </p:cTn>
                              </p:par>
                              <p:par>
                                <p:cTn id="91" presetID="10" presetClass="entr" presetSubtype="0" fill="hold" nodeType="withEffect">
                                  <p:stCondLst>
                                    <p:cond delay="180"/>
                                  </p:stCondLst>
                                  <p:childTnLst>
                                    <p:set>
                                      <p:cBhvr>
                                        <p:cTn id="92" dur="1" fill="hold">
                                          <p:stCondLst>
                                            <p:cond delay="0"/>
                                          </p:stCondLst>
                                        </p:cTn>
                                        <p:tgtEl>
                                          <p:spTgt spid="29"/>
                                        </p:tgtEl>
                                        <p:attrNameLst>
                                          <p:attrName>style.visibility</p:attrName>
                                        </p:attrNameLst>
                                      </p:cBhvr>
                                      <p:to>
                                        <p:strVal val="visible"/>
                                      </p:to>
                                    </p:set>
                                    <p:animEffect transition="in" filter="fade">
                                      <p:cBhvr>
                                        <p:cTn id="93" dur="220" fill="hold"/>
                                        <p:tgtEl>
                                          <p:spTgt spid="29"/>
                                        </p:tgtEl>
                                      </p:cBhvr>
                                    </p:animEffect>
                                  </p:childTnLst>
                                </p:cTn>
                              </p:par>
                              <p:par>
                                <p:cTn id="94" presetID="10" presetClass="entr" presetSubtype="0" fill="hold" nodeType="withEffect">
                                  <p:stCondLst>
                                    <p:cond delay="27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220" fill="hold"/>
                                        <p:tgtEl>
                                          <p:spTgt spid="32"/>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nodeType="clickEffect">
                                  <p:stCondLst>
                                    <p:cond delay="0"/>
                                  </p:stCondLst>
                                  <p:childTnLst>
                                    <p:set>
                                      <p:cBhvr>
                                        <p:cTn id="100" dur="1" fill="hold">
                                          <p:stCondLst>
                                            <p:cond delay="0"/>
                                          </p:stCondLst>
                                        </p:cTn>
                                        <p:tgtEl>
                                          <p:spTgt spid="35"/>
                                        </p:tgtEl>
                                        <p:attrNameLst>
                                          <p:attrName>style.visibility</p:attrName>
                                        </p:attrNameLst>
                                      </p:cBhvr>
                                      <p:to>
                                        <p:strVal val="visible"/>
                                      </p:to>
                                    </p:set>
                                    <p:animEffect transition="in" filter="fade">
                                      <p:cBhvr>
                                        <p:cTn id="101" dur="1" fill="hold"/>
                                        <p:tgtEl>
                                          <p:spTgt spid="35"/>
                                        </p:tgtEl>
                                      </p:cBhvr>
                                    </p:animEffect>
                                  </p:childTnLst>
                                </p:cTn>
                              </p:par>
                              <p:par>
                                <p:cTn id="102" presetID="0" presetClass="path" presetSubtype="0" fill="hold" nodeType="withEffect">
                                  <p:stCondLst>
                                    <p:cond delay="0"/>
                                  </p:stCondLst>
                                  <p:childTnLst>
                                    <p:animMotion origin="layout" path="M 0 0 L 0.147713415 0.000000000 E" pathEditMode="relative" rAng="0">
                                      <p:cBhvr additive="base">
                                        <p:cTn id="103" dur="850" fill="hold"/>
                                        <p:tgtEl>
                                          <p:spTgt spid="35"/>
                                        </p:tgtEl>
                                        <p:attrNameLst>
                                          <p:attrName>ppt_x</p:attrName>
                                          <p:attrName>ppt_y</p:attrName>
                                        </p:attrNameLst>
                                      </p:cBhvr>
                                      <p:rCtr x="0" y="0"/>
                                    </p:animMotion>
                                  </p:childTnLst>
                                </p:cTn>
                              </p:par>
                              <p:par>
                                <p:cTn id="104" presetID="10" presetClass="exit" presetSubtype="0" fill="hold" nodeType="withEffect">
                                  <p:stCondLst>
                                    <p:cond delay="850"/>
                                  </p:stCondLst>
                                  <p:childTnLst>
                                    <p:animEffect transition="out" filter="fade">
                                      <p:cBhvr>
                                        <p:cTn id="105" dur="1" fill="hold"/>
                                        <p:tgtEl>
                                          <p:spTgt spid="35"/>
                                        </p:tgtEl>
                                      </p:cBhvr>
                                    </p:animEffect>
                                    <p:set>
                                      <p:cBhvr>
                                        <p:cTn id="106" dur="1" fill="hold">
                                          <p:stCondLst>
                                            <p:cond delay="1"/>
                                          </p:stCondLst>
                                        </p:cTn>
                                        <p:tgtEl>
                                          <p:spTgt spid="35"/>
                                        </p:tgtEl>
                                        <p:attrNameLst>
                                          <p:attrName>style.visibility</p:attrName>
                                        </p:attrNameLst>
                                      </p:cBhvr>
                                      <p:to>
                                        <p:strVal val="hidden"/>
                                      </p:to>
                                    </p:set>
                                  </p:childTnLst>
                                </p:cTn>
                              </p:par>
                              <p:par>
                                <p:cTn id="107" presetID="6" presetClass="emph" presetSubtype="0" fill="hold" nodeType="withEffect">
                                  <p:stCondLst>
                                    <p:cond delay="800"/>
                                  </p:stCondLst>
                                  <p:childTnLst>
                                    <p:animScale>
                                      <p:cBhvr additive="base">
                                        <p:cTn id="108" dur="360" repeatCount="2000" autoRev="1" fill="hold"/>
                                        <p:tgtEl>
                                          <p:spTgt spid="14"/>
                                        </p:tgtEl>
                                      </p:cBhvr>
                                      <p:by x="118000" y="118000"/>
                                    </p:animScale>
                                  </p:childTnLst>
                                </p:cTn>
                              </p:par>
                              <p:par>
                                <p:cTn id="109" presetID="10" presetClass="entr" presetSubtype="0" fill="hold" nodeType="withEffect">
                                  <p:stCondLst>
                                    <p:cond delay="80"/>
                                  </p:stCondLst>
                                  <p:childTnLst>
                                    <p:set>
                                      <p:cBhvr>
                                        <p:cTn id="110" dur="1" fill="hold">
                                          <p:stCondLst>
                                            <p:cond delay="0"/>
                                          </p:stCondLst>
                                        </p:cTn>
                                        <p:tgtEl>
                                          <p:spTgt spid="36"/>
                                        </p:tgtEl>
                                        <p:attrNameLst>
                                          <p:attrName>style.visibility</p:attrName>
                                        </p:attrNameLst>
                                      </p:cBhvr>
                                      <p:to>
                                        <p:strVal val="visible"/>
                                      </p:to>
                                    </p:set>
                                    <p:animEffect transition="in" filter="fade">
                                      <p:cBhvr>
                                        <p:cTn id="111" dur="1" fill="hold"/>
                                        <p:tgtEl>
                                          <p:spTgt spid="36"/>
                                        </p:tgtEl>
                                      </p:cBhvr>
                                    </p:animEffect>
                                  </p:childTnLst>
                                </p:cTn>
                              </p:par>
                              <p:par>
                                <p:cTn id="112" presetID="0" presetClass="path" presetSubtype="0" fill="hold" nodeType="withEffect">
                                  <p:stCondLst>
                                    <p:cond delay="80"/>
                                  </p:stCondLst>
                                  <p:childTnLst>
                                    <p:animMotion origin="layout" path="M 0 0 L 0.162919207 0.015447154 E" pathEditMode="relative" rAng="0">
                                      <p:cBhvr additive="base">
                                        <p:cTn id="113" dur="850" fill="hold"/>
                                        <p:tgtEl>
                                          <p:spTgt spid="36"/>
                                        </p:tgtEl>
                                        <p:attrNameLst>
                                          <p:attrName>ppt_x</p:attrName>
                                          <p:attrName>ppt_y</p:attrName>
                                        </p:attrNameLst>
                                      </p:cBhvr>
                                      <p:rCtr x="0" y="0"/>
                                    </p:animMotion>
                                  </p:childTnLst>
                                </p:cTn>
                              </p:par>
                              <p:par>
                                <p:cTn id="114" presetID="10" presetClass="exit" presetSubtype="0" fill="hold" nodeType="withEffect">
                                  <p:stCondLst>
                                    <p:cond delay="930"/>
                                  </p:stCondLst>
                                  <p:childTnLst>
                                    <p:animEffect transition="out" filter="fade">
                                      <p:cBhvr>
                                        <p:cTn id="115" dur="1" fill="hold"/>
                                        <p:tgtEl>
                                          <p:spTgt spid="36"/>
                                        </p:tgtEl>
                                      </p:cBhvr>
                                    </p:animEffect>
                                    <p:set>
                                      <p:cBhvr>
                                        <p:cTn id="116" dur="1" fill="hold">
                                          <p:stCondLst>
                                            <p:cond delay="1"/>
                                          </p:stCondLst>
                                        </p:cTn>
                                        <p:tgtEl>
                                          <p:spTgt spid="36"/>
                                        </p:tgtEl>
                                        <p:attrNameLst>
                                          <p:attrName>style.visibility</p:attrName>
                                        </p:attrNameLst>
                                      </p:cBhvr>
                                      <p:to>
                                        <p:strVal val="hidden"/>
                                      </p:to>
                                    </p:set>
                                  </p:childTnLst>
                                </p:cTn>
                              </p:par>
                              <p:par>
                                <p:cTn id="117" presetID="6" presetClass="emph" presetSubtype="0" fill="hold" nodeType="withEffect">
                                  <p:stCondLst>
                                    <p:cond delay="880"/>
                                  </p:stCondLst>
                                  <p:childTnLst>
                                    <p:animScale>
                                      <p:cBhvr additive="base">
                                        <p:cTn id="118" dur="360" repeatCount="2000" autoRev="1" fill="hold"/>
                                        <p:tgtEl>
                                          <p:spTgt spid="16"/>
                                        </p:tgtEl>
                                      </p:cBhvr>
                                      <p:by x="118000" y="118000"/>
                                    </p:animScale>
                                  </p:childTnLst>
                                </p:cTn>
                              </p:par>
                              <p:par>
                                <p:cTn id="119" presetID="10" presetClass="entr" presetSubtype="0" fill="hold" nodeType="withEffect">
                                  <p:stCondLst>
                                    <p:cond delay="160"/>
                                  </p:stCondLst>
                                  <p:childTnLst>
                                    <p:set>
                                      <p:cBhvr>
                                        <p:cTn id="120" dur="1" fill="hold">
                                          <p:stCondLst>
                                            <p:cond delay="0"/>
                                          </p:stCondLst>
                                        </p:cTn>
                                        <p:tgtEl>
                                          <p:spTgt spid="37"/>
                                        </p:tgtEl>
                                        <p:attrNameLst>
                                          <p:attrName>style.visibility</p:attrName>
                                        </p:attrNameLst>
                                      </p:cBhvr>
                                      <p:to>
                                        <p:strVal val="visible"/>
                                      </p:to>
                                    </p:set>
                                    <p:animEffect transition="in" filter="fade">
                                      <p:cBhvr>
                                        <p:cTn id="121" dur="1" fill="hold"/>
                                        <p:tgtEl>
                                          <p:spTgt spid="37"/>
                                        </p:tgtEl>
                                      </p:cBhvr>
                                    </p:animEffect>
                                  </p:childTnLst>
                                </p:cTn>
                              </p:par>
                              <p:par>
                                <p:cTn id="122" presetID="0" presetClass="path" presetSubtype="0" fill="hold" nodeType="withEffect">
                                  <p:stCondLst>
                                    <p:cond delay="160"/>
                                  </p:stCondLst>
                                  <p:childTnLst>
                                    <p:animMotion origin="layout" path="M 0 0 L 0.167263720 -0.019308943 E" pathEditMode="relative" rAng="0">
                                      <p:cBhvr additive="base">
                                        <p:cTn id="123" dur="850" fill="hold"/>
                                        <p:tgtEl>
                                          <p:spTgt spid="37"/>
                                        </p:tgtEl>
                                        <p:attrNameLst>
                                          <p:attrName>ppt_x</p:attrName>
                                          <p:attrName>ppt_y</p:attrName>
                                        </p:attrNameLst>
                                      </p:cBhvr>
                                      <p:rCtr x="0" y="0"/>
                                    </p:animMotion>
                                  </p:childTnLst>
                                </p:cTn>
                              </p:par>
                              <p:par>
                                <p:cTn id="124" presetID="10" presetClass="exit" presetSubtype="0" fill="hold" nodeType="withEffect">
                                  <p:stCondLst>
                                    <p:cond delay="1010"/>
                                  </p:stCondLst>
                                  <p:childTnLst>
                                    <p:animEffect transition="out" filter="fade">
                                      <p:cBhvr>
                                        <p:cTn id="125" dur="1" fill="hold"/>
                                        <p:tgtEl>
                                          <p:spTgt spid="37"/>
                                        </p:tgtEl>
                                      </p:cBhvr>
                                    </p:animEffect>
                                    <p:set>
                                      <p:cBhvr>
                                        <p:cTn id="126" dur="1" fill="hold">
                                          <p:stCondLst>
                                            <p:cond delay="1"/>
                                          </p:stCondLst>
                                        </p:cTn>
                                        <p:tgtEl>
                                          <p:spTgt spid="37"/>
                                        </p:tgtEl>
                                        <p:attrNameLst>
                                          <p:attrName>style.visibility</p:attrName>
                                        </p:attrNameLst>
                                      </p:cBhvr>
                                      <p:to>
                                        <p:strVal val="hidden"/>
                                      </p:to>
                                    </p:set>
                                  </p:childTnLst>
                                </p:cTn>
                              </p:par>
                              <p:par>
                                <p:cTn id="127" presetID="6" presetClass="emph" presetSubtype="0" fill="hold" nodeType="withEffect">
                                  <p:stCondLst>
                                    <p:cond delay="960"/>
                                  </p:stCondLst>
                                  <p:childTnLst>
                                    <p:animScale>
                                      <p:cBhvr additive="base">
                                        <p:cTn id="128" dur="360" repeatCount="2000" autoRev="1" fill="hold"/>
                                        <p:tgtEl>
                                          <p:spTgt spid="18"/>
                                        </p:tgtEl>
                                      </p:cBhvr>
                                      <p:by x="118000" y="118000"/>
                                    </p:animScale>
                                  </p:childTnLst>
                                </p:cTn>
                              </p:par>
                              <p:par>
                                <p:cTn id="129" presetID="10" presetClass="entr" presetSubtype="0" fill="hold" nodeType="withEffect">
                                  <p:stCondLst>
                                    <p:cond delay="1050"/>
                                  </p:stCondLst>
                                  <p:childTnLst>
                                    <p:set>
                                      <p:cBhvr>
                                        <p:cTn id="130" dur="1" fill="hold">
                                          <p:stCondLst>
                                            <p:cond delay="0"/>
                                          </p:stCondLst>
                                        </p:cTn>
                                        <p:tgtEl>
                                          <p:spTgt spid="38"/>
                                        </p:tgtEl>
                                        <p:attrNameLst>
                                          <p:attrName>style.visibility</p:attrName>
                                        </p:attrNameLst>
                                      </p:cBhvr>
                                      <p:to>
                                        <p:strVal val="visible"/>
                                      </p:to>
                                    </p:set>
                                    <p:animEffect transition="in" filter="fade">
                                      <p:cBhvr>
                                        <p:cTn id="131" dur="1" fill="hold"/>
                                        <p:tgtEl>
                                          <p:spTgt spid="38"/>
                                        </p:tgtEl>
                                      </p:cBhvr>
                                    </p:animEffect>
                                  </p:childTnLst>
                                </p:cTn>
                              </p:par>
                              <p:par>
                                <p:cTn id="132" presetID="0" presetClass="path" presetSubtype="0" fill="hold" nodeType="withEffect">
                                  <p:stCondLst>
                                    <p:cond delay="1050"/>
                                  </p:stCondLst>
                                  <p:childTnLst>
                                    <p:animMotion origin="layout" path="M 0 0 L 0.364939024 -0.119715447 E" pathEditMode="relative" rAng="0">
                                      <p:cBhvr additive="base">
                                        <p:cTn id="133" dur="1100" fill="hold"/>
                                        <p:tgtEl>
                                          <p:spTgt spid="38"/>
                                        </p:tgtEl>
                                        <p:attrNameLst>
                                          <p:attrName>ppt_x</p:attrName>
                                          <p:attrName>ppt_y</p:attrName>
                                        </p:attrNameLst>
                                      </p:cBhvr>
                                      <p:rCtr x="0" y="0"/>
                                    </p:animMotion>
                                  </p:childTnLst>
                                </p:cTn>
                              </p:par>
                              <p:par>
                                <p:cTn id="134" presetID="10" presetClass="exit" presetSubtype="0" fill="hold" nodeType="withEffect">
                                  <p:stCondLst>
                                    <p:cond delay="2150"/>
                                  </p:stCondLst>
                                  <p:childTnLst>
                                    <p:animEffect transition="out" filter="fade">
                                      <p:cBhvr>
                                        <p:cTn id="135" dur="1" fill="hold"/>
                                        <p:tgtEl>
                                          <p:spTgt spid="38"/>
                                        </p:tgtEl>
                                      </p:cBhvr>
                                    </p:animEffect>
                                    <p:set>
                                      <p:cBhvr>
                                        <p:cTn id="136" dur="1" fill="hold">
                                          <p:stCondLst>
                                            <p:cond delay="1"/>
                                          </p:stCondLst>
                                        </p:cTn>
                                        <p:tgtEl>
                                          <p:spTgt spid="38"/>
                                        </p:tgtEl>
                                        <p:attrNameLst>
                                          <p:attrName>style.visibility</p:attrName>
                                        </p:attrNameLst>
                                      </p:cBhvr>
                                      <p:to>
                                        <p:strVal val="hidden"/>
                                      </p:to>
                                    </p:set>
                                  </p:childTnLst>
                                </p:cTn>
                              </p:par>
                              <p:par>
                                <p:cTn id="137" presetID="6" presetClass="emph" presetSubtype="0" fill="hold" nodeType="withEffect">
                                  <p:stCondLst>
                                    <p:cond delay="2070"/>
                                  </p:stCondLst>
                                  <p:childTnLst>
                                    <p:animScale>
                                      <p:cBhvr additive="base">
                                        <p:cTn id="138" dur="360" repeatCount="2000" autoRev="1" fill="hold"/>
                                        <p:tgtEl>
                                          <p:spTgt spid="22"/>
                                        </p:tgtEl>
                                      </p:cBhvr>
                                      <p:by x="118000" y="118000"/>
                                    </p:animScale>
                                  </p:childTnLst>
                                </p:cTn>
                              </p:par>
                              <p:par>
                                <p:cTn id="139" presetID="10" presetClass="entr" presetSubtype="0" fill="hold" nodeType="withEffect">
                                  <p:stCondLst>
                                    <p:cond delay="1140"/>
                                  </p:stCondLst>
                                  <p:childTnLst>
                                    <p:set>
                                      <p:cBhvr>
                                        <p:cTn id="140" dur="1" fill="hold">
                                          <p:stCondLst>
                                            <p:cond delay="0"/>
                                          </p:stCondLst>
                                        </p:cTn>
                                        <p:tgtEl>
                                          <p:spTgt spid="39"/>
                                        </p:tgtEl>
                                        <p:attrNameLst>
                                          <p:attrName>style.visibility</p:attrName>
                                        </p:attrNameLst>
                                      </p:cBhvr>
                                      <p:to>
                                        <p:strVal val="visible"/>
                                      </p:to>
                                    </p:set>
                                    <p:animEffect transition="in" filter="fade">
                                      <p:cBhvr>
                                        <p:cTn id="141" dur="1" fill="hold"/>
                                        <p:tgtEl>
                                          <p:spTgt spid="39"/>
                                        </p:tgtEl>
                                      </p:cBhvr>
                                    </p:animEffect>
                                  </p:childTnLst>
                                </p:cTn>
                              </p:par>
                              <p:par>
                                <p:cTn id="142" presetID="0" presetClass="path" presetSubtype="0" fill="hold" nodeType="withEffect">
                                  <p:stCondLst>
                                    <p:cond delay="1140"/>
                                  </p:stCondLst>
                                  <p:childTnLst>
                                    <p:animMotion origin="layout" path="M 0 0 L 0.349733232 0.077235772 E" pathEditMode="relative" rAng="0">
                                      <p:cBhvr additive="base">
                                        <p:cTn id="143" dur="1100" fill="hold"/>
                                        <p:tgtEl>
                                          <p:spTgt spid="39"/>
                                        </p:tgtEl>
                                        <p:attrNameLst>
                                          <p:attrName>ppt_x</p:attrName>
                                          <p:attrName>ppt_y</p:attrName>
                                        </p:attrNameLst>
                                      </p:cBhvr>
                                      <p:rCtr x="0" y="0"/>
                                    </p:animMotion>
                                  </p:childTnLst>
                                </p:cTn>
                              </p:par>
                              <p:par>
                                <p:cTn id="144" presetID="10" presetClass="exit" presetSubtype="0" fill="hold" nodeType="withEffect">
                                  <p:stCondLst>
                                    <p:cond delay="2240"/>
                                  </p:stCondLst>
                                  <p:childTnLst>
                                    <p:animEffect transition="out" filter="fade">
                                      <p:cBhvr>
                                        <p:cTn id="145" dur="1" fill="hold"/>
                                        <p:tgtEl>
                                          <p:spTgt spid="39"/>
                                        </p:tgtEl>
                                      </p:cBhvr>
                                    </p:animEffect>
                                    <p:set>
                                      <p:cBhvr>
                                        <p:cTn id="146" dur="1" fill="hold">
                                          <p:stCondLst>
                                            <p:cond delay="1"/>
                                          </p:stCondLst>
                                        </p:cTn>
                                        <p:tgtEl>
                                          <p:spTgt spid="39"/>
                                        </p:tgtEl>
                                        <p:attrNameLst>
                                          <p:attrName>style.visibility</p:attrName>
                                        </p:attrNameLst>
                                      </p:cBhvr>
                                      <p:to>
                                        <p:strVal val="hidden"/>
                                      </p:to>
                                    </p:set>
                                  </p:childTnLst>
                                </p:cTn>
                              </p:par>
                              <p:par>
                                <p:cTn id="147" presetID="6" presetClass="emph" presetSubtype="0" fill="hold" nodeType="withEffect">
                                  <p:stCondLst>
                                    <p:cond delay="2160"/>
                                  </p:stCondLst>
                                  <p:childTnLst>
                                    <p:animScale>
                                      <p:cBhvr additive="base">
                                        <p:cTn id="148" dur="360" repeatCount="2000" autoRev="1" fill="hold"/>
                                        <p:tgtEl>
                                          <p:spTgt spid="22"/>
                                        </p:tgtEl>
                                      </p:cBhvr>
                                      <p:by x="118000" y="118000"/>
                                    </p:animScale>
                                  </p:childTnLst>
                                </p:cTn>
                              </p:par>
                              <p:par>
                                <p:cTn id="149" presetID="10" presetClass="entr" presetSubtype="0" fill="hold" nodeType="withEffect">
                                  <p:stCondLst>
                                    <p:cond delay="1230"/>
                                  </p:stCondLst>
                                  <p:childTnLst>
                                    <p:set>
                                      <p:cBhvr>
                                        <p:cTn id="150" dur="1" fill="hold">
                                          <p:stCondLst>
                                            <p:cond delay="0"/>
                                          </p:stCondLst>
                                        </p:cTn>
                                        <p:tgtEl>
                                          <p:spTgt spid="40"/>
                                        </p:tgtEl>
                                        <p:attrNameLst>
                                          <p:attrName>style.visibility</p:attrName>
                                        </p:attrNameLst>
                                      </p:cBhvr>
                                      <p:to>
                                        <p:strVal val="visible"/>
                                      </p:to>
                                    </p:set>
                                    <p:animEffect transition="in" filter="fade">
                                      <p:cBhvr>
                                        <p:cTn id="151" dur="1" fill="hold"/>
                                        <p:tgtEl>
                                          <p:spTgt spid="40"/>
                                        </p:tgtEl>
                                      </p:cBhvr>
                                    </p:animEffect>
                                  </p:childTnLst>
                                </p:cTn>
                              </p:par>
                              <p:par>
                                <p:cTn id="152" presetID="0" presetClass="path" presetSubtype="0" fill="hold" nodeType="withEffect">
                                  <p:stCondLst>
                                    <p:cond delay="1230"/>
                                  </p:stCondLst>
                                  <p:childTnLst>
                                    <p:animMotion origin="layout" path="M 0 0 L 0.341044207 0.281910569 E" pathEditMode="relative" rAng="0">
                                      <p:cBhvr additive="base">
                                        <p:cTn id="153" dur="1100" fill="hold"/>
                                        <p:tgtEl>
                                          <p:spTgt spid="40"/>
                                        </p:tgtEl>
                                        <p:attrNameLst>
                                          <p:attrName>ppt_x</p:attrName>
                                          <p:attrName>ppt_y</p:attrName>
                                        </p:attrNameLst>
                                      </p:cBhvr>
                                      <p:rCtr x="0" y="0"/>
                                    </p:animMotion>
                                  </p:childTnLst>
                                </p:cTn>
                              </p:par>
                              <p:par>
                                <p:cTn id="154" presetID="10" presetClass="exit" presetSubtype="0" fill="hold" nodeType="withEffect">
                                  <p:stCondLst>
                                    <p:cond delay="2330"/>
                                  </p:stCondLst>
                                  <p:childTnLst>
                                    <p:animEffect transition="out" filter="fade">
                                      <p:cBhvr>
                                        <p:cTn id="155" dur="1" fill="hold"/>
                                        <p:tgtEl>
                                          <p:spTgt spid="40"/>
                                        </p:tgtEl>
                                      </p:cBhvr>
                                    </p:animEffect>
                                    <p:set>
                                      <p:cBhvr>
                                        <p:cTn id="156" dur="1" fill="hold">
                                          <p:stCondLst>
                                            <p:cond delay="1"/>
                                          </p:stCondLst>
                                        </p:cTn>
                                        <p:tgtEl>
                                          <p:spTgt spid="40"/>
                                        </p:tgtEl>
                                        <p:attrNameLst>
                                          <p:attrName>style.visibility</p:attrName>
                                        </p:attrNameLst>
                                      </p:cBhvr>
                                      <p:to>
                                        <p:strVal val="hidden"/>
                                      </p:to>
                                    </p:set>
                                  </p:childTnLst>
                                </p:cTn>
                              </p:par>
                              <p:par>
                                <p:cTn id="157" presetID="6" presetClass="emph" presetSubtype="0" fill="hold" nodeType="withEffect">
                                  <p:stCondLst>
                                    <p:cond delay="2250"/>
                                  </p:stCondLst>
                                  <p:childTnLst>
                                    <p:animScale>
                                      <p:cBhvr additive="base">
                                        <p:cTn id="158" dur="360" repeatCount="2000" autoRev="1" fill="hold"/>
                                        <p:tgtEl>
                                          <p:spTgt spid="22"/>
                                        </p:tgtEl>
                                      </p:cBhvr>
                                      <p:by x="118000" y="118000"/>
                                    </p:animScale>
                                  </p:childTnLst>
                                </p:cTn>
                              </p:par>
                            </p:childTnLst>
                          </p:cTn>
                        </p:par>
                      </p:childTnLst>
                    </p:cTn>
                  </p:par>
                  <p:par>
                    <p:cTn id="159" fill="hold">
                      <p:stCondLst>
                        <p:cond delay="indefinite"/>
                      </p:stCondLst>
                      <p:childTnLst>
                        <p:par>
                          <p:cTn id="160" fill="hold">
                            <p:stCondLst>
                              <p:cond delay="0"/>
                            </p:stCondLst>
                            <p:childTnLst>
                              <p:par>
                                <p:cTn id="161" presetID="10" presetClass="exit" presetSubtype="0" fill="hold" nodeType="clickEffect">
                                  <p:stCondLst>
                                    <p:cond delay="0"/>
                                  </p:stCondLst>
                                  <p:childTnLst>
                                    <p:animEffect transition="out" filter="fade">
                                      <p:cBhvr>
                                        <p:cTn id="162" dur="200" fill="hold"/>
                                        <p:tgtEl>
                                          <p:spTgt spid="23"/>
                                        </p:tgtEl>
                                      </p:cBhvr>
                                    </p:animEffect>
                                    <p:set>
                                      <p:cBhvr>
                                        <p:cTn id="163" dur="1" fill="hold">
                                          <p:stCondLst>
                                            <p:cond delay="200"/>
                                          </p:stCondLst>
                                        </p:cTn>
                                        <p:tgtEl>
                                          <p:spTgt spid="23"/>
                                        </p:tgtEl>
                                        <p:attrNameLst>
                                          <p:attrName>style.visibility</p:attrName>
                                        </p:attrNameLst>
                                      </p:cBhvr>
                                      <p:to>
                                        <p:strVal val="hidden"/>
                                      </p:to>
                                    </p:set>
                                  </p:childTnLst>
                                </p:cTn>
                              </p:par>
                              <p:par>
                                <p:cTn id="164" presetID="10" presetClass="entr" presetSubtype="0" fill="hold" nodeType="withEffect">
                                  <p:stCondLst>
                                    <p:cond delay="200"/>
                                  </p:stCondLst>
                                  <p:childTnLst>
                                    <p:set>
                                      <p:cBhvr>
                                        <p:cTn id="165" dur="1" fill="hold">
                                          <p:stCondLst>
                                            <p:cond delay="0"/>
                                          </p:stCondLst>
                                        </p:cTn>
                                        <p:tgtEl>
                                          <p:spTgt spid="24"/>
                                        </p:tgtEl>
                                        <p:attrNameLst>
                                          <p:attrName>style.visibility</p:attrName>
                                        </p:attrNameLst>
                                      </p:cBhvr>
                                      <p:to>
                                        <p:strVal val="visible"/>
                                      </p:to>
                                    </p:set>
                                    <p:animEffect transition="in" filter="fade">
                                      <p:cBhvr>
                                        <p:cTn id="166" dur="250" fill="hold"/>
                                        <p:tgtEl>
                                          <p:spTgt spid="24"/>
                                        </p:tgtEl>
                                      </p:cBhvr>
                                    </p:animEffect>
                                  </p:childTnLst>
                                </p:cTn>
                              </p:par>
                              <p:par>
                                <p:cTn id="167" presetID="10" presetClass="exit" presetSubtype="0" fill="hold" nodeType="withEffect">
                                  <p:stCondLst>
                                    <p:cond delay="0"/>
                                  </p:stCondLst>
                                  <p:childTnLst>
                                    <p:animEffect transition="out" filter="fade">
                                      <p:cBhvr>
                                        <p:cTn id="168" dur="200" fill="hold"/>
                                        <p:tgtEl>
                                          <p:spTgt spid="26"/>
                                        </p:tgtEl>
                                      </p:cBhvr>
                                    </p:animEffect>
                                    <p:set>
                                      <p:cBhvr>
                                        <p:cTn id="169" dur="1" fill="hold">
                                          <p:stCondLst>
                                            <p:cond delay="200"/>
                                          </p:stCondLst>
                                        </p:cTn>
                                        <p:tgtEl>
                                          <p:spTgt spid="26"/>
                                        </p:tgtEl>
                                        <p:attrNameLst>
                                          <p:attrName>style.visibility</p:attrName>
                                        </p:attrNameLst>
                                      </p:cBhvr>
                                      <p:to>
                                        <p:strVal val="hidden"/>
                                      </p:to>
                                    </p:set>
                                  </p:childTnLst>
                                </p:cTn>
                              </p:par>
                              <p:par>
                                <p:cTn id="170" presetID="10" presetClass="entr" presetSubtype="0" fill="hold" nodeType="withEffect">
                                  <p:stCondLst>
                                    <p:cond delay="200"/>
                                  </p:stCondLst>
                                  <p:childTnLst>
                                    <p:set>
                                      <p:cBhvr>
                                        <p:cTn id="171" dur="1" fill="hold">
                                          <p:stCondLst>
                                            <p:cond delay="0"/>
                                          </p:stCondLst>
                                        </p:cTn>
                                        <p:tgtEl>
                                          <p:spTgt spid="27"/>
                                        </p:tgtEl>
                                        <p:attrNameLst>
                                          <p:attrName>style.visibility</p:attrName>
                                        </p:attrNameLst>
                                      </p:cBhvr>
                                      <p:to>
                                        <p:strVal val="visible"/>
                                      </p:to>
                                    </p:set>
                                    <p:animEffect transition="in" filter="fade">
                                      <p:cBhvr>
                                        <p:cTn id="172" dur="250" fill="hold"/>
                                        <p:tgtEl>
                                          <p:spTgt spid="27"/>
                                        </p:tgtEl>
                                      </p:cBhvr>
                                    </p:animEffect>
                                  </p:childTnLst>
                                </p:cTn>
                              </p:par>
                              <p:par>
                                <p:cTn id="173" presetID="10" presetClass="exit" presetSubtype="0" fill="hold" nodeType="withEffect">
                                  <p:stCondLst>
                                    <p:cond delay="0"/>
                                  </p:stCondLst>
                                  <p:childTnLst>
                                    <p:animEffect transition="out" filter="fade">
                                      <p:cBhvr>
                                        <p:cTn id="174" dur="200" fill="hold"/>
                                        <p:tgtEl>
                                          <p:spTgt spid="29"/>
                                        </p:tgtEl>
                                      </p:cBhvr>
                                    </p:animEffect>
                                    <p:set>
                                      <p:cBhvr>
                                        <p:cTn id="175" dur="1" fill="hold">
                                          <p:stCondLst>
                                            <p:cond delay="200"/>
                                          </p:stCondLst>
                                        </p:cTn>
                                        <p:tgtEl>
                                          <p:spTgt spid="29"/>
                                        </p:tgtEl>
                                        <p:attrNameLst>
                                          <p:attrName>style.visibility</p:attrName>
                                        </p:attrNameLst>
                                      </p:cBhvr>
                                      <p:to>
                                        <p:strVal val="hidden"/>
                                      </p:to>
                                    </p:set>
                                  </p:childTnLst>
                                </p:cTn>
                              </p:par>
                              <p:par>
                                <p:cTn id="176" presetID="10" presetClass="entr" presetSubtype="0" fill="hold" nodeType="withEffect">
                                  <p:stCondLst>
                                    <p:cond delay="200"/>
                                  </p:stCondLst>
                                  <p:childTnLst>
                                    <p:set>
                                      <p:cBhvr>
                                        <p:cTn id="177" dur="1" fill="hold">
                                          <p:stCondLst>
                                            <p:cond delay="0"/>
                                          </p:stCondLst>
                                        </p:cTn>
                                        <p:tgtEl>
                                          <p:spTgt spid="30"/>
                                        </p:tgtEl>
                                        <p:attrNameLst>
                                          <p:attrName>style.visibility</p:attrName>
                                        </p:attrNameLst>
                                      </p:cBhvr>
                                      <p:to>
                                        <p:strVal val="visible"/>
                                      </p:to>
                                    </p:set>
                                    <p:animEffect transition="in" filter="fade">
                                      <p:cBhvr>
                                        <p:cTn id="178" dur="250" fill="hold"/>
                                        <p:tgtEl>
                                          <p:spTgt spid="30"/>
                                        </p:tgtEl>
                                      </p:cBhvr>
                                    </p:animEffect>
                                  </p:childTnLst>
                                </p:cTn>
                              </p:par>
                              <p:par>
                                <p:cTn id="179" presetID="10" presetClass="exit" presetSubtype="0" fill="hold" nodeType="withEffect">
                                  <p:stCondLst>
                                    <p:cond delay="0"/>
                                  </p:stCondLst>
                                  <p:childTnLst>
                                    <p:animEffect transition="out" filter="fade">
                                      <p:cBhvr>
                                        <p:cTn id="180" dur="200" fill="hold"/>
                                        <p:tgtEl>
                                          <p:spTgt spid="32"/>
                                        </p:tgtEl>
                                      </p:cBhvr>
                                    </p:animEffect>
                                    <p:set>
                                      <p:cBhvr>
                                        <p:cTn id="181" dur="1" fill="hold">
                                          <p:stCondLst>
                                            <p:cond delay="200"/>
                                          </p:stCondLst>
                                        </p:cTn>
                                        <p:tgtEl>
                                          <p:spTgt spid="32"/>
                                        </p:tgtEl>
                                        <p:attrNameLst>
                                          <p:attrName>style.visibility</p:attrName>
                                        </p:attrNameLst>
                                      </p:cBhvr>
                                      <p:to>
                                        <p:strVal val="hidden"/>
                                      </p:to>
                                    </p:set>
                                  </p:childTnLst>
                                </p:cTn>
                              </p:par>
                              <p:par>
                                <p:cTn id="182" presetID="10" presetClass="entr" presetSubtype="0" fill="hold" nodeType="withEffect">
                                  <p:stCondLst>
                                    <p:cond delay="200"/>
                                  </p:stCondLst>
                                  <p:childTnLst>
                                    <p:set>
                                      <p:cBhvr>
                                        <p:cTn id="183" dur="1" fill="hold">
                                          <p:stCondLst>
                                            <p:cond delay="0"/>
                                          </p:stCondLst>
                                        </p:cTn>
                                        <p:tgtEl>
                                          <p:spTgt spid="33"/>
                                        </p:tgtEl>
                                        <p:attrNameLst>
                                          <p:attrName>style.visibility</p:attrName>
                                        </p:attrNameLst>
                                      </p:cBhvr>
                                      <p:to>
                                        <p:strVal val="visible"/>
                                      </p:to>
                                    </p:set>
                                    <p:animEffect transition="in" filter="fade">
                                      <p:cBhvr>
                                        <p:cTn id="184" dur="250" fill="hold"/>
                                        <p:tgtEl>
                                          <p:spTgt spid="33"/>
                                        </p:tgtEl>
                                      </p:cBhvr>
                                    </p:animEffect>
                                  </p:childTnLst>
                                </p:cTn>
                              </p:par>
                            </p:childTnLst>
                          </p:cTn>
                        </p:par>
                      </p:childTnLst>
                    </p:cTn>
                  </p:par>
                  <p:par>
                    <p:cTn id="185" fill="hold">
                      <p:stCondLst>
                        <p:cond delay="indefinite"/>
                      </p:stCondLst>
                      <p:childTnLst>
                        <p:par>
                          <p:cTn id="186" fill="hold">
                            <p:stCondLst>
                              <p:cond delay="0"/>
                            </p:stCondLst>
                            <p:childTnLst>
                              <p:par>
                                <p:cTn id="187" presetID="10" presetClass="exit" presetSubtype="0" fill="hold" nodeType="clickEffect">
                                  <p:stCondLst>
                                    <p:cond delay="0"/>
                                  </p:stCondLst>
                                  <p:childTnLst>
                                    <p:animEffect transition="out" filter="fade">
                                      <p:cBhvr>
                                        <p:cTn id="188" dur="200" fill="hold"/>
                                        <p:tgtEl>
                                          <p:spTgt spid="24"/>
                                        </p:tgtEl>
                                      </p:cBhvr>
                                    </p:animEffect>
                                    <p:set>
                                      <p:cBhvr>
                                        <p:cTn id="189" dur="1" fill="hold">
                                          <p:stCondLst>
                                            <p:cond delay="200"/>
                                          </p:stCondLst>
                                        </p:cTn>
                                        <p:tgtEl>
                                          <p:spTgt spid="24"/>
                                        </p:tgtEl>
                                        <p:attrNameLst>
                                          <p:attrName>style.visibility</p:attrName>
                                        </p:attrNameLst>
                                      </p:cBhvr>
                                      <p:to>
                                        <p:strVal val="hidden"/>
                                      </p:to>
                                    </p:set>
                                  </p:childTnLst>
                                </p:cTn>
                              </p:par>
                              <p:par>
                                <p:cTn id="190" presetID="10" presetClass="entr" presetSubtype="0" fill="hold" nodeType="withEffect">
                                  <p:stCondLst>
                                    <p:cond delay="200"/>
                                  </p:stCondLst>
                                  <p:childTnLst>
                                    <p:set>
                                      <p:cBhvr>
                                        <p:cTn id="191" dur="1" fill="hold">
                                          <p:stCondLst>
                                            <p:cond delay="0"/>
                                          </p:stCondLst>
                                        </p:cTn>
                                        <p:tgtEl>
                                          <p:spTgt spid="25"/>
                                        </p:tgtEl>
                                        <p:attrNameLst>
                                          <p:attrName>style.visibility</p:attrName>
                                        </p:attrNameLst>
                                      </p:cBhvr>
                                      <p:to>
                                        <p:strVal val="visible"/>
                                      </p:to>
                                    </p:set>
                                    <p:animEffect transition="in" filter="fade">
                                      <p:cBhvr>
                                        <p:cTn id="192" dur="250" fill="hold"/>
                                        <p:tgtEl>
                                          <p:spTgt spid="25"/>
                                        </p:tgtEl>
                                      </p:cBhvr>
                                    </p:animEffect>
                                  </p:childTnLst>
                                </p:cTn>
                              </p:par>
                              <p:par>
                                <p:cTn id="193" presetID="10" presetClass="exit" presetSubtype="0" fill="hold" nodeType="withEffect">
                                  <p:stCondLst>
                                    <p:cond delay="0"/>
                                  </p:stCondLst>
                                  <p:childTnLst>
                                    <p:animEffect transition="out" filter="fade">
                                      <p:cBhvr>
                                        <p:cTn id="194" dur="200" fill="hold"/>
                                        <p:tgtEl>
                                          <p:spTgt spid="27"/>
                                        </p:tgtEl>
                                      </p:cBhvr>
                                    </p:animEffect>
                                    <p:set>
                                      <p:cBhvr>
                                        <p:cTn id="195" dur="1" fill="hold">
                                          <p:stCondLst>
                                            <p:cond delay="200"/>
                                          </p:stCondLst>
                                        </p:cTn>
                                        <p:tgtEl>
                                          <p:spTgt spid="27"/>
                                        </p:tgtEl>
                                        <p:attrNameLst>
                                          <p:attrName>style.visibility</p:attrName>
                                        </p:attrNameLst>
                                      </p:cBhvr>
                                      <p:to>
                                        <p:strVal val="hidden"/>
                                      </p:to>
                                    </p:set>
                                  </p:childTnLst>
                                </p:cTn>
                              </p:par>
                              <p:par>
                                <p:cTn id="196" presetID="10" presetClass="entr" presetSubtype="0" fill="hold" nodeType="withEffect">
                                  <p:stCondLst>
                                    <p:cond delay="200"/>
                                  </p:stCondLst>
                                  <p:childTnLst>
                                    <p:set>
                                      <p:cBhvr>
                                        <p:cTn id="197" dur="1" fill="hold">
                                          <p:stCondLst>
                                            <p:cond delay="0"/>
                                          </p:stCondLst>
                                        </p:cTn>
                                        <p:tgtEl>
                                          <p:spTgt spid="28"/>
                                        </p:tgtEl>
                                        <p:attrNameLst>
                                          <p:attrName>style.visibility</p:attrName>
                                        </p:attrNameLst>
                                      </p:cBhvr>
                                      <p:to>
                                        <p:strVal val="visible"/>
                                      </p:to>
                                    </p:set>
                                    <p:animEffect transition="in" filter="fade">
                                      <p:cBhvr>
                                        <p:cTn id="198" dur="250" fill="hold"/>
                                        <p:tgtEl>
                                          <p:spTgt spid="28"/>
                                        </p:tgtEl>
                                      </p:cBhvr>
                                    </p:animEffect>
                                  </p:childTnLst>
                                </p:cTn>
                              </p:par>
                              <p:par>
                                <p:cTn id="199" presetID="10" presetClass="exit" presetSubtype="0" fill="hold" nodeType="withEffect">
                                  <p:stCondLst>
                                    <p:cond delay="0"/>
                                  </p:stCondLst>
                                  <p:childTnLst>
                                    <p:animEffect transition="out" filter="fade">
                                      <p:cBhvr>
                                        <p:cTn id="200" dur="200" fill="hold"/>
                                        <p:tgtEl>
                                          <p:spTgt spid="30"/>
                                        </p:tgtEl>
                                      </p:cBhvr>
                                    </p:animEffect>
                                    <p:set>
                                      <p:cBhvr>
                                        <p:cTn id="201" dur="1" fill="hold">
                                          <p:stCondLst>
                                            <p:cond delay="200"/>
                                          </p:stCondLst>
                                        </p:cTn>
                                        <p:tgtEl>
                                          <p:spTgt spid="30"/>
                                        </p:tgtEl>
                                        <p:attrNameLst>
                                          <p:attrName>style.visibility</p:attrName>
                                        </p:attrNameLst>
                                      </p:cBhvr>
                                      <p:to>
                                        <p:strVal val="hidden"/>
                                      </p:to>
                                    </p:set>
                                  </p:childTnLst>
                                </p:cTn>
                              </p:par>
                              <p:par>
                                <p:cTn id="202" presetID="10" presetClass="entr" presetSubtype="0" fill="hold" nodeType="withEffect">
                                  <p:stCondLst>
                                    <p:cond delay="200"/>
                                  </p:stCondLst>
                                  <p:childTnLst>
                                    <p:set>
                                      <p:cBhvr>
                                        <p:cTn id="203" dur="1" fill="hold">
                                          <p:stCondLst>
                                            <p:cond delay="0"/>
                                          </p:stCondLst>
                                        </p:cTn>
                                        <p:tgtEl>
                                          <p:spTgt spid="31"/>
                                        </p:tgtEl>
                                        <p:attrNameLst>
                                          <p:attrName>style.visibility</p:attrName>
                                        </p:attrNameLst>
                                      </p:cBhvr>
                                      <p:to>
                                        <p:strVal val="visible"/>
                                      </p:to>
                                    </p:set>
                                    <p:animEffect transition="in" filter="fade">
                                      <p:cBhvr>
                                        <p:cTn id="204" dur="250" fill="hold"/>
                                        <p:tgtEl>
                                          <p:spTgt spid="31"/>
                                        </p:tgtEl>
                                      </p:cBhvr>
                                    </p:animEffect>
                                  </p:childTnLst>
                                </p:cTn>
                              </p:par>
                              <p:par>
                                <p:cTn id="205" presetID="10" presetClass="exit" presetSubtype="0" fill="hold" nodeType="withEffect">
                                  <p:stCondLst>
                                    <p:cond delay="0"/>
                                  </p:stCondLst>
                                  <p:childTnLst>
                                    <p:animEffect transition="out" filter="fade">
                                      <p:cBhvr>
                                        <p:cTn id="206" dur="200" fill="hold"/>
                                        <p:tgtEl>
                                          <p:spTgt spid="33"/>
                                        </p:tgtEl>
                                      </p:cBhvr>
                                    </p:animEffect>
                                    <p:set>
                                      <p:cBhvr>
                                        <p:cTn id="207" dur="1" fill="hold">
                                          <p:stCondLst>
                                            <p:cond delay="200"/>
                                          </p:stCondLst>
                                        </p:cTn>
                                        <p:tgtEl>
                                          <p:spTgt spid="33"/>
                                        </p:tgtEl>
                                        <p:attrNameLst>
                                          <p:attrName>style.visibility</p:attrName>
                                        </p:attrNameLst>
                                      </p:cBhvr>
                                      <p:to>
                                        <p:strVal val="hidden"/>
                                      </p:to>
                                    </p:set>
                                  </p:childTnLst>
                                </p:cTn>
                              </p:par>
                              <p:par>
                                <p:cTn id="208" presetID="10" presetClass="entr" presetSubtype="0" fill="hold" nodeType="withEffect">
                                  <p:stCondLst>
                                    <p:cond delay="200"/>
                                  </p:stCondLst>
                                  <p:childTnLst>
                                    <p:set>
                                      <p:cBhvr>
                                        <p:cTn id="209" dur="1" fill="hold">
                                          <p:stCondLst>
                                            <p:cond delay="0"/>
                                          </p:stCondLst>
                                        </p:cTn>
                                        <p:tgtEl>
                                          <p:spTgt spid="34"/>
                                        </p:tgtEl>
                                        <p:attrNameLst>
                                          <p:attrName>style.visibility</p:attrName>
                                        </p:attrNameLst>
                                      </p:cBhvr>
                                      <p:to>
                                        <p:strVal val="visible"/>
                                      </p:to>
                                    </p:set>
                                    <p:animEffect transition="in" filter="fade">
                                      <p:cBhvr>
                                        <p:cTn id="210" dur="250" fill="hold"/>
                                        <p:tgtEl>
                                          <p:spTgt spid="34"/>
                                        </p:tgtEl>
                                      </p:cBhvr>
                                    </p:animEffect>
                                  </p:childTnLst>
                                </p:cTn>
                              </p:par>
                            </p:childTnLst>
                          </p:cTn>
                        </p:par>
                      </p:childTnLst>
                    </p:cTn>
                  </p:par>
                  <p:par>
                    <p:cTn id="211" fill="hold">
                      <p:stCondLst>
                        <p:cond delay="indefinite"/>
                      </p:stCondLst>
                      <p:childTnLst>
                        <p:par>
                          <p:cTn id="212" fill="hold">
                            <p:stCondLst>
                              <p:cond delay="0"/>
                            </p:stCondLst>
                            <p:childTnLst>
                              <p:par>
                                <p:cTn id="213" presetID="10" presetClass="exit" presetSubtype="0" fill="hold" nodeType="clickEffect">
                                  <p:stCondLst>
                                    <p:cond delay="0"/>
                                  </p:stCondLst>
                                  <p:childTnLst>
                                    <p:animEffect transition="out" filter="fade">
                                      <p:cBhvr>
                                        <p:cTn id="214" dur="200" fill="hold"/>
                                        <p:tgtEl>
                                          <p:spTgt spid="54"/>
                                        </p:tgtEl>
                                      </p:cBhvr>
                                    </p:animEffect>
                                    <p:set>
                                      <p:cBhvr>
                                        <p:cTn id="215" dur="1" fill="hold">
                                          <p:stCondLst>
                                            <p:cond delay="200"/>
                                          </p:stCondLst>
                                        </p:cTn>
                                        <p:tgtEl>
                                          <p:spTgt spid="54"/>
                                        </p:tgtEl>
                                        <p:attrNameLst>
                                          <p:attrName>style.visibility</p:attrName>
                                        </p:attrNameLst>
                                      </p:cBhvr>
                                      <p:to>
                                        <p:strVal val="hidden"/>
                                      </p:to>
                                    </p:set>
                                  </p:childTnLst>
                                </p:cTn>
                              </p:par>
                              <p:par>
                                <p:cTn id="216" presetID="10" presetClass="exit" presetSubtype="0" fill="hold" nodeType="withEffect">
                                  <p:stCondLst>
                                    <p:cond delay="0"/>
                                  </p:stCondLst>
                                  <p:childTnLst>
                                    <p:animEffect transition="out" filter="fade">
                                      <p:cBhvr>
                                        <p:cTn id="217" dur="200" fill="hold"/>
                                        <p:tgtEl>
                                          <p:spTgt spid="3"/>
                                        </p:tgtEl>
                                      </p:cBhvr>
                                    </p:animEffect>
                                    <p:set>
                                      <p:cBhvr>
                                        <p:cTn id="218" dur="1" fill="hold">
                                          <p:stCondLst>
                                            <p:cond delay="200"/>
                                          </p:stCondLst>
                                        </p:cTn>
                                        <p:tgtEl>
                                          <p:spTgt spid="3"/>
                                        </p:tgtEl>
                                        <p:attrNameLst>
                                          <p:attrName>style.visibility</p:attrName>
                                        </p:attrNameLst>
                                      </p:cBhvr>
                                      <p:to>
                                        <p:strVal val="hidden"/>
                                      </p:to>
                                    </p:set>
                                  </p:childTnLst>
                                </p:cTn>
                              </p:par>
                              <p:par>
                                <p:cTn id="219" presetID="10" presetClass="exit" presetSubtype="0" fill="hold" nodeType="withEffect">
                                  <p:stCondLst>
                                    <p:cond delay="0"/>
                                  </p:stCondLst>
                                  <p:childTnLst>
                                    <p:animEffect transition="out" filter="fade">
                                      <p:cBhvr>
                                        <p:cTn id="220" dur="200" fill="hold"/>
                                        <p:tgtEl>
                                          <p:spTgt spid="4"/>
                                        </p:tgtEl>
                                      </p:cBhvr>
                                    </p:animEffect>
                                    <p:set>
                                      <p:cBhvr>
                                        <p:cTn id="221" dur="1" fill="hold">
                                          <p:stCondLst>
                                            <p:cond delay="200"/>
                                          </p:stCondLst>
                                        </p:cTn>
                                        <p:tgtEl>
                                          <p:spTgt spid="4"/>
                                        </p:tgtEl>
                                        <p:attrNameLst>
                                          <p:attrName>style.visibility</p:attrName>
                                        </p:attrNameLst>
                                      </p:cBhvr>
                                      <p:to>
                                        <p:strVal val="hidden"/>
                                      </p:to>
                                    </p:set>
                                  </p:childTnLst>
                                </p:cTn>
                              </p:par>
                              <p:par>
                                <p:cTn id="222" presetID="10" presetClass="exit" presetSubtype="0" fill="hold" nodeType="withEffect">
                                  <p:stCondLst>
                                    <p:cond delay="0"/>
                                  </p:stCondLst>
                                  <p:childTnLst>
                                    <p:animEffect transition="out" filter="fade">
                                      <p:cBhvr>
                                        <p:cTn id="223" dur="200" fill="hold"/>
                                        <p:tgtEl>
                                          <p:spTgt spid="53"/>
                                        </p:tgtEl>
                                      </p:cBhvr>
                                    </p:animEffect>
                                    <p:set>
                                      <p:cBhvr>
                                        <p:cTn id="224" dur="1" fill="hold">
                                          <p:stCondLst>
                                            <p:cond delay="200"/>
                                          </p:stCondLst>
                                        </p:cTn>
                                        <p:tgtEl>
                                          <p:spTgt spid="53"/>
                                        </p:tgtEl>
                                        <p:attrNameLst>
                                          <p:attrName>style.visibility</p:attrName>
                                        </p:attrNameLst>
                                      </p:cBhvr>
                                      <p:to>
                                        <p:strVal val="hidden"/>
                                      </p:to>
                                    </p:set>
                                  </p:childTnLst>
                                </p:cTn>
                              </p:par>
                              <p:par>
                                <p:cTn id="225" presetID="10" presetClass="entr" presetSubtype="0" fill="hold" nodeType="withEffect">
                                  <p:stCondLst>
                                    <p:cond delay="260"/>
                                  </p:stCondLst>
                                  <p:childTnLst>
                                    <p:set>
                                      <p:cBhvr>
                                        <p:cTn id="226" dur="1" fill="hold">
                                          <p:stCondLst>
                                            <p:cond delay="0"/>
                                          </p:stCondLst>
                                        </p:cTn>
                                        <p:tgtEl>
                                          <p:spTgt spid="41"/>
                                        </p:tgtEl>
                                        <p:attrNameLst>
                                          <p:attrName>style.visibility</p:attrName>
                                        </p:attrNameLst>
                                      </p:cBhvr>
                                      <p:to>
                                        <p:strVal val="visible"/>
                                      </p:to>
                                    </p:set>
                                    <p:animEffect transition="in" filter="fade">
                                      <p:cBhvr>
                                        <p:cTn id="227" dur="250" fill="hold"/>
                                        <p:tgtEl>
                                          <p:spTgt spid="41"/>
                                        </p:tgtEl>
                                      </p:cBhvr>
                                    </p:animEffect>
                                  </p:childTnLst>
                                </p:cTn>
                              </p:par>
                            </p:childTnLst>
                          </p:cTn>
                        </p:par>
                      </p:childTnLst>
                    </p:cTn>
                  </p:par>
                  <p:par>
                    <p:cTn id="228" fill="hold">
                      <p:stCondLst>
                        <p:cond delay="indefinite"/>
                      </p:stCondLst>
                      <p:childTnLst>
                        <p:par>
                          <p:cTn id="229" fill="hold">
                            <p:stCondLst>
                              <p:cond delay="0"/>
                            </p:stCondLst>
                            <p:childTnLst>
                              <p:par>
                                <p:cTn id="230" presetID="1" presetClass="entr" presetSubtype="0" fill="hold" grpId="0" nodeType="clickEffect">
                                  <p:stCondLst>
                                    <p:cond delay="0"/>
                                  </p:stCondLst>
                                  <p:childTnLst>
                                    <p:set>
                                      <p:cBhvr>
                                        <p:cTn id="231" dur="1" fill="hold">
                                          <p:stCondLst>
                                            <p:cond delay="0"/>
                                          </p:stCondLst>
                                        </p:cTn>
                                        <p:tgtEl>
                                          <p:spTgt spid="55"/>
                                        </p:tgtEl>
                                        <p:attrNameLst>
                                          <p:attrName>style.visibility</p:attrName>
                                        </p:attrNameLst>
                                      </p:cBhvr>
                                      <p:to>
                                        <p:strVal val="visible"/>
                                      </p:to>
                                    </p:set>
                                  </p:childTnLst>
                                </p:cTn>
                              </p:par>
                              <p:par>
                                <p:cTn id="232" presetID="10" presetClass="exit" presetSubtype="0" fill="hold" nodeType="withEffect">
                                  <p:stCondLst>
                                    <p:cond delay="0"/>
                                  </p:stCondLst>
                                  <p:childTnLst>
                                    <p:animEffect transition="out" filter="fade">
                                      <p:cBhvr>
                                        <p:cTn id="233" dur="200" fill="hold"/>
                                        <p:tgtEl>
                                          <p:spTgt spid="6"/>
                                        </p:tgtEl>
                                      </p:cBhvr>
                                    </p:animEffect>
                                    <p:set>
                                      <p:cBhvr>
                                        <p:cTn id="234" dur="1" fill="hold">
                                          <p:stCondLst>
                                            <p:cond delay="200"/>
                                          </p:stCondLst>
                                        </p:cTn>
                                        <p:tgtEl>
                                          <p:spTgt spid="6"/>
                                        </p:tgtEl>
                                        <p:attrNameLst>
                                          <p:attrName>style.visibility</p:attrName>
                                        </p:attrNameLst>
                                      </p:cBhvr>
                                      <p:to>
                                        <p:strVal val="hidden"/>
                                      </p:to>
                                    </p:set>
                                  </p:childTnLst>
                                </p:cTn>
                              </p:par>
                              <p:par>
                                <p:cTn id="235" presetID="10" presetClass="exit" presetSubtype="0" fill="hold" nodeType="withEffect">
                                  <p:stCondLst>
                                    <p:cond delay="0"/>
                                  </p:stCondLst>
                                  <p:childTnLst>
                                    <p:animEffect transition="out" filter="fade">
                                      <p:cBhvr>
                                        <p:cTn id="236" dur="200" fill="hold"/>
                                        <p:tgtEl>
                                          <p:spTgt spid="5"/>
                                        </p:tgtEl>
                                      </p:cBhvr>
                                    </p:animEffect>
                                    <p:set>
                                      <p:cBhvr>
                                        <p:cTn id="237" dur="1" fill="hold">
                                          <p:stCondLst>
                                            <p:cond delay="200"/>
                                          </p:stCondLst>
                                        </p:cTn>
                                        <p:tgtEl>
                                          <p:spTgt spid="5"/>
                                        </p:tgtEl>
                                        <p:attrNameLst>
                                          <p:attrName>style.visibility</p:attrName>
                                        </p:attrNameLst>
                                      </p:cBhvr>
                                      <p:to>
                                        <p:strVal val="hidden"/>
                                      </p:to>
                                    </p:set>
                                  </p:childTnLst>
                                </p:cTn>
                              </p:par>
                              <p:par>
                                <p:cTn id="238" presetID="10" presetClass="exit" presetSubtype="0" fill="hold" nodeType="withEffect">
                                  <p:stCondLst>
                                    <p:cond delay="0"/>
                                  </p:stCondLst>
                                  <p:childTnLst>
                                    <p:animEffect transition="out" filter="fade">
                                      <p:cBhvr>
                                        <p:cTn id="239" dur="200" fill="hold"/>
                                        <p:tgtEl>
                                          <p:spTgt spid="8"/>
                                        </p:tgtEl>
                                      </p:cBhvr>
                                    </p:animEffect>
                                    <p:set>
                                      <p:cBhvr>
                                        <p:cTn id="240" dur="1" fill="hold">
                                          <p:stCondLst>
                                            <p:cond delay="200"/>
                                          </p:stCondLst>
                                        </p:cTn>
                                        <p:tgtEl>
                                          <p:spTgt spid="8"/>
                                        </p:tgtEl>
                                        <p:attrNameLst>
                                          <p:attrName>style.visibility</p:attrName>
                                        </p:attrNameLst>
                                      </p:cBhvr>
                                      <p:to>
                                        <p:strVal val="hidden"/>
                                      </p:to>
                                    </p:set>
                                  </p:childTnLst>
                                </p:cTn>
                              </p:par>
                              <p:par>
                                <p:cTn id="241" presetID="10" presetClass="exit" presetSubtype="0" fill="hold" nodeType="withEffect">
                                  <p:stCondLst>
                                    <p:cond delay="0"/>
                                  </p:stCondLst>
                                  <p:childTnLst>
                                    <p:animEffect transition="out" filter="fade">
                                      <p:cBhvr>
                                        <p:cTn id="242" dur="200" fill="hold"/>
                                        <p:tgtEl>
                                          <p:spTgt spid="7"/>
                                        </p:tgtEl>
                                      </p:cBhvr>
                                    </p:animEffect>
                                    <p:set>
                                      <p:cBhvr>
                                        <p:cTn id="243" dur="1" fill="hold">
                                          <p:stCondLst>
                                            <p:cond delay="200"/>
                                          </p:stCondLst>
                                        </p:cTn>
                                        <p:tgtEl>
                                          <p:spTgt spid="7"/>
                                        </p:tgtEl>
                                        <p:attrNameLst>
                                          <p:attrName>style.visibility</p:attrName>
                                        </p:attrNameLst>
                                      </p:cBhvr>
                                      <p:to>
                                        <p:strVal val="hidden"/>
                                      </p:to>
                                    </p:set>
                                  </p:childTnLst>
                                </p:cTn>
                              </p:par>
                              <p:par>
                                <p:cTn id="244" presetID="10" presetClass="exit" presetSubtype="0" fill="hold" nodeType="withEffect">
                                  <p:stCondLst>
                                    <p:cond delay="0"/>
                                  </p:stCondLst>
                                  <p:childTnLst>
                                    <p:animEffect transition="out" filter="fade">
                                      <p:cBhvr>
                                        <p:cTn id="245" dur="200" fill="hold"/>
                                        <p:tgtEl>
                                          <p:spTgt spid="10"/>
                                        </p:tgtEl>
                                      </p:cBhvr>
                                    </p:animEffect>
                                    <p:set>
                                      <p:cBhvr>
                                        <p:cTn id="246" dur="1" fill="hold">
                                          <p:stCondLst>
                                            <p:cond delay="200"/>
                                          </p:stCondLst>
                                        </p:cTn>
                                        <p:tgtEl>
                                          <p:spTgt spid="10"/>
                                        </p:tgtEl>
                                        <p:attrNameLst>
                                          <p:attrName>style.visibility</p:attrName>
                                        </p:attrNameLst>
                                      </p:cBhvr>
                                      <p:to>
                                        <p:strVal val="hidden"/>
                                      </p:to>
                                    </p:set>
                                  </p:childTnLst>
                                </p:cTn>
                              </p:par>
                              <p:par>
                                <p:cTn id="247" presetID="10" presetClass="exit" presetSubtype="0" fill="hold" nodeType="withEffect">
                                  <p:stCondLst>
                                    <p:cond delay="0"/>
                                  </p:stCondLst>
                                  <p:childTnLst>
                                    <p:animEffect transition="out" filter="fade">
                                      <p:cBhvr>
                                        <p:cTn id="248" dur="200" fill="hold"/>
                                        <p:tgtEl>
                                          <p:spTgt spid="9"/>
                                        </p:tgtEl>
                                      </p:cBhvr>
                                    </p:animEffect>
                                    <p:set>
                                      <p:cBhvr>
                                        <p:cTn id="249" dur="1" fill="hold">
                                          <p:stCondLst>
                                            <p:cond delay="200"/>
                                          </p:stCondLst>
                                        </p:cTn>
                                        <p:tgtEl>
                                          <p:spTgt spid="9"/>
                                        </p:tgtEl>
                                        <p:attrNameLst>
                                          <p:attrName>style.visibility</p:attrName>
                                        </p:attrNameLst>
                                      </p:cBhvr>
                                      <p:to>
                                        <p:strVal val="hidden"/>
                                      </p:to>
                                    </p:set>
                                  </p:childTnLst>
                                </p:cTn>
                              </p:par>
                              <p:par>
                                <p:cTn id="250" presetID="10" presetClass="exit" presetSubtype="0" fill="hold" nodeType="withEffect">
                                  <p:stCondLst>
                                    <p:cond delay="0"/>
                                  </p:stCondLst>
                                  <p:childTnLst>
                                    <p:animEffect transition="out" filter="fade">
                                      <p:cBhvr>
                                        <p:cTn id="251" dur="200" fill="hold"/>
                                        <p:tgtEl>
                                          <p:spTgt spid="12"/>
                                        </p:tgtEl>
                                      </p:cBhvr>
                                    </p:animEffect>
                                    <p:set>
                                      <p:cBhvr>
                                        <p:cTn id="252" dur="1" fill="hold">
                                          <p:stCondLst>
                                            <p:cond delay="200"/>
                                          </p:stCondLst>
                                        </p:cTn>
                                        <p:tgtEl>
                                          <p:spTgt spid="12"/>
                                        </p:tgtEl>
                                        <p:attrNameLst>
                                          <p:attrName>style.visibility</p:attrName>
                                        </p:attrNameLst>
                                      </p:cBhvr>
                                      <p:to>
                                        <p:strVal val="hidden"/>
                                      </p:to>
                                    </p:set>
                                  </p:childTnLst>
                                </p:cTn>
                              </p:par>
                              <p:par>
                                <p:cTn id="253" presetID="10" presetClass="exit" presetSubtype="0" fill="hold" nodeType="withEffect">
                                  <p:stCondLst>
                                    <p:cond delay="0"/>
                                  </p:stCondLst>
                                  <p:childTnLst>
                                    <p:animEffect transition="out" filter="fade">
                                      <p:cBhvr>
                                        <p:cTn id="254" dur="200" fill="hold"/>
                                        <p:tgtEl>
                                          <p:spTgt spid="11"/>
                                        </p:tgtEl>
                                      </p:cBhvr>
                                    </p:animEffect>
                                    <p:set>
                                      <p:cBhvr>
                                        <p:cTn id="255" dur="1" fill="hold">
                                          <p:stCondLst>
                                            <p:cond delay="200"/>
                                          </p:stCondLst>
                                        </p:cTn>
                                        <p:tgtEl>
                                          <p:spTgt spid="11"/>
                                        </p:tgtEl>
                                        <p:attrNameLst>
                                          <p:attrName>style.visibility</p:attrName>
                                        </p:attrNameLst>
                                      </p:cBhvr>
                                      <p:to>
                                        <p:strVal val="hidden"/>
                                      </p:to>
                                    </p:set>
                                  </p:childTnLst>
                                </p:cTn>
                              </p:par>
                              <p:par>
                                <p:cTn id="256" presetID="10" presetClass="exit" presetSubtype="0" fill="hold" nodeType="withEffect">
                                  <p:stCondLst>
                                    <p:cond delay="0"/>
                                  </p:stCondLst>
                                  <p:childTnLst>
                                    <p:animEffect transition="out" filter="fade">
                                      <p:cBhvr>
                                        <p:cTn id="257" dur="200" fill="hold"/>
                                        <p:tgtEl>
                                          <p:spTgt spid="14"/>
                                        </p:tgtEl>
                                      </p:cBhvr>
                                    </p:animEffect>
                                    <p:set>
                                      <p:cBhvr>
                                        <p:cTn id="258" dur="1" fill="hold">
                                          <p:stCondLst>
                                            <p:cond delay="200"/>
                                          </p:stCondLst>
                                        </p:cTn>
                                        <p:tgtEl>
                                          <p:spTgt spid="14"/>
                                        </p:tgtEl>
                                        <p:attrNameLst>
                                          <p:attrName>style.visibility</p:attrName>
                                        </p:attrNameLst>
                                      </p:cBhvr>
                                      <p:to>
                                        <p:strVal val="hidden"/>
                                      </p:to>
                                    </p:set>
                                  </p:childTnLst>
                                </p:cTn>
                              </p:par>
                              <p:par>
                                <p:cTn id="259" presetID="10" presetClass="exit" presetSubtype="0" fill="hold" nodeType="withEffect">
                                  <p:stCondLst>
                                    <p:cond delay="0"/>
                                  </p:stCondLst>
                                  <p:childTnLst>
                                    <p:animEffect transition="out" filter="fade">
                                      <p:cBhvr>
                                        <p:cTn id="260" dur="200" fill="hold"/>
                                        <p:tgtEl>
                                          <p:spTgt spid="16"/>
                                        </p:tgtEl>
                                      </p:cBhvr>
                                    </p:animEffect>
                                    <p:set>
                                      <p:cBhvr>
                                        <p:cTn id="261" dur="1" fill="hold">
                                          <p:stCondLst>
                                            <p:cond delay="200"/>
                                          </p:stCondLst>
                                        </p:cTn>
                                        <p:tgtEl>
                                          <p:spTgt spid="16"/>
                                        </p:tgtEl>
                                        <p:attrNameLst>
                                          <p:attrName>style.visibility</p:attrName>
                                        </p:attrNameLst>
                                      </p:cBhvr>
                                      <p:to>
                                        <p:strVal val="hidden"/>
                                      </p:to>
                                    </p:set>
                                  </p:childTnLst>
                                </p:cTn>
                              </p:par>
                              <p:par>
                                <p:cTn id="262" presetID="10" presetClass="exit" presetSubtype="0" fill="hold" nodeType="withEffect">
                                  <p:stCondLst>
                                    <p:cond delay="0"/>
                                  </p:stCondLst>
                                  <p:childTnLst>
                                    <p:animEffect transition="out" filter="fade">
                                      <p:cBhvr>
                                        <p:cTn id="263" dur="200" fill="hold"/>
                                        <p:tgtEl>
                                          <p:spTgt spid="18"/>
                                        </p:tgtEl>
                                      </p:cBhvr>
                                    </p:animEffect>
                                    <p:set>
                                      <p:cBhvr>
                                        <p:cTn id="264" dur="1" fill="hold">
                                          <p:stCondLst>
                                            <p:cond delay="200"/>
                                          </p:stCondLst>
                                        </p:cTn>
                                        <p:tgtEl>
                                          <p:spTgt spid="18"/>
                                        </p:tgtEl>
                                        <p:attrNameLst>
                                          <p:attrName>style.visibility</p:attrName>
                                        </p:attrNameLst>
                                      </p:cBhvr>
                                      <p:to>
                                        <p:strVal val="hidden"/>
                                      </p:to>
                                    </p:set>
                                  </p:childTnLst>
                                </p:cTn>
                              </p:par>
                              <p:par>
                                <p:cTn id="265" presetID="10" presetClass="exit" presetSubtype="0" fill="hold" nodeType="withEffect">
                                  <p:stCondLst>
                                    <p:cond delay="0"/>
                                  </p:stCondLst>
                                  <p:childTnLst>
                                    <p:animEffect transition="out" filter="fade">
                                      <p:cBhvr>
                                        <p:cTn id="266" dur="200" fill="hold"/>
                                        <p:tgtEl>
                                          <p:spTgt spid="20"/>
                                        </p:tgtEl>
                                      </p:cBhvr>
                                    </p:animEffect>
                                    <p:set>
                                      <p:cBhvr>
                                        <p:cTn id="267" dur="1" fill="hold">
                                          <p:stCondLst>
                                            <p:cond delay="200"/>
                                          </p:stCondLst>
                                        </p:cTn>
                                        <p:tgtEl>
                                          <p:spTgt spid="20"/>
                                        </p:tgtEl>
                                        <p:attrNameLst>
                                          <p:attrName>style.visibility</p:attrName>
                                        </p:attrNameLst>
                                      </p:cBhvr>
                                      <p:to>
                                        <p:strVal val="hidden"/>
                                      </p:to>
                                    </p:set>
                                  </p:childTnLst>
                                </p:cTn>
                              </p:par>
                              <p:par>
                                <p:cTn id="268" presetID="10" presetClass="exit" presetSubtype="0" fill="hold" nodeType="withEffect">
                                  <p:stCondLst>
                                    <p:cond delay="0"/>
                                  </p:stCondLst>
                                  <p:childTnLst>
                                    <p:animEffect transition="out" filter="fade">
                                      <p:cBhvr>
                                        <p:cTn id="269" dur="200" fill="hold"/>
                                        <p:tgtEl>
                                          <p:spTgt spid="19"/>
                                        </p:tgtEl>
                                      </p:cBhvr>
                                    </p:animEffect>
                                    <p:set>
                                      <p:cBhvr>
                                        <p:cTn id="270" dur="1" fill="hold">
                                          <p:stCondLst>
                                            <p:cond delay="200"/>
                                          </p:stCondLst>
                                        </p:cTn>
                                        <p:tgtEl>
                                          <p:spTgt spid="19"/>
                                        </p:tgtEl>
                                        <p:attrNameLst>
                                          <p:attrName>style.visibility</p:attrName>
                                        </p:attrNameLst>
                                      </p:cBhvr>
                                      <p:to>
                                        <p:strVal val="hidden"/>
                                      </p:to>
                                    </p:set>
                                  </p:childTnLst>
                                </p:cTn>
                              </p:par>
                              <p:par>
                                <p:cTn id="271" presetID="10" presetClass="exit" presetSubtype="0" fill="hold" nodeType="withEffect">
                                  <p:stCondLst>
                                    <p:cond delay="0"/>
                                  </p:stCondLst>
                                  <p:childTnLst>
                                    <p:animEffect transition="out" filter="fade">
                                      <p:cBhvr>
                                        <p:cTn id="272" dur="200" fill="hold"/>
                                        <p:tgtEl>
                                          <p:spTgt spid="22"/>
                                        </p:tgtEl>
                                      </p:cBhvr>
                                    </p:animEffect>
                                    <p:set>
                                      <p:cBhvr>
                                        <p:cTn id="273" dur="1" fill="hold">
                                          <p:stCondLst>
                                            <p:cond delay="200"/>
                                          </p:stCondLst>
                                        </p:cTn>
                                        <p:tgtEl>
                                          <p:spTgt spid="22"/>
                                        </p:tgtEl>
                                        <p:attrNameLst>
                                          <p:attrName>style.visibility</p:attrName>
                                        </p:attrNameLst>
                                      </p:cBhvr>
                                      <p:to>
                                        <p:strVal val="hidden"/>
                                      </p:to>
                                    </p:set>
                                  </p:childTnLst>
                                </p:cTn>
                              </p:par>
                              <p:par>
                                <p:cTn id="274" presetID="10" presetClass="exit" presetSubtype="0" fill="hold" nodeType="withEffect">
                                  <p:stCondLst>
                                    <p:cond delay="0"/>
                                  </p:stCondLst>
                                  <p:childTnLst>
                                    <p:animEffect transition="out" filter="fade">
                                      <p:cBhvr>
                                        <p:cTn id="275" dur="200" fill="hold"/>
                                        <p:tgtEl>
                                          <p:spTgt spid="25"/>
                                        </p:tgtEl>
                                      </p:cBhvr>
                                    </p:animEffect>
                                    <p:set>
                                      <p:cBhvr>
                                        <p:cTn id="276" dur="1" fill="hold">
                                          <p:stCondLst>
                                            <p:cond delay="200"/>
                                          </p:stCondLst>
                                        </p:cTn>
                                        <p:tgtEl>
                                          <p:spTgt spid="25"/>
                                        </p:tgtEl>
                                        <p:attrNameLst>
                                          <p:attrName>style.visibility</p:attrName>
                                        </p:attrNameLst>
                                      </p:cBhvr>
                                      <p:to>
                                        <p:strVal val="hidden"/>
                                      </p:to>
                                    </p:set>
                                  </p:childTnLst>
                                </p:cTn>
                              </p:par>
                              <p:par>
                                <p:cTn id="277" presetID="10" presetClass="exit" presetSubtype="0" fill="hold" nodeType="withEffect">
                                  <p:stCondLst>
                                    <p:cond delay="0"/>
                                  </p:stCondLst>
                                  <p:childTnLst>
                                    <p:animEffect transition="out" filter="fade">
                                      <p:cBhvr>
                                        <p:cTn id="278" dur="200" fill="hold"/>
                                        <p:tgtEl>
                                          <p:spTgt spid="28"/>
                                        </p:tgtEl>
                                      </p:cBhvr>
                                    </p:animEffect>
                                    <p:set>
                                      <p:cBhvr>
                                        <p:cTn id="279" dur="1" fill="hold">
                                          <p:stCondLst>
                                            <p:cond delay="200"/>
                                          </p:stCondLst>
                                        </p:cTn>
                                        <p:tgtEl>
                                          <p:spTgt spid="28"/>
                                        </p:tgtEl>
                                        <p:attrNameLst>
                                          <p:attrName>style.visibility</p:attrName>
                                        </p:attrNameLst>
                                      </p:cBhvr>
                                      <p:to>
                                        <p:strVal val="hidden"/>
                                      </p:to>
                                    </p:set>
                                  </p:childTnLst>
                                </p:cTn>
                              </p:par>
                              <p:par>
                                <p:cTn id="280" presetID="10" presetClass="exit" presetSubtype="0" fill="hold" nodeType="withEffect">
                                  <p:stCondLst>
                                    <p:cond delay="0"/>
                                  </p:stCondLst>
                                  <p:childTnLst>
                                    <p:animEffect transition="out" filter="fade">
                                      <p:cBhvr>
                                        <p:cTn id="281" dur="200" fill="hold"/>
                                        <p:tgtEl>
                                          <p:spTgt spid="31"/>
                                        </p:tgtEl>
                                      </p:cBhvr>
                                    </p:animEffect>
                                    <p:set>
                                      <p:cBhvr>
                                        <p:cTn id="282" dur="1" fill="hold">
                                          <p:stCondLst>
                                            <p:cond delay="200"/>
                                          </p:stCondLst>
                                        </p:cTn>
                                        <p:tgtEl>
                                          <p:spTgt spid="31"/>
                                        </p:tgtEl>
                                        <p:attrNameLst>
                                          <p:attrName>style.visibility</p:attrName>
                                        </p:attrNameLst>
                                      </p:cBhvr>
                                      <p:to>
                                        <p:strVal val="hidden"/>
                                      </p:to>
                                    </p:set>
                                  </p:childTnLst>
                                </p:cTn>
                              </p:par>
                              <p:par>
                                <p:cTn id="283" presetID="10" presetClass="exit" presetSubtype="0" fill="hold" nodeType="withEffect">
                                  <p:stCondLst>
                                    <p:cond delay="0"/>
                                  </p:stCondLst>
                                  <p:childTnLst>
                                    <p:animEffect transition="out" filter="fade">
                                      <p:cBhvr>
                                        <p:cTn id="284" dur="200" fill="hold"/>
                                        <p:tgtEl>
                                          <p:spTgt spid="34"/>
                                        </p:tgtEl>
                                      </p:cBhvr>
                                    </p:animEffect>
                                    <p:set>
                                      <p:cBhvr>
                                        <p:cTn id="285" dur="1" fill="hold">
                                          <p:stCondLst>
                                            <p:cond delay="200"/>
                                          </p:stCondLst>
                                        </p:cTn>
                                        <p:tgtEl>
                                          <p:spTgt spid="34"/>
                                        </p:tgtEl>
                                        <p:attrNameLst>
                                          <p:attrName>style.visibility</p:attrName>
                                        </p:attrNameLst>
                                      </p:cBhvr>
                                      <p:to>
                                        <p:strVal val="hidden"/>
                                      </p:to>
                                    </p:set>
                                  </p:childTnLst>
                                </p:cTn>
                              </p:par>
                              <p:par>
                                <p:cTn id="286" presetID="0" presetClass="path" presetSubtype="0" fill="hold" nodeType="withEffect">
                                  <p:stCondLst>
                                    <p:cond delay="280"/>
                                  </p:stCondLst>
                                  <p:childTnLst>
                                    <p:animMotion origin="layout" path="M 0 0 L -0.150362043 0.005284553 E" pathEditMode="relative" rAng="0">
                                      <p:cBhvr additive="base">
                                        <p:cTn id="287" dur="900" fill="hold"/>
                                        <p:tgtEl>
                                          <p:spTgt spid="17"/>
                                        </p:tgtEl>
                                        <p:attrNameLst>
                                          <p:attrName>ppt_x</p:attrName>
                                          <p:attrName>ppt_y</p:attrName>
                                        </p:attrNameLst>
                                      </p:cBhvr>
                                      <p:rCtr x="0" y="0"/>
                                    </p:animMotion>
                                  </p:childTnLst>
                                </p:cTn>
                              </p:par>
                              <p:par>
                                <p:cTn id="288" presetID="6" presetClass="emph" presetSubtype="0" fill="hold" nodeType="withEffect">
                                  <p:stCondLst>
                                    <p:cond delay="280"/>
                                  </p:stCondLst>
                                  <p:childTnLst>
                                    <p:animScale>
                                      <p:cBhvr additive="base">
                                        <p:cTn id="289" dur="900" fill="hold"/>
                                        <p:tgtEl>
                                          <p:spTgt spid="17"/>
                                        </p:tgtEl>
                                      </p:cBhvr>
                                      <p:by x="155000" y="155000"/>
                                    </p:animScale>
                                  </p:childTnLst>
                                </p:cTn>
                              </p:par>
                              <p:par>
                                <p:cTn id="290" presetID="0" presetClass="path" presetSubtype="0" fill="hold" nodeType="withEffect">
                                  <p:stCondLst>
                                    <p:cond delay="280"/>
                                  </p:stCondLst>
                                  <p:childTnLst>
                                    <p:animMotion origin="layout" path="M 0 0 L -0.141673018 0.022831978 E" pathEditMode="relative" rAng="0">
                                      <p:cBhvr additive="base">
                                        <p:cTn id="291" dur="900" fill="hold"/>
                                        <p:tgtEl>
                                          <p:spTgt spid="15"/>
                                        </p:tgtEl>
                                        <p:attrNameLst>
                                          <p:attrName>ppt_x</p:attrName>
                                          <p:attrName>ppt_y</p:attrName>
                                        </p:attrNameLst>
                                      </p:cBhvr>
                                      <p:rCtr x="0" y="0"/>
                                    </p:animMotion>
                                  </p:childTnLst>
                                </p:cTn>
                              </p:par>
                              <p:par>
                                <p:cTn id="292" presetID="6" presetClass="emph" presetSubtype="0" fill="hold" nodeType="withEffect">
                                  <p:stCondLst>
                                    <p:cond delay="280"/>
                                  </p:stCondLst>
                                  <p:childTnLst>
                                    <p:animScale>
                                      <p:cBhvr additive="base">
                                        <p:cTn id="293" dur="900" fill="hold"/>
                                        <p:tgtEl>
                                          <p:spTgt spid="15"/>
                                        </p:tgtEl>
                                      </p:cBhvr>
                                      <p:by x="155000" y="155000"/>
                                    </p:animScale>
                                  </p:childTnLst>
                                </p:cTn>
                              </p:par>
                              <p:par>
                                <p:cTn id="294" presetID="0" presetClass="path" presetSubtype="0" fill="hold" nodeType="withEffect">
                                  <p:stCondLst>
                                    <p:cond delay="280"/>
                                  </p:stCondLst>
                                  <p:childTnLst>
                                    <p:animMotion origin="layout" path="M 0 0 L -0.126467226 0.048102981 E" pathEditMode="relative" rAng="0">
                                      <p:cBhvr additive="base">
                                        <p:cTn id="295" dur="900" fill="hold"/>
                                        <p:tgtEl>
                                          <p:spTgt spid="13"/>
                                        </p:tgtEl>
                                        <p:attrNameLst>
                                          <p:attrName>ppt_x</p:attrName>
                                          <p:attrName>ppt_y</p:attrName>
                                        </p:attrNameLst>
                                      </p:cBhvr>
                                      <p:rCtr x="0" y="0"/>
                                    </p:animMotion>
                                  </p:childTnLst>
                                </p:cTn>
                              </p:par>
                              <p:par>
                                <p:cTn id="296" presetID="6" presetClass="emph" presetSubtype="0" fill="hold" nodeType="withEffect">
                                  <p:stCondLst>
                                    <p:cond delay="280"/>
                                  </p:stCondLst>
                                  <p:childTnLst>
                                    <p:animScale>
                                      <p:cBhvr additive="base">
                                        <p:cTn id="297" dur="900" fill="hold"/>
                                        <p:tgtEl>
                                          <p:spTgt spid="13"/>
                                        </p:tgtEl>
                                      </p:cBhvr>
                                      <p:by x="155000" y="155000"/>
                                    </p:animScale>
                                  </p:childTnLst>
                                </p:cTn>
                              </p:par>
                              <p:par>
                                <p:cTn id="298" presetID="0" presetClass="path" presetSubtype="0" fill="hold" nodeType="withEffect">
                                  <p:stCondLst>
                                    <p:cond delay="280"/>
                                  </p:stCondLst>
                                  <p:childTnLst>
                                    <p:animMotion origin="layout" path="M 0 0 L -0.053906250 -0.054403794 E" pathEditMode="relative" rAng="0">
                                      <p:cBhvr additive="base">
                                        <p:cTn id="299" dur="900" fill="hold"/>
                                        <p:tgtEl>
                                          <p:spTgt spid="21"/>
                                        </p:tgtEl>
                                        <p:attrNameLst>
                                          <p:attrName>ppt_x</p:attrName>
                                          <p:attrName>ppt_y</p:attrName>
                                        </p:attrNameLst>
                                      </p:cBhvr>
                                      <p:rCtr x="0" y="0"/>
                                    </p:animMotion>
                                  </p:childTnLst>
                                </p:cTn>
                              </p:par>
                              <p:par>
                                <p:cTn id="300" presetID="6" presetClass="emph" presetSubtype="0" fill="hold" nodeType="withEffect">
                                  <p:stCondLst>
                                    <p:cond delay="280"/>
                                  </p:stCondLst>
                                  <p:childTnLst>
                                    <p:animScale>
                                      <p:cBhvr additive="base">
                                        <p:cTn id="301" dur="900" fill="hold"/>
                                        <p:tgtEl>
                                          <p:spTgt spid="21"/>
                                        </p:tgtEl>
                                      </p:cBhvr>
                                      <p:by x="155000" y="155000"/>
                                    </p:animScale>
                                  </p:childTnLst>
                                </p:cTn>
                              </p:par>
                            </p:childTnLst>
                          </p:cTn>
                        </p:par>
                      </p:childTnLst>
                    </p:cTn>
                  </p:par>
                  <p:par>
                    <p:cTn id="302" fill="hold">
                      <p:stCondLst>
                        <p:cond delay="indefinite"/>
                      </p:stCondLst>
                      <p:childTnLst>
                        <p:par>
                          <p:cTn id="303" fill="hold">
                            <p:stCondLst>
                              <p:cond delay="0"/>
                            </p:stCondLst>
                            <p:childTnLst>
                              <p:par>
                                <p:cTn id="304" presetID="10" presetClass="entr" presetSubtype="0" fill="hold" nodeType="clickEffect">
                                  <p:stCondLst>
                                    <p:cond delay="0"/>
                                  </p:stCondLst>
                                  <p:childTnLst>
                                    <p:set>
                                      <p:cBhvr>
                                        <p:cTn id="305" dur="1" fill="hold">
                                          <p:stCondLst>
                                            <p:cond delay="0"/>
                                          </p:stCondLst>
                                        </p:cTn>
                                        <p:tgtEl>
                                          <p:spTgt spid="42"/>
                                        </p:tgtEl>
                                        <p:attrNameLst>
                                          <p:attrName>style.visibility</p:attrName>
                                        </p:attrNameLst>
                                      </p:cBhvr>
                                      <p:to>
                                        <p:strVal val="visible"/>
                                      </p:to>
                                    </p:set>
                                    <p:animEffect transition="in" filter="fade">
                                      <p:cBhvr>
                                        <p:cTn id="306" dur="250" fill="hold"/>
                                        <p:tgtEl>
                                          <p:spTgt spid="42"/>
                                        </p:tgtEl>
                                      </p:cBhvr>
                                    </p:animEffect>
                                  </p:childTnLst>
                                </p:cTn>
                              </p:par>
                              <p:par>
                                <p:cTn id="307" presetID="10" presetClass="entr" presetSubtype="0" fill="hold" nodeType="withEffect">
                                  <p:stCondLst>
                                    <p:cond delay="220"/>
                                  </p:stCondLst>
                                  <p:childTnLst>
                                    <p:set>
                                      <p:cBhvr>
                                        <p:cTn id="308" dur="1" fill="hold">
                                          <p:stCondLst>
                                            <p:cond delay="0"/>
                                          </p:stCondLst>
                                        </p:cTn>
                                        <p:tgtEl>
                                          <p:spTgt spid="43"/>
                                        </p:tgtEl>
                                        <p:attrNameLst>
                                          <p:attrName>style.visibility</p:attrName>
                                        </p:attrNameLst>
                                      </p:cBhvr>
                                      <p:to>
                                        <p:strVal val="visible"/>
                                      </p:to>
                                    </p:set>
                                    <p:animEffect transition="in" filter="fade">
                                      <p:cBhvr>
                                        <p:cTn id="309" dur="250" fill="hold"/>
                                        <p:tgtEl>
                                          <p:spTgt spid="43"/>
                                        </p:tgtEl>
                                      </p:cBhvr>
                                    </p:animEffect>
                                  </p:childTnLst>
                                </p:cTn>
                              </p:par>
                              <p:par>
                                <p:cTn id="310" presetID="10" presetClass="entr" presetSubtype="0" fill="hold" nodeType="withEffect">
                                  <p:stCondLst>
                                    <p:cond delay="120"/>
                                  </p:stCondLst>
                                  <p:childTnLst>
                                    <p:set>
                                      <p:cBhvr>
                                        <p:cTn id="311" dur="1" fill="hold">
                                          <p:stCondLst>
                                            <p:cond delay="0"/>
                                          </p:stCondLst>
                                        </p:cTn>
                                        <p:tgtEl>
                                          <p:spTgt spid="45"/>
                                        </p:tgtEl>
                                        <p:attrNameLst>
                                          <p:attrName>style.visibility</p:attrName>
                                        </p:attrNameLst>
                                      </p:cBhvr>
                                      <p:to>
                                        <p:strVal val="visible"/>
                                      </p:to>
                                    </p:set>
                                    <p:animEffect transition="in" filter="fade">
                                      <p:cBhvr>
                                        <p:cTn id="312" dur="250" fill="hold"/>
                                        <p:tgtEl>
                                          <p:spTgt spid="45"/>
                                        </p:tgtEl>
                                      </p:cBhvr>
                                    </p:animEffect>
                                  </p:childTnLst>
                                </p:cTn>
                              </p:par>
                              <p:par>
                                <p:cTn id="313" presetID="10" presetClass="entr" presetSubtype="0" fill="hold" nodeType="withEffect">
                                  <p:stCondLst>
                                    <p:cond delay="340"/>
                                  </p:stCondLst>
                                  <p:childTnLst>
                                    <p:set>
                                      <p:cBhvr>
                                        <p:cTn id="314" dur="1" fill="hold">
                                          <p:stCondLst>
                                            <p:cond delay="0"/>
                                          </p:stCondLst>
                                        </p:cTn>
                                        <p:tgtEl>
                                          <p:spTgt spid="46"/>
                                        </p:tgtEl>
                                        <p:attrNameLst>
                                          <p:attrName>style.visibility</p:attrName>
                                        </p:attrNameLst>
                                      </p:cBhvr>
                                      <p:to>
                                        <p:strVal val="visible"/>
                                      </p:to>
                                    </p:set>
                                    <p:animEffect transition="in" filter="fade">
                                      <p:cBhvr>
                                        <p:cTn id="315" dur="250" fill="hold"/>
                                        <p:tgtEl>
                                          <p:spTgt spid="46"/>
                                        </p:tgtEl>
                                      </p:cBhvr>
                                    </p:animEffect>
                                  </p:childTnLst>
                                </p:cTn>
                              </p:par>
                              <p:par>
                                <p:cTn id="316" presetID="10" presetClass="entr" presetSubtype="0" fill="hold" nodeType="withEffect">
                                  <p:stCondLst>
                                    <p:cond delay="240"/>
                                  </p:stCondLst>
                                  <p:childTnLst>
                                    <p:set>
                                      <p:cBhvr>
                                        <p:cTn id="317" dur="1" fill="hold">
                                          <p:stCondLst>
                                            <p:cond delay="0"/>
                                          </p:stCondLst>
                                        </p:cTn>
                                        <p:tgtEl>
                                          <p:spTgt spid="48"/>
                                        </p:tgtEl>
                                        <p:attrNameLst>
                                          <p:attrName>style.visibility</p:attrName>
                                        </p:attrNameLst>
                                      </p:cBhvr>
                                      <p:to>
                                        <p:strVal val="visible"/>
                                      </p:to>
                                    </p:set>
                                    <p:animEffect transition="in" filter="fade">
                                      <p:cBhvr>
                                        <p:cTn id="318" dur="250" fill="hold"/>
                                        <p:tgtEl>
                                          <p:spTgt spid="48"/>
                                        </p:tgtEl>
                                      </p:cBhvr>
                                    </p:animEffect>
                                  </p:childTnLst>
                                </p:cTn>
                              </p:par>
                              <p:par>
                                <p:cTn id="319" presetID="10" presetClass="entr" presetSubtype="0" fill="hold" nodeType="withEffect">
                                  <p:stCondLst>
                                    <p:cond delay="460"/>
                                  </p:stCondLst>
                                  <p:childTnLst>
                                    <p:set>
                                      <p:cBhvr>
                                        <p:cTn id="320" dur="1" fill="hold">
                                          <p:stCondLst>
                                            <p:cond delay="0"/>
                                          </p:stCondLst>
                                        </p:cTn>
                                        <p:tgtEl>
                                          <p:spTgt spid="49"/>
                                        </p:tgtEl>
                                        <p:attrNameLst>
                                          <p:attrName>style.visibility</p:attrName>
                                        </p:attrNameLst>
                                      </p:cBhvr>
                                      <p:to>
                                        <p:strVal val="visible"/>
                                      </p:to>
                                    </p:set>
                                    <p:animEffect transition="in" filter="fade">
                                      <p:cBhvr>
                                        <p:cTn id="321" dur="250" fill="hold"/>
                                        <p:tgtEl>
                                          <p:spTgt spid="49"/>
                                        </p:tgtEl>
                                      </p:cBhvr>
                                    </p:animEffect>
                                  </p:childTnLst>
                                </p:cTn>
                              </p:par>
                            </p:childTnLst>
                          </p:cTn>
                        </p:par>
                      </p:childTnLst>
                    </p:cTn>
                  </p:par>
                  <p:par>
                    <p:cTn id="322" fill="hold">
                      <p:stCondLst>
                        <p:cond delay="indefinite"/>
                      </p:stCondLst>
                      <p:childTnLst>
                        <p:par>
                          <p:cTn id="323" fill="hold">
                            <p:stCondLst>
                              <p:cond delay="0"/>
                            </p:stCondLst>
                            <p:childTnLst>
                              <p:par>
                                <p:cTn id="324" presetID="10" presetClass="entr" presetSubtype="0" fill="hold" nodeType="clickEffect">
                                  <p:stCondLst>
                                    <p:cond delay="0"/>
                                  </p:stCondLst>
                                  <p:childTnLst>
                                    <p:set>
                                      <p:cBhvr>
                                        <p:cTn id="325" dur="1" fill="hold">
                                          <p:stCondLst>
                                            <p:cond delay="0"/>
                                          </p:stCondLst>
                                        </p:cTn>
                                        <p:tgtEl>
                                          <p:spTgt spid="44"/>
                                        </p:tgtEl>
                                        <p:attrNameLst>
                                          <p:attrName>style.visibility</p:attrName>
                                        </p:attrNameLst>
                                      </p:cBhvr>
                                      <p:to>
                                        <p:strVal val="visible"/>
                                      </p:to>
                                    </p:set>
                                    <p:animEffect transition="in" filter="fade">
                                      <p:cBhvr>
                                        <p:cTn id="326" dur="250" fill="hold"/>
                                        <p:tgtEl>
                                          <p:spTgt spid="44"/>
                                        </p:tgtEl>
                                      </p:cBhvr>
                                    </p:animEffect>
                                  </p:childTnLst>
                                </p:cTn>
                              </p:par>
                              <p:par>
                                <p:cTn id="327" presetID="10" presetClass="entr" presetSubtype="0" fill="hold" nodeType="withEffect">
                                  <p:stCondLst>
                                    <p:cond delay="100"/>
                                  </p:stCondLst>
                                  <p:childTnLst>
                                    <p:set>
                                      <p:cBhvr>
                                        <p:cTn id="328" dur="1" fill="hold">
                                          <p:stCondLst>
                                            <p:cond delay="0"/>
                                          </p:stCondLst>
                                        </p:cTn>
                                        <p:tgtEl>
                                          <p:spTgt spid="47"/>
                                        </p:tgtEl>
                                        <p:attrNameLst>
                                          <p:attrName>style.visibility</p:attrName>
                                        </p:attrNameLst>
                                      </p:cBhvr>
                                      <p:to>
                                        <p:strVal val="visible"/>
                                      </p:to>
                                    </p:set>
                                    <p:animEffect transition="in" filter="fade">
                                      <p:cBhvr>
                                        <p:cTn id="329" dur="250" fill="hold"/>
                                        <p:tgtEl>
                                          <p:spTgt spid="47"/>
                                        </p:tgtEl>
                                      </p:cBhvr>
                                    </p:animEffect>
                                  </p:childTnLst>
                                </p:cTn>
                              </p:par>
                              <p:par>
                                <p:cTn id="330" presetID="10" presetClass="entr" presetSubtype="0" fill="hold" nodeType="withEffect">
                                  <p:stCondLst>
                                    <p:cond delay="200"/>
                                  </p:stCondLst>
                                  <p:childTnLst>
                                    <p:set>
                                      <p:cBhvr>
                                        <p:cTn id="331" dur="1" fill="hold">
                                          <p:stCondLst>
                                            <p:cond delay="0"/>
                                          </p:stCondLst>
                                        </p:cTn>
                                        <p:tgtEl>
                                          <p:spTgt spid="50"/>
                                        </p:tgtEl>
                                        <p:attrNameLst>
                                          <p:attrName>style.visibility</p:attrName>
                                        </p:attrNameLst>
                                      </p:cBhvr>
                                      <p:to>
                                        <p:strVal val="visible"/>
                                      </p:to>
                                    </p:set>
                                    <p:animEffect transition="in" filter="fade">
                                      <p:cBhvr>
                                        <p:cTn id="332" dur="250" fill="hold"/>
                                        <p:tgtEl>
                                          <p:spTgt spid="50"/>
                                        </p:tgtEl>
                                      </p:cBhvr>
                                    </p:animEffect>
                                  </p:childTnLst>
                                </p:cTn>
                              </p:par>
                            </p:childTnLst>
                          </p:cTn>
                        </p:par>
                      </p:childTnLst>
                    </p:cTn>
                  </p:par>
                  <p:par>
                    <p:cTn id="333" fill="hold">
                      <p:stCondLst>
                        <p:cond delay="indefinite"/>
                      </p:stCondLst>
                      <p:childTnLst>
                        <p:par>
                          <p:cTn id="334" fill="hold">
                            <p:stCondLst>
                              <p:cond delay="0"/>
                            </p:stCondLst>
                            <p:childTnLst>
                              <p:par>
                                <p:cTn id="335" presetID="10" presetClass="entr" presetSubtype="0" fill="hold" nodeType="clickEffect">
                                  <p:stCondLst>
                                    <p:cond delay="0"/>
                                  </p:stCondLst>
                                  <p:childTnLst>
                                    <p:set>
                                      <p:cBhvr>
                                        <p:cTn id="336" dur="1" fill="hold">
                                          <p:stCondLst>
                                            <p:cond delay="0"/>
                                          </p:stCondLst>
                                        </p:cTn>
                                        <p:tgtEl>
                                          <p:spTgt spid="51"/>
                                        </p:tgtEl>
                                        <p:attrNameLst>
                                          <p:attrName>style.visibility</p:attrName>
                                        </p:attrNameLst>
                                      </p:cBhvr>
                                      <p:to>
                                        <p:strVal val="visible"/>
                                      </p:to>
                                    </p:set>
                                    <p:animEffect transition="in" filter="fade">
                                      <p:cBhvr>
                                        <p:cTn id="337" dur="250" fill="hold"/>
                                        <p:tgtEl>
                                          <p:spTgt spid="51"/>
                                        </p:tgtEl>
                                      </p:cBhvr>
                                    </p:animEffect>
                                  </p:childTnLst>
                                </p:cTn>
                              </p:par>
                              <p:par>
                                <p:cTn id="338" presetID="6" presetClass="emph" presetSubtype="0" fill="hold" nodeType="withEffect">
                                  <p:stCondLst>
                                    <p:cond delay="300"/>
                                  </p:stCondLst>
                                  <p:childTnLst>
                                    <p:animScale>
                                      <p:cBhvr additive="base">
                                        <p:cTn id="339" dur="360" repeatCount="2000" autoRev="1" fill="hold"/>
                                        <p:tgtEl>
                                          <p:spTgt spid="51"/>
                                        </p:tgtEl>
                                      </p:cBhvr>
                                      <p:by x="118000" y="118000"/>
                                    </p:animScale>
                                  </p:childTnLst>
                                </p:cTn>
                              </p:par>
                              <p:par>
                                <p:cTn id="340" presetID="10" presetClass="entr" presetSubtype="0" fill="hold" nodeType="withEffect">
                                  <p:stCondLst>
                                    <p:cond delay="300"/>
                                  </p:stCondLst>
                                  <p:childTnLst>
                                    <p:set>
                                      <p:cBhvr>
                                        <p:cTn id="341" dur="1" fill="hold">
                                          <p:stCondLst>
                                            <p:cond delay="0"/>
                                          </p:stCondLst>
                                        </p:cTn>
                                        <p:tgtEl>
                                          <p:spTgt spid="52"/>
                                        </p:tgtEl>
                                        <p:attrNameLst>
                                          <p:attrName>style.visibility</p:attrName>
                                        </p:attrNameLst>
                                      </p:cBhvr>
                                      <p:to>
                                        <p:strVal val="visible"/>
                                      </p:to>
                                    </p:set>
                                    <p:animEffect transition="in" filter="fade">
                                      <p:cBhvr>
                                        <p:cTn id="342" dur="250" fill="hold"/>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CAFB6C-87F3-9891-72CF-A5C5B81C3CD7}"/>
              </a:ext>
            </a:extLst>
          </p:cNvPr>
          <p:cNvPicPr>
            <a:picLocks noChangeAspect="1"/>
          </p:cNvPicPr>
          <p:nvPr/>
        </p:nvPicPr>
        <p:blipFill>
          <a:blip r:embed="rId2"/>
          <a:stretch>
            <a:fillRect/>
          </a:stretch>
        </p:blipFill>
        <p:spPr>
          <a:xfrm>
            <a:off x="0" y="1123758"/>
            <a:ext cx="6407874" cy="1867284"/>
          </a:xfrm>
          <a:prstGeom prst="rect">
            <a:avLst/>
          </a:prstGeom>
        </p:spPr>
      </p:pic>
      <p:sp>
        <p:nvSpPr>
          <p:cNvPr id="4" name="mlp_title">
            <a:extLst>
              <a:ext uri="{FF2B5EF4-FFF2-40B4-BE49-F238E27FC236}">
                <a16:creationId xmlns:a16="http://schemas.microsoft.com/office/drawing/2014/main" id="{D874160E-A919-ABF6-582F-D5E14628D475}"/>
              </a:ext>
            </a:extLst>
          </p:cNvPr>
          <p:cNvSpPr>
            <a:spLocks noGrp="1"/>
          </p:cNvSpPr>
          <p:nvPr/>
        </p:nvSpPr>
        <p:spPr>
          <a:xfrm>
            <a:off x="457200" y="266700"/>
            <a:ext cx="11277600" cy="590550"/>
          </a:xfrm>
          <a:prstGeom prst="rect">
            <a:avLst/>
          </a:prstGeom>
          <a:noFill/>
          <a:ln w="0">
            <a:noFill/>
          </a:ln>
        </p:spPr>
        <p:txBody>
          <a:bodyPr wrap="none" lIns="0" tIns="0" rIns="0" bIns="0" anchor="ctr">
            <a:noAutofit/>
          </a:bodyPr>
          <a:lstStyle/>
          <a:p>
            <a:pPr algn="ctr">
              <a:defRPr sz="3150" b="1">
                <a:solidFill>
                  <a:srgbClr val="111827"/>
                </a:solidFill>
                <a:latin typeface="Arial"/>
                <a:ea typeface="Arial"/>
                <a:cs typeface="Arial"/>
              </a:defRPr>
            </a:pPr>
            <a:r>
              <a:rPr lang="en-US" sz="3150" b="1">
                <a:solidFill>
                  <a:srgbClr val="111827"/>
                </a:solidFill>
                <a:latin typeface="Arial"/>
                <a:ea typeface="Arial"/>
                <a:cs typeface="Arial"/>
              </a:rPr>
              <a:t>Brain chemistry/electronics </a:t>
            </a:r>
            <a:r>
              <a:rPr lang="en-US" sz="3150" b="1">
                <a:solidFill>
                  <a:srgbClr val="111827"/>
                </a:solidFill>
                <a:latin typeface="Arial"/>
                <a:ea typeface="Arial"/>
                <a:cs typeface="Arial"/>
                <a:sym typeface="Wingdings" pitchFamily="2" charset="2"/>
              </a:rPr>
              <a:t> Arithmetic</a:t>
            </a:r>
            <a:endParaRPr sz="3150" b="1">
              <a:solidFill>
                <a:srgbClr val="111827"/>
              </a:solidFill>
              <a:latin typeface="Arial"/>
              <a:ea typeface="Arial"/>
              <a:cs typeface="Arial"/>
            </a:endParaRPr>
          </a:p>
        </p:txBody>
      </p:sp>
      <p:pic>
        <p:nvPicPr>
          <p:cNvPr id="6" name="Picture 5">
            <a:extLst>
              <a:ext uri="{FF2B5EF4-FFF2-40B4-BE49-F238E27FC236}">
                <a16:creationId xmlns:a16="http://schemas.microsoft.com/office/drawing/2014/main" id="{C92A5A6F-25EA-47A0-8847-DD4FC9E3DEEE}"/>
              </a:ext>
            </a:extLst>
          </p:cNvPr>
          <p:cNvPicPr>
            <a:picLocks noChangeAspect="1"/>
          </p:cNvPicPr>
          <p:nvPr/>
        </p:nvPicPr>
        <p:blipFill>
          <a:blip r:embed="rId3"/>
          <a:stretch>
            <a:fillRect/>
          </a:stretch>
        </p:blipFill>
        <p:spPr>
          <a:xfrm>
            <a:off x="4598124" y="2921688"/>
            <a:ext cx="2288420" cy="2816517"/>
          </a:xfrm>
          <a:prstGeom prst="rect">
            <a:avLst/>
          </a:prstGeom>
        </p:spPr>
      </p:pic>
      <p:sp>
        <p:nvSpPr>
          <p:cNvPr id="7" name="TextBox 6">
            <a:extLst>
              <a:ext uri="{FF2B5EF4-FFF2-40B4-BE49-F238E27FC236}">
                <a16:creationId xmlns:a16="http://schemas.microsoft.com/office/drawing/2014/main" id="{55E20D83-FA93-067D-2245-E47AA76B3BC3}"/>
              </a:ext>
            </a:extLst>
          </p:cNvPr>
          <p:cNvSpPr txBox="1"/>
          <p:nvPr/>
        </p:nvSpPr>
        <p:spPr>
          <a:xfrm>
            <a:off x="334800" y="3429000"/>
            <a:ext cx="1281120" cy="707886"/>
          </a:xfrm>
          <a:prstGeom prst="rect">
            <a:avLst/>
          </a:prstGeom>
          <a:noFill/>
        </p:spPr>
        <p:txBody>
          <a:bodyPr wrap="none" rtlCol="0">
            <a:spAutoFit/>
          </a:bodyPr>
          <a:lstStyle/>
          <a:p>
            <a:r>
              <a:rPr lang="en-US" sz="4000"/>
              <a:t>1943</a:t>
            </a:r>
          </a:p>
        </p:txBody>
      </p:sp>
      <p:sp>
        <p:nvSpPr>
          <p:cNvPr id="8" name="TextBox 7">
            <a:extLst>
              <a:ext uri="{FF2B5EF4-FFF2-40B4-BE49-F238E27FC236}">
                <a16:creationId xmlns:a16="http://schemas.microsoft.com/office/drawing/2014/main" id="{925D85B0-7678-160B-580E-4F6CD30CD1A9}"/>
              </a:ext>
            </a:extLst>
          </p:cNvPr>
          <p:cNvSpPr txBox="1"/>
          <p:nvPr/>
        </p:nvSpPr>
        <p:spPr>
          <a:xfrm>
            <a:off x="5101774" y="5883414"/>
            <a:ext cx="1281120" cy="707886"/>
          </a:xfrm>
          <a:prstGeom prst="rect">
            <a:avLst/>
          </a:prstGeom>
          <a:noFill/>
        </p:spPr>
        <p:txBody>
          <a:bodyPr wrap="none" rtlCol="0">
            <a:spAutoFit/>
          </a:bodyPr>
          <a:lstStyle/>
          <a:p>
            <a:r>
              <a:rPr lang="en-US" sz="4000"/>
              <a:t>1962</a:t>
            </a:r>
          </a:p>
        </p:txBody>
      </p:sp>
      <p:pic>
        <p:nvPicPr>
          <p:cNvPr id="10" name="Picture 9">
            <a:extLst>
              <a:ext uri="{FF2B5EF4-FFF2-40B4-BE49-F238E27FC236}">
                <a16:creationId xmlns:a16="http://schemas.microsoft.com/office/drawing/2014/main" id="{0CAE3967-A095-1392-1237-2753AB102AC0}"/>
              </a:ext>
            </a:extLst>
          </p:cNvPr>
          <p:cNvPicPr>
            <a:picLocks noChangeAspect="1"/>
          </p:cNvPicPr>
          <p:nvPr/>
        </p:nvPicPr>
        <p:blipFill>
          <a:blip r:embed="rId4"/>
          <a:stretch>
            <a:fillRect/>
          </a:stretch>
        </p:blipFill>
        <p:spPr>
          <a:xfrm>
            <a:off x="7941368" y="1490097"/>
            <a:ext cx="3543300" cy="4914900"/>
          </a:xfrm>
          <a:prstGeom prst="rect">
            <a:avLst/>
          </a:prstGeom>
        </p:spPr>
      </p:pic>
      <p:sp>
        <p:nvSpPr>
          <p:cNvPr id="11" name="TextBox 10">
            <a:extLst>
              <a:ext uri="{FF2B5EF4-FFF2-40B4-BE49-F238E27FC236}">
                <a16:creationId xmlns:a16="http://schemas.microsoft.com/office/drawing/2014/main" id="{541AED7C-A00B-89CD-5E1B-ABA14B160DEB}"/>
              </a:ext>
            </a:extLst>
          </p:cNvPr>
          <p:cNvSpPr txBox="1"/>
          <p:nvPr/>
        </p:nvSpPr>
        <p:spPr>
          <a:xfrm>
            <a:off x="6886544" y="6253371"/>
            <a:ext cx="1281120" cy="707886"/>
          </a:xfrm>
          <a:prstGeom prst="rect">
            <a:avLst/>
          </a:prstGeom>
          <a:noFill/>
        </p:spPr>
        <p:txBody>
          <a:bodyPr wrap="none" rtlCol="0">
            <a:spAutoFit/>
          </a:bodyPr>
          <a:lstStyle/>
          <a:p>
            <a:r>
              <a:rPr lang="en-US" sz="4000"/>
              <a:t>1986</a:t>
            </a:r>
          </a:p>
        </p:txBody>
      </p:sp>
    </p:spTree>
    <p:extLst>
      <p:ext uri="{BB962C8B-B14F-4D97-AF65-F5344CB8AC3E}">
        <p14:creationId xmlns:p14="http://schemas.microsoft.com/office/powerpoint/2010/main" val="3679364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0BD8A5-0947-9857-197E-C2207F4F9951}"/>
              </a:ext>
            </a:extLst>
          </p:cNvPr>
          <p:cNvSpPr txBox="1"/>
          <p:nvPr/>
        </p:nvSpPr>
        <p:spPr>
          <a:xfrm>
            <a:off x="515471" y="1638269"/>
            <a:ext cx="11161058" cy="4401205"/>
          </a:xfrm>
          <a:prstGeom prst="rect">
            <a:avLst/>
          </a:prstGeom>
          <a:noFill/>
        </p:spPr>
        <p:txBody>
          <a:bodyPr wrap="square" rtlCol="0">
            <a:spAutoFit/>
          </a:bodyPr>
          <a:lstStyle/>
          <a:p>
            <a:r>
              <a:rPr lang="en-US" sz="2800"/>
              <a:t>Most engineers/neuroscientists/people: Modern AI has nothing to do with how humans  think, perceive, act, decide, etc. The brain is full of chemistry and electrical activity and abstract stuff, and that obviously is not part of LLMs, which are full of numbers and arithmetic!</a:t>
            </a:r>
          </a:p>
          <a:p>
            <a:endParaRPr lang="en-US" sz="2800"/>
          </a:p>
          <a:p>
            <a:endParaRPr lang="en-US" sz="2800"/>
          </a:p>
          <a:p>
            <a:endParaRPr lang="en-US" sz="2800"/>
          </a:p>
          <a:p>
            <a:r>
              <a:rPr lang="en-US" sz="2800"/>
              <a:t>A few people, including me: Modern AI is a set of evolutionary tinkerings for 100 years with how arithmetic can emulate brain chemical and electrical activity… And these attempts seem to have succeeded.</a:t>
            </a:r>
          </a:p>
        </p:txBody>
      </p:sp>
      <p:sp>
        <p:nvSpPr>
          <p:cNvPr id="3" name="Title 1">
            <a:extLst>
              <a:ext uri="{FF2B5EF4-FFF2-40B4-BE49-F238E27FC236}">
                <a16:creationId xmlns:a16="http://schemas.microsoft.com/office/drawing/2014/main" id="{7BD077B2-BFE1-E781-E9D2-FA732891B11B}"/>
              </a:ext>
            </a:extLst>
          </p:cNvPr>
          <p:cNvSpPr txBox="1">
            <a:spLocks/>
          </p:cNvSpPr>
          <p:nvPr/>
        </p:nvSpPr>
        <p:spPr>
          <a:xfrm>
            <a:off x="0" y="40683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a:t>Beliefs: Not on exam!</a:t>
            </a:r>
          </a:p>
        </p:txBody>
      </p:sp>
    </p:spTree>
    <p:extLst>
      <p:ext uri="{BB962C8B-B14F-4D97-AF65-F5344CB8AC3E}">
        <p14:creationId xmlns:p14="http://schemas.microsoft.com/office/powerpoint/2010/main" val="3752573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edge_3_2_6">
            <a:extLst>
              <a:ext uri="{FF2B5EF4-FFF2-40B4-BE49-F238E27FC236}">
                <a16:creationId xmlns:a16="http://schemas.microsoft.com/office/drawing/2014/main" id="{6DBEBB00-C744-4203-A5C3-4710F271BC04}"/>
              </a:ext>
            </a:extLst>
          </p:cNvPr>
          <p:cNvSpPr>
            <a:spLocks noGrp="1"/>
          </p:cNvSpPr>
          <p:nvPr/>
        </p:nvSpPr>
        <p:spPr>
          <a:xfrm>
            <a:off x="8778382" y="5142452"/>
            <a:ext cx="1931753" cy="551930"/>
          </a:xfrm>
          <a:prstGeom prst="line">
            <a:avLst/>
          </a:prstGeom>
          <a:noFill/>
          <a:ln w="16669">
            <a:solidFill>
              <a:srgbClr val="8B95A4"/>
            </a:solidFill>
            <a:tailEnd type="triangle" w="sm" len="sm"/>
          </a:ln>
        </p:spPr>
        <p:txBody>
          <a:bodyPr/>
          <a:lstStyle/>
          <a:p>
            <a:endParaRPr lang="en-US"/>
          </a:p>
        </p:txBody>
      </p:sp>
      <p:sp>
        <p:nvSpPr>
          <p:cNvPr id="145" name="edge_3_2_5">
            <a:extLst>
              <a:ext uri="{FF2B5EF4-FFF2-40B4-BE49-F238E27FC236}">
                <a16:creationId xmlns:a16="http://schemas.microsoft.com/office/drawing/2014/main" id="{C863DECC-4D2D-4260-A7E9-3AA7CFC98C29}"/>
              </a:ext>
            </a:extLst>
          </p:cNvPr>
          <p:cNvSpPr>
            <a:spLocks noGrp="1"/>
          </p:cNvSpPr>
          <p:nvPr/>
        </p:nvSpPr>
        <p:spPr>
          <a:xfrm>
            <a:off x="8791462" y="5057039"/>
            <a:ext cx="1905228" cy="48852"/>
          </a:xfrm>
          <a:prstGeom prst="line">
            <a:avLst/>
          </a:prstGeom>
          <a:noFill/>
          <a:ln w="16669">
            <a:solidFill>
              <a:srgbClr val="8B95A4"/>
            </a:solidFill>
            <a:tailEnd type="triangle" w="sm" len="sm"/>
          </a:ln>
        </p:spPr>
        <p:txBody>
          <a:bodyPr/>
          <a:lstStyle/>
          <a:p>
            <a:endParaRPr lang="en-US"/>
          </a:p>
        </p:txBody>
      </p:sp>
      <p:sp>
        <p:nvSpPr>
          <p:cNvPr id="143" name="edge_3_2_4">
            <a:extLst>
              <a:ext uri="{FF2B5EF4-FFF2-40B4-BE49-F238E27FC236}">
                <a16:creationId xmlns:a16="http://schemas.microsoft.com/office/drawing/2014/main" id="{442248B9-25A6-4F83-A511-65A87EAD0BB3}"/>
              </a:ext>
            </a:extLst>
          </p:cNvPr>
          <p:cNvSpPr>
            <a:spLocks noGrp="1"/>
          </p:cNvSpPr>
          <p:nvPr/>
        </p:nvSpPr>
        <p:spPr>
          <a:xfrm flipV="1">
            <a:off x="8782524" y="4519089"/>
            <a:ext cx="1923354" cy="450896"/>
          </a:xfrm>
          <a:prstGeom prst="line">
            <a:avLst/>
          </a:prstGeom>
          <a:noFill/>
          <a:ln w="16669">
            <a:solidFill>
              <a:srgbClr val="8B95A4"/>
            </a:solidFill>
            <a:tailEnd type="triangle" w="sm" len="sm"/>
          </a:ln>
        </p:spPr>
        <p:txBody>
          <a:bodyPr/>
          <a:lstStyle/>
          <a:p>
            <a:endParaRPr lang="en-US"/>
          </a:p>
        </p:txBody>
      </p:sp>
      <p:sp>
        <p:nvSpPr>
          <p:cNvPr id="141" name="edge_3_2_3">
            <a:extLst>
              <a:ext uri="{FF2B5EF4-FFF2-40B4-BE49-F238E27FC236}">
                <a16:creationId xmlns:a16="http://schemas.microsoft.com/office/drawing/2014/main" id="{75AD9460-4C9F-4D27-9FAB-C7070441B734}"/>
              </a:ext>
            </a:extLst>
          </p:cNvPr>
          <p:cNvSpPr>
            <a:spLocks noGrp="1"/>
          </p:cNvSpPr>
          <p:nvPr/>
        </p:nvSpPr>
        <p:spPr>
          <a:xfrm flipV="1">
            <a:off x="8756047" y="3918594"/>
            <a:ext cx="1977044" cy="977659"/>
          </a:xfrm>
          <a:prstGeom prst="line">
            <a:avLst/>
          </a:prstGeom>
          <a:noFill/>
          <a:ln w="16669">
            <a:solidFill>
              <a:srgbClr val="8B95A4"/>
            </a:solidFill>
            <a:tailEnd type="triangle" w="sm" len="sm"/>
          </a:ln>
        </p:spPr>
        <p:txBody>
          <a:bodyPr/>
          <a:lstStyle/>
          <a:p>
            <a:endParaRPr lang="en-US"/>
          </a:p>
        </p:txBody>
      </p:sp>
      <p:sp>
        <p:nvSpPr>
          <p:cNvPr id="139" name="edge_3_2_2">
            <a:extLst>
              <a:ext uri="{FF2B5EF4-FFF2-40B4-BE49-F238E27FC236}">
                <a16:creationId xmlns:a16="http://schemas.microsoft.com/office/drawing/2014/main" id="{960927ED-34B2-4CD8-91A0-DACE670EBD55}"/>
              </a:ext>
            </a:extLst>
          </p:cNvPr>
          <p:cNvSpPr>
            <a:spLocks noGrp="1"/>
          </p:cNvSpPr>
          <p:nvPr/>
        </p:nvSpPr>
        <p:spPr>
          <a:xfrm flipV="1">
            <a:off x="8722392" y="3298378"/>
            <a:ext cx="2045287" cy="1543330"/>
          </a:xfrm>
          <a:prstGeom prst="line">
            <a:avLst/>
          </a:prstGeom>
          <a:noFill/>
          <a:ln w="16669">
            <a:solidFill>
              <a:srgbClr val="8B95A4"/>
            </a:solidFill>
            <a:tailEnd type="triangle" w="sm" len="sm"/>
          </a:ln>
        </p:spPr>
        <p:txBody>
          <a:bodyPr/>
          <a:lstStyle/>
          <a:p>
            <a:endParaRPr lang="en-US"/>
          </a:p>
        </p:txBody>
      </p:sp>
      <p:sp>
        <p:nvSpPr>
          <p:cNvPr id="137" name="edge_3_2_1">
            <a:extLst>
              <a:ext uri="{FF2B5EF4-FFF2-40B4-BE49-F238E27FC236}">
                <a16:creationId xmlns:a16="http://schemas.microsoft.com/office/drawing/2014/main" id="{29A4F8F1-9F29-4B9C-963C-B7A79F313631}"/>
              </a:ext>
            </a:extLst>
          </p:cNvPr>
          <p:cNvSpPr>
            <a:spLocks noGrp="1"/>
          </p:cNvSpPr>
          <p:nvPr/>
        </p:nvSpPr>
        <p:spPr>
          <a:xfrm flipV="1">
            <a:off x="8689372" y="2660833"/>
            <a:ext cx="2112245" cy="2143193"/>
          </a:xfrm>
          <a:prstGeom prst="line">
            <a:avLst/>
          </a:prstGeom>
          <a:noFill/>
          <a:ln w="16669">
            <a:solidFill>
              <a:srgbClr val="8B95A4"/>
            </a:solidFill>
            <a:tailEnd type="triangle" w="sm" len="sm"/>
          </a:ln>
        </p:spPr>
        <p:txBody>
          <a:bodyPr/>
          <a:lstStyle/>
          <a:p>
            <a:endParaRPr lang="en-US"/>
          </a:p>
        </p:txBody>
      </p:sp>
      <p:sp>
        <p:nvSpPr>
          <p:cNvPr id="135" name="edge_3_2_0">
            <a:extLst>
              <a:ext uri="{FF2B5EF4-FFF2-40B4-BE49-F238E27FC236}">
                <a16:creationId xmlns:a16="http://schemas.microsoft.com/office/drawing/2014/main" id="{FC299869-DD70-4F5B-86E8-3C548B495B6B}"/>
              </a:ext>
            </a:extLst>
          </p:cNvPr>
          <p:cNvSpPr>
            <a:spLocks noGrp="1"/>
          </p:cNvSpPr>
          <p:nvPr/>
        </p:nvSpPr>
        <p:spPr>
          <a:xfrm flipV="1">
            <a:off x="8660321" y="2010834"/>
            <a:ext cx="2171155" cy="2767626"/>
          </a:xfrm>
          <a:prstGeom prst="line">
            <a:avLst/>
          </a:prstGeom>
          <a:noFill/>
          <a:ln w="16669">
            <a:solidFill>
              <a:srgbClr val="8B95A4"/>
            </a:solidFill>
            <a:tailEnd type="triangle" w="sm" len="sm"/>
          </a:ln>
        </p:spPr>
        <p:txBody>
          <a:bodyPr/>
          <a:lstStyle/>
          <a:p>
            <a:endParaRPr lang="en-US"/>
          </a:p>
        </p:txBody>
      </p:sp>
      <p:sp>
        <p:nvSpPr>
          <p:cNvPr id="133" name="edge_3_1_6">
            <a:extLst>
              <a:ext uri="{FF2B5EF4-FFF2-40B4-BE49-F238E27FC236}">
                <a16:creationId xmlns:a16="http://schemas.microsoft.com/office/drawing/2014/main" id="{BADE202B-6B4B-49C7-A2E7-B2AEDB2E3C3F}"/>
              </a:ext>
            </a:extLst>
          </p:cNvPr>
          <p:cNvSpPr>
            <a:spLocks noGrp="1"/>
          </p:cNvSpPr>
          <p:nvPr/>
        </p:nvSpPr>
        <p:spPr>
          <a:xfrm>
            <a:off x="8716626" y="3928718"/>
            <a:ext cx="2056979" cy="1642570"/>
          </a:xfrm>
          <a:prstGeom prst="line">
            <a:avLst/>
          </a:prstGeom>
          <a:noFill/>
          <a:ln w="16669">
            <a:solidFill>
              <a:srgbClr val="8B95A4"/>
            </a:solidFill>
            <a:tailEnd type="triangle" w="sm" len="sm"/>
          </a:ln>
        </p:spPr>
        <p:txBody>
          <a:bodyPr/>
          <a:lstStyle/>
          <a:p>
            <a:endParaRPr lang="en-US"/>
          </a:p>
        </p:txBody>
      </p:sp>
      <p:sp>
        <p:nvSpPr>
          <p:cNvPr id="131" name="edge_3_1_5">
            <a:extLst>
              <a:ext uri="{FF2B5EF4-FFF2-40B4-BE49-F238E27FC236}">
                <a16:creationId xmlns:a16="http://schemas.microsoft.com/office/drawing/2014/main" id="{D996E7C0-0188-4F1E-BDE2-5BA7F2CBBE08}"/>
              </a:ext>
            </a:extLst>
          </p:cNvPr>
          <p:cNvSpPr>
            <a:spLocks noGrp="1"/>
          </p:cNvSpPr>
          <p:nvPr/>
        </p:nvSpPr>
        <p:spPr>
          <a:xfrm>
            <a:off x="8750589" y="3877319"/>
            <a:ext cx="1988111" cy="1070522"/>
          </a:xfrm>
          <a:prstGeom prst="line">
            <a:avLst/>
          </a:prstGeom>
          <a:noFill/>
          <a:ln w="16669">
            <a:solidFill>
              <a:srgbClr val="8B95A4"/>
            </a:solidFill>
            <a:tailEnd type="triangle" w="sm" len="sm"/>
          </a:ln>
        </p:spPr>
        <p:txBody>
          <a:bodyPr/>
          <a:lstStyle/>
          <a:p>
            <a:endParaRPr lang="en-US"/>
          </a:p>
        </p:txBody>
      </p:sp>
      <p:sp>
        <p:nvSpPr>
          <p:cNvPr id="129" name="edge_3_1_4">
            <a:extLst>
              <a:ext uri="{FF2B5EF4-FFF2-40B4-BE49-F238E27FC236}">
                <a16:creationId xmlns:a16="http://schemas.microsoft.com/office/drawing/2014/main" id="{59813646-2DAA-46A0-9FBC-CC0480EC6BD2}"/>
              </a:ext>
            </a:extLst>
          </p:cNvPr>
          <p:cNvSpPr>
            <a:spLocks noGrp="1"/>
          </p:cNvSpPr>
          <p:nvPr/>
        </p:nvSpPr>
        <p:spPr>
          <a:xfrm>
            <a:off x="8779013" y="3806712"/>
            <a:ext cx="1930472" cy="537421"/>
          </a:xfrm>
          <a:prstGeom prst="line">
            <a:avLst/>
          </a:prstGeom>
          <a:noFill/>
          <a:ln w="16669">
            <a:solidFill>
              <a:srgbClr val="8B95A4"/>
            </a:solidFill>
            <a:tailEnd type="triangle" w="sm" len="sm"/>
          </a:ln>
        </p:spPr>
        <p:txBody>
          <a:bodyPr/>
          <a:lstStyle/>
          <a:p>
            <a:endParaRPr lang="en-US"/>
          </a:p>
        </p:txBody>
      </p:sp>
      <p:sp>
        <p:nvSpPr>
          <p:cNvPr id="127" name="edge_3_1_3">
            <a:extLst>
              <a:ext uri="{FF2B5EF4-FFF2-40B4-BE49-F238E27FC236}">
                <a16:creationId xmlns:a16="http://schemas.microsoft.com/office/drawing/2014/main" id="{DA5F83F1-2CB4-4B34-B730-134F7778065C}"/>
              </a:ext>
            </a:extLst>
          </p:cNvPr>
          <p:cNvSpPr>
            <a:spLocks noGrp="1"/>
          </p:cNvSpPr>
          <p:nvPr/>
        </p:nvSpPr>
        <p:spPr>
          <a:xfrm>
            <a:off x="8791518" y="3721029"/>
            <a:ext cx="1905117" cy="34892"/>
          </a:xfrm>
          <a:prstGeom prst="line">
            <a:avLst/>
          </a:prstGeom>
          <a:noFill/>
          <a:ln w="16669">
            <a:solidFill>
              <a:srgbClr val="8B95A4"/>
            </a:solidFill>
            <a:tailEnd type="triangle" w="sm" len="sm"/>
          </a:ln>
        </p:spPr>
        <p:txBody>
          <a:bodyPr/>
          <a:lstStyle/>
          <a:p>
            <a:endParaRPr lang="en-US"/>
          </a:p>
        </p:txBody>
      </p:sp>
      <p:sp>
        <p:nvSpPr>
          <p:cNvPr id="125" name="edge_3_1_2">
            <a:extLst>
              <a:ext uri="{FF2B5EF4-FFF2-40B4-BE49-F238E27FC236}">
                <a16:creationId xmlns:a16="http://schemas.microsoft.com/office/drawing/2014/main" id="{8BB74E01-8246-4B80-9274-11F32A87B0D5}"/>
              </a:ext>
            </a:extLst>
          </p:cNvPr>
          <p:cNvSpPr>
            <a:spLocks noGrp="1"/>
          </p:cNvSpPr>
          <p:nvPr/>
        </p:nvSpPr>
        <p:spPr>
          <a:xfrm flipV="1">
            <a:off x="8781973" y="3168916"/>
            <a:ext cx="1924470" cy="465257"/>
          </a:xfrm>
          <a:prstGeom prst="line">
            <a:avLst/>
          </a:prstGeom>
          <a:noFill/>
          <a:ln w="16669">
            <a:solidFill>
              <a:srgbClr val="8B95A4"/>
            </a:solidFill>
            <a:tailEnd type="triangle" w="sm" len="sm"/>
          </a:ln>
        </p:spPr>
        <p:txBody>
          <a:bodyPr/>
          <a:lstStyle/>
          <a:p>
            <a:endParaRPr lang="en-US"/>
          </a:p>
        </p:txBody>
      </p:sp>
      <p:sp>
        <p:nvSpPr>
          <p:cNvPr id="123" name="edge_3_1_1">
            <a:extLst>
              <a:ext uri="{FF2B5EF4-FFF2-40B4-BE49-F238E27FC236}">
                <a16:creationId xmlns:a16="http://schemas.microsoft.com/office/drawing/2014/main" id="{C1449BD3-84AB-4AB8-8C14-A233E01771E3}"/>
              </a:ext>
            </a:extLst>
          </p:cNvPr>
          <p:cNvSpPr>
            <a:spLocks noGrp="1"/>
          </p:cNvSpPr>
          <p:nvPr/>
        </p:nvSpPr>
        <p:spPr>
          <a:xfrm flipV="1">
            <a:off x="8755149" y="2567896"/>
            <a:ext cx="1978863" cy="993056"/>
          </a:xfrm>
          <a:prstGeom prst="line">
            <a:avLst/>
          </a:prstGeom>
          <a:noFill/>
          <a:ln w="16669">
            <a:solidFill>
              <a:srgbClr val="8B95A4"/>
            </a:solidFill>
            <a:tailEnd type="triangle" w="sm" len="sm"/>
          </a:ln>
        </p:spPr>
        <p:txBody>
          <a:bodyPr/>
          <a:lstStyle/>
          <a:p>
            <a:endParaRPr lang="en-US"/>
          </a:p>
        </p:txBody>
      </p:sp>
      <p:sp>
        <p:nvSpPr>
          <p:cNvPr id="121" name="edge_3_1_0">
            <a:extLst>
              <a:ext uri="{FF2B5EF4-FFF2-40B4-BE49-F238E27FC236}">
                <a16:creationId xmlns:a16="http://schemas.microsoft.com/office/drawing/2014/main" id="{63F0A88F-0A09-4A6D-9FD7-80E27759EB49}"/>
              </a:ext>
            </a:extLst>
          </p:cNvPr>
          <p:cNvSpPr>
            <a:spLocks noGrp="1"/>
          </p:cNvSpPr>
          <p:nvPr/>
        </p:nvSpPr>
        <p:spPr>
          <a:xfrm flipV="1">
            <a:off x="8721429" y="1947135"/>
            <a:ext cx="2047241" cy="1559803"/>
          </a:xfrm>
          <a:prstGeom prst="line">
            <a:avLst/>
          </a:prstGeom>
          <a:noFill/>
          <a:ln w="16669">
            <a:solidFill>
              <a:srgbClr val="8B95A4"/>
            </a:solidFill>
            <a:tailEnd type="triangle" w="sm" len="sm"/>
          </a:ln>
        </p:spPr>
        <p:txBody>
          <a:bodyPr/>
          <a:lstStyle/>
          <a:p>
            <a:endParaRPr lang="en-US"/>
          </a:p>
        </p:txBody>
      </p:sp>
      <p:sp>
        <p:nvSpPr>
          <p:cNvPr id="119" name="edge_3_0_6">
            <a:extLst>
              <a:ext uri="{FF2B5EF4-FFF2-40B4-BE49-F238E27FC236}">
                <a16:creationId xmlns:a16="http://schemas.microsoft.com/office/drawing/2014/main" id="{06202F44-C4C4-45C8-821C-18DFDD595456}"/>
              </a:ext>
            </a:extLst>
          </p:cNvPr>
          <p:cNvSpPr>
            <a:spLocks noGrp="1"/>
          </p:cNvSpPr>
          <p:nvPr/>
        </p:nvSpPr>
        <p:spPr>
          <a:xfrm>
            <a:off x="8656602" y="2653916"/>
            <a:ext cx="2178695" cy="2857044"/>
          </a:xfrm>
          <a:prstGeom prst="line">
            <a:avLst/>
          </a:prstGeom>
          <a:noFill/>
          <a:ln w="16669">
            <a:solidFill>
              <a:srgbClr val="8B95A4"/>
            </a:solidFill>
            <a:tailEnd type="triangle" w="sm" len="sm"/>
          </a:ln>
        </p:spPr>
        <p:txBody>
          <a:bodyPr/>
          <a:lstStyle/>
          <a:p>
            <a:endParaRPr lang="en-US"/>
          </a:p>
        </p:txBody>
      </p:sp>
      <p:sp>
        <p:nvSpPr>
          <p:cNvPr id="117" name="edge_3_0_5">
            <a:extLst>
              <a:ext uri="{FF2B5EF4-FFF2-40B4-BE49-F238E27FC236}">
                <a16:creationId xmlns:a16="http://schemas.microsoft.com/office/drawing/2014/main" id="{93A3AA35-F812-4150-B813-0EE6E1BA3998}"/>
              </a:ext>
            </a:extLst>
          </p:cNvPr>
          <p:cNvSpPr>
            <a:spLocks noGrp="1"/>
          </p:cNvSpPr>
          <p:nvPr/>
        </p:nvSpPr>
        <p:spPr>
          <a:xfrm>
            <a:off x="8685006" y="2629701"/>
            <a:ext cx="2121097" cy="2229872"/>
          </a:xfrm>
          <a:prstGeom prst="line">
            <a:avLst/>
          </a:prstGeom>
          <a:noFill/>
          <a:ln w="16669">
            <a:solidFill>
              <a:srgbClr val="8B95A4"/>
            </a:solidFill>
            <a:tailEnd type="triangle" w="sm" len="sm"/>
          </a:ln>
        </p:spPr>
        <p:txBody>
          <a:bodyPr/>
          <a:lstStyle/>
          <a:p>
            <a:endParaRPr lang="en-US"/>
          </a:p>
        </p:txBody>
      </p:sp>
      <p:sp>
        <p:nvSpPr>
          <p:cNvPr id="115" name="edge_3_0_4">
            <a:extLst>
              <a:ext uri="{FF2B5EF4-FFF2-40B4-BE49-F238E27FC236}">
                <a16:creationId xmlns:a16="http://schemas.microsoft.com/office/drawing/2014/main" id="{7871CEEF-C47B-4B5B-A5F4-ECDB136B4209}"/>
              </a:ext>
            </a:extLst>
          </p:cNvPr>
          <p:cNvSpPr>
            <a:spLocks noGrp="1"/>
          </p:cNvSpPr>
          <p:nvPr/>
        </p:nvSpPr>
        <p:spPr>
          <a:xfrm>
            <a:off x="8717584" y="2594013"/>
            <a:ext cx="2055037" cy="1625963"/>
          </a:xfrm>
          <a:prstGeom prst="line">
            <a:avLst/>
          </a:prstGeom>
          <a:noFill/>
          <a:ln w="16669">
            <a:solidFill>
              <a:srgbClr val="8B95A4"/>
            </a:solidFill>
            <a:tailEnd type="triangle" w="sm" len="sm"/>
          </a:ln>
        </p:spPr>
        <p:txBody>
          <a:bodyPr/>
          <a:lstStyle/>
          <a:p>
            <a:endParaRPr lang="en-US"/>
          </a:p>
        </p:txBody>
      </p:sp>
      <p:sp>
        <p:nvSpPr>
          <p:cNvPr id="113" name="edge_3_0_3">
            <a:extLst>
              <a:ext uri="{FF2B5EF4-FFF2-40B4-BE49-F238E27FC236}">
                <a16:creationId xmlns:a16="http://schemas.microsoft.com/office/drawing/2014/main" id="{91552102-9A5B-49C8-AE1A-86425C31C336}"/>
              </a:ext>
            </a:extLst>
          </p:cNvPr>
          <p:cNvSpPr>
            <a:spLocks noGrp="1"/>
          </p:cNvSpPr>
          <p:nvPr/>
        </p:nvSpPr>
        <p:spPr>
          <a:xfrm>
            <a:off x="8751510" y="2542096"/>
            <a:ext cx="1986243" cy="1054964"/>
          </a:xfrm>
          <a:prstGeom prst="line">
            <a:avLst/>
          </a:prstGeom>
          <a:noFill/>
          <a:ln w="16669">
            <a:solidFill>
              <a:srgbClr val="8B95A4"/>
            </a:solidFill>
            <a:tailEnd type="triangle" w="sm" len="sm"/>
          </a:ln>
        </p:spPr>
        <p:txBody>
          <a:bodyPr/>
          <a:lstStyle/>
          <a:p>
            <a:endParaRPr lang="en-US"/>
          </a:p>
        </p:txBody>
      </p:sp>
      <p:sp>
        <p:nvSpPr>
          <p:cNvPr id="111" name="edge_3_0_2">
            <a:extLst>
              <a:ext uri="{FF2B5EF4-FFF2-40B4-BE49-F238E27FC236}">
                <a16:creationId xmlns:a16="http://schemas.microsoft.com/office/drawing/2014/main" id="{20121D21-5155-4559-AB76-6C9E46E10754}"/>
              </a:ext>
            </a:extLst>
          </p:cNvPr>
          <p:cNvSpPr>
            <a:spLocks noGrp="1"/>
          </p:cNvSpPr>
          <p:nvPr/>
        </p:nvSpPr>
        <p:spPr>
          <a:xfrm>
            <a:off x="8779632" y="2470960"/>
            <a:ext cx="1929218" cy="522938"/>
          </a:xfrm>
          <a:prstGeom prst="line">
            <a:avLst/>
          </a:prstGeom>
          <a:noFill/>
          <a:ln w="16669">
            <a:solidFill>
              <a:srgbClr val="8B95A4"/>
            </a:solidFill>
            <a:tailEnd type="triangle" w="sm" len="sm"/>
          </a:ln>
        </p:spPr>
        <p:txBody>
          <a:bodyPr/>
          <a:lstStyle/>
          <a:p>
            <a:endParaRPr lang="en-US"/>
          </a:p>
        </p:txBody>
      </p:sp>
      <p:sp>
        <p:nvSpPr>
          <p:cNvPr id="109" name="edge_3_0_1">
            <a:extLst>
              <a:ext uri="{FF2B5EF4-FFF2-40B4-BE49-F238E27FC236}">
                <a16:creationId xmlns:a16="http://schemas.microsoft.com/office/drawing/2014/main" id="{4CDE359C-2CF7-4432-8E87-8DBD7AC74242}"/>
              </a:ext>
            </a:extLst>
          </p:cNvPr>
          <p:cNvSpPr>
            <a:spLocks noGrp="1"/>
          </p:cNvSpPr>
          <p:nvPr/>
        </p:nvSpPr>
        <p:spPr>
          <a:xfrm>
            <a:off x="8791554" y="2385018"/>
            <a:ext cx="1905042" cy="20935"/>
          </a:xfrm>
          <a:prstGeom prst="line">
            <a:avLst/>
          </a:prstGeom>
          <a:noFill/>
          <a:ln w="16669">
            <a:solidFill>
              <a:srgbClr val="8B95A4"/>
            </a:solidFill>
            <a:tailEnd type="triangle" w="sm" len="sm"/>
          </a:ln>
        </p:spPr>
        <p:txBody>
          <a:bodyPr/>
          <a:lstStyle/>
          <a:p>
            <a:endParaRPr lang="en-US"/>
          </a:p>
        </p:txBody>
      </p:sp>
      <p:sp>
        <p:nvSpPr>
          <p:cNvPr id="107" name="edge_3_0_0">
            <a:extLst>
              <a:ext uri="{FF2B5EF4-FFF2-40B4-BE49-F238E27FC236}">
                <a16:creationId xmlns:a16="http://schemas.microsoft.com/office/drawing/2014/main" id="{6E6837FE-1E0A-44DE-81BC-BB8C3831CE3A}"/>
              </a:ext>
            </a:extLst>
          </p:cNvPr>
          <p:cNvSpPr>
            <a:spLocks noGrp="1"/>
          </p:cNvSpPr>
          <p:nvPr/>
        </p:nvSpPr>
        <p:spPr>
          <a:xfrm flipV="1">
            <a:off x="8781408" y="1818731"/>
            <a:ext cx="1925616" cy="479640"/>
          </a:xfrm>
          <a:prstGeom prst="line">
            <a:avLst/>
          </a:prstGeom>
          <a:noFill/>
          <a:ln w="16669">
            <a:solidFill>
              <a:srgbClr val="8B95A4"/>
            </a:solidFill>
            <a:tailEnd type="triangle" w="sm" len="sm"/>
          </a:ln>
        </p:spPr>
        <p:txBody>
          <a:bodyPr/>
          <a:lstStyle/>
          <a:p>
            <a:endParaRPr lang="en-US"/>
          </a:p>
        </p:txBody>
      </p:sp>
      <p:sp>
        <p:nvSpPr>
          <p:cNvPr id="105" name="edge_2_3_2">
            <a:extLst>
              <a:ext uri="{FF2B5EF4-FFF2-40B4-BE49-F238E27FC236}">
                <a16:creationId xmlns:a16="http://schemas.microsoft.com/office/drawing/2014/main" id="{1A4AB2D9-F381-4B97-B086-B64241103456}"/>
              </a:ext>
            </a:extLst>
          </p:cNvPr>
          <p:cNvSpPr>
            <a:spLocks noGrp="1"/>
          </p:cNvSpPr>
          <p:nvPr/>
        </p:nvSpPr>
        <p:spPr>
          <a:xfrm flipV="1">
            <a:off x="6380088" y="5082906"/>
            <a:ext cx="1717870" cy="169750"/>
          </a:xfrm>
          <a:prstGeom prst="line">
            <a:avLst/>
          </a:prstGeom>
          <a:noFill/>
          <a:ln w="16669">
            <a:solidFill>
              <a:srgbClr val="8B95A4"/>
            </a:solidFill>
            <a:tailEnd type="triangle" w="sm" len="sm"/>
          </a:ln>
        </p:spPr>
        <p:txBody>
          <a:bodyPr/>
          <a:lstStyle/>
          <a:p>
            <a:endParaRPr lang="en-US"/>
          </a:p>
        </p:txBody>
      </p:sp>
      <p:sp>
        <p:nvSpPr>
          <p:cNvPr id="103" name="edge_2_3_1">
            <a:extLst>
              <a:ext uri="{FF2B5EF4-FFF2-40B4-BE49-F238E27FC236}">
                <a16:creationId xmlns:a16="http://schemas.microsoft.com/office/drawing/2014/main" id="{5B585DEF-D9D2-4B11-B2E2-17F204860183}"/>
              </a:ext>
            </a:extLst>
          </p:cNvPr>
          <p:cNvSpPr>
            <a:spLocks noGrp="1"/>
          </p:cNvSpPr>
          <p:nvPr/>
        </p:nvSpPr>
        <p:spPr>
          <a:xfrm flipV="1">
            <a:off x="6326067" y="3907268"/>
            <a:ext cx="1827413" cy="1191791"/>
          </a:xfrm>
          <a:prstGeom prst="line">
            <a:avLst/>
          </a:prstGeom>
          <a:noFill/>
          <a:ln w="16669">
            <a:solidFill>
              <a:srgbClr val="8B95A4"/>
            </a:solidFill>
            <a:tailEnd type="triangle" w="sm" len="sm"/>
          </a:ln>
        </p:spPr>
        <p:txBody>
          <a:bodyPr/>
          <a:lstStyle/>
          <a:p>
            <a:endParaRPr lang="en-US"/>
          </a:p>
        </p:txBody>
      </p:sp>
      <p:sp>
        <p:nvSpPr>
          <p:cNvPr id="101" name="edge_2_3_0">
            <a:extLst>
              <a:ext uri="{FF2B5EF4-FFF2-40B4-BE49-F238E27FC236}">
                <a16:creationId xmlns:a16="http://schemas.microsoft.com/office/drawing/2014/main" id="{F47326E9-554E-4DDF-A298-A18FEE80ECE7}"/>
              </a:ext>
            </a:extLst>
          </p:cNvPr>
          <p:cNvSpPr>
            <a:spLocks noGrp="1"/>
          </p:cNvSpPr>
          <p:nvPr/>
        </p:nvSpPr>
        <p:spPr>
          <a:xfrm flipV="1">
            <a:off x="6257773" y="2652500"/>
            <a:ext cx="1965898" cy="2369956"/>
          </a:xfrm>
          <a:prstGeom prst="line">
            <a:avLst/>
          </a:prstGeom>
          <a:noFill/>
          <a:ln w="16669">
            <a:solidFill>
              <a:srgbClr val="8B95A4"/>
            </a:solidFill>
            <a:tailEnd type="triangle" w="sm" len="sm"/>
          </a:ln>
        </p:spPr>
        <p:txBody>
          <a:bodyPr/>
          <a:lstStyle/>
          <a:p>
            <a:endParaRPr lang="en-US"/>
          </a:p>
        </p:txBody>
      </p:sp>
      <p:sp>
        <p:nvSpPr>
          <p:cNvPr id="99" name="edge_2_2_2">
            <a:extLst>
              <a:ext uri="{FF2B5EF4-FFF2-40B4-BE49-F238E27FC236}">
                <a16:creationId xmlns:a16="http://schemas.microsoft.com/office/drawing/2014/main" id="{0B96905A-964F-4874-A7DF-6C4C44F47D68}"/>
              </a:ext>
            </a:extLst>
          </p:cNvPr>
          <p:cNvSpPr>
            <a:spLocks noGrp="1"/>
          </p:cNvSpPr>
          <p:nvPr/>
        </p:nvSpPr>
        <p:spPr>
          <a:xfrm>
            <a:off x="6363896" y="4347830"/>
            <a:ext cx="1750705" cy="588181"/>
          </a:xfrm>
          <a:prstGeom prst="line">
            <a:avLst/>
          </a:prstGeom>
          <a:noFill/>
          <a:ln w="16669">
            <a:solidFill>
              <a:srgbClr val="8B95A4"/>
            </a:solidFill>
            <a:tailEnd type="triangle" w="sm" len="sm"/>
          </a:ln>
        </p:spPr>
        <p:txBody>
          <a:bodyPr/>
          <a:lstStyle/>
          <a:p>
            <a:endParaRPr lang="en-US"/>
          </a:p>
        </p:txBody>
      </p:sp>
      <p:sp>
        <p:nvSpPr>
          <p:cNvPr id="97" name="edge_2_2_1">
            <a:extLst>
              <a:ext uri="{FF2B5EF4-FFF2-40B4-BE49-F238E27FC236}">
                <a16:creationId xmlns:a16="http://schemas.microsoft.com/office/drawing/2014/main" id="{E715940F-31FF-4D59-BE25-AC3287872258}"/>
              </a:ext>
            </a:extLst>
          </p:cNvPr>
          <p:cNvSpPr>
            <a:spLocks noGrp="1"/>
          </p:cNvSpPr>
          <p:nvPr/>
        </p:nvSpPr>
        <p:spPr>
          <a:xfrm flipV="1">
            <a:off x="6373924" y="3789616"/>
            <a:ext cx="1730370" cy="376167"/>
          </a:xfrm>
          <a:prstGeom prst="line">
            <a:avLst/>
          </a:prstGeom>
          <a:noFill/>
          <a:ln w="16669">
            <a:solidFill>
              <a:srgbClr val="8B95A4"/>
            </a:solidFill>
            <a:tailEnd type="triangle" w="sm" len="sm"/>
          </a:ln>
        </p:spPr>
        <p:txBody>
          <a:bodyPr/>
          <a:lstStyle/>
          <a:p>
            <a:endParaRPr lang="en-US"/>
          </a:p>
        </p:txBody>
      </p:sp>
      <p:sp>
        <p:nvSpPr>
          <p:cNvPr id="95" name="edge_2_2_0">
            <a:extLst>
              <a:ext uri="{FF2B5EF4-FFF2-40B4-BE49-F238E27FC236}">
                <a16:creationId xmlns:a16="http://schemas.microsoft.com/office/drawing/2014/main" id="{96D3C2E7-4D61-4019-B0C0-7768E7F71EF6}"/>
              </a:ext>
            </a:extLst>
          </p:cNvPr>
          <p:cNvSpPr>
            <a:spLocks noGrp="1"/>
          </p:cNvSpPr>
          <p:nvPr/>
        </p:nvSpPr>
        <p:spPr>
          <a:xfrm flipV="1">
            <a:off x="6310441" y="2596394"/>
            <a:ext cx="1859099" cy="1432902"/>
          </a:xfrm>
          <a:prstGeom prst="line">
            <a:avLst/>
          </a:prstGeom>
          <a:noFill/>
          <a:ln w="16669">
            <a:solidFill>
              <a:srgbClr val="8B95A4"/>
            </a:solidFill>
            <a:tailEnd type="triangle" w="sm" len="sm"/>
          </a:ln>
        </p:spPr>
        <p:txBody>
          <a:bodyPr/>
          <a:lstStyle/>
          <a:p>
            <a:endParaRPr lang="en-US"/>
          </a:p>
        </p:txBody>
      </p:sp>
      <p:sp>
        <p:nvSpPr>
          <p:cNvPr id="93" name="edge_2_1_2">
            <a:extLst>
              <a:ext uri="{FF2B5EF4-FFF2-40B4-BE49-F238E27FC236}">
                <a16:creationId xmlns:a16="http://schemas.microsoft.com/office/drawing/2014/main" id="{56B9630E-042B-41A8-B2AD-1818E0E12F7D}"/>
              </a:ext>
            </a:extLst>
          </p:cNvPr>
          <p:cNvSpPr>
            <a:spLocks noGrp="1"/>
          </p:cNvSpPr>
          <p:nvPr/>
        </p:nvSpPr>
        <p:spPr>
          <a:xfrm>
            <a:off x="6310441" y="3400204"/>
            <a:ext cx="1859099" cy="1432902"/>
          </a:xfrm>
          <a:prstGeom prst="line">
            <a:avLst/>
          </a:prstGeom>
          <a:noFill/>
          <a:ln w="16669">
            <a:solidFill>
              <a:srgbClr val="8B95A4"/>
            </a:solidFill>
            <a:tailEnd type="triangle" w="sm" len="sm"/>
          </a:ln>
        </p:spPr>
        <p:txBody>
          <a:bodyPr/>
          <a:lstStyle/>
          <a:p>
            <a:endParaRPr lang="en-US"/>
          </a:p>
        </p:txBody>
      </p:sp>
      <p:sp>
        <p:nvSpPr>
          <p:cNvPr id="91" name="edge_2_1_1">
            <a:extLst>
              <a:ext uri="{FF2B5EF4-FFF2-40B4-BE49-F238E27FC236}">
                <a16:creationId xmlns:a16="http://schemas.microsoft.com/office/drawing/2014/main" id="{6C9F3C8A-5936-48F9-B234-DA41C2A21201}"/>
              </a:ext>
            </a:extLst>
          </p:cNvPr>
          <p:cNvSpPr>
            <a:spLocks noGrp="1"/>
          </p:cNvSpPr>
          <p:nvPr/>
        </p:nvSpPr>
        <p:spPr>
          <a:xfrm>
            <a:off x="6373924" y="3263717"/>
            <a:ext cx="1730370" cy="376167"/>
          </a:xfrm>
          <a:prstGeom prst="line">
            <a:avLst/>
          </a:prstGeom>
          <a:noFill/>
          <a:ln w="16669">
            <a:solidFill>
              <a:srgbClr val="8B95A4"/>
            </a:solidFill>
            <a:tailEnd type="triangle" w="sm" len="sm"/>
          </a:ln>
        </p:spPr>
        <p:txBody>
          <a:bodyPr/>
          <a:lstStyle/>
          <a:p>
            <a:endParaRPr lang="en-US"/>
          </a:p>
        </p:txBody>
      </p:sp>
      <p:sp>
        <p:nvSpPr>
          <p:cNvPr id="89" name="edge_2_1_0">
            <a:extLst>
              <a:ext uri="{FF2B5EF4-FFF2-40B4-BE49-F238E27FC236}">
                <a16:creationId xmlns:a16="http://schemas.microsoft.com/office/drawing/2014/main" id="{3349EA93-3CD2-4853-8BC4-D03613F2087F}"/>
              </a:ext>
            </a:extLst>
          </p:cNvPr>
          <p:cNvSpPr>
            <a:spLocks noGrp="1"/>
          </p:cNvSpPr>
          <p:nvPr/>
        </p:nvSpPr>
        <p:spPr>
          <a:xfrm flipV="1">
            <a:off x="6363896" y="2493489"/>
            <a:ext cx="1750705" cy="588181"/>
          </a:xfrm>
          <a:prstGeom prst="line">
            <a:avLst/>
          </a:prstGeom>
          <a:noFill/>
          <a:ln w="16669">
            <a:solidFill>
              <a:srgbClr val="8B95A4"/>
            </a:solidFill>
            <a:tailEnd type="triangle" w="sm" len="sm"/>
          </a:ln>
        </p:spPr>
        <p:txBody>
          <a:bodyPr/>
          <a:lstStyle/>
          <a:p>
            <a:endParaRPr lang="en-US"/>
          </a:p>
        </p:txBody>
      </p:sp>
      <p:sp>
        <p:nvSpPr>
          <p:cNvPr id="87" name="edge_2_0_2">
            <a:extLst>
              <a:ext uri="{FF2B5EF4-FFF2-40B4-BE49-F238E27FC236}">
                <a16:creationId xmlns:a16="http://schemas.microsoft.com/office/drawing/2014/main" id="{7F7299BC-B65C-4969-8114-19EB0317B580}"/>
              </a:ext>
            </a:extLst>
          </p:cNvPr>
          <p:cNvSpPr>
            <a:spLocks noGrp="1"/>
          </p:cNvSpPr>
          <p:nvPr/>
        </p:nvSpPr>
        <p:spPr>
          <a:xfrm>
            <a:off x="6257773" y="2407044"/>
            <a:ext cx="1965898" cy="2369956"/>
          </a:xfrm>
          <a:prstGeom prst="line">
            <a:avLst/>
          </a:prstGeom>
          <a:noFill/>
          <a:ln w="16669">
            <a:solidFill>
              <a:srgbClr val="8B95A4"/>
            </a:solidFill>
            <a:tailEnd type="triangle" w="sm" len="sm"/>
          </a:ln>
        </p:spPr>
        <p:txBody>
          <a:bodyPr/>
          <a:lstStyle/>
          <a:p>
            <a:endParaRPr lang="en-US"/>
          </a:p>
        </p:txBody>
      </p:sp>
      <p:sp>
        <p:nvSpPr>
          <p:cNvPr id="85" name="edge_2_0_1">
            <a:extLst>
              <a:ext uri="{FF2B5EF4-FFF2-40B4-BE49-F238E27FC236}">
                <a16:creationId xmlns:a16="http://schemas.microsoft.com/office/drawing/2014/main" id="{F845FBA2-B76A-4E49-A99F-C96FB4C4F97C}"/>
              </a:ext>
            </a:extLst>
          </p:cNvPr>
          <p:cNvSpPr>
            <a:spLocks noGrp="1"/>
          </p:cNvSpPr>
          <p:nvPr/>
        </p:nvSpPr>
        <p:spPr>
          <a:xfrm>
            <a:off x="6326067" y="2330440"/>
            <a:ext cx="1827413" cy="1191791"/>
          </a:xfrm>
          <a:prstGeom prst="line">
            <a:avLst/>
          </a:prstGeom>
          <a:noFill/>
          <a:ln w="16669">
            <a:solidFill>
              <a:srgbClr val="8B95A4"/>
            </a:solidFill>
            <a:tailEnd type="triangle" w="sm" len="sm"/>
          </a:ln>
        </p:spPr>
        <p:txBody>
          <a:bodyPr/>
          <a:lstStyle/>
          <a:p>
            <a:endParaRPr lang="en-US"/>
          </a:p>
        </p:txBody>
      </p:sp>
      <p:sp>
        <p:nvSpPr>
          <p:cNvPr id="83" name="edge_2_0_0">
            <a:extLst>
              <a:ext uri="{FF2B5EF4-FFF2-40B4-BE49-F238E27FC236}">
                <a16:creationId xmlns:a16="http://schemas.microsoft.com/office/drawing/2014/main" id="{AAEF7E3D-0092-4C24-AB42-1DC97E22D60F}"/>
              </a:ext>
            </a:extLst>
          </p:cNvPr>
          <p:cNvSpPr>
            <a:spLocks noGrp="1"/>
          </p:cNvSpPr>
          <p:nvPr/>
        </p:nvSpPr>
        <p:spPr>
          <a:xfrm>
            <a:off x="6380088" y="2176844"/>
            <a:ext cx="1717870" cy="169750"/>
          </a:xfrm>
          <a:prstGeom prst="line">
            <a:avLst/>
          </a:prstGeom>
          <a:noFill/>
          <a:ln w="16669">
            <a:solidFill>
              <a:srgbClr val="8B95A4"/>
            </a:solidFill>
            <a:tailEnd type="triangle" w="sm" len="sm"/>
          </a:ln>
        </p:spPr>
        <p:txBody>
          <a:bodyPr/>
          <a:lstStyle/>
          <a:p>
            <a:endParaRPr lang="en-US"/>
          </a:p>
        </p:txBody>
      </p:sp>
      <p:sp>
        <p:nvSpPr>
          <p:cNvPr id="81" name="edge_1_2_3">
            <a:extLst>
              <a:ext uri="{FF2B5EF4-FFF2-40B4-BE49-F238E27FC236}">
                <a16:creationId xmlns:a16="http://schemas.microsoft.com/office/drawing/2014/main" id="{E9DF3E71-73AA-41E6-BFC8-AB37908F6313}"/>
              </a:ext>
            </a:extLst>
          </p:cNvPr>
          <p:cNvSpPr>
            <a:spLocks noGrp="1"/>
          </p:cNvSpPr>
          <p:nvPr/>
        </p:nvSpPr>
        <p:spPr>
          <a:xfrm>
            <a:off x="3884650" y="5080822"/>
            <a:ext cx="1803369" cy="172077"/>
          </a:xfrm>
          <a:prstGeom prst="line">
            <a:avLst/>
          </a:prstGeom>
          <a:noFill/>
          <a:ln w="16669">
            <a:solidFill>
              <a:srgbClr val="8B95A4"/>
            </a:solidFill>
            <a:tailEnd type="triangle" w="sm" len="sm"/>
          </a:ln>
        </p:spPr>
        <p:txBody>
          <a:bodyPr/>
          <a:lstStyle/>
          <a:p>
            <a:endParaRPr lang="en-US"/>
          </a:p>
        </p:txBody>
      </p:sp>
      <p:sp>
        <p:nvSpPr>
          <p:cNvPr id="79" name="edge_1_2_2">
            <a:extLst>
              <a:ext uri="{FF2B5EF4-FFF2-40B4-BE49-F238E27FC236}">
                <a16:creationId xmlns:a16="http://schemas.microsoft.com/office/drawing/2014/main" id="{B1D2DECE-CD08-44D9-83D4-3DCD28EC4741}"/>
              </a:ext>
            </a:extLst>
          </p:cNvPr>
          <p:cNvSpPr>
            <a:spLocks noGrp="1"/>
          </p:cNvSpPr>
          <p:nvPr/>
        </p:nvSpPr>
        <p:spPr>
          <a:xfrm flipV="1">
            <a:off x="3869464" y="4347381"/>
            <a:ext cx="1834161" cy="595052"/>
          </a:xfrm>
          <a:prstGeom prst="line">
            <a:avLst/>
          </a:prstGeom>
          <a:noFill/>
          <a:ln w="16669">
            <a:solidFill>
              <a:srgbClr val="8B95A4"/>
            </a:solidFill>
            <a:tailEnd type="triangle" w="sm" len="sm"/>
          </a:ln>
        </p:spPr>
        <p:txBody>
          <a:bodyPr/>
          <a:lstStyle/>
          <a:p>
            <a:endParaRPr lang="en-US"/>
          </a:p>
        </p:txBody>
      </p:sp>
      <p:sp>
        <p:nvSpPr>
          <p:cNvPr id="77" name="edge_1_2_1">
            <a:extLst>
              <a:ext uri="{FF2B5EF4-FFF2-40B4-BE49-F238E27FC236}">
                <a16:creationId xmlns:a16="http://schemas.microsoft.com/office/drawing/2014/main" id="{92C67E34-9802-4660-ACB5-8F14C5ACC890}"/>
              </a:ext>
            </a:extLst>
          </p:cNvPr>
          <p:cNvSpPr>
            <a:spLocks noGrp="1"/>
          </p:cNvSpPr>
          <p:nvPr/>
        </p:nvSpPr>
        <p:spPr>
          <a:xfrm flipV="1">
            <a:off x="3818374" y="3401293"/>
            <a:ext cx="1937761" cy="1442227"/>
          </a:xfrm>
          <a:prstGeom prst="line">
            <a:avLst/>
          </a:prstGeom>
          <a:noFill/>
          <a:ln w="16669">
            <a:solidFill>
              <a:srgbClr val="8B95A4"/>
            </a:solidFill>
            <a:tailEnd type="triangle" w="sm" len="sm"/>
          </a:ln>
        </p:spPr>
        <p:txBody>
          <a:bodyPr/>
          <a:lstStyle/>
          <a:p>
            <a:endParaRPr lang="en-US"/>
          </a:p>
        </p:txBody>
      </p:sp>
      <p:sp>
        <p:nvSpPr>
          <p:cNvPr id="75" name="edge_1_2_0">
            <a:extLst>
              <a:ext uri="{FF2B5EF4-FFF2-40B4-BE49-F238E27FC236}">
                <a16:creationId xmlns:a16="http://schemas.microsoft.com/office/drawing/2014/main" id="{3D234074-7EA1-4CF8-B50E-A5BFDFD53497}"/>
              </a:ext>
            </a:extLst>
          </p:cNvPr>
          <p:cNvSpPr>
            <a:spLocks noGrp="1"/>
          </p:cNvSpPr>
          <p:nvPr/>
        </p:nvSpPr>
        <p:spPr>
          <a:xfrm flipV="1">
            <a:off x="3766737" y="2410458"/>
            <a:ext cx="2042469" cy="2377683"/>
          </a:xfrm>
          <a:prstGeom prst="line">
            <a:avLst/>
          </a:prstGeom>
          <a:noFill/>
          <a:ln w="16669">
            <a:solidFill>
              <a:srgbClr val="8B95A4"/>
            </a:solidFill>
            <a:tailEnd type="triangle" w="sm" len="sm"/>
          </a:ln>
        </p:spPr>
        <p:txBody>
          <a:bodyPr/>
          <a:lstStyle/>
          <a:p>
            <a:endParaRPr lang="en-US"/>
          </a:p>
        </p:txBody>
      </p:sp>
      <p:sp>
        <p:nvSpPr>
          <p:cNvPr id="73" name="edge_1_1_3">
            <a:extLst>
              <a:ext uri="{FF2B5EF4-FFF2-40B4-BE49-F238E27FC236}">
                <a16:creationId xmlns:a16="http://schemas.microsoft.com/office/drawing/2014/main" id="{DC88BF82-3B04-4BF0-96EA-3408A00BB424}"/>
              </a:ext>
            </a:extLst>
          </p:cNvPr>
          <p:cNvSpPr>
            <a:spLocks noGrp="1"/>
          </p:cNvSpPr>
          <p:nvPr/>
        </p:nvSpPr>
        <p:spPr>
          <a:xfrm>
            <a:off x="3833455" y="3897481"/>
            <a:ext cx="1907181" cy="1201087"/>
          </a:xfrm>
          <a:prstGeom prst="line">
            <a:avLst/>
          </a:prstGeom>
          <a:noFill/>
          <a:ln w="16669">
            <a:solidFill>
              <a:srgbClr val="8B95A4"/>
            </a:solidFill>
            <a:tailEnd type="triangle" w="sm" len="sm"/>
          </a:ln>
        </p:spPr>
        <p:txBody>
          <a:bodyPr/>
          <a:lstStyle/>
          <a:p>
            <a:endParaRPr lang="en-US"/>
          </a:p>
        </p:txBody>
      </p:sp>
      <p:sp>
        <p:nvSpPr>
          <p:cNvPr id="71" name="edge_1_1_2">
            <a:extLst>
              <a:ext uri="{FF2B5EF4-FFF2-40B4-BE49-F238E27FC236}">
                <a16:creationId xmlns:a16="http://schemas.microsoft.com/office/drawing/2014/main" id="{1A0DE44F-8F97-43D5-9037-C856A3E23566}"/>
              </a:ext>
            </a:extLst>
          </p:cNvPr>
          <p:cNvSpPr>
            <a:spLocks noGrp="1"/>
          </p:cNvSpPr>
          <p:nvPr/>
        </p:nvSpPr>
        <p:spPr>
          <a:xfrm>
            <a:off x="3878885" y="3785197"/>
            <a:ext cx="1815057" cy="381023"/>
          </a:xfrm>
          <a:prstGeom prst="line">
            <a:avLst/>
          </a:prstGeom>
          <a:noFill/>
          <a:ln w="16669">
            <a:solidFill>
              <a:srgbClr val="8B95A4"/>
            </a:solidFill>
            <a:tailEnd type="triangle" w="sm" len="sm"/>
          </a:ln>
        </p:spPr>
        <p:txBody>
          <a:bodyPr/>
          <a:lstStyle/>
          <a:p>
            <a:endParaRPr lang="en-US"/>
          </a:p>
        </p:txBody>
      </p:sp>
      <p:sp>
        <p:nvSpPr>
          <p:cNvPr id="69" name="edge_1_1_1">
            <a:extLst>
              <a:ext uri="{FF2B5EF4-FFF2-40B4-BE49-F238E27FC236}">
                <a16:creationId xmlns:a16="http://schemas.microsoft.com/office/drawing/2014/main" id="{0B2ABB9F-95A5-4318-936F-8F9C5C260F9F}"/>
              </a:ext>
            </a:extLst>
          </p:cNvPr>
          <p:cNvSpPr>
            <a:spLocks noGrp="1"/>
          </p:cNvSpPr>
          <p:nvPr/>
        </p:nvSpPr>
        <p:spPr>
          <a:xfrm flipV="1">
            <a:off x="3878885" y="3263279"/>
            <a:ext cx="1815057" cy="381023"/>
          </a:xfrm>
          <a:prstGeom prst="line">
            <a:avLst/>
          </a:prstGeom>
          <a:noFill/>
          <a:ln w="16669">
            <a:solidFill>
              <a:srgbClr val="8B95A4"/>
            </a:solidFill>
            <a:tailEnd type="triangle" w="sm" len="sm"/>
          </a:ln>
        </p:spPr>
        <p:txBody>
          <a:bodyPr/>
          <a:lstStyle/>
          <a:p>
            <a:endParaRPr lang="en-US"/>
          </a:p>
        </p:txBody>
      </p:sp>
      <p:sp>
        <p:nvSpPr>
          <p:cNvPr id="67" name="edge_1_1_0">
            <a:extLst>
              <a:ext uri="{FF2B5EF4-FFF2-40B4-BE49-F238E27FC236}">
                <a16:creationId xmlns:a16="http://schemas.microsoft.com/office/drawing/2014/main" id="{3F59133A-FB1C-4707-83CE-3DFE8AE8B038}"/>
              </a:ext>
            </a:extLst>
          </p:cNvPr>
          <p:cNvSpPr>
            <a:spLocks noGrp="1"/>
          </p:cNvSpPr>
          <p:nvPr/>
        </p:nvSpPr>
        <p:spPr>
          <a:xfrm flipV="1">
            <a:off x="3833455" y="2330932"/>
            <a:ext cx="1907181" cy="1201087"/>
          </a:xfrm>
          <a:prstGeom prst="line">
            <a:avLst/>
          </a:prstGeom>
          <a:noFill/>
          <a:ln w="16669">
            <a:solidFill>
              <a:srgbClr val="8B95A4"/>
            </a:solidFill>
            <a:tailEnd type="triangle" w="sm" len="sm"/>
          </a:ln>
        </p:spPr>
        <p:txBody>
          <a:bodyPr/>
          <a:lstStyle/>
          <a:p>
            <a:endParaRPr lang="en-US"/>
          </a:p>
        </p:txBody>
      </p:sp>
      <p:sp>
        <p:nvSpPr>
          <p:cNvPr id="65" name="edge_1_0_3">
            <a:extLst>
              <a:ext uri="{FF2B5EF4-FFF2-40B4-BE49-F238E27FC236}">
                <a16:creationId xmlns:a16="http://schemas.microsoft.com/office/drawing/2014/main" id="{E5B33017-523B-4F66-A780-8F6D16356FB8}"/>
              </a:ext>
            </a:extLst>
          </p:cNvPr>
          <p:cNvSpPr>
            <a:spLocks noGrp="1"/>
          </p:cNvSpPr>
          <p:nvPr/>
        </p:nvSpPr>
        <p:spPr>
          <a:xfrm>
            <a:off x="3766737" y="2641358"/>
            <a:ext cx="2042469" cy="2377683"/>
          </a:xfrm>
          <a:prstGeom prst="line">
            <a:avLst/>
          </a:prstGeom>
          <a:noFill/>
          <a:ln w="16669">
            <a:solidFill>
              <a:srgbClr val="8B95A4"/>
            </a:solidFill>
            <a:tailEnd type="triangle" w="sm" len="sm"/>
          </a:ln>
        </p:spPr>
        <p:txBody>
          <a:bodyPr/>
          <a:lstStyle/>
          <a:p>
            <a:endParaRPr lang="en-US"/>
          </a:p>
        </p:txBody>
      </p:sp>
      <p:sp>
        <p:nvSpPr>
          <p:cNvPr id="63" name="edge_1_0_2">
            <a:extLst>
              <a:ext uri="{FF2B5EF4-FFF2-40B4-BE49-F238E27FC236}">
                <a16:creationId xmlns:a16="http://schemas.microsoft.com/office/drawing/2014/main" id="{438EEE95-4AD4-436A-9C20-4E26FADBC46E}"/>
              </a:ext>
            </a:extLst>
          </p:cNvPr>
          <p:cNvSpPr>
            <a:spLocks noGrp="1"/>
          </p:cNvSpPr>
          <p:nvPr/>
        </p:nvSpPr>
        <p:spPr>
          <a:xfrm>
            <a:off x="3818374" y="2585981"/>
            <a:ext cx="1937761" cy="1442227"/>
          </a:xfrm>
          <a:prstGeom prst="line">
            <a:avLst/>
          </a:prstGeom>
          <a:noFill/>
          <a:ln w="16669">
            <a:solidFill>
              <a:srgbClr val="8B95A4"/>
            </a:solidFill>
            <a:tailEnd type="triangle" w="sm" len="sm"/>
          </a:ln>
        </p:spPr>
        <p:txBody>
          <a:bodyPr/>
          <a:lstStyle/>
          <a:p>
            <a:endParaRPr lang="en-US"/>
          </a:p>
        </p:txBody>
      </p:sp>
      <p:sp>
        <p:nvSpPr>
          <p:cNvPr id="61" name="edge_1_0_1">
            <a:extLst>
              <a:ext uri="{FF2B5EF4-FFF2-40B4-BE49-F238E27FC236}">
                <a16:creationId xmlns:a16="http://schemas.microsoft.com/office/drawing/2014/main" id="{2A2F6D74-AE64-47AF-8EBE-6A6CCB184465}"/>
              </a:ext>
            </a:extLst>
          </p:cNvPr>
          <p:cNvSpPr>
            <a:spLocks noGrp="1"/>
          </p:cNvSpPr>
          <p:nvPr/>
        </p:nvSpPr>
        <p:spPr>
          <a:xfrm>
            <a:off x="3869464" y="2487067"/>
            <a:ext cx="1834161" cy="595052"/>
          </a:xfrm>
          <a:prstGeom prst="line">
            <a:avLst/>
          </a:prstGeom>
          <a:noFill/>
          <a:ln w="16669">
            <a:solidFill>
              <a:srgbClr val="8B95A4"/>
            </a:solidFill>
            <a:tailEnd type="triangle" w="sm" len="sm"/>
          </a:ln>
        </p:spPr>
        <p:txBody>
          <a:bodyPr/>
          <a:lstStyle/>
          <a:p>
            <a:endParaRPr lang="en-US"/>
          </a:p>
        </p:txBody>
      </p:sp>
      <p:sp>
        <p:nvSpPr>
          <p:cNvPr id="59" name="edge_1_0_0">
            <a:extLst>
              <a:ext uri="{FF2B5EF4-FFF2-40B4-BE49-F238E27FC236}">
                <a16:creationId xmlns:a16="http://schemas.microsoft.com/office/drawing/2014/main" id="{27F7249C-C84F-42CD-9FF2-7C65D02B8F5B}"/>
              </a:ext>
            </a:extLst>
          </p:cNvPr>
          <p:cNvSpPr>
            <a:spLocks noGrp="1"/>
          </p:cNvSpPr>
          <p:nvPr/>
        </p:nvSpPr>
        <p:spPr>
          <a:xfrm flipV="1">
            <a:off x="3884650" y="2176601"/>
            <a:ext cx="1803369" cy="172077"/>
          </a:xfrm>
          <a:prstGeom prst="line">
            <a:avLst/>
          </a:prstGeom>
          <a:noFill/>
          <a:ln w="16669">
            <a:solidFill>
              <a:srgbClr val="8B95A4"/>
            </a:solidFill>
            <a:tailEnd type="triangle" w="sm" len="sm"/>
          </a:ln>
        </p:spPr>
        <p:txBody>
          <a:bodyPr/>
          <a:lstStyle/>
          <a:p>
            <a:endParaRPr lang="en-US"/>
          </a:p>
        </p:txBody>
      </p:sp>
      <p:sp>
        <p:nvSpPr>
          <p:cNvPr id="57" name="edge_0_4_2">
            <a:extLst>
              <a:ext uri="{FF2B5EF4-FFF2-40B4-BE49-F238E27FC236}">
                <a16:creationId xmlns:a16="http://schemas.microsoft.com/office/drawing/2014/main" id="{809A29E0-0507-40C8-858A-5111ED929B63}"/>
              </a:ext>
            </a:extLst>
          </p:cNvPr>
          <p:cNvSpPr>
            <a:spLocks noGrp="1"/>
          </p:cNvSpPr>
          <p:nvPr/>
        </p:nvSpPr>
        <p:spPr>
          <a:xfrm flipV="1">
            <a:off x="1388121" y="5090977"/>
            <a:ext cx="1805354" cy="220501"/>
          </a:xfrm>
          <a:prstGeom prst="line">
            <a:avLst/>
          </a:prstGeom>
          <a:noFill/>
          <a:ln w="16669">
            <a:solidFill>
              <a:srgbClr val="8B95A4"/>
            </a:solidFill>
            <a:tailEnd type="triangle" w="sm" len="sm"/>
          </a:ln>
        </p:spPr>
        <p:txBody>
          <a:bodyPr/>
          <a:lstStyle/>
          <a:p>
            <a:endParaRPr lang="en-US"/>
          </a:p>
        </p:txBody>
      </p:sp>
      <p:sp>
        <p:nvSpPr>
          <p:cNvPr id="55" name="edge_0_4_1">
            <a:extLst>
              <a:ext uri="{FF2B5EF4-FFF2-40B4-BE49-F238E27FC236}">
                <a16:creationId xmlns:a16="http://schemas.microsoft.com/office/drawing/2014/main" id="{8A97BB9E-B611-4C7B-A63A-E672A3E071A2}"/>
              </a:ext>
            </a:extLst>
          </p:cNvPr>
          <p:cNvSpPr>
            <a:spLocks noGrp="1"/>
          </p:cNvSpPr>
          <p:nvPr/>
        </p:nvSpPr>
        <p:spPr>
          <a:xfrm flipV="1">
            <a:off x="1334399" y="3908159"/>
            <a:ext cx="1914289" cy="1256709"/>
          </a:xfrm>
          <a:prstGeom prst="line">
            <a:avLst/>
          </a:prstGeom>
          <a:noFill/>
          <a:ln w="16669">
            <a:solidFill>
              <a:srgbClr val="8B95A4"/>
            </a:solidFill>
            <a:tailEnd type="triangle" w="sm" len="sm"/>
          </a:ln>
        </p:spPr>
        <p:txBody>
          <a:bodyPr/>
          <a:lstStyle/>
          <a:p>
            <a:endParaRPr lang="en-US"/>
          </a:p>
        </p:txBody>
      </p:sp>
      <p:sp>
        <p:nvSpPr>
          <p:cNvPr id="53" name="edge_0_4_0">
            <a:extLst>
              <a:ext uri="{FF2B5EF4-FFF2-40B4-BE49-F238E27FC236}">
                <a16:creationId xmlns:a16="http://schemas.microsoft.com/office/drawing/2014/main" id="{B83785CE-8C4A-47D9-863C-DC6A2D4EBB51}"/>
              </a:ext>
            </a:extLst>
          </p:cNvPr>
          <p:cNvSpPr>
            <a:spLocks noGrp="1"/>
          </p:cNvSpPr>
          <p:nvPr/>
        </p:nvSpPr>
        <p:spPr>
          <a:xfrm flipV="1">
            <a:off x="1268261" y="2651138"/>
            <a:ext cx="2048403" cy="2439319"/>
          </a:xfrm>
          <a:prstGeom prst="line">
            <a:avLst/>
          </a:prstGeom>
          <a:noFill/>
          <a:ln w="16669">
            <a:solidFill>
              <a:srgbClr val="8B95A4"/>
            </a:solidFill>
            <a:tailEnd type="triangle" w="sm" len="sm"/>
          </a:ln>
        </p:spPr>
        <p:txBody>
          <a:bodyPr/>
          <a:lstStyle/>
          <a:p>
            <a:endParaRPr lang="en-US"/>
          </a:p>
        </p:txBody>
      </p:sp>
      <p:sp>
        <p:nvSpPr>
          <p:cNvPr id="51" name="edge_0_3_2">
            <a:extLst>
              <a:ext uri="{FF2B5EF4-FFF2-40B4-BE49-F238E27FC236}">
                <a16:creationId xmlns:a16="http://schemas.microsoft.com/office/drawing/2014/main" id="{8E33D122-E7DF-4090-87CE-8CD34D3BA1EA}"/>
              </a:ext>
            </a:extLst>
          </p:cNvPr>
          <p:cNvSpPr>
            <a:spLocks noGrp="1"/>
          </p:cNvSpPr>
          <p:nvPr/>
        </p:nvSpPr>
        <p:spPr>
          <a:xfrm>
            <a:off x="1383591" y="4603119"/>
            <a:ext cx="1814539" cy="373989"/>
          </a:xfrm>
          <a:prstGeom prst="line">
            <a:avLst/>
          </a:prstGeom>
          <a:noFill/>
          <a:ln w="16669">
            <a:solidFill>
              <a:srgbClr val="8B95A4"/>
            </a:solidFill>
            <a:tailEnd type="triangle" w="sm" len="sm"/>
          </a:ln>
        </p:spPr>
        <p:txBody>
          <a:bodyPr/>
          <a:lstStyle/>
          <a:p>
            <a:endParaRPr lang="en-US"/>
          </a:p>
        </p:txBody>
      </p:sp>
      <p:sp>
        <p:nvSpPr>
          <p:cNvPr id="49" name="edge_0_3_1">
            <a:extLst>
              <a:ext uri="{FF2B5EF4-FFF2-40B4-BE49-F238E27FC236}">
                <a16:creationId xmlns:a16="http://schemas.microsoft.com/office/drawing/2014/main" id="{430709CA-0855-4FE1-8A5A-E33CD20C6493}"/>
              </a:ext>
            </a:extLst>
          </p:cNvPr>
          <p:cNvSpPr>
            <a:spLocks noGrp="1"/>
          </p:cNvSpPr>
          <p:nvPr/>
        </p:nvSpPr>
        <p:spPr>
          <a:xfrm flipV="1">
            <a:off x="1373547" y="3824662"/>
            <a:ext cx="1834905" cy="602297"/>
          </a:xfrm>
          <a:prstGeom prst="line">
            <a:avLst/>
          </a:prstGeom>
          <a:noFill/>
          <a:ln w="16669">
            <a:solidFill>
              <a:srgbClr val="8B95A4"/>
            </a:solidFill>
            <a:tailEnd type="triangle" w="sm" len="sm"/>
          </a:ln>
        </p:spPr>
        <p:txBody>
          <a:bodyPr/>
          <a:lstStyle/>
          <a:p>
            <a:endParaRPr lang="en-US"/>
          </a:p>
        </p:txBody>
      </p:sp>
      <p:sp>
        <p:nvSpPr>
          <p:cNvPr id="47" name="edge_0_3_0">
            <a:extLst>
              <a:ext uri="{FF2B5EF4-FFF2-40B4-BE49-F238E27FC236}">
                <a16:creationId xmlns:a16="http://schemas.microsoft.com/office/drawing/2014/main" id="{95E9AA95-6A21-47F0-B4F0-EB1111574398}"/>
              </a:ext>
            </a:extLst>
          </p:cNvPr>
          <p:cNvSpPr>
            <a:spLocks noGrp="1"/>
          </p:cNvSpPr>
          <p:nvPr/>
        </p:nvSpPr>
        <p:spPr>
          <a:xfrm flipV="1">
            <a:off x="1307398" y="2611443"/>
            <a:ext cx="1969041" cy="1698486"/>
          </a:xfrm>
          <a:prstGeom prst="line">
            <a:avLst/>
          </a:prstGeom>
          <a:noFill/>
          <a:ln w="16669">
            <a:solidFill>
              <a:srgbClr val="8B95A4"/>
            </a:solidFill>
            <a:tailEnd type="triangle" w="sm" len="sm"/>
          </a:ln>
        </p:spPr>
        <p:txBody>
          <a:bodyPr/>
          <a:lstStyle/>
          <a:p>
            <a:endParaRPr lang="en-US"/>
          </a:p>
        </p:txBody>
      </p:sp>
      <p:sp>
        <p:nvSpPr>
          <p:cNvPr id="45" name="edge_0_2_2">
            <a:extLst>
              <a:ext uri="{FF2B5EF4-FFF2-40B4-BE49-F238E27FC236}">
                <a16:creationId xmlns:a16="http://schemas.microsoft.com/office/drawing/2014/main" id="{5DFE2700-FFB3-4022-9F2A-617ABD117EB6}"/>
              </a:ext>
            </a:extLst>
          </p:cNvPr>
          <p:cNvSpPr>
            <a:spLocks noGrp="1"/>
          </p:cNvSpPr>
          <p:nvPr/>
        </p:nvSpPr>
        <p:spPr>
          <a:xfrm>
            <a:off x="1350181" y="3876354"/>
            <a:ext cx="1882287" cy="1005802"/>
          </a:xfrm>
          <a:prstGeom prst="line">
            <a:avLst/>
          </a:prstGeom>
          <a:noFill/>
          <a:ln w="16669">
            <a:solidFill>
              <a:srgbClr val="8B95A4"/>
            </a:solidFill>
            <a:tailEnd type="triangle" w="sm" len="sm"/>
          </a:ln>
        </p:spPr>
        <p:txBody>
          <a:bodyPr/>
          <a:lstStyle/>
          <a:p>
            <a:endParaRPr lang="en-US"/>
          </a:p>
        </p:txBody>
      </p:sp>
      <p:sp>
        <p:nvSpPr>
          <p:cNvPr id="43" name="edge_0_2_1">
            <a:extLst>
              <a:ext uri="{FF2B5EF4-FFF2-40B4-BE49-F238E27FC236}">
                <a16:creationId xmlns:a16="http://schemas.microsoft.com/office/drawing/2014/main" id="{FFBE5889-873D-427B-83FC-9D1301EC6B3B}"/>
              </a:ext>
            </a:extLst>
          </p:cNvPr>
          <p:cNvSpPr>
            <a:spLocks noGrp="1"/>
          </p:cNvSpPr>
          <p:nvPr/>
        </p:nvSpPr>
        <p:spPr>
          <a:xfrm>
            <a:off x="1390650" y="3714750"/>
            <a:ext cx="1800225" cy="1"/>
          </a:xfrm>
          <a:prstGeom prst="line">
            <a:avLst/>
          </a:prstGeom>
          <a:noFill/>
          <a:ln w="16669">
            <a:solidFill>
              <a:srgbClr val="8B95A4"/>
            </a:solidFill>
            <a:tailEnd type="triangle" w="sm" len="sm"/>
          </a:ln>
        </p:spPr>
        <p:txBody>
          <a:bodyPr/>
          <a:lstStyle/>
          <a:p>
            <a:endParaRPr lang="en-US"/>
          </a:p>
        </p:txBody>
      </p:sp>
      <p:sp>
        <p:nvSpPr>
          <p:cNvPr id="41" name="edge_0_2_0">
            <a:extLst>
              <a:ext uri="{FF2B5EF4-FFF2-40B4-BE49-F238E27FC236}">
                <a16:creationId xmlns:a16="http://schemas.microsoft.com/office/drawing/2014/main" id="{1C299B2C-4EEB-4196-BA60-CB670EE6DFAA}"/>
              </a:ext>
            </a:extLst>
          </p:cNvPr>
          <p:cNvSpPr>
            <a:spLocks noGrp="1"/>
          </p:cNvSpPr>
          <p:nvPr/>
        </p:nvSpPr>
        <p:spPr>
          <a:xfrm flipV="1">
            <a:off x="1350181" y="2547343"/>
            <a:ext cx="1882287" cy="1005802"/>
          </a:xfrm>
          <a:prstGeom prst="line">
            <a:avLst/>
          </a:prstGeom>
          <a:noFill/>
          <a:ln w="16669">
            <a:solidFill>
              <a:srgbClr val="8B95A4"/>
            </a:solidFill>
            <a:tailEnd type="triangle" w="sm" len="sm"/>
          </a:ln>
        </p:spPr>
        <p:txBody>
          <a:bodyPr/>
          <a:lstStyle/>
          <a:p>
            <a:endParaRPr lang="en-US"/>
          </a:p>
        </p:txBody>
      </p:sp>
      <p:sp>
        <p:nvSpPr>
          <p:cNvPr id="39" name="edge_0_1_2">
            <a:extLst>
              <a:ext uri="{FF2B5EF4-FFF2-40B4-BE49-F238E27FC236}">
                <a16:creationId xmlns:a16="http://schemas.microsoft.com/office/drawing/2014/main" id="{ABAC64CF-272A-4870-849C-D280A8D30907}"/>
              </a:ext>
            </a:extLst>
          </p:cNvPr>
          <p:cNvSpPr>
            <a:spLocks noGrp="1"/>
          </p:cNvSpPr>
          <p:nvPr/>
        </p:nvSpPr>
        <p:spPr>
          <a:xfrm>
            <a:off x="1307398" y="3119571"/>
            <a:ext cx="1969041" cy="1698486"/>
          </a:xfrm>
          <a:prstGeom prst="line">
            <a:avLst/>
          </a:prstGeom>
          <a:noFill/>
          <a:ln w="16669">
            <a:solidFill>
              <a:srgbClr val="8B95A4"/>
            </a:solidFill>
            <a:tailEnd type="triangle" w="sm" len="sm"/>
          </a:ln>
        </p:spPr>
        <p:txBody>
          <a:bodyPr/>
          <a:lstStyle/>
          <a:p>
            <a:endParaRPr lang="en-US"/>
          </a:p>
        </p:txBody>
      </p:sp>
      <p:sp>
        <p:nvSpPr>
          <p:cNvPr id="37" name="edge_0_1_1">
            <a:extLst>
              <a:ext uri="{FF2B5EF4-FFF2-40B4-BE49-F238E27FC236}">
                <a16:creationId xmlns:a16="http://schemas.microsoft.com/office/drawing/2014/main" id="{26D75501-3EF7-47CF-87BC-52254D831288}"/>
              </a:ext>
            </a:extLst>
          </p:cNvPr>
          <p:cNvSpPr>
            <a:spLocks noGrp="1"/>
          </p:cNvSpPr>
          <p:nvPr/>
        </p:nvSpPr>
        <p:spPr>
          <a:xfrm>
            <a:off x="1373547" y="3002541"/>
            <a:ext cx="1834905" cy="602297"/>
          </a:xfrm>
          <a:prstGeom prst="line">
            <a:avLst/>
          </a:prstGeom>
          <a:noFill/>
          <a:ln w="16669">
            <a:solidFill>
              <a:srgbClr val="8B95A4"/>
            </a:solidFill>
            <a:tailEnd type="triangle" w="sm" len="sm"/>
          </a:ln>
        </p:spPr>
        <p:txBody>
          <a:bodyPr/>
          <a:lstStyle/>
          <a:p>
            <a:endParaRPr lang="en-US"/>
          </a:p>
        </p:txBody>
      </p:sp>
      <p:sp>
        <p:nvSpPr>
          <p:cNvPr id="35" name="edge_0_1_0">
            <a:extLst>
              <a:ext uri="{FF2B5EF4-FFF2-40B4-BE49-F238E27FC236}">
                <a16:creationId xmlns:a16="http://schemas.microsoft.com/office/drawing/2014/main" id="{EBB1ADCD-08B0-4C14-A77F-BA38655DD7E5}"/>
              </a:ext>
            </a:extLst>
          </p:cNvPr>
          <p:cNvSpPr>
            <a:spLocks noGrp="1"/>
          </p:cNvSpPr>
          <p:nvPr/>
        </p:nvSpPr>
        <p:spPr>
          <a:xfrm flipV="1">
            <a:off x="1383591" y="2452392"/>
            <a:ext cx="1814539" cy="373989"/>
          </a:xfrm>
          <a:prstGeom prst="line">
            <a:avLst/>
          </a:prstGeom>
          <a:noFill/>
          <a:ln w="16669">
            <a:solidFill>
              <a:srgbClr val="8B95A4"/>
            </a:solidFill>
            <a:tailEnd type="triangle" w="sm" len="sm"/>
          </a:ln>
        </p:spPr>
        <p:txBody>
          <a:bodyPr/>
          <a:lstStyle/>
          <a:p>
            <a:endParaRPr lang="en-US"/>
          </a:p>
        </p:txBody>
      </p:sp>
      <p:sp>
        <p:nvSpPr>
          <p:cNvPr id="33" name="edge_0_0_2">
            <a:extLst>
              <a:ext uri="{FF2B5EF4-FFF2-40B4-BE49-F238E27FC236}">
                <a16:creationId xmlns:a16="http://schemas.microsoft.com/office/drawing/2014/main" id="{43980696-DD90-4986-96E7-BA93BCD82A88}"/>
              </a:ext>
            </a:extLst>
          </p:cNvPr>
          <p:cNvSpPr>
            <a:spLocks noGrp="1"/>
          </p:cNvSpPr>
          <p:nvPr/>
        </p:nvSpPr>
        <p:spPr>
          <a:xfrm>
            <a:off x="1268261" y="2339043"/>
            <a:ext cx="2048403" cy="2439319"/>
          </a:xfrm>
          <a:prstGeom prst="line">
            <a:avLst/>
          </a:prstGeom>
          <a:noFill/>
          <a:ln w="16669">
            <a:solidFill>
              <a:srgbClr val="8B95A4"/>
            </a:solidFill>
            <a:tailEnd type="triangle" w="sm" len="sm"/>
          </a:ln>
        </p:spPr>
        <p:txBody>
          <a:bodyPr/>
          <a:lstStyle/>
          <a:p>
            <a:endParaRPr lang="en-US"/>
          </a:p>
        </p:txBody>
      </p:sp>
      <p:sp>
        <p:nvSpPr>
          <p:cNvPr id="31" name="edge_0_0_1">
            <a:extLst>
              <a:ext uri="{FF2B5EF4-FFF2-40B4-BE49-F238E27FC236}">
                <a16:creationId xmlns:a16="http://schemas.microsoft.com/office/drawing/2014/main" id="{1A080C1B-2747-4DA1-9828-3CB47A82E05B}"/>
              </a:ext>
            </a:extLst>
          </p:cNvPr>
          <p:cNvSpPr>
            <a:spLocks noGrp="1"/>
          </p:cNvSpPr>
          <p:nvPr/>
        </p:nvSpPr>
        <p:spPr>
          <a:xfrm>
            <a:off x="1334399" y="2264632"/>
            <a:ext cx="1914289" cy="1256709"/>
          </a:xfrm>
          <a:prstGeom prst="line">
            <a:avLst/>
          </a:prstGeom>
          <a:noFill/>
          <a:ln w="16669">
            <a:solidFill>
              <a:srgbClr val="8B95A4"/>
            </a:solidFill>
            <a:tailEnd type="triangle" w="sm" len="sm"/>
          </a:ln>
        </p:spPr>
        <p:txBody>
          <a:bodyPr/>
          <a:lstStyle/>
          <a:p>
            <a:endParaRPr lang="en-US"/>
          </a:p>
        </p:txBody>
      </p:sp>
      <p:sp>
        <p:nvSpPr>
          <p:cNvPr id="29" name="edge_0_0_0">
            <a:extLst>
              <a:ext uri="{FF2B5EF4-FFF2-40B4-BE49-F238E27FC236}">
                <a16:creationId xmlns:a16="http://schemas.microsoft.com/office/drawing/2014/main" id="{A7483B7B-FE96-47CB-BA80-92A029D84FA3}"/>
              </a:ext>
            </a:extLst>
          </p:cNvPr>
          <p:cNvSpPr>
            <a:spLocks noGrp="1"/>
          </p:cNvSpPr>
          <p:nvPr/>
        </p:nvSpPr>
        <p:spPr>
          <a:xfrm>
            <a:off x="1388121" y="2118022"/>
            <a:ext cx="1805354" cy="220501"/>
          </a:xfrm>
          <a:prstGeom prst="line">
            <a:avLst/>
          </a:prstGeom>
          <a:noFill/>
          <a:ln w="16669">
            <a:solidFill>
              <a:srgbClr val="8B95A4"/>
            </a:solidFill>
            <a:tailEnd type="triangle" w="sm" len="sm"/>
          </a:ln>
        </p:spPr>
        <p:txBody>
          <a:bodyPr/>
          <a:lstStyle/>
          <a:p>
            <a:endParaRPr lang="en-US"/>
          </a:p>
        </p:txBody>
      </p:sp>
      <p:sp>
        <p:nvSpPr>
          <p:cNvPr id="238" name="mlp_title">
            <a:extLst>
              <a:ext uri="{FF2B5EF4-FFF2-40B4-BE49-F238E27FC236}">
                <a16:creationId xmlns:a16="http://schemas.microsoft.com/office/drawing/2014/main" id="{0EE0E29A-ABA6-4556-BC4A-88946694F790}"/>
              </a:ext>
            </a:extLst>
          </p:cNvPr>
          <p:cNvSpPr>
            <a:spLocks noGrp="1"/>
          </p:cNvSpPr>
          <p:nvPr/>
        </p:nvSpPr>
        <p:spPr>
          <a:xfrm>
            <a:off x="457200" y="266700"/>
            <a:ext cx="11277600" cy="590550"/>
          </a:xfrm>
          <a:prstGeom prst="rect">
            <a:avLst/>
          </a:prstGeom>
          <a:noFill/>
          <a:ln w="0">
            <a:noFill/>
          </a:ln>
        </p:spPr>
        <p:txBody>
          <a:bodyPr wrap="none" lIns="0" tIns="0" rIns="0" bIns="0" anchor="ctr">
            <a:noAutofit/>
          </a:bodyPr>
          <a:lstStyle/>
          <a:p>
            <a:pPr algn="ctr">
              <a:defRPr sz="3150" b="1">
                <a:solidFill>
                  <a:srgbClr val="111827"/>
                </a:solidFill>
                <a:latin typeface="Arial"/>
                <a:ea typeface="Arial"/>
                <a:cs typeface="Arial"/>
              </a:defRPr>
            </a:pPr>
            <a:r>
              <a:rPr sz="3150" b="1">
                <a:solidFill>
                  <a:srgbClr val="111827"/>
                </a:solidFill>
                <a:latin typeface="Arial"/>
                <a:ea typeface="Arial"/>
                <a:cs typeface="Arial"/>
              </a:rPr>
              <a:t>A multilayer perceptron</a:t>
            </a:r>
          </a:p>
        </p:txBody>
      </p:sp>
      <p:sp>
        <p:nvSpPr>
          <p:cNvPr id="2" name="layer_label_0">
            <a:extLst>
              <a:ext uri="{FF2B5EF4-FFF2-40B4-BE49-F238E27FC236}">
                <a16:creationId xmlns:a16="http://schemas.microsoft.com/office/drawing/2014/main" id="{81A100D5-DF5B-4079-A813-4199C819EC8C}"/>
              </a:ext>
            </a:extLst>
          </p:cNvPr>
          <p:cNvSpPr>
            <a:spLocks noGrp="1"/>
          </p:cNvSpPr>
          <p:nvPr/>
        </p:nvSpPr>
        <p:spPr>
          <a:xfrm>
            <a:off x="19050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Input</a:t>
            </a:r>
          </a:p>
        </p:txBody>
      </p:sp>
      <p:sp>
        <p:nvSpPr>
          <p:cNvPr id="3" name="node_0_0">
            <a:extLst>
              <a:ext uri="{FF2B5EF4-FFF2-40B4-BE49-F238E27FC236}">
                <a16:creationId xmlns:a16="http://schemas.microsoft.com/office/drawing/2014/main" id="{722D86D2-2860-4E4B-8AD0-4B155BB791AE}"/>
              </a:ext>
            </a:extLst>
          </p:cNvPr>
          <p:cNvSpPr>
            <a:spLocks noGrp="1"/>
          </p:cNvSpPr>
          <p:nvPr/>
        </p:nvSpPr>
        <p:spPr>
          <a:xfrm>
            <a:off x="714375" y="1743075"/>
            <a:ext cx="666750" cy="666750"/>
          </a:xfrm>
          <a:prstGeom prst="ellipse">
            <a:avLst/>
          </a:prstGeom>
          <a:solidFill>
            <a:srgbClr val="FFFFFF"/>
          </a:solidFill>
          <a:ln w="26670">
            <a:solidFill>
              <a:srgbClr val="111827"/>
            </a:solidFill>
          </a:ln>
        </p:spPr>
        <p:txBody>
          <a:bodyPr/>
          <a:lstStyle/>
          <a:p>
            <a:endParaRPr lang="en-US"/>
          </a:p>
        </p:txBody>
      </p:sp>
      <p:sp>
        <p:nvSpPr>
          <p:cNvPr id="4" name="node_0_1">
            <a:extLst>
              <a:ext uri="{FF2B5EF4-FFF2-40B4-BE49-F238E27FC236}">
                <a16:creationId xmlns:a16="http://schemas.microsoft.com/office/drawing/2014/main" id="{B146EEDC-C234-4218-8E5A-2ABFFC9D5954}"/>
              </a:ext>
            </a:extLst>
          </p:cNvPr>
          <p:cNvSpPr>
            <a:spLocks noGrp="1"/>
          </p:cNvSpPr>
          <p:nvPr/>
        </p:nvSpPr>
        <p:spPr>
          <a:xfrm>
            <a:off x="714375" y="2562225"/>
            <a:ext cx="666750" cy="666750"/>
          </a:xfrm>
          <a:prstGeom prst="ellipse">
            <a:avLst/>
          </a:prstGeom>
          <a:solidFill>
            <a:srgbClr val="FFFFFF"/>
          </a:solidFill>
          <a:ln w="26670">
            <a:solidFill>
              <a:srgbClr val="111827"/>
            </a:solidFill>
          </a:ln>
        </p:spPr>
        <p:txBody>
          <a:bodyPr/>
          <a:lstStyle/>
          <a:p>
            <a:endParaRPr lang="en-US"/>
          </a:p>
        </p:txBody>
      </p:sp>
      <p:sp>
        <p:nvSpPr>
          <p:cNvPr id="5" name="node_0_2">
            <a:extLst>
              <a:ext uri="{FF2B5EF4-FFF2-40B4-BE49-F238E27FC236}">
                <a16:creationId xmlns:a16="http://schemas.microsoft.com/office/drawing/2014/main" id="{B7D52F4F-57EE-4835-B37B-D3076B7E0045}"/>
              </a:ext>
            </a:extLst>
          </p:cNvPr>
          <p:cNvSpPr>
            <a:spLocks noGrp="1"/>
          </p:cNvSpPr>
          <p:nvPr/>
        </p:nvSpPr>
        <p:spPr>
          <a:xfrm>
            <a:off x="714375" y="3381375"/>
            <a:ext cx="666750" cy="666750"/>
          </a:xfrm>
          <a:prstGeom prst="ellipse">
            <a:avLst/>
          </a:prstGeom>
          <a:solidFill>
            <a:srgbClr val="FFFFFF"/>
          </a:solidFill>
          <a:ln w="26670">
            <a:solidFill>
              <a:srgbClr val="111827"/>
            </a:solidFill>
          </a:ln>
        </p:spPr>
        <p:txBody>
          <a:bodyPr/>
          <a:lstStyle/>
          <a:p>
            <a:endParaRPr lang="en-US"/>
          </a:p>
        </p:txBody>
      </p:sp>
      <p:sp>
        <p:nvSpPr>
          <p:cNvPr id="6" name="node_0_3">
            <a:extLst>
              <a:ext uri="{FF2B5EF4-FFF2-40B4-BE49-F238E27FC236}">
                <a16:creationId xmlns:a16="http://schemas.microsoft.com/office/drawing/2014/main" id="{199AB095-B262-40E5-A21A-7B7A81E26735}"/>
              </a:ext>
            </a:extLst>
          </p:cNvPr>
          <p:cNvSpPr>
            <a:spLocks noGrp="1"/>
          </p:cNvSpPr>
          <p:nvPr/>
        </p:nvSpPr>
        <p:spPr>
          <a:xfrm>
            <a:off x="714375" y="4200525"/>
            <a:ext cx="666750" cy="666750"/>
          </a:xfrm>
          <a:prstGeom prst="ellipse">
            <a:avLst/>
          </a:prstGeom>
          <a:solidFill>
            <a:srgbClr val="FFFFFF"/>
          </a:solidFill>
          <a:ln w="26670">
            <a:solidFill>
              <a:srgbClr val="111827"/>
            </a:solidFill>
          </a:ln>
        </p:spPr>
        <p:txBody>
          <a:bodyPr/>
          <a:lstStyle/>
          <a:p>
            <a:endParaRPr lang="en-US"/>
          </a:p>
        </p:txBody>
      </p:sp>
      <p:sp>
        <p:nvSpPr>
          <p:cNvPr id="7" name="node_0_4">
            <a:extLst>
              <a:ext uri="{FF2B5EF4-FFF2-40B4-BE49-F238E27FC236}">
                <a16:creationId xmlns:a16="http://schemas.microsoft.com/office/drawing/2014/main" id="{57C8BB85-FEFA-40B9-87EC-F0D1ECB7AA0A}"/>
              </a:ext>
            </a:extLst>
          </p:cNvPr>
          <p:cNvSpPr>
            <a:spLocks noGrp="1"/>
          </p:cNvSpPr>
          <p:nvPr/>
        </p:nvSpPr>
        <p:spPr>
          <a:xfrm>
            <a:off x="714375" y="5019675"/>
            <a:ext cx="666750" cy="666750"/>
          </a:xfrm>
          <a:prstGeom prst="ellipse">
            <a:avLst/>
          </a:prstGeom>
          <a:solidFill>
            <a:srgbClr val="FFFFFF"/>
          </a:solidFill>
          <a:ln w="26670">
            <a:solidFill>
              <a:srgbClr val="111827"/>
            </a:solidFill>
          </a:ln>
        </p:spPr>
        <p:txBody>
          <a:bodyPr/>
          <a:lstStyle/>
          <a:p>
            <a:endParaRPr lang="en-US"/>
          </a:p>
        </p:txBody>
      </p:sp>
      <p:sp>
        <p:nvSpPr>
          <p:cNvPr id="8" name="layer_label_1">
            <a:extLst>
              <a:ext uri="{FF2B5EF4-FFF2-40B4-BE49-F238E27FC236}">
                <a16:creationId xmlns:a16="http://schemas.microsoft.com/office/drawing/2014/main" id="{9029FE13-803F-406E-8488-98977742C2BA}"/>
              </a:ext>
            </a:extLst>
          </p:cNvPr>
          <p:cNvSpPr>
            <a:spLocks noGrp="1"/>
          </p:cNvSpPr>
          <p:nvPr/>
        </p:nvSpPr>
        <p:spPr>
          <a:xfrm>
            <a:off x="268605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Hidden 1</a:t>
            </a:r>
          </a:p>
        </p:txBody>
      </p:sp>
      <p:sp>
        <p:nvSpPr>
          <p:cNvPr id="9" name="node_1_0">
            <a:extLst>
              <a:ext uri="{FF2B5EF4-FFF2-40B4-BE49-F238E27FC236}">
                <a16:creationId xmlns:a16="http://schemas.microsoft.com/office/drawing/2014/main" id="{5FA2F6E6-DF46-4E06-8EF6-69D72658FCD2}"/>
              </a:ext>
            </a:extLst>
          </p:cNvPr>
          <p:cNvSpPr>
            <a:spLocks noGrp="1"/>
          </p:cNvSpPr>
          <p:nvPr/>
        </p:nvSpPr>
        <p:spPr>
          <a:xfrm>
            <a:off x="3209925" y="2047875"/>
            <a:ext cx="666750" cy="666750"/>
          </a:xfrm>
          <a:prstGeom prst="ellipse">
            <a:avLst/>
          </a:prstGeom>
          <a:solidFill>
            <a:srgbClr val="FFFFFF"/>
          </a:solidFill>
          <a:ln w="26670">
            <a:solidFill>
              <a:srgbClr val="111827"/>
            </a:solidFill>
          </a:ln>
        </p:spPr>
        <p:txBody>
          <a:bodyPr/>
          <a:lstStyle/>
          <a:p>
            <a:endParaRPr lang="en-US"/>
          </a:p>
        </p:txBody>
      </p:sp>
      <p:sp>
        <p:nvSpPr>
          <p:cNvPr id="10" name="node_1_1">
            <a:extLst>
              <a:ext uri="{FF2B5EF4-FFF2-40B4-BE49-F238E27FC236}">
                <a16:creationId xmlns:a16="http://schemas.microsoft.com/office/drawing/2014/main" id="{70838C0B-471C-45D0-8980-C3463540BD12}"/>
              </a:ext>
            </a:extLst>
          </p:cNvPr>
          <p:cNvSpPr>
            <a:spLocks noGrp="1"/>
          </p:cNvSpPr>
          <p:nvPr/>
        </p:nvSpPr>
        <p:spPr>
          <a:xfrm>
            <a:off x="3209925" y="3381375"/>
            <a:ext cx="666750" cy="666750"/>
          </a:xfrm>
          <a:prstGeom prst="ellipse">
            <a:avLst/>
          </a:prstGeom>
          <a:solidFill>
            <a:srgbClr val="FFFFFF"/>
          </a:solidFill>
          <a:ln w="26670">
            <a:solidFill>
              <a:srgbClr val="111827"/>
            </a:solidFill>
          </a:ln>
        </p:spPr>
        <p:txBody>
          <a:bodyPr/>
          <a:lstStyle/>
          <a:p>
            <a:endParaRPr lang="en-US"/>
          </a:p>
        </p:txBody>
      </p:sp>
      <p:sp>
        <p:nvSpPr>
          <p:cNvPr id="11" name="node_1_2">
            <a:extLst>
              <a:ext uri="{FF2B5EF4-FFF2-40B4-BE49-F238E27FC236}">
                <a16:creationId xmlns:a16="http://schemas.microsoft.com/office/drawing/2014/main" id="{0891D095-9E83-4748-A0E6-3BFDE9DCB66A}"/>
              </a:ext>
            </a:extLst>
          </p:cNvPr>
          <p:cNvSpPr>
            <a:spLocks noGrp="1"/>
          </p:cNvSpPr>
          <p:nvPr/>
        </p:nvSpPr>
        <p:spPr>
          <a:xfrm>
            <a:off x="3209925" y="4714875"/>
            <a:ext cx="666750" cy="666750"/>
          </a:xfrm>
          <a:prstGeom prst="ellipse">
            <a:avLst/>
          </a:prstGeom>
          <a:solidFill>
            <a:srgbClr val="FFFFFF"/>
          </a:solidFill>
          <a:ln w="26670">
            <a:solidFill>
              <a:srgbClr val="111827"/>
            </a:solidFill>
          </a:ln>
        </p:spPr>
        <p:txBody>
          <a:bodyPr/>
          <a:lstStyle/>
          <a:p>
            <a:endParaRPr lang="en-US"/>
          </a:p>
        </p:txBody>
      </p:sp>
      <p:sp>
        <p:nvSpPr>
          <p:cNvPr id="12" name="layer_label_2">
            <a:extLst>
              <a:ext uri="{FF2B5EF4-FFF2-40B4-BE49-F238E27FC236}">
                <a16:creationId xmlns:a16="http://schemas.microsoft.com/office/drawing/2014/main" id="{80913DA7-237B-4D21-8DDE-66DCF6C449DF}"/>
              </a:ext>
            </a:extLst>
          </p:cNvPr>
          <p:cNvSpPr>
            <a:spLocks noGrp="1"/>
          </p:cNvSpPr>
          <p:nvPr/>
        </p:nvSpPr>
        <p:spPr>
          <a:xfrm>
            <a:off x="518160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Hidden 2</a:t>
            </a:r>
          </a:p>
        </p:txBody>
      </p:sp>
      <p:sp>
        <p:nvSpPr>
          <p:cNvPr id="13" name="node_2_0">
            <a:extLst>
              <a:ext uri="{FF2B5EF4-FFF2-40B4-BE49-F238E27FC236}">
                <a16:creationId xmlns:a16="http://schemas.microsoft.com/office/drawing/2014/main" id="{FF9BE288-10AA-4380-8ABF-805F773F01E2}"/>
              </a:ext>
            </a:extLst>
          </p:cNvPr>
          <p:cNvSpPr>
            <a:spLocks noGrp="1"/>
          </p:cNvSpPr>
          <p:nvPr/>
        </p:nvSpPr>
        <p:spPr>
          <a:xfrm>
            <a:off x="5705475" y="1809750"/>
            <a:ext cx="666750" cy="666750"/>
          </a:xfrm>
          <a:prstGeom prst="ellipse">
            <a:avLst/>
          </a:prstGeom>
          <a:solidFill>
            <a:srgbClr val="FFFFFF"/>
          </a:solidFill>
          <a:ln w="26670">
            <a:solidFill>
              <a:srgbClr val="111827"/>
            </a:solidFill>
          </a:ln>
        </p:spPr>
        <p:txBody>
          <a:bodyPr/>
          <a:lstStyle/>
          <a:p>
            <a:endParaRPr lang="en-US"/>
          </a:p>
        </p:txBody>
      </p:sp>
      <p:sp>
        <p:nvSpPr>
          <p:cNvPr id="14" name="node_2_1">
            <a:extLst>
              <a:ext uri="{FF2B5EF4-FFF2-40B4-BE49-F238E27FC236}">
                <a16:creationId xmlns:a16="http://schemas.microsoft.com/office/drawing/2014/main" id="{3DC85944-2F0B-42E8-B775-DCCA3D925340}"/>
              </a:ext>
            </a:extLst>
          </p:cNvPr>
          <p:cNvSpPr>
            <a:spLocks noGrp="1"/>
          </p:cNvSpPr>
          <p:nvPr/>
        </p:nvSpPr>
        <p:spPr>
          <a:xfrm>
            <a:off x="5705475" y="2857500"/>
            <a:ext cx="666750" cy="666750"/>
          </a:xfrm>
          <a:prstGeom prst="ellipse">
            <a:avLst/>
          </a:prstGeom>
          <a:solidFill>
            <a:srgbClr val="FFFFFF"/>
          </a:solidFill>
          <a:ln w="26670">
            <a:solidFill>
              <a:srgbClr val="111827"/>
            </a:solidFill>
          </a:ln>
        </p:spPr>
        <p:txBody>
          <a:bodyPr/>
          <a:lstStyle/>
          <a:p>
            <a:endParaRPr lang="en-US"/>
          </a:p>
        </p:txBody>
      </p:sp>
      <p:sp>
        <p:nvSpPr>
          <p:cNvPr id="15" name="node_2_2">
            <a:extLst>
              <a:ext uri="{FF2B5EF4-FFF2-40B4-BE49-F238E27FC236}">
                <a16:creationId xmlns:a16="http://schemas.microsoft.com/office/drawing/2014/main" id="{E99A6EE1-1581-4B85-921E-875D83E276EB}"/>
              </a:ext>
            </a:extLst>
          </p:cNvPr>
          <p:cNvSpPr>
            <a:spLocks noGrp="1"/>
          </p:cNvSpPr>
          <p:nvPr/>
        </p:nvSpPr>
        <p:spPr>
          <a:xfrm>
            <a:off x="5705475" y="3905250"/>
            <a:ext cx="666750" cy="666750"/>
          </a:xfrm>
          <a:prstGeom prst="ellipse">
            <a:avLst/>
          </a:prstGeom>
          <a:solidFill>
            <a:srgbClr val="FFFFFF"/>
          </a:solidFill>
          <a:ln w="26670">
            <a:solidFill>
              <a:srgbClr val="111827"/>
            </a:solidFill>
          </a:ln>
        </p:spPr>
        <p:txBody>
          <a:bodyPr/>
          <a:lstStyle/>
          <a:p>
            <a:endParaRPr lang="en-US"/>
          </a:p>
        </p:txBody>
      </p:sp>
      <p:sp>
        <p:nvSpPr>
          <p:cNvPr id="16" name="node_2_3">
            <a:extLst>
              <a:ext uri="{FF2B5EF4-FFF2-40B4-BE49-F238E27FC236}">
                <a16:creationId xmlns:a16="http://schemas.microsoft.com/office/drawing/2014/main" id="{30F4D46C-C047-476F-9487-B2D425ED8FFD}"/>
              </a:ext>
            </a:extLst>
          </p:cNvPr>
          <p:cNvSpPr>
            <a:spLocks noGrp="1"/>
          </p:cNvSpPr>
          <p:nvPr/>
        </p:nvSpPr>
        <p:spPr>
          <a:xfrm>
            <a:off x="5705475" y="4953000"/>
            <a:ext cx="666750" cy="666750"/>
          </a:xfrm>
          <a:prstGeom prst="ellipse">
            <a:avLst/>
          </a:prstGeom>
          <a:solidFill>
            <a:srgbClr val="FFFFFF"/>
          </a:solidFill>
          <a:ln w="26670">
            <a:solidFill>
              <a:srgbClr val="111827"/>
            </a:solidFill>
          </a:ln>
        </p:spPr>
        <p:txBody>
          <a:bodyPr/>
          <a:lstStyle/>
          <a:p>
            <a:endParaRPr lang="en-US"/>
          </a:p>
        </p:txBody>
      </p:sp>
      <p:sp>
        <p:nvSpPr>
          <p:cNvPr id="17" name="layer_label_3">
            <a:extLst>
              <a:ext uri="{FF2B5EF4-FFF2-40B4-BE49-F238E27FC236}">
                <a16:creationId xmlns:a16="http://schemas.microsoft.com/office/drawing/2014/main" id="{AA5F73EF-28DD-454E-A3D4-FC4804757F3A}"/>
              </a:ext>
            </a:extLst>
          </p:cNvPr>
          <p:cNvSpPr>
            <a:spLocks noGrp="1"/>
          </p:cNvSpPr>
          <p:nvPr/>
        </p:nvSpPr>
        <p:spPr>
          <a:xfrm>
            <a:off x="7591425"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Hidden 3</a:t>
            </a:r>
          </a:p>
        </p:txBody>
      </p:sp>
      <p:sp>
        <p:nvSpPr>
          <p:cNvPr id="18" name="node_3_0">
            <a:extLst>
              <a:ext uri="{FF2B5EF4-FFF2-40B4-BE49-F238E27FC236}">
                <a16:creationId xmlns:a16="http://schemas.microsoft.com/office/drawing/2014/main" id="{C8D7D5B9-4747-4912-8D3B-1F2594B1811F}"/>
              </a:ext>
            </a:extLst>
          </p:cNvPr>
          <p:cNvSpPr>
            <a:spLocks noGrp="1"/>
          </p:cNvSpPr>
          <p:nvPr/>
        </p:nvSpPr>
        <p:spPr>
          <a:xfrm>
            <a:off x="8115300" y="2047875"/>
            <a:ext cx="666750" cy="666750"/>
          </a:xfrm>
          <a:prstGeom prst="ellipse">
            <a:avLst/>
          </a:prstGeom>
          <a:solidFill>
            <a:srgbClr val="FFFFFF"/>
          </a:solidFill>
          <a:ln w="26670">
            <a:solidFill>
              <a:srgbClr val="111827"/>
            </a:solidFill>
          </a:ln>
        </p:spPr>
        <p:txBody>
          <a:bodyPr/>
          <a:lstStyle/>
          <a:p>
            <a:endParaRPr lang="en-US"/>
          </a:p>
        </p:txBody>
      </p:sp>
      <p:sp>
        <p:nvSpPr>
          <p:cNvPr id="19" name="node_3_1">
            <a:extLst>
              <a:ext uri="{FF2B5EF4-FFF2-40B4-BE49-F238E27FC236}">
                <a16:creationId xmlns:a16="http://schemas.microsoft.com/office/drawing/2014/main" id="{6FAFBABD-9CA5-47D5-904C-87ED984737BF}"/>
              </a:ext>
            </a:extLst>
          </p:cNvPr>
          <p:cNvSpPr>
            <a:spLocks noGrp="1"/>
          </p:cNvSpPr>
          <p:nvPr/>
        </p:nvSpPr>
        <p:spPr>
          <a:xfrm>
            <a:off x="8115300" y="3381375"/>
            <a:ext cx="666750" cy="666750"/>
          </a:xfrm>
          <a:prstGeom prst="ellipse">
            <a:avLst/>
          </a:prstGeom>
          <a:solidFill>
            <a:srgbClr val="FFFFFF"/>
          </a:solidFill>
          <a:ln w="26670">
            <a:solidFill>
              <a:srgbClr val="111827"/>
            </a:solidFill>
          </a:ln>
        </p:spPr>
        <p:txBody>
          <a:bodyPr/>
          <a:lstStyle/>
          <a:p>
            <a:endParaRPr lang="en-US"/>
          </a:p>
        </p:txBody>
      </p:sp>
      <p:sp>
        <p:nvSpPr>
          <p:cNvPr id="20" name="node_3_2">
            <a:extLst>
              <a:ext uri="{FF2B5EF4-FFF2-40B4-BE49-F238E27FC236}">
                <a16:creationId xmlns:a16="http://schemas.microsoft.com/office/drawing/2014/main" id="{CA84E151-8E31-40BA-B5F2-72A6F64F420F}"/>
              </a:ext>
            </a:extLst>
          </p:cNvPr>
          <p:cNvSpPr>
            <a:spLocks noGrp="1"/>
          </p:cNvSpPr>
          <p:nvPr/>
        </p:nvSpPr>
        <p:spPr>
          <a:xfrm>
            <a:off x="8115300" y="4714875"/>
            <a:ext cx="666750" cy="666750"/>
          </a:xfrm>
          <a:prstGeom prst="ellipse">
            <a:avLst/>
          </a:prstGeom>
          <a:solidFill>
            <a:srgbClr val="FFFFFF"/>
          </a:solidFill>
          <a:ln w="26670">
            <a:solidFill>
              <a:srgbClr val="111827"/>
            </a:solidFill>
          </a:ln>
        </p:spPr>
        <p:txBody>
          <a:bodyPr/>
          <a:lstStyle/>
          <a:p>
            <a:endParaRPr lang="en-US"/>
          </a:p>
        </p:txBody>
      </p:sp>
      <p:sp>
        <p:nvSpPr>
          <p:cNvPr id="21" name="layer_label_4">
            <a:extLst>
              <a:ext uri="{FF2B5EF4-FFF2-40B4-BE49-F238E27FC236}">
                <a16:creationId xmlns:a16="http://schemas.microsoft.com/office/drawing/2014/main" id="{77749455-9B04-4E4E-925C-E8AF40009919}"/>
              </a:ext>
            </a:extLst>
          </p:cNvPr>
          <p:cNvSpPr>
            <a:spLocks noGrp="1"/>
          </p:cNvSpPr>
          <p:nvPr/>
        </p:nvSpPr>
        <p:spPr>
          <a:xfrm>
            <a:off x="1019175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Output</a:t>
            </a:r>
          </a:p>
        </p:txBody>
      </p:sp>
      <p:sp>
        <p:nvSpPr>
          <p:cNvPr id="22" name="node_4_0">
            <a:extLst>
              <a:ext uri="{FF2B5EF4-FFF2-40B4-BE49-F238E27FC236}">
                <a16:creationId xmlns:a16="http://schemas.microsoft.com/office/drawing/2014/main" id="{B8EF0E87-E20D-405A-AF17-0A87CB5132AD}"/>
              </a:ext>
            </a:extLst>
          </p:cNvPr>
          <p:cNvSpPr>
            <a:spLocks noGrp="1"/>
          </p:cNvSpPr>
          <p:nvPr/>
        </p:nvSpPr>
        <p:spPr>
          <a:xfrm>
            <a:off x="10725150" y="1409700"/>
            <a:ext cx="647700" cy="647700"/>
          </a:xfrm>
          <a:prstGeom prst="ellipse">
            <a:avLst/>
          </a:prstGeom>
          <a:solidFill>
            <a:srgbClr val="FFFFFF"/>
          </a:solidFill>
          <a:ln w="26670">
            <a:solidFill>
              <a:srgbClr val="111827"/>
            </a:solidFill>
          </a:ln>
        </p:spPr>
        <p:txBody>
          <a:bodyPr/>
          <a:lstStyle/>
          <a:p>
            <a:endParaRPr lang="en-US"/>
          </a:p>
        </p:txBody>
      </p:sp>
      <p:sp>
        <p:nvSpPr>
          <p:cNvPr id="23" name="node_4_1">
            <a:extLst>
              <a:ext uri="{FF2B5EF4-FFF2-40B4-BE49-F238E27FC236}">
                <a16:creationId xmlns:a16="http://schemas.microsoft.com/office/drawing/2014/main" id="{4C321553-299C-4C4F-AD86-FAF450D622C6}"/>
              </a:ext>
            </a:extLst>
          </p:cNvPr>
          <p:cNvSpPr>
            <a:spLocks noGrp="1"/>
          </p:cNvSpPr>
          <p:nvPr/>
        </p:nvSpPr>
        <p:spPr>
          <a:xfrm>
            <a:off x="10725150" y="2085975"/>
            <a:ext cx="647700" cy="647700"/>
          </a:xfrm>
          <a:prstGeom prst="ellipse">
            <a:avLst/>
          </a:prstGeom>
          <a:solidFill>
            <a:srgbClr val="FFFFFF"/>
          </a:solidFill>
          <a:ln w="26670">
            <a:solidFill>
              <a:srgbClr val="111827"/>
            </a:solidFill>
          </a:ln>
        </p:spPr>
        <p:txBody>
          <a:bodyPr/>
          <a:lstStyle/>
          <a:p>
            <a:endParaRPr lang="en-US"/>
          </a:p>
        </p:txBody>
      </p:sp>
      <p:sp>
        <p:nvSpPr>
          <p:cNvPr id="24" name="node_4_2">
            <a:extLst>
              <a:ext uri="{FF2B5EF4-FFF2-40B4-BE49-F238E27FC236}">
                <a16:creationId xmlns:a16="http://schemas.microsoft.com/office/drawing/2014/main" id="{E1A50907-5701-43F4-B963-6A13C01BFA6B}"/>
              </a:ext>
            </a:extLst>
          </p:cNvPr>
          <p:cNvSpPr>
            <a:spLocks noGrp="1"/>
          </p:cNvSpPr>
          <p:nvPr/>
        </p:nvSpPr>
        <p:spPr>
          <a:xfrm>
            <a:off x="10725150" y="2762250"/>
            <a:ext cx="647700" cy="647700"/>
          </a:xfrm>
          <a:prstGeom prst="ellipse">
            <a:avLst/>
          </a:prstGeom>
          <a:solidFill>
            <a:srgbClr val="FFFFFF"/>
          </a:solidFill>
          <a:ln w="26670">
            <a:solidFill>
              <a:srgbClr val="111827"/>
            </a:solidFill>
          </a:ln>
        </p:spPr>
        <p:txBody>
          <a:bodyPr/>
          <a:lstStyle/>
          <a:p>
            <a:endParaRPr lang="en-US"/>
          </a:p>
        </p:txBody>
      </p:sp>
      <p:sp>
        <p:nvSpPr>
          <p:cNvPr id="25" name="node_4_3">
            <a:extLst>
              <a:ext uri="{FF2B5EF4-FFF2-40B4-BE49-F238E27FC236}">
                <a16:creationId xmlns:a16="http://schemas.microsoft.com/office/drawing/2014/main" id="{0218FC67-D28D-4B37-B33B-FD8FBCD576EE}"/>
              </a:ext>
            </a:extLst>
          </p:cNvPr>
          <p:cNvSpPr>
            <a:spLocks noGrp="1"/>
          </p:cNvSpPr>
          <p:nvPr/>
        </p:nvSpPr>
        <p:spPr>
          <a:xfrm>
            <a:off x="10725150" y="3438525"/>
            <a:ext cx="647700" cy="647700"/>
          </a:xfrm>
          <a:prstGeom prst="ellipse">
            <a:avLst/>
          </a:prstGeom>
          <a:solidFill>
            <a:srgbClr val="FFFFFF"/>
          </a:solidFill>
          <a:ln w="26670">
            <a:solidFill>
              <a:srgbClr val="111827"/>
            </a:solidFill>
          </a:ln>
        </p:spPr>
        <p:txBody>
          <a:bodyPr/>
          <a:lstStyle/>
          <a:p>
            <a:endParaRPr lang="en-US"/>
          </a:p>
        </p:txBody>
      </p:sp>
      <p:sp>
        <p:nvSpPr>
          <p:cNvPr id="26" name="node_4_4">
            <a:extLst>
              <a:ext uri="{FF2B5EF4-FFF2-40B4-BE49-F238E27FC236}">
                <a16:creationId xmlns:a16="http://schemas.microsoft.com/office/drawing/2014/main" id="{3B853772-5567-4D36-BDD5-431C89A63DFD}"/>
              </a:ext>
            </a:extLst>
          </p:cNvPr>
          <p:cNvSpPr>
            <a:spLocks noGrp="1"/>
          </p:cNvSpPr>
          <p:nvPr/>
        </p:nvSpPr>
        <p:spPr>
          <a:xfrm>
            <a:off x="10725150" y="4114800"/>
            <a:ext cx="647700" cy="647700"/>
          </a:xfrm>
          <a:prstGeom prst="ellipse">
            <a:avLst/>
          </a:prstGeom>
          <a:solidFill>
            <a:srgbClr val="FFFFFF"/>
          </a:solidFill>
          <a:ln w="26670">
            <a:solidFill>
              <a:srgbClr val="111827"/>
            </a:solidFill>
          </a:ln>
        </p:spPr>
        <p:txBody>
          <a:bodyPr/>
          <a:lstStyle/>
          <a:p>
            <a:endParaRPr lang="en-US"/>
          </a:p>
        </p:txBody>
      </p:sp>
      <p:sp>
        <p:nvSpPr>
          <p:cNvPr id="27" name="node_4_5">
            <a:extLst>
              <a:ext uri="{FF2B5EF4-FFF2-40B4-BE49-F238E27FC236}">
                <a16:creationId xmlns:a16="http://schemas.microsoft.com/office/drawing/2014/main" id="{623BFF46-46B7-445B-9747-BC34A416E1FE}"/>
              </a:ext>
            </a:extLst>
          </p:cNvPr>
          <p:cNvSpPr>
            <a:spLocks noGrp="1"/>
          </p:cNvSpPr>
          <p:nvPr/>
        </p:nvSpPr>
        <p:spPr>
          <a:xfrm>
            <a:off x="10725150" y="4791075"/>
            <a:ext cx="647700" cy="647700"/>
          </a:xfrm>
          <a:prstGeom prst="ellipse">
            <a:avLst/>
          </a:prstGeom>
          <a:solidFill>
            <a:srgbClr val="FFFFFF"/>
          </a:solidFill>
          <a:ln w="26670">
            <a:solidFill>
              <a:srgbClr val="111827"/>
            </a:solidFill>
          </a:ln>
        </p:spPr>
        <p:txBody>
          <a:bodyPr/>
          <a:lstStyle/>
          <a:p>
            <a:endParaRPr lang="en-US"/>
          </a:p>
        </p:txBody>
      </p:sp>
      <p:sp>
        <p:nvSpPr>
          <p:cNvPr id="28" name="node_4_6">
            <a:extLst>
              <a:ext uri="{FF2B5EF4-FFF2-40B4-BE49-F238E27FC236}">
                <a16:creationId xmlns:a16="http://schemas.microsoft.com/office/drawing/2014/main" id="{8678E88D-62B5-475B-BE7E-167B92B2EF7B}"/>
              </a:ext>
            </a:extLst>
          </p:cNvPr>
          <p:cNvSpPr>
            <a:spLocks noGrp="1"/>
          </p:cNvSpPr>
          <p:nvPr/>
        </p:nvSpPr>
        <p:spPr>
          <a:xfrm>
            <a:off x="10725150" y="5467350"/>
            <a:ext cx="647700" cy="647700"/>
          </a:xfrm>
          <a:prstGeom prst="ellipse">
            <a:avLst/>
          </a:prstGeom>
          <a:solidFill>
            <a:srgbClr val="FFFFFF"/>
          </a:solidFill>
          <a:ln w="26670">
            <a:solidFill>
              <a:srgbClr val="111827"/>
            </a:solidFill>
          </a:ln>
        </p:spPr>
        <p:txBody>
          <a:bodyPr/>
          <a:lstStyle/>
          <a:p>
            <a:endParaRPr lang="en-US"/>
          </a:p>
        </p:txBody>
      </p:sp>
      <p:sp>
        <p:nvSpPr>
          <p:cNvPr id="30" name="w_0_0_0">
            <a:extLst>
              <a:ext uri="{FF2B5EF4-FFF2-40B4-BE49-F238E27FC236}">
                <a16:creationId xmlns:a16="http://schemas.microsoft.com/office/drawing/2014/main" id="{7B2DA0B4-BF60-47CE-BA9C-849E035C1743}"/>
              </a:ext>
            </a:extLst>
          </p:cNvPr>
          <p:cNvSpPr>
            <a:spLocks noGrp="1"/>
          </p:cNvSpPr>
          <p:nvPr/>
        </p:nvSpPr>
        <p:spPr>
          <a:xfrm>
            <a:off x="2206181" y="209854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2" name="w_0_0_1">
            <a:extLst>
              <a:ext uri="{FF2B5EF4-FFF2-40B4-BE49-F238E27FC236}">
                <a16:creationId xmlns:a16="http://schemas.microsoft.com/office/drawing/2014/main" id="{5029D667-A504-45E4-BA9E-2BD7B0A83D35}"/>
              </a:ext>
            </a:extLst>
          </p:cNvPr>
          <p:cNvSpPr>
            <a:spLocks noGrp="1"/>
          </p:cNvSpPr>
          <p:nvPr/>
        </p:nvSpPr>
        <p:spPr>
          <a:xfrm>
            <a:off x="2767679" y="3147251"/>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4" name="w_0_0_2">
            <a:extLst>
              <a:ext uri="{FF2B5EF4-FFF2-40B4-BE49-F238E27FC236}">
                <a16:creationId xmlns:a16="http://schemas.microsoft.com/office/drawing/2014/main" id="{BAC1DD4E-C668-4F4C-A1F6-683E180BC661}"/>
              </a:ext>
            </a:extLst>
          </p:cNvPr>
          <p:cNvSpPr>
            <a:spLocks noGrp="1"/>
          </p:cNvSpPr>
          <p:nvPr/>
        </p:nvSpPr>
        <p:spPr>
          <a:xfrm>
            <a:off x="2767679" y="41273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6" name="w_0_1_0">
            <a:extLst>
              <a:ext uri="{FF2B5EF4-FFF2-40B4-BE49-F238E27FC236}">
                <a16:creationId xmlns:a16="http://schemas.microsoft.com/office/drawing/2014/main" id="{0E666A25-A16F-4366-B162-18AD8C96E0B0}"/>
              </a:ext>
            </a:extLst>
          </p:cNvPr>
          <p:cNvSpPr>
            <a:spLocks noGrp="1"/>
          </p:cNvSpPr>
          <p:nvPr/>
        </p:nvSpPr>
        <p:spPr>
          <a:xfrm>
            <a:off x="1532382" y="263880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8" name="w_0_1_1">
            <a:extLst>
              <a:ext uri="{FF2B5EF4-FFF2-40B4-BE49-F238E27FC236}">
                <a16:creationId xmlns:a16="http://schemas.microsoft.com/office/drawing/2014/main" id="{327777AE-948C-4121-8496-E0FD64CD552D}"/>
              </a:ext>
            </a:extLst>
          </p:cNvPr>
          <p:cNvSpPr>
            <a:spLocks noGrp="1"/>
          </p:cNvSpPr>
          <p:nvPr/>
        </p:nvSpPr>
        <p:spPr>
          <a:xfrm>
            <a:off x="1981581" y="310629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0" name="w_0_1_2">
            <a:extLst>
              <a:ext uri="{FF2B5EF4-FFF2-40B4-BE49-F238E27FC236}">
                <a16:creationId xmlns:a16="http://schemas.microsoft.com/office/drawing/2014/main" id="{FBF53888-7942-4FA4-B12F-60C9E6E78042}"/>
              </a:ext>
            </a:extLst>
          </p:cNvPr>
          <p:cNvSpPr>
            <a:spLocks noGrp="1"/>
          </p:cNvSpPr>
          <p:nvPr/>
        </p:nvSpPr>
        <p:spPr>
          <a:xfrm>
            <a:off x="2093881" y="376323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2" name="w_0_2_0">
            <a:extLst>
              <a:ext uri="{FF2B5EF4-FFF2-40B4-BE49-F238E27FC236}">
                <a16:creationId xmlns:a16="http://schemas.microsoft.com/office/drawing/2014/main" id="{EE0A73B2-F9A2-4610-BC2F-841E520FD019}"/>
              </a:ext>
            </a:extLst>
          </p:cNvPr>
          <p:cNvSpPr>
            <a:spLocks noGrp="1"/>
          </p:cNvSpPr>
          <p:nvPr/>
        </p:nvSpPr>
        <p:spPr>
          <a:xfrm>
            <a:off x="2767679" y="260127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4" name="w_0_2_1">
            <a:extLst>
              <a:ext uri="{FF2B5EF4-FFF2-40B4-BE49-F238E27FC236}">
                <a16:creationId xmlns:a16="http://schemas.microsoft.com/office/drawing/2014/main" id="{E1EDD8CD-E783-4ECB-8E1F-3D5B571FE047}"/>
              </a:ext>
            </a:extLst>
          </p:cNvPr>
          <p:cNvSpPr>
            <a:spLocks noGrp="1"/>
          </p:cNvSpPr>
          <p:nvPr/>
        </p:nvSpPr>
        <p:spPr>
          <a:xfrm>
            <a:off x="1532382" y="3581400"/>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6" name="w_0_2_2">
            <a:extLst>
              <a:ext uri="{FF2B5EF4-FFF2-40B4-BE49-F238E27FC236}">
                <a16:creationId xmlns:a16="http://schemas.microsoft.com/office/drawing/2014/main" id="{C0A385ED-FF42-4E55-8E7C-8F3B50198A02}"/>
              </a:ext>
            </a:extLst>
          </p:cNvPr>
          <p:cNvSpPr>
            <a:spLocks noGrp="1"/>
          </p:cNvSpPr>
          <p:nvPr/>
        </p:nvSpPr>
        <p:spPr>
          <a:xfrm>
            <a:off x="2206181" y="426148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8" name="w_0_3_0">
            <a:extLst>
              <a:ext uri="{FF2B5EF4-FFF2-40B4-BE49-F238E27FC236}">
                <a16:creationId xmlns:a16="http://schemas.microsoft.com/office/drawing/2014/main" id="{35FAF053-7C02-4D61-A237-6DBE159E86FC}"/>
              </a:ext>
            </a:extLst>
          </p:cNvPr>
          <p:cNvSpPr>
            <a:spLocks noGrp="1"/>
          </p:cNvSpPr>
          <p:nvPr/>
        </p:nvSpPr>
        <p:spPr>
          <a:xfrm>
            <a:off x="2093881" y="339956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0" name="w_0_3_1">
            <a:extLst>
              <a:ext uri="{FF2B5EF4-FFF2-40B4-BE49-F238E27FC236}">
                <a16:creationId xmlns:a16="http://schemas.microsoft.com/office/drawing/2014/main" id="{2860570D-608F-4CC0-8E45-5CEF8FB24707}"/>
              </a:ext>
            </a:extLst>
          </p:cNvPr>
          <p:cNvSpPr>
            <a:spLocks noGrp="1"/>
          </p:cNvSpPr>
          <p:nvPr/>
        </p:nvSpPr>
        <p:spPr>
          <a:xfrm>
            <a:off x="1532382" y="420395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2" name="w_0_3_2">
            <a:extLst>
              <a:ext uri="{FF2B5EF4-FFF2-40B4-BE49-F238E27FC236}">
                <a16:creationId xmlns:a16="http://schemas.microsoft.com/office/drawing/2014/main" id="{13BB2E57-80A4-4FAD-8022-F74E7C270449}"/>
              </a:ext>
            </a:extLst>
          </p:cNvPr>
          <p:cNvSpPr>
            <a:spLocks noGrp="1"/>
          </p:cNvSpPr>
          <p:nvPr/>
        </p:nvSpPr>
        <p:spPr>
          <a:xfrm>
            <a:off x="2767679" y="477859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4" name="w_0_4_0">
            <a:extLst>
              <a:ext uri="{FF2B5EF4-FFF2-40B4-BE49-F238E27FC236}">
                <a16:creationId xmlns:a16="http://schemas.microsoft.com/office/drawing/2014/main" id="{4547163B-2074-43E6-BF33-A9381F318DF8}"/>
              </a:ext>
            </a:extLst>
          </p:cNvPr>
          <p:cNvSpPr>
            <a:spLocks noGrp="1"/>
          </p:cNvSpPr>
          <p:nvPr/>
        </p:nvSpPr>
        <p:spPr>
          <a:xfrm>
            <a:off x="1869281" y="410527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6" name="w_0_4_1">
            <a:extLst>
              <a:ext uri="{FF2B5EF4-FFF2-40B4-BE49-F238E27FC236}">
                <a16:creationId xmlns:a16="http://schemas.microsoft.com/office/drawing/2014/main" id="{EBED0F64-E8B9-4998-8733-C430A5DFC4AC}"/>
              </a:ext>
            </a:extLst>
          </p:cNvPr>
          <p:cNvSpPr>
            <a:spLocks noGrp="1"/>
          </p:cNvSpPr>
          <p:nvPr/>
        </p:nvSpPr>
        <p:spPr>
          <a:xfrm>
            <a:off x="1532382" y="482650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8" name="w_0_4_2">
            <a:extLst>
              <a:ext uri="{FF2B5EF4-FFF2-40B4-BE49-F238E27FC236}">
                <a16:creationId xmlns:a16="http://schemas.microsoft.com/office/drawing/2014/main" id="{C5D4036D-2F85-4551-BE18-CE7435C80B8E}"/>
              </a:ext>
            </a:extLst>
          </p:cNvPr>
          <p:cNvSpPr>
            <a:spLocks noGrp="1"/>
          </p:cNvSpPr>
          <p:nvPr/>
        </p:nvSpPr>
        <p:spPr>
          <a:xfrm>
            <a:off x="2206181" y="506425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0" name="w_1_0_0">
            <a:extLst>
              <a:ext uri="{FF2B5EF4-FFF2-40B4-BE49-F238E27FC236}">
                <a16:creationId xmlns:a16="http://schemas.microsoft.com/office/drawing/2014/main" id="{0453C1AB-094C-434A-B0EE-250D594B9FF1}"/>
              </a:ext>
            </a:extLst>
          </p:cNvPr>
          <p:cNvSpPr>
            <a:spLocks noGrp="1"/>
          </p:cNvSpPr>
          <p:nvPr/>
        </p:nvSpPr>
        <p:spPr>
          <a:xfrm>
            <a:off x="4701731" y="212645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2" name="w_1_0_1">
            <a:extLst>
              <a:ext uri="{FF2B5EF4-FFF2-40B4-BE49-F238E27FC236}">
                <a16:creationId xmlns:a16="http://schemas.microsoft.com/office/drawing/2014/main" id="{47AB8962-1AE1-49BC-A4A8-6246A98DFEC8}"/>
              </a:ext>
            </a:extLst>
          </p:cNvPr>
          <p:cNvSpPr>
            <a:spLocks noGrp="1"/>
          </p:cNvSpPr>
          <p:nvPr/>
        </p:nvSpPr>
        <p:spPr>
          <a:xfrm>
            <a:off x="5263229" y="284297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4" name="w_1_0_2">
            <a:extLst>
              <a:ext uri="{FF2B5EF4-FFF2-40B4-BE49-F238E27FC236}">
                <a16:creationId xmlns:a16="http://schemas.microsoft.com/office/drawing/2014/main" id="{5A95052C-C516-49DF-BE57-6108E713550D}"/>
              </a:ext>
            </a:extLst>
          </p:cNvPr>
          <p:cNvSpPr>
            <a:spLocks noGrp="1"/>
          </p:cNvSpPr>
          <p:nvPr/>
        </p:nvSpPr>
        <p:spPr>
          <a:xfrm>
            <a:off x="4252532" y="286083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6" name="w_1_0_3">
            <a:extLst>
              <a:ext uri="{FF2B5EF4-FFF2-40B4-BE49-F238E27FC236}">
                <a16:creationId xmlns:a16="http://schemas.microsoft.com/office/drawing/2014/main" id="{9BC72A3D-BBDB-4CC7-BAE9-DBDBBFE046DE}"/>
              </a:ext>
            </a:extLst>
          </p:cNvPr>
          <p:cNvSpPr>
            <a:spLocks noGrp="1"/>
          </p:cNvSpPr>
          <p:nvPr/>
        </p:nvSpPr>
        <p:spPr>
          <a:xfrm>
            <a:off x="5263229" y="438316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8" name="w_1_1_0">
            <a:extLst>
              <a:ext uri="{FF2B5EF4-FFF2-40B4-BE49-F238E27FC236}">
                <a16:creationId xmlns:a16="http://schemas.microsoft.com/office/drawing/2014/main" id="{AF6C2E90-F7EF-42FC-B109-7019225E70DD}"/>
              </a:ext>
            </a:extLst>
          </p:cNvPr>
          <p:cNvSpPr>
            <a:spLocks noGrp="1"/>
          </p:cNvSpPr>
          <p:nvPr/>
        </p:nvSpPr>
        <p:spPr>
          <a:xfrm>
            <a:off x="4814030" y="270914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0" name="w_1_1_1">
            <a:extLst>
              <a:ext uri="{FF2B5EF4-FFF2-40B4-BE49-F238E27FC236}">
                <a16:creationId xmlns:a16="http://schemas.microsoft.com/office/drawing/2014/main" id="{86F0F5A8-D520-4292-90CE-5F66EA01E3ED}"/>
              </a:ext>
            </a:extLst>
          </p:cNvPr>
          <p:cNvSpPr>
            <a:spLocks noGrp="1"/>
          </p:cNvSpPr>
          <p:nvPr/>
        </p:nvSpPr>
        <p:spPr>
          <a:xfrm>
            <a:off x="4027932" y="3455670"/>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2" name="w_1_1_2">
            <a:extLst>
              <a:ext uri="{FF2B5EF4-FFF2-40B4-BE49-F238E27FC236}">
                <a16:creationId xmlns:a16="http://schemas.microsoft.com/office/drawing/2014/main" id="{29EE7775-1583-440E-8596-C0A88DAC5DFB}"/>
              </a:ext>
            </a:extLst>
          </p:cNvPr>
          <p:cNvSpPr>
            <a:spLocks noGrp="1"/>
          </p:cNvSpPr>
          <p:nvPr/>
        </p:nvSpPr>
        <p:spPr>
          <a:xfrm>
            <a:off x="4701731" y="384857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4" name="w_1_1_3">
            <a:extLst>
              <a:ext uri="{FF2B5EF4-FFF2-40B4-BE49-F238E27FC236}">
                <a16:creationId xmlns:a16="http://schemas.microsoft.com/office/drawing/2014/main" id="{7A7457F7-01DD-4C70-8A0F-1308161259C8}"/>
              </a:ext>
            </a:extLst>
          </p:cNvPr>
          <p:cNvSpPr>
            <a:spLocks noGrp="1"/>
          </p:cNvSpPr>
          <p:nvPr/>
        </p:nvSpPr>
        <p:spPr>
          <a:xfrm>
            <a:off x="4140232" y="402931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6" name="w_1_2_0">
            <a:extLst>
              <a:ext uri="{FF2B5EF4-FFF2-40B4-BE49-F238E27FC236}">
                <a16:creationId xmlns:a16="http://schemas.microsoft.com/office/drawing/2014/main" id="{2F2D9C53-401C-47A8-B93F-CD1282691698}"/>
              </a:ext>
            </a:extLst>
          </p:cNvPr>
          <p:cNvSpPr>
            <a:spLocks noGrp="1"/>
          </p:cNvSpPr>
          <p:nvPr/>
        </p:nvSpPr>
        <p:spPr>
          <a:xfrm>
            <a:off x="4814030" y="330255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8" name="w_1_2_1">
            <a:extLst>
              <a:ext uri="{FF2B5EF4-FFF2-40B4-BE49-F238E27FC236}">
                <a16:creationId xmlns:a16="http://schemas.microsoft.com/office/drawing/2014/main" id="{057AB740-54CB-4F3B-B0EF-B994399FE4B9}"/>
              </a:ext>
            </a:extLst>
          </p:cNvPr>
          <p:cNvSpPr>
            <a:spLocks noGrp="1"/>
          </p:cNvSpPr>
          <p:nvPr/>
        </p:nvSpPr>
        <p:spPr>
          <a:xfrm>
            <a:off x="5263229" y="354972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0" name="w_1_2_2">
            <a:extLst>
              <a:ext uri="{FF2B5EF4-FFF2-40B4-BE49-F238E27FC236}">
                <a16:creationId xmlns:a16="http://schemas.microsoft.com/office/drawing/2014/main" id="{C9082CA3-2DD2-4358-8861-84F69EC61747}"/>
              </a:ext>
            </a:extLst>
          </p:cNvPr>
          <p:cNvSpPr>
            <a:spLocks noGrp="1"/>
          </p:cNvSpPr>
          <p:nvPr/>
        </p:nvSpPr>
        <p:spPr>
          <a:xfrm>
            <a:off x="4027932" y="4720590"/>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2" name="w_1_2_3">
            <a:extLst>
              <a:ext uri="{FF2B5EF4-FFF2-40B4-BE49-F238E27FC236}">
                <a16:creationId xmlns:a16="http://schemas.microsoft.com/office/drawing/2014/main" id="{5403DC3D-7FE8-46E0-A933-E49347B7598E}"/>
              </a:ext>
            </a:extLst>
          </p:cNvPr>
          <p:cNvSpPr>
            <a:spLocks noGrp="1"/>
          </p:cNvSpPr>
          <p:nvPr/>
        </p:nvSpPr>
        <p:spPr>
          <a:xfrm>
            <a:off x="4814030" y="504705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4" name="w_2_0_0">
            <a:extLst>
              <a:ext uri="{FF2B5EF4-FFF2-40B4-BE49-F238E27FC236}">
                <a16:creationId xmlns:a16="http://schemas.microsoft.com/office/drawing/2014/main" id="{27F076AE-04B2-46B2-A561-CC273C2F61AD}"/>
              </a:ext>
            </a:extLst>
          </p:cNvPr>
          <p:cNvSpPr>
            <a:spLocks noGrp="1"/>
          </p:cNvSpPr>
          <p:nvPr/>
        </p:nvSpPr>
        <p:spPr>
          <a:xfrm>
            <a:off x="7153561" y="213121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6" name="w_2_0_1">
            <a:extLst>
              <a:ext uri="{FF2B5EF4-FFF2-40B4-BE49-F238E27FC236}">
                <a16:creationId xmlns:a16="http://schemas.microsoft.com/office/drawing/2014/main" id="{96FFB8BD-0D54-447D-8964-7C0DC1D968B6}"/>
              </a:ext>
            </a:extLst>
          </p:cNvPr>
          <p:cNvSpPr>
            <a:spLocks noGrp="1"/>
          </p:cNvSpPr>
          <p:nvPr/>
        </p:nvSpPr>
        <p:spPr>
          <a:xfrm>
            <a:off x="7695771" y="316491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8" name="w_2_0_2">
            <a:extLst>
              <a:ext uri="{FF2B5EF4-FFF2-40B4-BE49-F238E27FC236}">
                <a16:creationId xmlns:a16="http://schemas.microsoft.com/office/drawing/2014/main" id="{63061069-FAC7-4804-BF44-5DF815307347}"/>
              </a:ext>
            </a:extLst>
          </p:cNvPr>
          <p:cNvSpPr>
            <a:spLocks noGrp="1"/>
          </p:cNvSpPr>
          <p:nvPr/>
        </p:nvSpPr>
        <p:spPr>
          <a:xfrm>
            <a:off x="7695771" y="414504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0" name="w_2_1_0">
            <a:extLst>
              <a:ext uri="{FF2B5EF4-FFF2-40B4-BE49-F238E27FC236}">
                <a16:creationId xmlns:a16="http://schemas.microsoft.com/office/drawing/2014/main" id="{A97F8584-4B31-41A9-98D4-159028178617}"/>
              </a:ext>
            </a:extLst>
          </p:cNvPr>
          <p:cNvSpPr>
            <a:spLocks noGrp="1"/>
          </p:cNvSpPr>
          <p:nvPr/>
        </p:nvSpPr>
        <p:spPr>
          <a:xfrm>
            <a:off x="6502908" y="286321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2" name="w_2_1_1">
            <a:extLst>
              <a:ext uri="{FF2B5EF4-FFF2-40B4-BE49-F238E27FC236}">
                <a16:creationId xmlns:a16="http://schemas.microsoft.com/office/drawing/2014/main" id="{2A70A034-753F-4322-996E-70E50103678C}"/>
              </a:ext>
            </a:extLst>
          </p:cNvPr>
          <p:cNvSpPr>
            <a:spLocks noGrp="1"/>
          </p:cNvSpPr>
          <p:nvPr/>
        </p:nvSpPr>
        <p:spPr>
          <a:xfrm>
            <a:off x="7045119" y="330112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4" name="w_2_1_2">
            <a:extLst>
              <a:ext uri="{FF2B5EF4-FFF2-40B4-BE49-F238E27FC236}">
                <a16:creationId xmlns:a16="http://schemas.microsoft.com/office/drawing/2014/main" id="{9BF9B7F4-24C9-49ED-B436-C529EB214AEC}"/>
              </a:ext>
            </a:extLst>
          </p:cNvPr>
          <p:cNvSpPr>
            <a:spLocks noGrp="1"/>
          </p:cNvSpPr>
          <p:nvPr/>
        </p:nvSpPr>
        <p:spPr>
          <a:xfrm>
            <a:off x="7045119" y="392120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6" name="w_2_2_0">
            <a:extLst>
              <a:ext uri="{FF2B5EF4-FFF2-40B4-BE49-F238E27FC236}">
                <a16:creationId xmlns:a16="http://schemas.microsoft.com/office/drawing/2014/main" id="{7D17E296-9B8F-401B-8157-EFC9FC761033}"/>
              </a:ext>
            </a:extLst>
          </p:cNvPr>
          <p:cNvSpPr>
            <a:spLocks noGrp="1"/>
          </p:cNvSpPr>
          <p:nvPr/>
        </p:nvSpPr>
        <p:spPr>
          <a:xfrm>
            <a:off x="6502908" y="365950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8" name="w_2_2_1">
            <a:extLst>
              <a:ext uri="{FF2B5EF4-FFF2-40B4-BE49-F238E27FC236}">
                <a16:creationId xmlns:a16="http://schemas.microsoft.com/office/drawing/2014/main" id="{5AC652E6-7EAA-4E68-A7ED-4E86E5ED1E23}"/>
              </a:ext>
            </a:extLst>
          </p:cNvPr>
          <p:cNvSpPr>
            <a:spLocks noGrp="1"/>
          </p:cNvSpPr>
          <p:nvPr/>
        </p:nvSpPr>
        <p:spPr>
          <a:xfrm>
            <a:off x="7695771" y="372022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0" name="w_2_2_2">
            <a:extLst>
              <a:ext uri="{FF2B5EF4-FFF2-40B4-BE49-F238E27FC236}">
                <a16:creationId xmlns:a16="http://schemas.microsoft.com/office/drawing/2014/main" id="{4F9D28AA-8591-4102-B1D6-B6D3AEBABB38}"/>
              </a:ext>
            </a:extLst>
          </p:cNvPr>
          <p:cNvSpPr>
            <a:spLocks noGrp="1"/>
          </p:cNvSpPr>
          <p:nvPr/>
        </p:nvSpPr>
        <p:spPr>
          <a:xfrm>
            <a:off x="7153561" y="451818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2" name="w_2_3_0">
            <a:extLst>
              <a:ext uri="{FF2B5EF4-FFF2-40B4-BE49-F238E27FC236}">
                <a16:creationId xmlns:a16="http://schemas.microsoft.com/office/drawing/2014/main" id="{D9F18C70-0871-4F01-8CF7-15A7665516F2}"/>
              </a:ext>
            </a:extLst>
          </p:cNvPr>
          <p:cNvSpPr>
            <a:spLocks noGrp="1"/>
          </p:cNvSpPr>
          <p:nvPr/>
        </p:nvSpPr>
        <p:spPr>
          <a:xfrm>
            <a:off x="6502908" y="445579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4" name="w_2_3_1">
            <a:extLst>
              <a:ext uri="{FF2B5EF4-FFF2-40B4-BE49-F238E27FC236}">
                <a16:creationId xmlns:a16="http://schemas.microsoft.com/office/drawing/2014/main" id="{E34B077C-AC25-419C-A7D1-42EE0BFE2E85}"/>
              </a:ext>
            </a:extLst>
          </p:cNvPr>
          <p:cNvSpPr>
            <a:spLocks noGrp="1"/>
          </p:cNvSpPr>
          <p:nvPr/>
        </p:nvSpPr>
        <p:spPr>
          <a:xfrm>
            <a:off x="6502908" y="477583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6" name="w_2_3_2">
            <a:extLst>
              <a:ext uri="{FF2B5EF4-FFF2-40B4-BE49-F238E27FC236}">
                <a16:creationId xmlns:a16="http://schemas.microsoft.com/office/drawing/2014/main" id="{8F981BE9-091F-4337-A3D9-C736DD060734}"/>
              </a:ext>
            </a:extLst>
          </p:cNvPr>
          <p:cNvSpPr>
            <a:spLocks noGrp="1"/>
          </p:cNvSpPr>
          <p:nvPr/>
        </p:nvSpPr>
        <p:spPr>
          <a:xfrm>
            <a:off x="7695771" y="497800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8" name="w_3_0_0">
            <a:extLst>
              <a:ext uri="{FF2B5EF4-FFF2-40B4-BE49-F238E27FC236}">
                <a16:creationId xmlns:a16="http://schemas.microsoft.com/office/drawing/2014/main" id="{5A3DCAF1-6A8F-4D88-A7AE-5FAACA691CF7}"/>
              </a:ext>
            </a:extLst>
          </p:cNvPr>
          <p:cNvSpPr>
            <a:spLocks noGrp="1"/>
          </p:cNvSpPr>
          <p:nvPr/>
        </p:nvSpPr>
        <p:spPr>
          <a:xfrm>
            <a:off x="9660541" y="19175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0" name="w_3_0_1">
            <a:extLst>
              <a:ext uri="{FF2B5EF4-FFF2-40B4-BE49-F238E27FC236}">
                <a16:creationId xmlns:a16="http://schemas.microsoft.com/office/drawing/2014/main" id="{E3D776CC-CF44-4B8D-AA5D-442323BC8F72}"/>
              </a:ext>
            </a:extLst>
          </p:cNvPr>
          <p:cNvSpPr>
            <a:spLocks noGrp="1"/>
          </p:cNvSpPr>
          <p:nvPr/>
        </p:nvSpPr>
        <p:spPr>
          <a:xfrm>
            <a:off x="8958453" y="225475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2" name="w_3_0_2">
            <a:extLst>
              <a:ext uri="{FF2B5EF4-FFF2-40B4-BE49-F238E27FC236}">
                <a16:creationId xmlns:a16="http://schemas.microsoft.com/office/drawing/2014/main" id="{949A8A17-9644-41B3-8FE7-8C19E2F12B73}"/>
              </a:ext>
            </a:extLst>
          </p:cNvPr>
          <p:cNvSpPr>
            <a:spLocks noGrp="1"/>
          </p:cNvSpPr>
          <p:nvPr/>
        </p:nvSpPr>
        <p:spPr>
          <a:xfrm>
            <a:off x="10245614" y="276596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4" name="w_3_0_3">
            <a:extLst>
              <a:ext uri="{FF2B5EF4-FFF2-40B4-BE49-F238E27FC236}">
                <a16:creationId xmlns:a16="http://schemas.microsoft.com/office/drawing/2014/main" id="{0725E025-ED35-46C1-8B61-32BE588D815E}"/>
              </a:ext>
            </a:extLst>
          </p:cNvPr>
          <p:cNvSpPr>
            <a:spLocks noGrp="1"/>
          </p:cNvSpPr>
          <p:nvPr/>
        </p:nvSpPr>
        <p:spPr>
          <a:xfrm>
            <a:off x="9426512" y="28279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6" name="w_3_0_4">
            <a:extLst>
              <a:ext uri="{FF2B5EF4-FFF2-40B4-BE49-F238E27FC236}">
                <a16:creationId xmlns:a16="http://schemas.microsoft.com/office/drawing/2014/main" id="{960F435C-3589-457B-834E-F878CD41FA1F}"/>
              </a:ext>
            </a:extLst>
          </p:cNvPr>
          <p:cNvSpPr>
            <a:spLocks noGrp="1"/>
          </p:cNvSpPr>
          <p:nvPr/>
        </p:nvSpPr>
        <p:spPr>
          <a:xfrm>
            <a:off x="10245614" y="376008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8" name="w_3_0_5">
            <a:extLst>
              <a:ext uri="{FF2B5EF4-FFF2-40B4-BE49-F238E27FC236}">
                <a16:creationId xmlns:a16="http://schemas.microsoft.com/office/drawing/2014/main" id="{1CD43EC3-D47D-4266-A6EB-2FD81968CCD6}"/>
              </a:ext>
            </a:extLst>
          </p:cNvPr>
          <p:cNvSpPr>
            <a:spLocks noGrp="1"/>
          </p:cNvSpPr>
          <p:nvPr/>
        </p:nvSpPr>
        <p:spPr>
          <a:xfrm>
            <a:off x="9543526" y="351905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0" name="w_3_0_6">
            <a:extLst>
              <a:ext uri="{FF2B5EF4-FFF2-40B4-BE49-F238E27FC236}">
                <a16:creationId xmlns:a16="http://schemas.microsoft.com/office/drawing/2014/main" id="{91F0A9FC-A248-447F-8A5A-C266CEF4BF07}"/>
              </a:ext>
            </a:extLst>
          </p:cNvPr>
          <p:cNvSpPr>
            <a:spLocks noGrp="1"/>
          </p:cNvSpPr>
          <p:nvPr/>
        </p:nvSpPr>
        <p:spPr>
          <a:xfrm>
            <a:off x="10245614" y="475421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2" name="w_3_1_0">
            <a:extLst>
              <a:ext uri="{FF2B5EF4-FFF2-40B4-BE49-F238E27FC236}">
                <a16:creationId xmlns:a16="http://schemas.microsoft.com/office/drawing/2014/main" id="{817E4F65-92D3-42ED-B183-7C1B89E7D93C}"/>
              </a:ext>
            </a:extLst>
          </p:cNvPr>
          <p:cNvSpPr>
            <a:spLocks noGrp="1"/>
          </p:cNvSpPr>
          <p:nvPr/>
        </p:nvSpPr>
        <p:spPr>
          <a:xfrm>
            <a:off x="10245614" y="212521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4" name="w_3_1_1">
            <a:extLst>
              <a:ext uri="{FF2B5EF4-FFF2-40B4-BE49-F238E27FC236}">
                <a16:creationId xmlns:a16="http://schemas.microsoft.com/office/drawing/2014/main" id="{C79AA62C-939D-4FA8-9F21-57E3CF07F365}"/>
              </a:ext>
            </a:extLst>
          </p:cNvPr>
          <p:cNvSpPr>
            <a:spLocks noGrp="1"/>
          </p:cNvSpPr>
          <p:nvPr/>
        </p:nvSpPr>
        <p:spPr>
          <a:xfrm>
            <a:off x="8958453" y="326821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6" name="w_3_1_2">
            <a:extLst>
              <a:ext uri="{FF2B5EF4-FFF2-40B4-BE49-F238E27FC236}">
                <a16:creationId xmlns:a16="http://schemas.microsoft.com/office/drawing/2014/main" id="{833544D2-F5A2-4552-AD4D-23BD1537CCD8}"/>
              </a:ext>
            </a:extLst>
          </p:cNvPr>
          <p:cNvSpPr>
            <a:spLocks noGrp="1"/>
          </p:cNvSpPr>
          <p:nvPr/>
        </p:nvSpPr>
        <p:spPr>
          <a:xfrm>
            <a:off x="10011585" y="3175921"/>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8" name="w_3_1_3">
            <a:extLst>
              <a:ext uri="{FF2B5EF4-FFF2-40B4-BE49-F238E27FC236}">
                <a16:creationId xmlns:a16="http://schemas.microsoft.com/office/drawing/2014/main" id="{5D6FA61F-A7F4-411A-A034-ACB89659FE83}"/>
              </a:ext>
            </a:extLst>
          </p:cNvPr>
          <p:cNvSpPr>
            <a:spLocks noGrp="1"/>
          </p:cNvSpPr>
          <p:nvPr/>
        </p:nvSpPr>
        <p:spPr>
          <a:xfrm>
            <a:off x="9075468" y="35949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0" name="w_3_1_4">
            <a:extLst>
              <a:ext uri="{FF2B5EF4-FFF2-40B4-BE49-F238E27FC236}">
                <a16:creationId xmlns:a16="http://schemas.microsoft.com/office/drawing/2014/main" id="{633B9CA9-1E02-42E4-B4B5-B9FB93E884D4}"/>
              </a:ext>
            </a:extLst>
          </p:cNvPr>
          <p:cNvSpPr>
            <a:spLocks noGrp="1"/>
          </p:cNvSpPr>
          <p:nvPr/>
        </p:nvSpPr>
        <p:spPr>
          <a:xfrm>
            <a:off x="9777555" y="398316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2" name="w_3_1_5">
            <a:extLst>
              <a:ext uri="{FF2B5EF4-FFF2-40B4-BE49-F238E27FC236}">
                <a16:creationId xmlns:a16="http://schemas.microsoft.com/office/drawing/2014/main" id="{AF8AACE8-3BBC-4F4A-A9F7-3BEAD6A1EBA2}"/>
              </a:ext>
            </a:extLst>
          </p:cNvPr>
          <p:cNvSpPr>
            <a:spLocks noGrp="1"/>
          </p:cNvSpPr>
          <p:nvPr/>
        </p:nvSpPr>
        <p:spPr>
          <a:xfrm>
            <a:off x="9192482" y="404345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4" name="w_3_1_6">
            <a:extLst>
              <a:ext uri="{FF2B5EF4-FFF2-40B4-BE49-F238E27FC236}">
                <a16:creationId xmlns:a16="http://schemas.microsoft.com/office/drawing/2014/main" id="{E3A1EFD1-7111-46A1-B962-B0682423E297}"/>
              </a:ext>
            </a:extLst>
          </p:cNvPr>
          <p:cNvSpPr>
            <a:spLocks noGrp="1"/>
          </p:cNvSpPr>
          <p:nvPr/>
        </p:nvSpPr>
        <p:spPr>
          <a:xfrm>
            <a:off x="9543526" y="454694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6" name="w_3_2_0">
            <a:extLst>
              <a:ext uri="{FF2B5EF4-FFF2-40B4-BE49-F238E27FC236}">
                <a16:creationId xmlns:a16="http://schemas.microsoft.com/office/drawing/2014/main" id="{2BBF858E-DE36-4D30-B58D-11626BB20FC3}"/>
              </a:ext>
            </a:extLst>
          </p:cNvPr>
          <p:cNvSpPr>
            <a:spLocks noGrp="1"/>
          </p:cNvSpPr>
          <p:nvPr/>
        </p:nvSpPr>
        <p:spPr>
          <a:xfrm>
            <a:off x="9660541" y="322440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8" name="w_3_2_1">
            <a:extLst>
              <a:ext uri="{FF2B5EF4-FFF2-40B4-BE49-F238E27FC236}">
                <a16:creationId xmlns:a16="http://schemas.microsoft.com/office/drawing/2014/main" id="{34349A34-1FB3-4F0F-ADBF-28B272CA2623}"/>
              </a:ext>
            </a:extLst>
          </p:cNvPr>
          <p:cNvSpPr>
            <a:spLocks noGrp="1"/>
          </p:cNvSpPr>
          <p:nvPr/>
        </p:nvSpPr>
        <p:spPr>
          <a:xfrm>
            <a:off x="9426512" y="380676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0" name="w_3_2_2">
            <a:extLst>
              <a:ext uri="{FF2B5EF4-FFF2-40B4-BE49-F238E27FC236}">
                <a16:creationId xmlns:a16="http://schemas.microsoft.com/office/drawing/2014/main" id="{C3027824-26C8-4275-A016-0FF7397673AE}"/>
              </a:ext>
            </a:extLst>
          </p:cNvPr>
          <p:cNvSpPr>
            <a:spLocks noGrp="1"/>
          </p:cNvSpPr>
          <p:nvPr/>
        </p:nvSpPr>
        <p:spPr>
          <a:xfrm>
            <a:off x="8958453" y="444398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2" name="w_3_2_3">
            <a:extLst>
              <a:ext uri="{FF2B5EF4-FFF2-40B4-BE49-F238E27FC236}">
                <a16:creationId xmlns:a16="http://schemas.microsoft.com/office/drawing/2014/main" id="{D846C30B-5D17-461F-B666-8425D6AB3077}"/>
              </a:ext>
            </a:extLst>
          </p:cNvPr>
          <p:cNvSpPr>
            <a:spLocks noGrp="1"/>
          </p:cNvSpPr>
          <p:nvPr/>
        </p:nvSpPr>
        <p:spPr>
          <a:xfrm>
            <a:off x="9660541" y="425910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4" name="w_3_2_4">
            <a:extLst>
              <a:ext uri="{FF2B5EF4-FFF2-40B4-BE49-F238E27FC236}">
                <a16:creationId xmlns:a16="http://schemas.microsoft.com/office/drawing/2014/main" id="{87C7A346-5236-458A-B29E-3C7E6D40BCCC}"/>
              </a:ext>
            </a:extLst>
          </p:cNvPr>
          <p:cNvSpPr>
            <a:spLocks noGrp="1"/>
          </p:cNvSpPr>
          <p:nvPr/>
        </p:nvSpPr>
        <p:spPr>
          <a:xfrm>
            <a:off x="9192482" y="471373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6" name="w_3_2_5">
            <a:extLst>
              <a:ext uri="{FF2B5EF4-FFF2-40B4-BE49-F238E27FC236}">
                <a16:creationId xmlns:a16="http://schemas.microsoft.com/office/drawing/2014/main" id="{58871227-3DF4-4379-BDFE-C44E9ADF7AF9}"/>
              </a:ext>
            </a:extLst>
          </p:cNvPr>
          <p:cNvSpPr>
            <a:spLocks noGrp="1"/>
          </p:cNvSpPr>
          <p:nvPr/>
        </p:nvSpPr>
        <p:spPr>
          <a:xfrm>
            <a:off x="9777555" y="495190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8" name="w_3_2_6">
            <a:extLst>
              <a:ext uri="{FF2B5EF4-FFF2-40B4-BE49-F238E27FC236}">
                <a16:creationId xmlns:a16="http://schemas.microsoft.com/office/drawing/2014/main" id="{96766786-7A4A-4C1A-A823-4E76B06B57FE}"/>
              </a:ext>
            </a:extLst>
          </p:cNvPr>
          <p:cNvSpPr>
            <a:spLocks noGrp="1"/>
          </p:cNvSpPr>
          <p:nvPr/>
        </p:nvSpPr>
        <p:spPr>
          <a:xfrm>
            <a:off x="10245614" y="546096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9" name="first_weight_0">
            <a:extLst>
              <a:ext uri="{FF2B5EF4-FFF2-40B4-BE49-F238E27FC236}">
                <a16:creationId xmlns:a16="http://schemas.microsoft.com/office/drawing/2014/main" id="{76503E6E-52E4-497E-AF79-E1A35F7FF0D1}"/>
              </a:ext>
            </a:extLst>
          </p:cNvPr>
          <p:cNvSpPr>
            <a:spLocks noGrp="1"/>
          </p:cNvSpPr>
          <p:nvPr/>
        </p:nvSpPr>
        <p:spPr>
          <a:xfrm>
            <a:off x="1579626" y="2362581"/>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2</a:t>
            </a:r>
          </a:p>
        </p:txBody>
      </p:sp>
      <p:sp>
        <p:nvSpPr>
          <p:cNvPr id="150" name="first_weight_1">
            <a:extLst>
              <a:ext uri="{FF2B5EF4-FFF2-40B4-BE49-F238E27FC236}">
                <a16:creationId xmlns:a16="http://schemas.microsoft.com/office/drawing/2014/main" id="{92117E8E-6AAC-49C8-AE29-22DF86654F06}"/>
              </a:ext>
            </a:extLst>
          </p:cNvPr>
          <p:cNvSpPr>
            <a:spLocks noGrp="1"/>
          </p:cNvSpPr>
          <p:nvPr/>
        </p:nvSpPr>
        <p:spPr>
          <a:xfrm>
            <a:off x="1579626" y="2919603"/>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−1</a:t>
            </a:r>
          </a:p>
        </p:txBody>
      </p:sp>
      <p:sp>
        <p:nvSpPr>
          <p:cNvPr id="151" name="first_weight_2">
            <a:extLst>
              <a:ext uri="{FF2B5EF4-FFF2-40B4-BE49-F238E27FC236}">
                <a16:creationId xmlns:a16="http://schemas.microsoft.com/office/drawing/2014/main" id="{1EC9BB2D-A979-4404-AB21-3BE4DF35582B}"/>
              </a:ext>
            </a:extLst>
          </p:cNvPr>
          <p:cNvSpPr>
            <a:spLocks noGrp="1"/>
          </p:cNvSpPr>
          <p:nvPr/>
        </p:nvSpPr>
        <p:spPr>
          <a:xfrm>
            <a:off x="1579626" y="3476625"/>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1</a:t>
            </a:r>
          </a:p>
        </p:txBody>
      </p:sp>
      <p:sp>
        <p:nvSpPr>
          <p:cNvPr id="152" name="first_weight_3">
            <a:extLst>
              <a:ext uri="{FF2B5EF4-FFF2-40B4-BE49-F238E27FC236}">
                <a16:creationId xmlns:a16="http://schemas.microsoft.com/office/drawing/2014/main" id="{06661464-43A0-4955-8AF4-5EE9939FB873}"/>
              </a:ext>
            </a:extLst>
          </p:cNvPr>
          <p:cNvSpPr>
            <a:spLocks noGrp="1"/>
          </p:cNvSpPr>
          <p:nvPr/>
        </p:nvSpPr>
        <p:spPr>
          <a:xfrm>
            <a:off x="1579626" y="4033647"/>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3</a:t>
            </a:r>
          </a:p>
        </p:txBody>
      </p:sp>
      <p:sp>
        <p:nvSpPr>
          <p:cNvPr id="153" name="first_weight_4">
            <a:extLst>
              <a:ext uri="{FF2B5EF4-FFF2-40B4-BE49-F238E27FC236}">
                <a16:creationId xmlns:a16="http://schemas.microsoft.com/office/drawing/2014/main" id="{27E05A5A-4D0B-4555-93F9-039B3BC0B2CA}"/>
              </a:ext>
            </a:extLst>
          </p:cNvPr>
          <p:cNvSpPr>
            <a:spLocks noGrp="1"/>
          </p:cNvSpPr>
          <p:nvPr/>
        </p:nvSpPr>
        <p:spPr>
          <a:xfrm>
            <a:off x="1579626" y="4590669"/>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−2</a:t>
            </a:r>
          </a:p>
        </p:txBody>
      </p:sp>
      <p:sp>
        <p:nvSpPr>
          <p:cNvPr id="154" name="act_0_0">
            <a:extLst>
              <a:ext uri="{FF2B5EF4-FFF2-40B4-BE49-F238E27FC236}">
                <a16:creationId xmlns:a16="http://schemas.microsoft.com/office/drawing/2014/main" id="{7B0A6E64-EAFC-446C-A14E-F9ABB858DA3A}"/>
              </a:ext>
            </a:extLst>
          </p:cNvPr>
          <p:cNvSpPr>
            <a:spLocks noGrp="1"/>
          </p:cNvSpPr>
          <p:nvPr/>
        </p:nvSpPr>
        <p:spPr>
          <a:xfrm>
            <a:off x="723900" y="18288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2</a:t>
            </a:r>
          </a:p>
        </p:txBody>
      </p:sp>
      <p:sp>
        <p:nvSpPr>
          <p:cNvPr id="155" name="act_0_1">
            <a:extLst>
              <a:ext uri="{FF2B5EF4-FFF2-40B4-BE49-F238E27FC236}">
                <a16:creationId xmlns:a16="http://schemas.microsoft.com/office/drawing/2014/main" id="{BC6C5370-16C5-4762-B5DF-33BA8E2717AC}"/>
              </a:ext>
            </a:extLst>
          </p:cNvPr>
          <p:cNvSpPr>
            <a:spLocks noGrp="1"/>
          </p:cNvSpPr>
          <p:nvPr/>
        </p:nvSpPr>
        <p:spPr>
          <a:xfrm>
            <a:off x="723900" y="264795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1</a:t>
            </a:r>
          </a:p>
        </p:txBody>
      </p:sp>
      <p:sp>
        <p:nvSpPr>
          <p:cNvPr id="156" name="act_0_2">
            <a:extLst>
              <a:ext uri="{FF2B5EF4-FFF2-40B4-BE49-F238E27FC236}">
                <a16:creationId xmlns:a16="http://schemas.microsoft.com/office/drawing/2014/main" id="{6844A5D0-D49D-4346-B78C-0E9FF6F33AE1}"/>
              </a:ext>
            </a:extLst>
          </p:cNvPr>
          <p:cNvSpPr>
            <a:spLocks noGrp="1"/>
          </p:cNvSpPr>
          <p:nvPr/>
        </p:nvSpPr>
        <p:spPr>
          <a:xfrm>
            <a:off x="723900" y="34671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3</a:t>
            </a:r>
          </a:p>
        </p:txBody>
      </p:sp>
      <p:sp>
        <p:nvSpPr>
          <p:cNvPr id="157" name="act_0_3">
            <a:extLst>
              <a:ext uri="{FF2B5EF4-FFF2-40B4-BE49-F238E27FC236}">
                <a16:creationId xmlns:a16="http://schemas.microsoft.com/office/drawing/2014/main" id="{857F8920-32A6-4C66-B5C4-CDC7D037FBC0}"/>
              </a:ext>
            </a:extLst>
          </p:cNvPr>
          <p:cNvSpPr>
            <a:spLocks noGrp="1"/>
          </p:cNvSpPr>
          <p:nvPr/>
        </p:nvSpPr>
        <p:spPr>
          <a:xfrm>
            <a:off x="723900" y="428625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4</a:t>
            </a:r>
          </a:p>
        </p:txBody>
      </p:sp>
      <p:sp>
        <p:nvSpPr>
          <p:cNvPr id="158" name="act_0_4">
            <a:extLst>
              <a:ext uri="{FF2B5EF4-FFF2-40B4-BE49-F238E27FC236}">
                <a16:creationId xmlns:a16="http://schemas.microsoft.com/office/drawing/2014/main" id="{C8A4EB74-B7A5-46C1-9258-73174E1A58A9}"/>
              </a:ext>
            </a:extLst>
          </p:cNvPr>
          <p:cNvSpPr>
            <a:spLocks noGrp="1"/>
          </p:cNvSpPr>
          <p:nvPr/>
        </p:nvSpPr>
        <p:spPr>
          <a:xfrm>
            <a:off x="723900" y="51054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2</a:t>
            </a:r>
          </a:p>
        </p:txBody>
      </p:sp>
      <p:sp>
        <p:nvSpPr>
          <p:cNvPr id="159" name="act_1_0">
            <a:extLst>
              <a:ext uri="{FF2B5EF4-FFF2-40B4-BE49-F238E27FC236}">
                <a16:creationId xmlns:a16="http://schemas.microsoft.com/office/drawing/2014/main" id="{B9124DF5-911A-4320-A8D3-BC71F1EB0EC7}"/>
              </a:ext>
            </a:extLst>
          </p:cNvPr>
          <p:cNvSpPr>
            <a:spLocks noGrp="1"/>
          </p:cNvSpPr>
          <p:nvPr/>
        </p:nvSpPr>
        <p:spPr>
          <a:xfrm>
            <a:off x="3219450" y="21336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4</a:t>
            </a:r>
          </a:p>
        </p:txBody>
      </p:sp>
      <p:sp>
        <p:nvSpPr>
          <p:cNvPr id="160" name="act_1_1">
            <a:extLst>
              <a:ext uri="{FF2B5EF4-FFF2-40B4-BE49-F238E27FC236}">
                <a16:creationId xmlns:a16="http://schemas.microsoft.com/office/drawing/2014/main" id="{CB3F888C-B4F9-4BF1-B0FC-7844DF1A7EEF}"/>
              </a:ext>
            </a:extLst>
          </p:cNvPr>
          <p:cNvSpPr>
            <a:spLocks noGrp="1"/>
          </p:cNvSpPr>
          <p:nvPr/>
        </p:nvSpPr>
        <p:spPr>
          <a:xfrm>
            <a:off x="3219450" y="34671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14</a:t>
            </a:r>
          </a:p>
        </p:txBody>
      </p:sp>
      <p:sp>
        <p:nvSpPr>
          <p:cNvPr id="161" name="act_1_2">
            <a:extLst>
              <a:ext uri="{FF2B5EF4-FFF2-40B4-BE49-F238E27FC236}">
                <a16:creationId xmlns:a16="http://schemas.microsoft.com/office/drawing/2014/main" id="{628CE078-0141-4955-93E7-1110061768BE}"/>
              </a:ext>
            </a:extLst>
          </p:cNvPr>
          <p:cNvSpPr>
            <a:spLocks noGrp="1"/>
          </p:cNvSpPr>
          <p:nvPr/>
        </p:nvSpPr>
        <p:spPr>
          <a:xfrm>
            <a:off x="3219450" y="4800600"/>
            <a:ext cx="647700" cy="495300"/>
          </a:xfrm>
          <a:prstGeom prst="rect">
            <a:avLst/>
          </a:prstGeom>
          <a:noFill/>
          <a:ln w="0">
            <a:noFill/>
          </a:ln>
        </p:spPr>
        <p:txBody>
          <a:bodyPr wrap="none" lIns="0" tIns="0" rIns="0" bIns="0" anchor="ctr">
            <a:noAutofit/>
          </a:bodyPr>
          <a:lstStyle/>
          <a:p>
            <a:pPr algn="ctr">
              <a:defRPr sz="2850" b="1">
                <a:solidFill>
                  <a:srgbClr val="155ACB"/>
                </a:solidFill>
                <a:latin typeface="Arial"/>
                <a:ea typeface="Arial"/>
                <a:cs typeface="Arial"/>
              </a:defRPr>
            </a:pPr>
            <a:r>
              <a:rPr sz="2850" b="1">
                <a:solidFill>
                  <a:srgbClr val="155ACB"/>
                </a:solidFill>
                <a:latin typeface="Arial"/>
                <a:ea typeface="Arial"/>
                <a:cs typeface="Arial"/>
              </a:rPr>
              <a:t>−3</a:t>
            </a:r>
          </a:p>
        </p:txBody>
      </p:sp>
      <p:sp>
        <p:nvSpPr>
          <p:cNvPr id="162" name="act_2_0">
            <a:extLst>
              <a:ext uri="{FF2B5EF4-FFF2-40B4-BE49-F238E27FC236}">
                <a16:creationId xmlns:a16="http://schemas.microsoft.com/office/drawing/2014/main" id="{8CDD8A93-B2F8-4CA0-87DA-D270782DDBEC}"/>
              </a:ext>
            </a:extLst>
          </p:cNvPr>
          <p:cNvSpPr>
            <a:spLocks noGrp="1"/>
          </p:cNvSpPr>
          <p:nvPr/>
        </p:nvSpPr>
        <p:spPr>
          <a:xfrm>
            <a:off x="5715000" y="1895475"/>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6</a:t>
            </a:r>
          </a:p>
        </p:txBody>
      </p:sp>
      <p:sp>
        <p:nvSpPr>
          <p:cNvPr id="163" name="act_2_1">
            <a:extLst>
              <a:ext uri="{FF2B5EF4-FFF2-40B4-BE49-F238E27FC236}">
                <a16:creationId xmlns:a16="http://schemas.microsoft.com/office/drawing/2014/main" id="{C8509A5C-6E65-46E2-8F86-0EE615D13E12}"/>
              </a:ext>
            </a:extLst>
          </p:cNvPr>
          <p:cNvSpPr>
            <a:spLocks noGrp="1"/>
          </p:cNvSpPr>
          <p:nvPr/>
        </p:nvSpPr>
        <p:spPr>
          <a:xfrm>
            <a:off x="5715000" y="2943225"/>
            <a:ext cx="647700" cy="495300"/>
          </a:xfrm>
          <a:prstGeom prst="rect">
            <a:avLst/>
          </a:prstGeom>
          <a:noFill/>
          <a:ln w="0">
            <a:noFill/>
          </a:ln>
        </p:spPr>
        <p:txBody>
          <a:bodyPr wrap="none" lIns="0" tIns="0" rIns="0" bIns="0" anchor="ctr">
            <a:noAutofit/>
          </a:bodyPr>
          <a:lstStyle/>
          <a:p>
            <a:pPr algn="ctr">
              <a:defRPr sz="2850" b="1">
                <a:solidFill>
                  <a:srgbClr val="155ACB"/>
                </a:solidFill>
                <a:latin typeface="Arial"/>
                <a:ea typeface="Arial"/>
                <a:cs typeface="Arial"/>
              </a:defRPr>
            </a:pPr>
            <a:r>
              <a:rPr sz="2850" b="1">
                <a:solidFill>
                  <a:srgbClr val="155ACB"/>
                </a:solidFill>
                <a:latin typeface="Arial"/>
                <a:ea typeface="Arial"/>
                <a:cs typeface="Arial"/>
              </a:rPr>
              <a:t>−2</a:t>
            </a:r>
          </a:p>
        </p:txBody>
      </p:sp>
      <p:sp>
        <p:nvSpPr>
          <p:cNvPr id="164" name="act_2_2">
            <a:extLst>
              <a:ext uri="{FF2B5EF4-FFF2-40B4-BE49-F238E27FC236}">
                <a16:creationId xmlns:a16="http://schemas.microsoft.com/office/drawing/2014/main" id="{ADE0828E-C657-4446-83C0-F1BC1C6F5AA1}"/>
              </a:ext>
            </a:extLst>
          </p:cNvPr>
          <p:cNvSpPr>
            <a:spLocks noGrp="1"/>
          </p:cNvSpPr>
          <p:nvPr/>
        </p:nvSpPr>
        <p:spPr>
          <a:xfrm>
            <a:off x="5715000" y="3990975"/>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5</a:t>
            </a:r>
          </a:p>
        </p:txBody>
      </p:sp>
      <p:sp>
        <p:nvSpPr>
          <p:cNvPr id="165" name="act_2_3">
            <a:extLst>
              <a:ext uri="{FF2B5EF4-FFF2-40B4-BE49-F238E27FC236}">
                <a16:creationId xmlns:a16="http://schemas.microsoft.com/office/drawing/2014/main" id="{0D297C4C-2AD4-436F-B7B7-4823E23EA576}"/>
              </a:ext>
            </a:extLst>
          </p:cNvPr>
          <p:cNvSpPr>
            <a:spLocks noGrp="1"/>
          </p:cNvSpPr>
          <p:nvPr/>
        </p:nvSpPr>
        <p:spPr>
          <a:xfrm>
            <a:off x="5715000" y="5038725"/>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1</a:t>
            </a:r>
          </a:p>
        </p:txBody>
      </p:sp>
      <p:sp>
        <p:nvSpPr>
          <p:cNvPr id="166" name="act_3_0">
            <a:extLst>
              <a:ext uri="{FF2B5EF4-FFF2-40B4-BE49-F238E27FC236}">
                <a16:creationId xmlns:a16="http://schemas.microsoft.com/office/drawing/2014/main" id="{8C498D0A-9030-4EDC-862C-886D83255225}"/>
              </a:ext>
            </a:extLst>
          </p:cNvPr>
          <p:cNvSpPr>
            <a:spLocks noGrp="1"/>
          </p:cNvSpPr>
          <p:nvPr/>
        </p:nvSpPr>
        <p:spPr>
          <a:xfrm>
            <a:off x="8124825" y="21336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3</a:t>
            </a:r>
          </a:p>
        </p:txBody>
      </p:sp>
      <p:sp>
        <p:nvSpPr>
          <p:cNvPr id="167" name="act_3_1">
            <a:extLst>
              <a:ext uri="{FF2B5EF4-FFF2-40B4-BE49-F238E27FC236}">
                <a16:creationId xmlns:a16="http://schemas.microsoft.com/office/drawing/2014/main" id="{0C169EE2-608D-438F-A22A-9960C54C8A9D}"/>
              </a:ext>
            </a:extLst>
          </p:cNvPr>
          <p:cNvSpPr>
            <a:spLocks noGrp="1"/>
          </p:cNvSpPr>
          <p:nvPr/>
        </p:nvSpPr>
        <p:spPr>
          <a:xfrm>
            <a:off x="8124825" y="3467100"/>
            <a:ext cx="647700" cy="495300"/>
          </a:xfrm>
          <a:prstGeom prst="rect">
            <a:avLst/>
          </a:prstGeom>
          <a:noFill/>
          <a:ln w="0">
            <a:noFill/>
          </a:ln>
        </p:spPr>
        <p:txBody>
          <a:bodyPr wrap="none" lIns="0" tIns="0" rIns="0" bIns="0" anchor="ctr">
            <a:noAutofit/>
          </a:bodyPr>
          <a:lstStyle/>
          <a:p>
            <a:pPr algn="ctr">
              <a:defRPr sz="2850" b="1">
                <a:solidFill>
                  <a:srgbClr val="155ACB"/>
                </a:solidFill>
                <a:latin typeface="Arial"/>
                <a:ea typeface="Arial"/>
                <a:cs typeface="Arial"/>
              </a:defRPr>
            </a:pPr>
            <a:r>
              <a:rPr sz="2850" b="1">
                <a:solidFill>
                  <a:srgbClr val="155ACB"/>
                </a:solidFill>
                <a:latin typeface="Arial"/>
                <a:ea typeface="Arial"/>
                <a:cs typeface="Arial"/>
              </a:rPr>
              <a:t>−1</a:t>
            </a:r>
          </a:p>
        </p:txBody>
      </p:sp>
      <p:sp>
        <p:nvSpPr>
          <p:cNvPr id="168" name="act_3_2">
            <a:extLst>
              <a:ext uri="{FF2B5EF4-FFF2-40B4-BE49-F238E27FC236}">
                <a16:creationId xmlns:a16="http://schemas.microsoft.com/office/drawing/2014/main" id="{82C38A38-3738-4566-8FD7-BE25978B9F7B}"/>
              </a:ext>
            </a:extLst>
          </p:cNvPr>
          <p:cNvSpPr>
            <a:spLocks noGrp="1"/>
          </p:cNvSpPr>
          <p:nvPr/>
        </p:nvSpPr>
        <p:spPr>
          <a:xfrm>
            <a:off x="8124825" y="48006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2</a:t>
            </a:r>
          </a:p>
        </p:txBody>
      </p:sp>
      <p:sp>
        <p:nvSpPr>
          <p:cNvPr id="169" name="prob_0">
            <a:extLst>
              <a:ext uri="{FF2B5EF4-FFF2-40B4-BE49-F238E27FC236}">
                <a16:creationId xmlns:a16="http://schemas.microsoft.com/office/drawing/2014/main" id="{00D4CE05-BCB2-442C-B2FD-419399AA607A}"/>
              </a:ext>
            </a:extLst>
          </p:cNvPr>
          <p:cNvSpPr>
            <a:spLocks noGrp="1"/>
          </p:cNvSpPr>
          <p:nvPr/>
        </p:nvSpPr>
        <p:spPr>
          <a:xfrm>
            <a:off x="10734675" y="150495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0.05</a:t>
            </a:r>
          </a:p>
        </p:txBody>
      </p:sp>
      <p:sp>
        <p:nvSpPr>
          <p:cNvPr id="170" name="prob_1">
            <a:extLst>
              <a:ext uri="{FF2B5EF4-FFF2-40B4-BE49-F238E27FC236}">
                <a16:creationId xmlns:a16="http://schemas.microsoft.com/office/drawing/2014/main" id="{893D0FB0-5B0C-451A-9030-BAE79BDF6462}"/>
              </a:ext>
            </a:extLst>
          </p:cNvPr>
          <p:cNvSpPr>
            <a:spLocks noGrp="1"/>
          </p:cNvSpPr>
          <p:nvPr/>
        </p:nvSpPr>
        <p:spPr>
          <a:xfrm>
            <a:off x="10734675" y="2181225"/>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0.10</a:t>
            </a:r>
          </a:p>
        </p:txBody>
      </p:sp>
      <p:sp>
        <p:nvSpPr>
          <p:cNvPr id="171" name="prob_2">
            <a:extLst>
              <a:ext uri="{FF2B5EF4-FFF2-40B4-BE49-F238E27FC236}">
                <a16:creationId xmlns:a16="http://schemas.microsoft.com/office/drawing/2014/main" id="{F6849A11-D061-4DA6-9563-AAEA33D747D3}"/>
              </a:ext>
            </a:extLst>
          </p:cNvPr>
          <p:cNvSpPr>
            <a:spLocks noGrp="1"/>
          </p:cNvSpPr>
          <p:nvPr/>
        </p:nvSpPr>
        <p:spPr>
          <a:xfrm>
            <a:off x="10734675" y="285750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0.20</a:t>
            </a:r>
          </a:p>
        </p:txBody>
      </p:sp>
      <p:sp>
        <p:nvSpPr>
          <p:cNvPr id="172" name="prob_3">
            <a:extLst>
              <a:ext uri="{FF2B5EF4-FFF2-40B4-BE49-F238E27FC236}">
                <a16:creationId xmlns:a16="http://schemas.microsoft.com/office/drawing/2014/main" id="{A78BA4B5-67EA-46B8-8B26-F908A64D24ED}"/>
              </a:ext>
            </a:extLst>
          </p:cNvPr>
          <p:cNvSpPr>
            <a:spLocks noGrp="1"/>
          </p:cNvSpPr>
          <p:nvPr/>
        </p:nvSpPr>
        <p:spPr>
          <a:xfrm>
            <a:off x="10734675" y="3533775"/>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0.30</a:t>
            </a:r>
          </a:p>
        </p:txBody>
      </p:sp>
      <p:sp>
        <p:nvSpPr>
          <p:cNvPr id="173" name="prob_4">
            <a:extLst>
              <a:ext uri="{FF2B5EF4-FFF2-40B4-BE49-F238E27FC236}">
                <a16:creationId xmlns:a16="http://schemas.microsoft.com/office/drawing/2014/main" id="{1ACDE979-B319-42D7-BF00-9151A34EF619}"/>
              </a:ext>
            </a:extLst>
          </p:cNvPr>
          <p:cNvSpPr>
            <a:spLocks noGrp="1"/>
          </p:cNvSpPr>
          <p:nvPr/>
        </p:nvSpPr>
        <p:spPr>
          <a:xfrm>
            <a:off x="10734675" y="421005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0.15</a:t>
            </a:r>
          </a:p>
        </p:txBody>
      </p:sp>
      <p:sp>
        <p:nvSpPr>
          <p:cNvPr id="174" name="prob_5">
            <a:extLst>
              <a:ext uri="{FF2B5EF4-FFF2-40B4-BE49-F238E27FC236}">
                <a16:creationId xmlns:a16="http://schemas.microsoft.com/office/drawing/2014/main" id="{56D40E45-138F-4C10-956F-6B3B6AE79A34}"/>
              </a:ext>
            </a:extLst>
          </p:cNvPr>
          <p:cNvSpPr>
            <a:spLocks noGrp="1"/>
          </p:cNvSpPr>
          <p:nvPr/>
        </p:nvSpPr>
        <p:spPr>
          <a:xfrm>
            <a:off x="10734675" y="4886325"/>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0.12</a:t>
            </a:r>
          </a:p>
        </p:txBody>
      </p:sp>
      <p:sp>
        <p:nvSpPr>
          <p:cNvPr id="175" name="prob_6">
            <a:extLst>
              <a:ext uri="{FF2B5EF4-FFF2-40B4-BE49-F238E27FC236}">
                <a16:creationId xmlns:a16="http://schemas.microsoft.com/office/drawing/2014/main" id="{A3131932-3F76-42C4-8557-B46B779ECDFF}"/>
              </a:ext>
            </a:extLst>
          </p:cNvPr>
          <p:cNvSpPr>
            <a:spLocks noGrp="1"/>
          </p:cNvSpPr>
          <p:nvPr/>
        </p:nvSpPr>
        <p:spPr>
          <a:xfrm>
            <a:off x="10734675" y="556260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0.08</a:t>
            </a:r>
          </a:p>
        </p:txBody>
      </p:sp>
      <p:sp>
        <p:nvSpPr>
          <p:cNvPr id="176" name="linear_label">
            <a:extLst>
              <a:ext uri="{FF2B5EF4-FFF2-40B4-BE49-F238E27FC236}">
                <a16:creationId xmlns:a16="http://schemas.microsoft.com/office/drawing/2014/main" id="{2268B4A3-464C-434B-B037-C716FDFC0063}"/>
              </a:ext>
            </a:extLst>
          </p:cNvPr>
          <p:cNvSpPr>
            <a:spLocks noGrp="1"/>
          </p:cNvSpPr>
          <p:nvPr/>
        </p:nvSpPr>
        <p:spPr>
          <a:xfrm>
            <a:off x="3857625" y="6219825"/>
            <a:ext cx="4619625" cy="352425"/>
          </a:xfrm>
          <a:prstGeom prst="rect">
            <a:avLst/>
          </a:prstGeom>
          <a:noFill/>
          <a:ln w="0">
            <a:noFill/>
          </a:ln>
        </p:spPr>
        <p:txBody>
          <a:bodyPr wrap="none" lIns="0" tIns="0" rIns="0" bIns="0" anchor="ctr">
            <a:noAutofit/>
          </a:bodyPr>
          <a:lstStyle/>
          <a:p>
            <a:pPr algn="ctr">
              <a:defRPr sz="1875" b="0">
                <a:solidFill>
                  <a:srgbClr val="6C7786"/>
                </a:solidFill>
                <a:latin typeface="Arial"/>
                <a:ea typeface="Arial"/>
                <a:cs typeface="Arial"/>
              </a:defRPr>
            </a:pPr>
            <a:r>
              <a:rPr sz="1875" b="0">
                <a:solidFill>
                  <a:srgbClr val="6C7786"/>
                </a:solidFill>
                <a:latin typeface="Arial"/>
                <a:ea typeface="Arial"/>
                <a:cs typeface="Arial"/>
              </a:rPr>
              <a:t>Linear hidden activations</a:t>
            </a:r>
          </a:p>
        </p:txBody>
      </p:sp>
      <p:sp>
        <p:nvSpPr>
          <p:cNvPr id="177" name="softmax_label">
            <a:extLst>
              <a:ext uri="{FF2B5EF4-FFF2-40B4-BE49-F238E27FC236}">
                <a16:creationId xmlns:a16="http://schemas.microsoft.com/office/drawing/2014/main" id="{5819CE16-3AA0-4BAF-9338-10C19C6D7C64}"/>
              </a:ext>
            </a:extLst>
          </p:cNvPr>
          <p:cNvSpPr>
            <a:spLocks noGrp="1"/>
          </p:cNvSpPr>
          <p:nvPr/>
        </p:nvSpPr>
        <p:spPr>
          <a:xfrm>
            <a:off x="6191250" y="6229350"/>
            <a:ext cx="5715000" cy="361950"/>
          </a:xfrm>
          <a:prstGeom prst="rect">
            <a:avLst/>
          </a:prstGeom>
          <a:noFill/>
          <a:ln w="0">
            <a:noFill/>
          </a:ln>
        </p:spPr>
        <p:txBody>
          <a:bodyPr wrap="none" lIns="0" tIns="0" rIns="0" bIns="0" anchor="ctr">
            <a:noAutofit/>
          </a:bodyPr>
          <a:lstStyle/>
          <a:p>
            <a:pPr algn="ctr">
              <a:defRPr sz="1875" b="0">
                <a:solidFill>
                  <a:srgbClr val="111827"/>
                </a:solidFill>
                <a:latin typeface="Arial"/>
                <a:ea typeface="Arial"/>
                <a:cs typeface="Arial"/>
              </a:defRPr>
            </a:pPr>
            <a:r>
              <a:rPr sz="1875" b="0">
                <a:solidFill>
                  <a:srgbClr val="111827"/>
                </a:solidFill>
                <a:latin typeface="Arial"/>
                <a:ea typeface="Arial"/>
                <a:cs typeface="Arial"/>
              </a:rPr>
              <a:t>Softmax output: probabilities sum to 1.00</a:t>
            </a:r>
          </a:p>
        </p:txBody>
      </p:sp>
      <p:sp>
        <p:nvSpPr>
          <p:cNvPr id="178" name="packet_0_0_0">
            <a:extLst>
              <a:ext uri="{FF2B5EF4-FFF2-40B4-BE49-F238E27FC236}">
                <a16:creationId xmlns:a16="http://schemas.microsoft.com/office/drawing/2014/main" id="{11E95F09-FA84-473D-8448-EF15E4446B2E}"/>
              </a:ext>
            </a:extLst>
          </p:cNvPr>
          <p:cNvSpPr>
            <a:spLocks noGrp="1"/>
          </p:cNvSpPr>
          <p:nvPr/>
        </p:nvSpPr>
        <p:spPr>
          <a:xfrm>
            <a:off x="981075" y="2009775"/>
            <a:ext cx="133350" cy="133350"/>
          </a:xfrm>
          <a:prstGeom prst="ellipse">
            <a:avLst/>
          </a:prstGeom>
          <a:solidFill>
            <a:srgbClr val="F4A000"/>
          </a:solidFill>
          <a:ln w="9525">
            <a:solidFill>
              <a:srgbClr val="FFFFFF"/>
            </a:solidFill>
          </a:ln>
        </p:spPr>
        <p:txBody>
          <a:bodyPr/>
          <a:lstStyle/>
          <a:p>
            <a:endParaRPr lang="en-US"/>
          </a:p>
        </p:txBody>
      </p:sp>
      <p:sp>
        <p:nvSpPr>
          <p:cNvPr id="179" name="packet_0_0_1">
            <a:extLst>
              <a:ext uri="{FF2B5EF4-FFF2-40B4-BE49-F238E27FC236}">
                <a16:creationId xmlns:a16="http://schemas.microsoft.com/office/drawing/2014/main" id="{73C2C280-0A62-475B-B78A-FE09E9B6A0A7}"/>
              </a:ext>
            </a:extLst>
          </p:cNvPr>
          <p:cNvSpPr>
            <a:spLocks noGrp="1"/>
          </p:cNvSpPr>
          <p:nvPr/>
        </p:nvSpPr>
        <p:spPr>
          <a:xfrm>
            <a:off x="981075" y="2009775"/>
            <a:ext cx="133350" cy="133350"/>
          </a:xfrm>
          <a:prstGeom prst="ellipse">
            <a:avLst/>
          </a:prstGeom>
          <a:solidFill>
            <a:srgbClr val="F4A000"/>
          </a:solidFill>
          <a:ln w="9525">
            <a:solidFill>
              <a:srgbClr val="FFFFFF"/>
            </a:solidFill>
          </a:ln>
        </p:spPr>
        <p:txBody>
          <a:bodyPr/>
          <a:lstStyle/>
          <a:p>
            <a:endParaRPr lang="en-US"/>
          </a:p>
        </p:txBody>
      </p:sp>
      <p:sp>
        <p:nvSpPr>
          <p:cNvPr id="180" name="packet_0_0_2">
            <a:extLst>
              <a:ext uri="{FF2B5EF4-FFF2-40B4-BE49-F238E27FC236}">
                <a16:creationId xmlns:a16="http://schemas.microsoft.com/office/drawing/2014/main" id="{C0917C88-7D95-45D7-A40A-E4575FA70F65}"/>
              </a:ext>
            </a:extLst>
          </p:cNvPr>
          <p:cNvSpPr>
            <a:spLocks noGrp="1"/>
          </p:cNvSpPr>
          <p:nvPr/>
        </p:nvSpPr>
        <p:spPr>
          <a:xfrm>
            <a:off x="981075" y="2009775"/>
            <a:ext cx="133350" cy="133350"/>
          </a:xfrm>
          <a:prstGeom prst="ellipse">
            <a:avLst/>
          </a:prstGeom>
          <a:solidFill>
            <a:srgbClr val="F4A000"/>
          </a:solidFill>
          <a:ln w="9525">
            <a:solidFill>
              <a:srgbClr val="FFFFFF"/>
            </a:solidFill>
          </a:ln>
        </p:spPr>
        <p:txBody>
          <a:bodyPr/>
          <a:lstStyle/>
          <a:p>
            <a:endParaRPr lang="en-US"/>
          </a:p>
        </p:txBody>
      </p:sp>
      <p:sp>
        <p:nvSpPr>
          <p:cNvPr id="181" name="packet_0_1_0">
            <a:extLst>
              <a:ext uri="{FF2B5EF4-FFF2-40B4-BE49-F238E27FC236}">
                <a16:creationId xmlns:a16="http://schemas.microsoft.com/office/drawing/2014/main" id="{0E405AD9-010C-4E8C-99BE-6F19AE52B355}"/>
              </a:ext>
            </a:extLst>
          </p:cNvPr>
          <p:cNvSpPr>
            <a:spLocks noGrp="1"/>
          </p:cNvSpPr>
          <p:nvPr/>
        </p:nvSpPr>
        <p:spPr>
          <a:xfrm>
            <a:off x="981075" y="2828925"/>
            <a:ext cx="133350" cy="133350"/>
          </a:xfrm>
          <a:prstGeom prst="ellipse">
            <a:avLst/>
          </a:prstGeom>
          <a:solidFill>
            <a:srgbClr val="F4A000"/>
          </a:solidFill>
          <a:ln w="9525">
            <a:solidFill>
              <a:srgbClr val="FFFFFF"/>
            </a:solidFill>
          </a:ln>
        </p:spPr>
        <p:txBody>
          <a:bodyPr/>
          <a:lstStyle/>
          <a:p>
            <a:endParaRPr lang="en-US"/>
          </a:p>
        </p:txBody>
      </p:sp>
      <p:sp>
        <p:nvSpPr>
          <p:cNvPr id="182" name="packet_0_1_1">
            <a:extLst>
              <a:ext uri="{FF2B5EF4-FFF2-40B4-BE49-F238E27FC236}">
                <a16:creationId xmlns:a16="http://schemas.microsoft.com/office/drawing/2014/main" id="{2E973A17-9B2A-4A73-9C53-8CCC93A12B99}"/>
              </a:ext>
            </a:extLst>
          </p:cNvPr>
          <p:cNvSpPr>
            <a:spLocks noGrp="1"/>
          </p:cNvSpPr>
          <p:nvPr/>
        </p:nvSpPr>
        <p:spPr>
          <a:xfrm>
            <a:off x="981075" y="2828925"/>
            <a:ext cx="133350" cy="133350"/>
          </a:xfrm>
          <a:prstGeom prst="ellipse">
            <a:avLst/>
          </a:prstGeom>
          <a:solidFill>
            <a:srgbClr val="F4A000"/>
          </a:solidFill>
          <a:ln w="9525">
            <a:solidFill>
              <a:srgbClr val="FFFFFF"/>
            </a:solidFill>
          </a:ln>
        </p:spPr>
        <p:txBody>
          <a:bodyPr/>
          <a:lstStyle/>
          <a:p>
            <a:endParaRPr lang="en-US"/>
          </a:p>
        </p:txBody>
      </p:sp>
      <p:sp>
        <p:nvSpPr>
          <p:cNvPr id="183" name="packet_0_1_2">
            <a:extLst>
              <a:ext uri="{FF2B5EF4-FFF2-40B4-BE49-F238E27FC236}">
                <a16:creationId xmlns:a16="http://schemas.microsoft.com/office/drawing/2014/main" id="{5DE0B379-6AF7-472A-A75A-64479446AE1A}"/>
              </a:ext>
            </a:extLst>
          </p:cNvPr>
          <p:cNvSpPr>
            <a:spLocks noGrp="1"/>
          </p:cNvSpPr>
          <p:nvPr/>
        </p:nvSpPr>
        <p:spPr>
          <a:xfrm>
            <a:off x="981075" y="2828925"/>
            <a:ext cx="133350" cy="133350"/>
          </a:xfrm>
          <a:prstGeom prst="ellipse">
            <a:avLst/>
          </a:prstGeom>
          <a:solidFill>
            <a:srgbClr val="F4A000"/>
          </a:solidFill>
          <a:ln w="9525">
            <a:solidFill>
              <a:srgbClr val="FFFFFF"/>
            </a:solidFill>
          </a:ln>
        </p:spPr>
        <p:txBody>
          <a:bodyPr/>
          <a:lstStyle/>
          <a:p>
            <a:endParaRPr lang="en-US"/>
          </a:p>
        </p:txBody>
      </p:sp>
      <p:sp>
        <p:nvSpPr>
          <p:cNvPr id="184" name="packet_0_2_0">
            <a:extLst>
              <a:ext uri="{FF2B5EF4-FFF2-40B4-BE49-F238E27FC236}">
                <a16:creationId xmlns:a16="http://schemas.microsoft.com/office/drawing/2014/main" id="{EAF100D4-3777-4D01-99CC-90727A1978F5}"/>
              </a:ext>
            </a:extLst>
          </p:cNvPr>
          <p:cNvSpPr>
            <a:spLocks noGrp="1"/>
          </p:cNvSpPr>
          <p:nvPr/>
        </p:nvSpPr>
        <p:spPr>
          <a:xfrm>
            <a:off x="981075" y="3648075"/>
            <a:ext cx="133350" cy="133350"/>
          </a:xfrm>
          <a:prstGeom prst="ellipse">
            <a:avLst/>
          </a:prstGeom>
          <a:solidFill>
            <a:srgbClr val="F4A000"/>
          </a:solidFill>
          <a:ln w="9525">
            <a:solidFill>
              <a:srgbClr val="FFFFFF"/>
            </a:solidFill>
          </a:ln>
        </p:spPr>
        <p:txBody>
          <a:bodyPr/>
          <a:lstStyle/>
          <a:p>
            <a:endParaRPr lang="en-US"/>
          </a:p>
        </p:txBody>
      </p:sp>
      <p:sp>
        <p:nvSpPr>
          <p:cNvPr id="185" name="packet_0_2_1">
            <a:extLst>
              <a:ext uri="{FF2B5EF4-FFF2-40B4-BE49-F238E27FC236}">
                <a16:creationId xmlns:a16="http://schemas.microsoft.com/office/drawing/2014/main" id="{591ACC71-1204-4D08-986D-C7C336D547E1}"/>
              </a:ext>
            </a:extLst>
          </p:cNvPr>
          <p:cNvSpPr>
            <a:spLocks noGrp="1"/>
          </p:cNvSpPr>
          <p:nvPr/>
        </p:nvSpPr>
        <p:spPr>
          <a:xfrm>
            <a:off x="981075" y="3648075"/>
            <a:ext cx="133350" cy="133350"/>
          </a:xfrm>
          <a:prstGeom prst="ellipse">
            <a:avLst/>
          </a:prstGeom>
          <a:solidFill>
            <a:srgbClr val="F4A000"/>
          </a:solidFill>
          <a:ln w="9525">
            <a:solidFill>
              <a:srgbClr val="FFFFFF"/>
            </a:solidFill>
          </a:ln>
        </p:spPr>
        <p:txBody>
          <a:bodyPr/>
          <a:lstStyle/>
          <a:p>
            <a:endParaRPr lang="en-US"/>
          </a:p>
        </p:txBody>
      </p:sp>
      <p:sp>
        <p:nvSpPr>
          <p:cNvPr id="186" name="packet_0_2_2">
            <a:extLst>
              <a:ext uri="{FF2B5EF4-FFF2-40B4-BE49-F238E27FC236}">
                <a16:creationId xmlns:a16="http://schemas.microsoft.com/office/drawing/2014/main" id="{5007801D-C811-4FA5-B927-4A0E1DA63B1D}"/>
              </a:ext>
            </a:extLst>
          </p:cNvPr>
          <p:cNvSpPr>
            <a:spLocks noGrp="1"/>
          </p:cNvSpPr>
          <p:nvPr/>
        </p:nvSpPr>
        <p:spPr>
          <a:xfrm>
            <a:off x="981075" y="3648075"/>
            <a:ext cx="133350" cy="133350"/>
          </a:xfrm>
          <a:prstGeom prst="ellipse">
            <a:avLst/>
          </a:prstGeom>
          <a:solidFill>
            <a:srgbClr val="F4A000"/>
          </a:solidFill>
          <a:ln w="9525">
            <a:solidFill>
              <a:srgbClr val="FFFFFF"/>
            </a:solidFill>
          </a:ln>
        </p:spPr>
        <p:txBody>
          <a:bodyPr/>
          <a:lstStyle/>
          <a:p>
            <a:endParaRPr lang="en-US"/>
          </a:p>
        </p:txBody>
      </p:sp>
      <p:sp>
        <p:nvSpPr>
          <p:cNvPr id="187" name="packet_0_3_0">
            <a:extLst>
              <a:ext uri="{FF2B5EF4-FFF2-40B4-BE49-F238E27FC236}">
                <a16:creationId xmlns:a16="http://schemas.microsoft.com/office/drawing/2014/main" id="{CE888096-B6C7-4250-B284-FDC289EEE7F1}"/>
              </a:ext>
            </a:extLst>
          </p:cNvPr>
          <p:cNvSpPr>
            <a:spLocks noGrp="1"/>
          </p:cNvSpPr>
          <p:nvPr/>
        </p:nvSpPr>
        <p:spPr>
          <a:xfrm>
            <a:off x="981075" y="4467225"/>
            <a:ext cx="133350" cy="133350"/>
          </a:xfrm>
          <a:prstGeom prst="ellipse">
            <a:avLst/>
          </a:prstGeom>
          <a:solidFill>
            <a:srgbClr val="F4A000"/>
          </a:solidFill>
          <a:ln w="9525">
            <a:solidFill>
              <a:srgbClr val="FFFFFF"/>
            </a:solidFill>
          </a:ln>
        </p:spPr>
        <p:txBody>
          <a:bodyPr/>
          <a:lstStyle/>
          <a:p>
            <a:endParaRPr lang="en-US"/>
          </a:p>
        </p:txBody>
      </p:sp>
      <p:sp>
        <p:nvSpPr>
          <p:cNvPr id="188" name="packet_0_3_1">
            <a:extLst>
              <a:ext uri="{FF2B5EF4-FFF2-40B4-BE49-F238E27FC236}">
                <a16:creationId xmlns:a16="http://schemas.microsoft.com/office/drawing/2014/main" id="{BCADBE64-6658-4E35-A4FE-AEE94A083CB1}"/>
              </a:ext>
            </a:extLst>
          </p:cNvPr>
          <p:cNvSpPr>
            <a:spLocks noGrp="1"/>
          </p:cNvSpPr>
          <p:nvPr/>
        </p:nvSpPr>
        <p:spPr>
          <a:xfrm>
            <a:off x="981075" y="4467225"/>
            <a:ext cx="133350" cy="133350"/>
          </a:xfrm>
          <a:prstGeom prst="ellipse">
            <a:avLst/>
          </a:prstGeom>
          <a:solidFill>
            <a:srgbClr val="F4A000"/>
          </a:solidFill>
          <a:ln w="9525">
            <a:solidFill>
              <a:srgbClr val="FFFFFF"/>
            </a:solidFill>
          </a:ln>
        </p:spPr>
        <p:txBody>
          <a:bodyPr/>
          <a:lstStyle/>
          <a:p>
            <a:endParaRPr lang="en-US"/>
          </a:p>
        </p:txBody>
      </p:sp>
      <p:sp>
        <p:nvSpPr>
          <p:cNvPr id="189" name="packet_0_3_2">
            <a:extLst>
              <a:ext uri="{FF2B5EF4-FFF2-40B4-BE49-F238E27FC236}">
                <a16:creationId xmlns:a16="http://schemas.microsoft.com/office/drawing/2014/main" id="{C592B745-FB6F-496C-BC61-7A285EEBBE60}"/>
              </a:ext>
            </a:extLst>
          </p:cNvPr>
          <p:cNvSpPr>
            <a:spLocks noGrp="1"/>
          </p:cNvSpPr>
          <p:nvPr/>
        </p:nvSpPr>
        <p:spPr>
          <a:xfrm>
            <a:off x="981075" y="4467225"/>
            <a:ext cx="133350" cy="133350"/>
          </a:xfrm>
          <a:prstGeom prst="ellipse">
            <a:avLst/>
          </a:prstGeom>
          <a:solidFill>
            <a:srgbClr val="F4A000"/>
          </a:solidFill>
          <a:ln w="9525">
            <a:solidFill>
              <a:srgbClr val="FFFFFF"/>
            </a:solidFill>
          </a:ln>
        </p:spPr>
        <p:txBody>
          <a:bodyPr/>
          <a:lstStyle/>
          <a:p>
            <a:endParaRPr lang="en-US"/>
          </a:p>
        </p:txBody>
      </p:sp>
      <p:sp>
        <p:nvSpPr>
          <p:cNvPr id="190" name="packet_0_4_0">
            <a:extLst>
              <a:ext uri="{FF2B5EF4-FFF2-40B4-BE49-F238E27FC236}">
                <a16:creationId xmlns:a16="http://schemas.microsoft.com/office/drawing/2014/main" id="{D916837E-798E-4D3B-B69A-F8C0BB94E766}"/>
              </a:ext>
            </a:extLst>
          </p:cNvPr>
          <p:cNvSpPr>
            <a:spLocks noGrp="1"/>
          </p:cNvSpPr>
          <p:nvPr/>
        </p:nvSpPr>
        <p:spPr>
          <a:xfrm>
            <a:off x="981075" y="5286375"/>
            <a:ext cx="133350" cy="133350"/>
          </a:xfrm>
          <a:prstGeom prst="ellipse">
            <a:avLst/>
          </a:prstGeom>
          <a:solidFill>
            <a:srgbClr val="F4A000"/>
          </a:solidFill>
          <a:ln w="9525">
            <a:solidFill>
              <a:srgbClr val="FFFFFF"/>
            </a:solidFill>
          </a:ln>
        </p:spPr>
        <p:txBody>
          <a:bodyPr/>
          <a:lstStyle/>
          <a:p>
            <a:endParaRPr lang="en-US"/>
          </a:p>
        </p:txBody>
      </p:sp>
      <p:sp>
        <p:nvSpPr>
          <p:cNvPr id="191" name="packet_0_4_1">
            <a:extLst>
              <a:ext uri="{FF2B5EF4-FFF2-40B4-BE49-F238E27FC236}">
                <a16:creationId xmlns:a16="http://schemas.microsoft.com/office/drawing/2014/main" id="{82FB2135-9EE7-4BB6-8069-646C14E8FD08}"/>
              </a:ext>
            </a:extLst>
          </p:cNvPr>
          <p:cNvSpPr>
            <a:spLocks noGrp="1"/>
          </p:cNvSpPr>
          <p:nvPr/>
        </p:nvSpPr>
        <p:spPr>
          <a:xfrm>
            <a:off x="981075" y="5286375"/>
            <a:ext cx="133350" cy="133350"/>
          </a:xfrm>
          <a:prstGeom prst="ellipse">
            <a:avLst/>
          </a:prstGeom>
          <a:solidFill>
            <a:srgbClr val="F4A000"/>
          </a:solidFill>
          <a:ln w="9525">
            <a:solidFill>
              <a:srgbClr val="FFFFFF"/>
            </a:solidFill>
          </a:ln>
        </p:spPr>
        <p:txBody>
          <a:bodyPr/>
          <a:lstStyle/>
          <a:p>
            <a:endParaRPr lang="en-US"/>
          </a:p>
        </p:txBody>
      </p:sp>
      <p:sp>
        <p:nvSpPr>
          <p:cNvPr id="192" name="packet_0_4_2">
            <a:extLst>
              <a:ext uri="{FF2B5EF4-FFF2-40B4-BE49-F238E27FC236}">
                <a16:creationId xmlns:a16="http://schemas.microsoft.com/office/drawing/2014/main" id="{0470418C-26FF-4380-A547-B0EA4019E911}"/>
              </a:ext>
            </a:extLst>
          </p:cNvPr>
          <p:cNvSpPr>
            <a:spLocks noGrp="1"/>
          </p:cNvSpPr>
          <p:nvPr/>
        </p:nvSpPr>
        <p:spPr>
          <a:xfrm>
            <a:off x="981075" y="5286375"/>
            <a:ext cx="133350" cy="133350"/>
          </a:xfrm>
          <a:prstGeom prst="ellipse">
            <a:avLst/>
          </a:prstGeom>
          <a:solidFill>
            <a:srgbClr val="F4A000"/>
          </a:solidFill>
          <a:ln w="9525">
            <a:solidFill>
              <a:srgbClr val="FFFFFF"/>
            </a:solidFill>
          </a:ln>
        </p:spPr>
        <p:txBody>
          <a:bodyPr/>
          <a:lstStyle/>
          <a:p>
            <a:endParaRPr lang="en-US"/>
          </a:p>
        </p:txBody>
      </p:sp>
      <p:sp>
        <p:nvSpPr>
          <p:cNvPr id="193" name="packet_1_0_0">
            <a:extLst>
              <a:ext uri="{FF2B5EF4-FFF2-40B4-BE49-F238E27FC236}">
                <a16:creationId xmlns:a16="http://schemas.microsoft.com/office/drawing/2014/main" id="{B3FB2C98-8849-454E-88EE-3A4438A10450}"/>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4" name="packet_1_0_1">
            <a:extLst>
              <a:ext uri="{FF2B5EF4-FFF2-40B4-BE49-F238E27FC236}">
                <a16:creationId xmlns:a16="http://schemas.microsoft.com/office/drawing/2014/main" id="{414162EF-5AC8-427D-A11D-1ADC0638BC02}"/>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5" name="packet_1_0_2">
            <a:extLst>
              <a:ext uri="{FF2B5EF4-FFF2-40B4-BE49-F238E27FC236}">
                <a16:creationId xmlns:a16="http://schemas.microsoft.com/office/drawing/2014/main" id="{F6FAC2CB-4A29-4C09-8A41-849BB633A129}"/>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6" name="packet_1_0_3">
            <a:extLst>
              <a:ext uri="{FF2B5EF4-FFF2-40B4-BE49-F238E27FC236}">
                <a16:creationId xmlns:a16="http://schemas.microsoft.com/office/drawing/2014/main" id="{B022D27F-F082-4AFD-8C9D-BD965547E7B6}"/>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7" name="packet_1_1_0">
            <a:extLst>
              <a:ext uri="{FF2B5EF4-FFF2-40B4-BE49-F238E27FC236}">
                <a16:creationId xmlns:a16="http://schemas.microsoft.com/office/drawing/2014/main" id="{83EBCDD3-82F3-49D0-BBB5-3351CBFE3DED}"/>
              </a:ext>
            </a:extLst>
          </p:cNvPr>
          <p:cNvSpPr>
            <a:spLocks noGrp="1"/>
          </p:cNvSpPr>
          <p:nvPr/>
        </p:nvSpPr>
        <p:spPr>
          <a:xfrm>
            <a:off x="3476625" y="3648075"/>
            <a:ext cx="133350" cy="133350"/>
          </a:xfrm>
          <a:prstGeom prst="ellipse">
            <a:avLst/>
          </a:prstGeom>
          <a:solidFill>
            <a:srgbClr val="F4A000"/>
          </a:solidFill>
          <a:ln w="9525">
            <a:solidFill>
              <a:srgbClr val="FFFFFF"/>
            </a:solidFill>
          </a:ln>
        </p:spPr>
        <p:txBody>
          <a:bodyPr/>
          <a:lstStyle/>
          <a:p>
            <a:endParaRPr lang="en-US"/>
          </a:p>
        </p:txBody>
      </p:sp>
      <p:sp>
        <p:nvSpPr>
          <p:cNvPr id="198" name="packet_1_1_1">
            <a:extLst>
              <a:ext uri="{FF2B5EF4-FFF2-40B4-BE49-F238E27FC236}">
                <a16:creationId xmlns:a16="http://schemas.microsoft.com/office/drawing/2014/main" id="{D3B9F3B2-0CB1-45B2-A71C-B7BBEF6338BD}"/>
              </a:ext>
            </a:extLst>
          </p:cNvPr>
          <p:cNvSpPr>
            <a:spLocks noGrp="1"/>
          </p:cNvSpPr>
          <p:nvPr/>
        </p:nvSpPr>
        <p:spPr>
          <a:xfrm>
            <a:off x="3476625" y="3648075"/>
            <a:ext cx="133350" cy="133350"/>
          </a:xfrm>
          <a:prstGeom prst="ellipse">
            <a:avLst/>
          </a:prstGeom>
          <a:solidFill>
            <a:srgbClr val="F4A000"/>
          </a:solidFill>
          <a:ln w="9525">
            <a:solidFill>
              <a:srgbClr val="FFFFFF"/>
            </a:solidFill>
          </a:ln>
        </p:spPr>
        <p:txBody>
          <a:bodyPr/>
          <a:lstStyle/>
          <a:p>
            <a:endParaRPr lang="en-US"/>
          </a:p>
        </p:txBody>
      </p:sp>
      <p:sp>
        <p:nvSpPr>
          <p:cNvPr id="199" name="packet_1_1_2">
            <a:extLst>
              <a:ext uri="{FF2B5EF4-FFF2-40B4-BE49-F238E27FC236}">
                <a16:creationId xmlns:a16="http://schemas.microsoft.com/office/drawing/2014/main" id="{E799225A-5B38-449E-8C8B-7E169C6B0B44}"/>
              </a:ext>
            </a:extLst>
          </p:cNvPr>
          <p:cNvSpPr>
            <a:spLocks noGrp="1"/>
          </p:cNvSpPr>
          <p:nvPr/>
        </p:nvSpPr>
        <p:spPr>
          <a:xfrm>
            <a:off x="3476625" y="3648075"/>
            <a:ext cx="133350" cy="133350"/>
          </a:xfrm>
          <a:prstGeom prst="ellipse">
            <a:avLst/>
          </a:prstGeom>
          <a:solidFill>
            <a:srgbClr val="F4A000"/>
          </a:solidFill>
          <a:ln w="9525">
            <a:solidFill>
              <a:srgbClr val="FFFFFF"/>
            </a:solidFill>
          </a:ln>
        </p:spPr>
        <p:txBody>
          <a:bodyPr/>
          <a:lstStyle/>
          <a:p>
            <a:endParaRPr lang="en-US"/>
          </a:p>
        </p:txBody>
      </p:sp>
      <p:sp>
        <p:nvSpPr>
          <p:cNvPr id="200" name="packet_1_1_3">
            <a:extLst>
              <a:ext uri="{FF2B5EF4-FFF2-40B4-BE49-F238E27FC236}">
                <a16:creationId xmlns:a16="http://schemas.microsoft.com/office/drawing/2014/main" id="{02501897-AFA2-4870-9925-FC02A6A452EC}"/>
              </a:ext>
            </a:extLst>
          </p:cNvPr>
          <p:cNvSpPr>
            <a:spLocks noGrp="1"/>
          </p:cNvSpPr>
          <p:nvPr/>
        </p:nvSpPr>
        <p:spPr>
          <a:xfrm>
            <a:off x="3476625" y="3648075"/>
            <a:ext cx="133350" cy="133350"/>
          </a:xfrm>
          <a:prstGeom prst="ellipse">
            <a:avLst/>
          </a:prstGeom>
          <a:solidFill>
            <a:srgbClr val="F4A000"/>
          </a:solidFill>
          <a:ln w="9525">
            <a:solidFill>
              <a:srgbClr val="FFFFFF"/>
            </a:solidFill>
          </a:ln>
        </p:spPr>
        <p:txBody>
          <a:bodyPr/>
          <a:lstStyle/>
          <a:p>
            <a:endParaRPr lang="en-US"/>
          </a:p>
        </p:txBody>
      </p:sp>
      <p:sp>
        <p:nvSpPr>
          <p:cNvPr id="201" name="packet_1_2_0">
            <a:extLst>
              <a:ext uri="{FF2B5EF4-FFF2-40B4-BE49-F238E27FC236}">
                <a16:creationId xmlns:a16="http://schemas.microsoft.com/office/drawing/2014/main" id="{3F3E3042-6214-4D9A-987D-D2EF79423899}"/>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2" name="packet_1_2_1">
            <a:extLst>
              <a:ext uri="{FF2B5EF4-FFF2-40B4-BE49-F238E27FC236}">
                <a16:creationId xmlns:a16="http://schemas.microsoft.com/office/drawing/2014/main" id="{B373619C-5658-4790-B0BA-CE663AF27EFB}"/>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3" name="packet_1_2_2">
            <a:extLst>
              <a:ext uri="{FF2B5EF4-FFF2-40B4-BE49-F238E27FC236}">
                <a16:creationId xmlns:a16="http://schemas.microsoft.com/office/drawing/2014/main" id="{148596F0-F1CE-422B-94DE-DA8376084BD5}"/>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4" name="packet_1_2_3">
            <a:extLst>
              <a:ext uri="{FF2B5EF4-FFF2-40B4-BE49-F238E27FC236}">
                <a16:creationId xmlns:a16="http://schemas.microsoft.com/office/drawing/2014/main" id="{0434050A-5C54-4AAD-A867-5AEEBC5CCD64}"/>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5" name="packet_2_0_0">
            <a:extLst>
              <a:ext uri="{FF2B5EF4-FFF2-40B4-BE49-F238E27FC236}">
                <a16:creationId xmlns:a16="http://schemas.microsoft.com/office/drawing/2014/main" id="{ADD7D97C-8F7E-407F-BBF0-8EB11FB8BC95}"/>
              </a:ext>
            </a:extLst>
          </p:cNvPr>
          <p:cNvSpPr>
            <a:spLocks noGrp="1"/>
          </p:cNvSpPr>
          <p:nvPr/>
        </p:nvSpPr>
        <p:spPr>
          <a:xfrm>
            <a:off x="5972175" y="2076450"/>
            <a:ext cx="133350" cy="133350"/>
          </a:xfrm>
          <a:prstGeom prst="ellipse">
            <a:avLst/>
          </a:prstGeom>
          <a:solidFill>
            <a:srgbClr val="F4A000"/>
          </a:solidFill>
          <a:ln w="9525">
            <a:solidFill>
              <a:srgbClr val="FFFFFF"/>
            </a:solidFill>
          </a:ln>
        </p:spPr>
        <p:txBody>
          <a:bodyPr/>
          <a:lstStyle/>
          <a:p>
            <a:endParaRPr lang="en-US"/>
          </a:p>
        </p:txBody>
      </p:sp>
      <p:sp>
        <p:nvSpPr>
          <p:cNvPr id="206" name="packet_2_0_1">
            <a:extLst>
              <a:ext uri="{FF2B5EF4-FFF2-40B4-BE49-F238E27FC236}">
                <a16:creationId xmlns:a16="http://schemas.microsoft.com/office/drawing/2014/main" id="{71290B89-3624-4956-B122-0BD12E03AD76}"/>
              </a:ext>
            </a:extLst>
          </p:cNvPr>
          <p:cNvSpPr>
            <a:spLocks noGrp="1"/>
          </p:cNvSpPr>
          <p:nvPr/>
        </p:nvSpPr>
        <p:spPr>
          <a:xfrm>
            <a:off x="5972175" y="2076450"/>
            <a:ext cx="133350" cy="133350"/>
          </a:xfrm>
          <a:prstGeom prst="ellipse">
            <a:avLst/>
          </a:prstGeom>
          <a:solidFill>
            <a:srgbClr val="F4A000"/>
          </a:solidFill>
          <a:ln w="9525">
            <a:solidFill>
              <a:srgbClr val="FFFFFF"/>
            </a:solidFill>
          </a:ln>
        </p:spPr>
        <p:txBody>
          <a:bodyPr/>
          <a:lstStyle/>
          <a:p>
            <a:endParaRPr lang="en-US"/>
          </a:p>
        </p:txBody>
      </p:sp>
      <p:sp>
        <p:nvSpPr>
          <p:cNvPr id="207" name="packet_2_0_2">
            <a:extLst>
              <a:ext uri="{FF2B5EF4-FFF2-40B4-BE49-F238E27FC236}">
                <a16:creationId xmlns:a16="http://schemas.microsoft.com/office/drawing/2014/main" id="{0406CB2F-0A1D-4C54-8F6D-7DDEAE5A0099}"/>
              </a:ext>
            </a:extLst>
          </p:cNvPr>
          <p:cNvSpPr>
            <a:spLocks noGrp="1"/>
          </p:cNvSpPr>
          <p:nvPr/>
        </p:nvSpPr>
        <p:spPr>
          <a:xfrm>
            <a:off x="5972175" y="2076450"/>
            <a:ext cx="133350" cy="133350"/>
          </a:xfrm>
          <a:prstGeom prst="ellipse">
            <a:avLst/>
          </a:prstGeom>
          <a:solidFill>
            <a:srgbClr val="F4A000"/>
          </a:solidFill>
          <a:ln w="9525">
            <a:solidFill>
              <a:srgbClr val="FFFFFF"/>
            </a:solidFill>
          </a:ln>
        </p:spPr>
        <p:txBody>
          <a:bodyPr/>
          <a:lstStyle/>
          <a:p>
            <a:endParaRPr lang="en-US"/>
          </a:p>
        </p:txBody>
      </p:sp>
      <p:sp>
        <p:nvSpPr>
          <p:cNvPr id="208" name="packet_2_1_0">
            <a:extLst>
              <a:ext uri="{FF2B5EF4-FFF2-40B4-BE49-F238E27FC236}">
                <a16:creationId xmlns:a16="http://schemas.microsoft.com/office/drawing/2014/main" id="{6416FC11-A41D-4B99-9C7A-45C78936009E}"/>
              </a:ext>
            </a:extLst>
          </p:cNvPr>
          <p:cNvSpPr>
            <a:spLocks noGrp="1"/>
          </p:cNvSpPr>
          <p:nvPr/>
        </p:nvSpPr>
        <p:spPr>
          <a:xfrm>
            <a:off x="5972175" y="3124200"/>
            <a:ext cx="133350" cy="133350"/>
          </a:xfrm>
          <a:prstGeom prst="ellipse">
            <a:avLst/>
          </a:prstGeom>
          <a:solidFill>
            <a:srgbClr val="F4A000"/>
          </a:solidFill>
          <a:ln w="9525">
            <a:solidFill>
              <a:srgbClr val="FFFFFF"/>
            </a:solidFill>
          </a:ln>
        </p:spPr>
        <p:txBody>
          <a:bodyPr/>
          <a:lstStyle/>
          <a:p>
            <a:endParaRPr lang="en-US"/>
          </a:p>
        </p:txBody>
      </p:sp>
      <p:sp>
        <p:nvSpPr>
          <p:cNvPr id="209" name="packet_2_1_1">
            <a:extLst>
              <a:ext uri="{FF2B5EF4-FFF2-40B4-BE49-F238E27FC236}">
                <a16:creationId xmlns:a16="http://schemas.microsoft.com/office/drawing/2014/main" id="{3E67E4F8-53A7-4294-BF75-5A31AF531743}"/>
              </a:ext>
            </a:extLst>
          </p:cNvPr>
          <p:cNvSpPr>
            <a:spLocks noGrp="1"/>
          </p:cNvSpPr>
          <p:nvPr/>
        </p:nvSpPr>
        <p:spPr>
          <a:xfrm>
            <a:off x="5972175" y="3124200"/>
            <a:ext cx="133350" cy="133350"/>
          </a:xfrm>
          <a:prstGeom prst="ellipse">
            <a:avLst/>
          </a:prstGeom>
          <a:solidFill>
            <a:srgbClr val="F4A000"/>
          </a:solidFill>
          <a:ln w="9525">
            <a:solidFill>
              <a:srgbClr val="FFFFFF"/>
            </a:solidFill>
          </a:ln>
        </p:spPr>
        <p:txBody>
          <a:bodyPr/>
          <a:lstStyle/>
          <a:p>
            <a:endParaRPr lang="en-US"/>
          </a:p>
        </p:txBody>
      </p:sp>
      <p:sp>
        <p:nvSpPr>
          <p:cNvPr id="210" name="packet_2_1_2">
            <a:extLst>
              <a:ext uri="{FF2B5EF4-FFF2-40B4-BE49-F238E27FC236}">
                <a16:creationId xmlns:a16="http://schemas.microsoft.com/office/drawing/2014/main" id="{07382F82-AC5C-48F4-9E2B-857ABCC22F79}"/>
              </a:ext>
            </a:extLst>
          </p:cNvPr>
          <p:cNvSpPr>
            <a:spLocks noGrp="1"/>
          </p:cNvSpPr>
          <p:nvPr/>
        </p:nvSpPr>
        <p:spPr>
          <a:xfrm>
            <a:off x="5972175" y="3124200"/>
            <a:ext cx="133350" cy="133350"/>
          </a:xfrm>
          <a:prstGeom prst="ellipse">
            <a:avLst/>
          </a:prstGeom>
          <a:solidFill>
            <a:srgbClr val="F4A000"/>
          </a:solidFill>
          <a:ln w="9525">
            <a:solidFill>
              <a:srgbClr val="FFFFFF"/>
            </a:solidFill>
          </a:ln>
        </p:spPr>
        <p:txBody>
          <a:bodyPr/>
          <a:lstStyle/>
          <a:p>
            <a:endParaRPr lang="en-US"/>
          </a:p>
        </p:txBody>
      </p:sp>
      <p:sp>
        <p:nvSpPr>
          <p:cNvPr id="211" name="packet_2_2_0">
            <a:extLst>
              <a:ext uri="{FF2B5EF4-FFF2-40B4-BE49-F238E27FC236}">
                <a16:creationId xmlns:a16="http://schemas.microsoft.com/office/drawing/2014/main" id="{79CDAE6B-7857-4081-852A-54B79CBFCFDF}"/>
              </a:ext>
            </a:extLst>
          </p:cNvPr>
          <p:cNvSpPr>
            <a:spLocks noGrp="1"/>
          </p:cNvSpPr>
          <p:nvPr/>
        </p:nvSpPr>
        <p:spPr>
          <a:xfrm>
            <a:off x="5972175" y="4171950"/>
            <a:ext cx="133350" cy="133350"/>
          </a:xfrm>
          <a:prstGeom prst="ellipse">
            <a:avLst/>
          </a:prstGeom>
          <a:solidFill>
            <a:srgbClr val="F4A000"/>
          </a:solidFill>
          <a:ln w="9525">
            <a:solidFill>
              <a:srgbClr val="FFFFFF"/>
            </a:solidFill>
          </a:ln>
        </p:spPr>
        <p:txBody>
          <a:bodyPr/>
          <a:lstStyle/>
          <a:p>
            <a:endParaRPr lang="en-US"/>
          </a:p>
        </p:txBody>
      </p:sp>
      <p:sp>
        <p:nvSpPr>
          <p:cNvPr id="212" name="packet_2_2_1">
            <a:extLst>
              <a:ext uri="{FF2B5EF4-FFF2-40B4-BE49-F238E27FC236}">
                <a16:creationId xmlns:a16="http://schemas.microsoft.com/office/drawing/2014/main" id="{A4A8559A-89AC-4485-A5BA-E16CC9239504}"/>
              </a:ext>
            </a:extLst>
          </p:cNvPr>
          <p:cNvSpPr>
            <a:spLocks noGrp="1"/>
          </p:cNvSpPr>
          <p:nvPr/>
        </p:nvSpPr>
        <p:spPr>
          <a:xfrm>
            <a:off x="5972175" y="4171950"/>
            <a:ext cx="133350" cy="133350"/>
          </a:xfrm>
          <a:prstGeom prst="ellipse">
            <a:avLst/>
          </a:prstGeom>
          <a:solidFill>
            <a:srgbClr val="F4A000"/>
          </a:solidFill>
          <a:ln w="9525">
            <a:solidFill>
              <a:srgbClr val="FFFFFF"/>
            </a:solidFill>
          </a:ln>
        </p:spPr>
        <p:txBody>
          <a:bodyPr/>
          <a:lstStyle/>
          <a:p>
            <a:endParaRPr lang="en-US"/>
          </a:p>
        </p:txBody>
      </p:sp>
      <p:sp>
        <p:nvSpPr>
          <p:cNvPr id="213" name="packet_2_2_2">
            <a:extLst>
              <a:ext uri="{FF2B5EF4-FFF2-40B4-BE49-F238E27FC236}">
                <a16:creationId xmlns:a16="http://schemas.microsoft.com/office/drawing/2014/main" id="{8D965559-63FC-4D1E-B6CC-08832BE79F9E}"/>
              </a:ext>
            </a:extLst>
          </p:cNvPr>
          <p:cNvSpPr>
            <a:spLocks noGrp="1"/>
          </p:cNvSpPr>
          <p:nvPr/>
        </p:nvSpPr>
        <p:spPr>
          <a:xfrm>
            <a:off x="5972175" y="4171950"/>
            <a:ext cx="133350" cy="133350"/>
          </a:xfrm>
          <a:prstGeom prst="ellipse">
            <a:avLst/>
          </a:prstGeom>
          <a:solidFill>
            <a:srgbClr val="F4A000"/>
          </a:solidFill>
          <a:ln w="9525">
            <a:solidFill>
              <a:srgbClr val="FFFFFF"/>
            </a:solidFill>
          </a:ln>
        </p:spPr>
        <p:txBody>
          <a:bodyPr/>
          <a:lstStyle/>
          <a:p>
            <a:endParaRPr lang="en-US"/>
          </a:p>
        </p:txBody>
      </p:sp>
      <p:sp>
        <p:nvSpPr>
          <p:cNvPr id="214" name="packet_2_3_0">
            <a:extLst>
              <a:ext uri="{FF2B5EF4-FFF2-40B4-BE49-F238E27FC236}">
                <a16:creationId xmlns:a16="http://schemas.microsoft.com/office/drawing/2014/main" id="{27422157-13A7-4A25-872C-37BFDD4E92D4}"/>
              </a:ext>
            </a:extLst>
          </p:cNvPr>
          <p:cNvSpPr>
            <a:spLocks noGrp="1"/>
          </p:cNvSpPr>
          <p:nvPr/>
        </p:nvSpPr>
        <p:spPr>
          <a:xfrm>
            <a:off x="5972175" y="5219700"/>
            <a:ext cx="133350" cy="133350"/>
          </a:xfrm>
          <a:prstGeom prst="ellipse">
            <a:avLst/>
          </a:prstGeom>
          <a:solidFill>
            <a:srgbClr val="F4A000"/>
          </a:solidFill>
          <a:ln w="9525">
            <a:solidFill>
              <a:srgbClr val="FFFFFF"/>
            </a:solidFill>
          </a:ln>
        </p:spPr>
        <p:txBody>
          <a:bodyPr/>
          <a:lstStyle/>
          <a:p>
            <a:endParaRPr lang="en-US"/>
          </a:p>
        </p:txBody>
      </p:sp>
      <p:sp>
        <p:nvSpPr>
          <p:cNvPr id="215" name="packet_2_3_1">
            <a:extLst>
              <a:ext uri="{FF2B5EF4-FFF2-40B4-BE49-F238E27FC236}">
                <a16:creationId xmlns:a16="http://schemas.microsoft.com/office/drawing/2014/main" id="{BF5C062C-BE4C-47E4-B2C8-80430BF15514}"/>
              </a:ext>
            </a:extLst>
          </p:cNvPr>
          <p:cNvSpPr>
            <a:spLocks noGrp="1"/>
          </p:cNvSpPr>
          <p:nvPr/>
        </p:nvSpPr>
        <p:spPr>
          <a:xfrm>
            <a:off x="5972175" y="5219700"/>
            <a:ext cx="133350" cy="133350"/>
          </a:xfrm>
          <a:prstGeom prst="ellipse">
            <a:avLst/>
          </a:prstGeom>
          <a:solidFill>
            <a:srgbClr val="F4A000"/>
          </a:solidFill>
          <a:ln w="9525">
            <a:solidFill>
              <a:srgbClr val="FFFFFF"/>
            </a:solidFill>
          </a:ln>
        </p:spPr>
        <p:txBody>
          <a:bodyPr/>
          <a:lstStyle/>
          <a:p>
            <a:endParaRPr lang="en-US"/>
          </a:p>
        </p:txBody>
      </p:sp>
      <p:sp>
        <p:nvSpPr>
          <p:cNvPr id="216" name="packet_2_3_2">
            <a:extLst>
              <a:ext uri="{FF2B5EF4-FFF2-40B4-BE49-F238E27FC236}">
                <a16:creationId xmlns:a16="http://schemas.microsoft.com/office/drawing/2014/main" id="{2C521DA3-5A53-4C2C-BAAF-3128814319E2}"/>
              </a:ext>
            </a:extLst>
          </p:cNvPr>
          <p:cNvSpPr>
            <a:spLocks noGrp="1"/>
          </p:cNvSpPr>
          <p:nvPr/>
        </p:nvSpPr>
        <p:spPr>
          <a:xfrm>
            <a:off x="5972175" y="5219700"/>
            <a:ext cx="133350" cy="133350"/>
          </a:xfrm>
          <a:prstGeom prst="ellipse">
            <a:avLst/>
          </a:prstGeom>
          <a:solidFill>
            <a:srgbClr val="F4A000"/>
          </a:solidFill>
          <a:ln w="9525">
            <a:solidFill>
              <a:srgbClr val="FFFFFF"/>
            </a:solidFill>
          </a:ln>
        </p:spPr>
        <p:txBody>
          <a:bodyPr/>
          <a:lstStyle/>
          <a:p>
            <a:endParaRPr lang="en-US"/>
          </a:p>
        </p:txBody>
      </p:sp>
      <p:sp>
        <p:nvSpPr>
          <p:cNvPr id="217" name="packet_3_0_0">
            <a:extLst>
              <a:ext uri="{FF2B5EF4-FFF2-40B4-BE49-F238E27FC236}">
                <a16:creationId xmlns:a16="http://schemas.microsoft.com/office/drawing/2014/main" id="{EC8E93A7-D7F3-4892-BB1D-93BF9BD30A3D}"/>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18" name="packet_3_0_1">
            <a:extLst>
              <a:ext uri="{FF2B5EF4-FFF2-40B4-BE49-F238E27FC236}">
                <a16:creationId xmlns:a16="http://schemas.microsoft.com/office/drawing/2014/main" id="{776D67AB-0E9A-411D-BCC9-2C8218733B50}"/>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19" name="packet_3_0_2">
            <a:extLst>
              <a:ext uri="{FF2B5EF4-FFF2-40B4-BE49-F238E27FC236}">
                <a16:creationId xmlns:a16="http://schemas.microsoft.com/office/drawing/2014/main" id="{FF114813-0A26-453E-BD0F-BBDD01B06BB0}"/>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0" name="packet_3_0_3">
            <a:extLst>
              <a:ext uri="{FF2B5EF4-FFF2-40B4-BE49-F238E27FC236}">
                <a16:creationId xmlns:a16="http://schemas.microsoft.com/office/drawing/2014/main" id="{64BA20D6-F81C-4D25-8112-4FAE847E1E0D}"/>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1" name="packet_3_0_4">
            <a:extLst>
              <a:ext uri="{FF2B5EF4-FFF2-40B4-BE49-F238E27FC236}">
                <a16:creationId xmlns:a16="http://schemas.microsoft.com/office/drawing/2014/main" id="{6227FF2C-F30E-4E3B-82FC-A1E1C8D99CE6}"/>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2" name="packet_3_0_5">
            <a:extLst>
              <a:ext uri="{FF2B5EF4-FFF2-40B4-BE49-F238E27FC236}">
                <a16:creationId xmlns:a16="http://schemas.microsoft.com/office/drawing/2014/main" id="{AC758F70-7339-4B70-BE8E-3641F8B5D6DF}"/>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3" name="packet_3_0_6">
            <a:extLst>
              <a:ext uri="{FF2B5EF4-FFF2-40B4-BE49-F238E27FC236}">
                <a16:creationId xmlns:a16="http://schemas.microsoft.com/office/drawing/2014/main" id="{AD598549-26C5-452F-8F8A-C542695516BA}"/>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4" name="packet_3_1_0">
            <a:extLst>
              <a:ext uri="{FF2B5EF4-FFF2-40B4-BE49-F238E27FC236}">
                <a16:creationId xmlns:a16="http://schemas.microsoft.com/office/drawing/2014/main" id="{A0DD403D-E8D8-404F-A9A3-DE40D5F3CF46}"/>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5" name="packet_3_1_1">
            <a:extLst>
              <a:ext uri="{FF2B5EF4-FFF2-40B4-BE49-F238E27FC236}">
                <a16:creationId xmlns:a16="http://schemas.microsoft.com/office/drawing/2014/main" id="{C8BB401D-98D3-411F-A5E9-E5104C8FD2FD}"/>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6" name="packet_3_1_2">
            <a:extLst>
              <a:ext uri="{FF2B5EF4-FFF2-40B4-BE49-F238E27FC236}">
                <a16:creationId xmlns:a16="http://schemas.microsoft.com/office/drawing/2014/main" id="{007CDB6A-1BE6-40B1-90F0-F842A9CCBC13}"/>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7" name="packet_3_1_3">
            <a:extLst>
              <a:ext uri="{FF2B5EF4-FFF2-40B4-BE49-F238E27FC236}">
                <a16:creationId xmlns:a16="http://schemas.microsoft.com/office/drawing/2014/main" id="{6752E3CB-F378-458F-B8DD-99006580977F}"/>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8" name="packet_3_1_4">
            <a:extLst>
              <a:ext uri="{FF2B5EF4-FFF2-40B4-BE49-F238E27FC236}">
                <a16:creationId xmlns:a16="http://schemas.microsoft.com/office/drawing/2014/main" id="{2A4C8AB8-2923-4C0E-A483-B80866CCC46D}"/>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9" name="packet_3_1_5">
            <a:extLst>
              <a:ext uri="{FF2B5EF4-FFF2-40B4-BE49-F238E27FC236}">
                <a16:creationId xmlns:a16="http://schemas.microsoft.com/office/drawing/2014/main" id="{D3652E6E-055D-4144-BE6E-D10F0C69297B}"/>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30" name="packet_3_1_6">
            <a:extLst>
              <a:ext uri="{FF2B5EF4-FFF2-40B4-BE49-F238E27FC236}">
                <a16:creationId xmlns:a16="http://schemas.microsoft.com/office/drawing/2014/main" id="{868A7878-0E77-4201-8DDE-FB05E8CF911B}"/>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31" name="packet_3_2_0">
            <a:extLst>
              <a:ext uri="{FF2B5EF4-FFF2-40B4-BE49-F238E27FC236}">
                <a16:creationId xmlns:a16="http://schemas.microsoft.com/office/drawing/2014/main" id="{909BAEF8-1A2E-447A-B71C-D8C13F0A06F6}"/>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2" name="packet_3_2_1">
            <a:extLst>
              <a:ext uri="{FF2B5EF4-FFF2-40B4-BE49-F238E27FC236}">
                <a16:creationId xmlns:a16="http://schemas.microsoft.com/office/drawing/2014/main" id="{2E59EC78-50D8-4892-A846-605077623E19}"/>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3" name="packet_3_2_2">
            <a:extLst>
              <a:ext uri="{FF2B5EF4-FFF2-40B4-BE49-F238E27FC236}">
                <a16:creationId xmlns:a16="http://schemas.microsoft.com/office/drawing/2014/main" id="{D25DA917-34DA-44BC-B20B-E5F3D99D3F0D}"/>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4" name="packet_3_2_3">
            <a:extLst>
              <a:ext uri="{FF2B5EF4-FFF2-40B4-BE49-F238E27FC236}">
                <a16:creationId xmlns:a16="http://schemas.microsoft.com/office/drawing/2014/main" id="{8712FB84-8F38-403D-96A7-EB67272653B4}"/>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5" name="packet_3_2_4">
            <a:extLst>
              <a:ext uri="{FF2B5EF4-FFF2-40B4-BE49-F238E27FC236}">
                <a16:creationId xmlns:a16="http://schemas.microsoft.com/office/drawing/2014/main" id="{8052258A-B7C4-40E1-8EFC-11CDEF3C98C9}"/>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6" name="packet_3_2_5">
            <a:extLst>
              <a:ext uri="{FF2B5EF4-FFF2-40B4-BE49-F238E27FC236}">
                <a16:creationId xmlns:a16="http://schemas.microsoft.com/office/drawing/2014/main" id="{FEF55AFF-929E-4AF1-B875-76D0714F3556}"/>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7" name="packet_3_2_6">
            <a:extLst>
              <a:ext uri="{FF2B5EF4-FFF2-40B4-BE49-F238E27FC236}">
                <a16:creationId xmlns:a16="http://schemas.microsoft.com/office/drawing/2014/main" id="{A075C673-D042-4FF6-AFCB-A4C54DB8ACB9}"/>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Tree>
    <p:extLst>
      <p:ext uri="{BB962C8B-B14F-4D97-AF65-F5344CB8AC3E}">
        <p14:creationId xmlns:p14="http://schemas.microsoft.com/office/powerpoint/2010/main" val="799966065"/>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50" fill="hold"/>
                                        <p:tgtEl>
                                          <p:spTgt spid="31"/>
                                        </p:tgtEl>
                                      </p:cBhvr>
                                    </p:animEffect>
                                  </p:childTnLst>
                                </p:cTn>
                              </p:par>
                              <p:par>
                                <p:cTn id="8" presetID="10" presetClass="entr" presetSubtype="0" fill="hold" nodeType="withEffect">
                                  <p:stCondLst>
                                    <p:cond delay="200"/>
                                  </p:stCondLst>
                                  <p:childTnLst>
                                    <p:set>
                                      <p:cBhvr>
                                        <p:cTn id="9" dur="1" fill="hold">
                                          <p:stCondLst>
                                            <p:cond delay="0"/>
                                          </p:stCondLst>
                                        </p:cTn>
                                        <p:tgtEl>
                                          <p:spTgt spid="149"/>
                                        </p:tgtEl>
                                        <p:attrNameLst>
                                          <p:attrName>style.visibility</p:attrName>
                                        </p:attrNameLst>
                                      </p:cBhvr>
                                      <p:to>
                                        <p:strVal val="visible"/>
                                      </p:to>
                                    </p:set>
                                    <p:animEffect transition="in" filter="fade">
                                      <p:cBhvr>
                                        <p:cTn id="10" dur="200" fill="hold"/>
                                        <p:tgtEl>
                                          <p:spTgt spid="149"/>
                                        </p:tgtEl>
                                      </p:cBhvr>
                                    </p:animEffect>
                                  </p:childTnLst>
                                </p:cTn>
                              </p:par>
                              <p:par>
                                <p:cTn id="11" presetID="10" presetClass="entr" presetSubtype="0" fill="hold" nodeType="withEffect">
                                  <p:stCondLst>
                                    <p:cond delay="9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250" fill="hold"/>
                                        <p:tgtEl>
                                          <p:spTgt spid="37"/>
                                        </p:tgtEl>
                                      </p:cBhvr>
                                    </p:animEffect>
                                  </p:childTnLst>
                                </p:cTn>
                              </p:par>
                              <p:par>
                                <p:cTn id="14" presetID="10" presetClass="entr" presetSubtype="0" fill="hold" nodeType="withEffect">
                                  <p:stCondLst>
                                    <p:cond delay="290"/>
                                  </p:stCondLst>
                                  <p:childTnLst>
                                    <p:set>
                                      <p:cBhvr>
                                        <p:cTn id="15" dur="1" fill="hold">
                                          <p:stCondLst>
                                            <p:cond delay="0"/>
                                          </p:stCondLst>
                                        </p:cTn>
                                        <p:tgtEl>
                                          <p:spTgt spid="150"/>
                                        </p:tgtEl>
                                        <p:attrNameLst>
                                          <p:attrName>style.visibility</p:attrName>
                                        </p:attrNameLst>
                                      </p:cBhvr>
                                      <p:to>
                                        <p:strVal val="visible"/>
                                      </p:to>
                                    </p:set>
                                    <p:animEffect transition="in" filter="fade">
                                      <p:cBhvr>
                                        <p:cTn id="16" dur="200" fill="hold"/>
                                        <p:tgtEl>
                                          <p:spTgt spid="150"/>
                                        </p:tgtEl>
                                      </p:cBhvr>
                                    </p:animEffect>
                                  </p:childTnLst>
                                </p:cTn>
                              </p:par>
                              <p:par>
                                <p:cTn id="17" presetID="10" presetClass="entr" presetSubtype="0" fill="hold" nodeType="withEffect">
                                  <p:stCondLst>
                                    <p:cond delay="18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250" fill="hold"/>
                                        <p:tgtEl>
                                          <p:spTgt spid="43"/>
                                        </p:tgtEl>
                                      </p:cBhvr>
                                    </p:animEffect>
                                  </p:childTnLst>
                                </p:cTn>
                              </p:par>
                              <p:par>
                                <p:cTn id="20" presetID="10" presetClass="entr" presetSubtype="0" fill="hold" nodeType="withEffect">
                                  <p:stCondLst>
                                    <p:cond delay="380"/>
                                  </p:stCondLst>
                                  <p:childTnLst>
                                    <p:set>
                                      <p:cBhvr>
                                        <p:cTn id="21" dur="1" fill="hold">
                                          <p:stCondLst>
                                            <p:cond delay="0"/>
                                          </p:stCondLst>
                                        </p:cTn>
                                        <p:tgtEl>
                                          <p:spTgt spid="151"/>
                                        </p:tgtEl>
                                        <p:attrNameLst>
                                          <p:attrName>style.visibility</p:attrName>
                                        </p:attrNameLst>
                                      </p:cBhvr>
                                      <p:to>
                                        <p:strVal val="visible"/>
                                      </p:to>
                                    </p:set>
                                    <p:animEffect transition="in" filter="fade">
                                      <p:cBhvr>
                                        <p:cTn id="22" dur="200" fill="hold"/>
                                        <p:tgtEl>
                                          <p:spTgt spid="151"/>
                                        </p:tgtEl>
                                      </p:cBhvr>
                                    </p:animEffect>
                                  </p:childTnLst>
                                </p:cTn>
                              </p:par>
                              <p:par>
                                <p:cTn id="23" presetID="10" presetClass="entr" presetSubtype="0" fill="hold" nodeType="withEffect">
                                  <p:stCondLst>
                                    <p:cond delay="27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250" fill="hold"/>
                                        <p:tgtEl>
                                          <p:spTgt spid="49"/>
                                        </p:tgtEl>
                                      </p:cBhvr>
                                    </p:animEffect>
                                  </p:childTnLst>
                                </p:cTn>
                              </p:par>
                              <p:par>
                                <p:cTn id="26" presetID="10" presetClass="entr" presetSubtype="0" fill="hold" nodeType="withEffect">
                                  <p:stCondLst>
                                    <p:cond delay="470"/>
                                  </p:stCondLst>
                                  <p:childTnLst>
                                    <p:set>
                                      <p:cBhvr>
                                        <p:cTn id="27" dur="1" fill="hold">
                                          <p:stCondLst>
                                            <p:cond delay="0"/>
                                          </p:stCondLst>
                                        </p:cTn>
                                        <p:tgtEl>
                                          <p:spTgt spid="152"/>
                                        </p:tgtEl>
                                        <p:attrNameLst>
                                          <p:attrName>style.visibility</p:attrName>
                                        </p:attrNameLst>
                                      </p:cBhvr>
                                      <p:to>
                                        <p:strVal val="visible"/>
                                      </p:to>
                                    </p:set>
                                    <p:animEffect transition="in" filter="fade">
                                      <p:cBhvr>
                                        <p:cTn id="28" dur="200" fill="hold"/>
                                        <p:tgtEl>
                                          <p:spTgt spid="152"/>
                                        </p:tgtEl>
                                      </p:cBhvr>
                                    </p:animEffect>
                                  </p:childTnLst>
                                </p:cTn>
                              </p:par>
                              <p:par>
                                <p:cTn id="29" presetID="10" presetClass="entr" presetSubtype="0" fill="hold" nodeType="withEffect">
                                  <p:stCondLst>
                                    <p:cond delay="360"/>
                                  </p:stCondLst>
                                  <p:childTnLst>
                                    <p:set>
                                      <p:cBhvr>
                                        <p:cTn id="30" dur="1" fill="hold">
                                          <p:stCondLst>
                                            <p:cond delay="0"/>
                                          </p:stCondLst>
                                        </p:cTn>
                                        <p:tgtEl>
                                          <p:spTgt spid="55"/>
                                        </p:tgtEl>
                                        <p:attrNameLst>
                                          <p:attrName>style.visibility</p:attrName>
                                        </p:attrNameLst>
                                      </p:cBhvr>
                                      <p:to>
                                        <p:strVal val="visible"/>
                                      </p:to>
                                    </p:set>
                                    <p:animEffect transition="in" filter="fade">
                                      <p:cBhvr>
                                        <p:cTn id="31" dur="250" fill="hold"/>
                                        <p:tgtEl>
                                          <p:spTgt spid="55"/>
                                        </p:tgtEl>
                                      </p:cBhvr>
                                    </p:animEffect>
                                  </p:childTnLst>
                                </p:cTn>
                              </p:par>
                              <p:par>
                                <p:cTn id="32" presetID="10" presetClass="entr" presetSubtype="0" fill="hold" nodeType="withEffect">
                                  <p:stCondLst>
                                    <p:cond delay="560"/>
                                  </p:stCondLst>
                                  <p:childTnLst>
                                    <p:set>
                                      <p:cBhvr>
                                        <p:cTn id="33" dur="1" fill="hold">
                                          <p:stCondLst>
                                            <p:cond delay="0"/>
                                          </p:stCondLst>
                                        </p:cTn>
                                        <p:tgtEl>
                                          <p:spTgt spid="153"/>
                                        </p:tgtEl>
                                        <p:attrNameLst>
                                          <p:attrName>style.visibility</p:attrName>
                                        </p:attrNameLst>
                                      </p:cBhvr>
                                      <p:to>
                                        <p:strVal val="visible"/>
                                      </p:to>
                                    </p:set>
                                    <p:animEffect transition="in" filter="fade">
                                      <p:cBhvr>
                                        <p:cTn id="34" dur="200" fill="hold"/>
                                        <p:tgtEl>
                                          <p:spTgt spid="15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200" fill="hold"/>
                                        <p:tgtEl>
                                          <p:spTgt spid="149"/>
                                        </p:tgtEl>
                                      </p:cBhvr>
                                    </p:animEffect>
                                    <p:set>
                                      <p:cBhvr>
                                        <p:cTn id="39" dur="1" fill="hold">
                                          <p:stCondLst>
                                            <p:cond delay="200"/>
                                          </p:stCondLst>
                                        </p:cTn>
                                        <p:tgtEl>
                                          <p:spTgt spid="149"/>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200" fill="hold"/>
                                        <p:tgtEl>
                                          <p:spTgt spid="150"/>
                                        </p:tgtEl>
                                      </p:cBhvr>
                                    </p:animEffect>
                                    <p:set>
                                      <p:cBhvr>
                                        <p:cTn id="42" dur="1" fill="hold">
                                          <p:stCondLst>
                                            <p:cond delay="200"/>
                                          </p:stCondLst>
                                        </p:cTn>
                                        <p:tgtEl>
                                          <p:spTgt spid="150"/>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200" fill="hold"/>
                                        <p:tgtEl>
                                          <p:spTgt spid="151"/>
                                        </p:tgtEl>
                                      </p:cBhvr>
                                    </p:animEffect>
                                    <p:set>
                                      <p:cBhvr>
                                        <p:cTn id="45" dur="1" fill="hold">
                                          <p:stCondLst>
                                            <p:cond delay="200"/>
                                          </p:stCondLst>
                                        </p:cTn>
                                        <p:tgtEl>
                                          <p:spTgt spid="151"/>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200" fill="hold"/>
                                        <p:tgtEl>
                                          <p:spTgt spid="152"/>
                                        </p:tgtEl>
                                      </p:cBhvr>
                                    </p:animEffect>
                                    <p:set>
                                      <p:cBhvr>
                                        <p:cTn id="48" dur="1" fill="hold">
                                          <p:stCondLst>
                                            <p:cond delay="200"/>
                                          </p:stCondLst>
                                        </p:cTn>
                                        <p:tgtEl>
                                          <p:spTgt spid="152"/>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200" fill="hold"/>
                                        <p:tgtEl>
                                          <p:spTgt spid="153"/>
                                        </p:tgtEl>
                                      </p:cBhvr>
                                    </p:animEffect>
                                    <p:set>
                                      <p:cBhvr>
                                        <p:cTn id="51" dur="1" fill="hold">
                                          <p:stCondLst>
                                            <p:cond delay="200"/>
                                          </p:stCondLst>
                                        </p:cTn>
                                        <p:tgtEl>
                                          <p:spTgt spid="153"/>
                                        </p:tgtEl>
                                        <p:attrNameLst>
                                          <p:attrName>style.visibility</p:attrName>
                                        </p:attrNameLst>
                                      </p:cBhvr>
                                      <p:to>
                                        <p:strVal val="hidden"/>
                                      </p:to>
                                    </p:set>
                                  </p:childTnLst>
                                </p:cTn>
                              </p:par>
                              <p:par>
                                <p:cTn id="52" presetID="10" presetClass="entr" presetSubtype="0" fill="hold" nodeType="withEffect">
                                  <p:stCondLst>
                                    <p:cond delay="20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250" fill="hold"/>
                                        <p:tgtEl>
                                          <p:spTgt spid="29"/>
                                        </p:tgtEl>
                                      </p:cBhvr>
                                    </p:animEffect>
                                  </p:childTnLst>
                                </p:cTn>
                              </p:par>
                              <p:par>
                                <p:cTn id="55" presetID="10" presetClass="entr" presetSubtype="0" fill="hold" nodeType="withEffect">
                                  <p:stCondLst>
                                    <p:cond delay="40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250" fill="hold"/>
                                        <p:tgtEl>
                                          <p:spTgt spid="30"/>
                                        </p:tgtEl>
                                      </p:cBhvr>
                                    </p:animEffect>
                                  </p:childTnLst>
                                </p:cTn>
                              </p:par>
                              <p:par>
                                <p:cTn id="58" presetID="10" presetClass="entr" presetSubtype="0" fill="hold" nodeType="withEffect">
                                  <p:stCondLst>
                                    <p:cond delay="20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250" fill="hold"/>
                                        <p:tgtEl>
                                          <p:spTgt spid="32"/>
                                        </p:tgtEl>
                                      </p:cBhvr>
                                    </p:animEffect>
                                  </p:childTnLst>
                                </p:cTn>
                              </p:par>
                              <p:par>
                                <p:cTn id="61" presetID="10" presetClass="entr" presetSubtype="0" fill="hold" nodeType="withEffect">
                                  <p:stCondLst>
                                    <p:cond delay="65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250" fill="hold"/>
                                        <p:tgtEl>
                                          <p:spTgt spid="33"/>
                                        </p:tgtEl>
                                      </p:cBhvr>
                                    </p:animEffect>
                                  </p:childTnLst>
                                </p:cTn>
                              </p:par>
                              <p:par>
                                <p:cTn id="64" presetID="10" presetClass="entr" presetSubtype="0" fill="hold" nodeType="withEffect">
                                  <p:stCondLst>
                                    <p:cond delay="85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250" fill="hold"/>
                                        <p:tgtEl>
                                          <p:spTgt spid="34"/>
                                        </p:tgtEl>
                                      </p:cBhvr>
                                    </p:animEffect>
                                  </p:childTnLst>
                                </p:cTn>
                              </p:par>
                              <p:par>
                                <p:cTn id="67" presetID="10" presetClass="entr" presetSubtype="0" fill="hold" nodeType="withEffect">
                                  <p:stCondLst>
                                    <p:cond delay="20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250" fill="hold"/>
                                        <p:tgtEl>
                                          <p:spTgt spid="35"/>
                                        </p:tgtEl>
                                      </p:cBhvr>
                                    </p:animEffect>
                                  </p:childTnLst>
                                </p:cTn>
                              </p:par>
                              <p:par>
                                <p:cTn id="70" presetID="10" presetClass="entr" presetSubtype="0" fill="hold" nodeType="withEffect">
                                  <p:stCondLst>
                                    <p:cond delay="40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250" fill="hold"/>
                                        <p:tgtEl>
                                          <p:spTgt spid="36"/>
                                        </p:tgtEl>
                                      </p:cBhvr>
                                    </p:animEffect>
                                  </p:childTnLst>
                                </p:cTn>
                              </p:par>
                              <p:par>
                                <p:cTn id="73" presetID="10" presetClass="entr" presetSubtype="0" fill="hold" nodeType="withEffect">
                                  <p:stCondLst>
                                    <p:cond delay="20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250" fill="hold"/>
                                        <p:tgtEl>
                                          <p:spTgt spid="38"/>
                                        </p:tgtEl>
                                      </p:cBhvr>
                                    </p:animEffect>
                                  </p:childTnLst>
                                </p:cTn>
                              </p:par>
                              <p:par>
                                <p:cTn id="76" presetID="10" presetClass="entr" presetSubtype="0" fill="hold" nodeType="withEffect">
                                  <p:stCondLst>
                                    <p:cond delay="65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250" fill="hold"/>
                                        <p:tgtEl>
                                          <p:spTgt spid="39"/>
                                        </p:tgtEl>
                                      </p:cBhvr>
                                    </p:animEffect>
                                  </p:childTnLst>
                                </p:cTn>
                              </p:par>
                              <p:par>
                                <p:cTn id="79" presetID="10" presetClass="entr" presetSubtype="0" fill="hold" nodeType="withEffect">
                                  <p:stCondLst>
                                    <p:cond delay="85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250" fill="hold"/>
                                        <p:tgtEl>
                                          <p:spTgt spid="40"/>
                                        </p:tgtEl>
                                      </p:cBhvr>
                                    </p:animEffect>
                                  </p:childTnLst>
                                </p:cTn>
                              </p:par>
                              <p:par>
                                <p:cTn id="82" presetID="10" presetClass="entr" presetSubtype="0" fill="hold" nodeType="withEffect">
                                  <p:stCondLst>
                                    <p:cond delay="20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250" fill="hold"/>
                                        <p:tgtEl>
                                          <p:spTgt spid="41"/>
                                        </p:tgtEl>
                                      </p:cBhvr>
                                    </p:animEffect>
                                  </p:childTnLst>
                                </p:cTn>
                              </p:par>
                              <p:par>
                                <p:cTn id="85" presetID="10" presetClass="entr" presetSubtype="0" fill="hold" nodeType="withEffect">
                                  <p:stCondLst>
                                    <p:cond delay="40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250" fill="hold"/>
                                        <p:tgtEl>
                                          <p:spTgt spid="42"/>
                                        </p:tgtEl>
                                      </p:cBhvr>
                                    </p:animEffect>
                                  </p:childTnLst>
                                </p:cTn>
                              </p:par>
                              <p:par>
                                <p:cTn id="88" presetID="10" presetClass="entr" presetSubtype="0" fill="hold" nodeType="withEffect">
                                  <p:stCondLst>
                                    <p:cond delay="200"/>
                                  </p:stCondLst>
                                  <p:childTnLst>
                                    <p:set>
                                      <p:cBhvr>
                                        <p:cTn id="89" dur="1" fill="hold">
                                          <p:stCondLst>
                                            <p:cond delay="0"/>
                                          </p:stCondLst>
                                        </p:cTn>
                                        <p:tgtEl>
                                          <p:spTgt spid="44"/>
                                        </p:tgtEl>
                                        <p:attrNameLst>
                                          <p:attrName>style.visibility</p:attrName>
                                        </p:attrNameLst>
                                      </p:cBhvr>
                                      <p:to>
                                        <p:strVal val="visible"/>
                                      </p:to>
                                    </p:set>
                                    <p:animEffect transition="in" filter="fade">
                                      <p:cBhvr>
                                        <p:cTn id="90" dur="250" fill="hold"/>
                                        <p:tgtEl>
                                          <p:spTgt spid="44"/>
                                        </p:tgtEl>
                                      </p:cBhvr>
                                    </p:animEffect>
                                  </p:childTnLst>
                                </p:cTn>
                              </p:par>
                              <p:par>
                                <p:cTn id="91" presetID="10" presetClass="entr" presetSubtype="0" fill="hold" nodeType="withEffect">
                                  <p:stCondLst>
                                    <p:cond delay="650"/>
                                  </p:stCondLst>
                                  <p:childTnLst>
                                    <p:set>
                                      <p:cBhvr>
                                        <p:cTn id="92" dur="1" fill="hold">
                                          <p:stCondLst>
                                            <p:cond delay="0"/>
                                          </p:stCondLst>
                                        </p:cTn>
                                        <p:tgtEl>
                                          <p:spTgt spid="45"/>
                                        </p:tgtEl>
                                        <p:attrNameLst>
                                          <p:attrName>style.visibility</p:attrName>
                                        </p:attrNameLst>
                                      </p:cBhvr>
                                      <p:to>
                                        <p:strVal val="visible"/>
                                      </p:to>
                                    </p:set>
                                    <p:animEffect transition="in" filter="fade">
                                      <p:cBhvr>
                                        <p:cTn id="93" dur="250" fill="hold"/>
                                        <p:tgtEl>
                                          <p:spTgt spid="45"/>
                                        </p:tgtEl>
                                      </p:cBhvr>
                                    </p:animEffect>
                                  </p:childTnLst>
                                </p:cTn>
                              </p:par>
                              <p:par>
                                <p:cTn id="94" presetID="10" presetClass="entr" presetSubtype="0" fill="hold" nodeType="withEffect">
                                  <p:stCondLst>
                                    <p:cond delay="850"/>
                                  </p:stCondLst>
                                  <p:childTnLst>
                                    <p:set>
                                      <p:cBhvr>
                                        <p:cTn id="95" dur="1" fill="hold">
                                          <p:stCondLst>
                                            <p:cond delay="0"/>
                                          </p:stCondLst>
                                        </p:cTn>
                                        <p:tgtEl>
                                          <p:spTgt spid="46"/>
                                        </p:tgtEl>
                                        <p:attrNameLst>
                                          <p:attrName>style.visibility</p:attrName>
                                        </p:attrNameLst>
                                      </p:cBhvr>
                                      <p:to>
                                        <p:strVal val="visible"/>
                                      </p:to>
                                    </p:set>
                                    <p:animEffect transition="in" filter="fade">
                                      <p:cBhvr>
                                        <p:cTn id="96" dur="250" fill="hold"/>
                                        <p:tgtEl>
                                          <p:spTgt spid="46"/>
                                        </p:tgtEl>
                                      </p:cBhvr>
                                    </p:animEffect>
                                  </p:childTnLst>
                                </p:cTn>
                              </p:par>
                              <p:par>
                                <p:cTn id="97" presetID="10" presetClass="entr" presetSubtype="0" fill="hold" nodeType="withEffect">
                                  <p:stCondLst>
                                    <p:cond delay="200"/>
                                  </p:stCondLst>
                                  <p:childTnLst>
                                    <p:set>
                                      <p:cBhvr>
                                        <p:cTn id="98" dur="1" fill="hold">
                                          <p:stCondLst>
                                            <p:cond delay="0"/>
                                          </p:stCondLst>
                                        </p:cTn>
                                        <p:tgtEl>
                                          <p:spTgt spid="47"/>
                                        </p:tgtEl>
                                        <p:attrNameLst>
                                          <p:attrName>style.visibility</p:attrName>
                                        </p:attrNameLst>
                                      </p:cBhvr>
                                      <p:to>
                                        <p:strVal val="visible"/>
                                      </p:to>
                                    </p:set>
                                    <p:animEffect transition="in" filter="fade">
                                      <p:cBhvr>
                                        <p:cTn id="99" dur="250" fill="hold"/>
                                        <p:tgtEl>
                                          <p:spTgt spid="47"/>
                                        </p:tgtEl>
                                      </p:cBhvr>
                                    </p:animEffect>
                                  </p:childTnLst>
                                </p:cTn>
                              </p:par>
                              <p:par>
                                <p:cTn id="100" presetID="10" presetClass="entr" presetSubtype="0" fill="hold" nodeType="withEffect">
                                  <p:stCondLst>
                                    <p:cond delay="400"/>
                                  </p:stCondLst>
                                  <p:childTnLst>
                                    <p:set>
                                      <p:cBhvr>
                                        <p:cTn id="101" dur="1" fill="hold">
                                          <p:stCondLst>
                                            <p:cond delay="0"/>
                                          </p:stCondLst>
                                        </p:cTn>
                                        <p:tgtEl>
                                          <p:spTgt spid="48"/>
                                        </p:tgtEl>
                                        <p:attrNameLst>
                                          <p:attrName>style.visibility</p:attrName>
                                        </p:attrNameLst>
                                      </p:cBhvr>
                                      <p:to>
                                        <p:strVal val="visible"/>
                                      </p:to>
                                    </p:set>
                                    <p:animEffect transition="in" filter="fade">
                                      <p:cBhvr>
                                        <p:cTn id="102" dur="250" fill="hold"/>
                                        <p:tgtEl>
                                          <p:spTgt spid="48"/>
                                        </p:tgtEl>
                                      </p:cBhvr>
                                    </p:animEffect>
                                  </p:childTnLst>
                                </p:cTn>
                              </p:par>
                              <p:par>
                                <p:cTn id="103" presetID="10" presetClass="entr" presetSubtype="0" fill="hold" nodeType="withEffect">
                                  <p:stCondLst>
                                    <p:cond delay="200"/>
                                  </p:stCondLst>
                                  <p:childTnLst>
                                    <p:set>
                                      <p:cBhvr>
                                        <p:cTn id="104" dur="1" fill="hold">
                                          <p:stCondLst>
                                            <p:cond delay="0"/>
                                          </p:stCondLst>
                                        </p:cTn>
                                        <p:tgtEl>
                                          <p:spTgt spid="50"/>
                                        </p:tgtEl>
                                        <p:attrNameLst>
                                          <p:attrName>style.visibility</p:attrName>
                                        </p:attrNameLst>
                                      </p:cBhvr>
                                      <p:to>
                                        <p:strVal val="visible"/>
                                      </p:to>
                                    </p:set>
                                    <p:animEffect transition="in" filter="fade">
                                      <p:cBhvr>
                                        <p:cTn id="105" dur="250" fill="hold"/>
                                        <p:tgtEl>
                                          <p:spTgt spid="50"/>
                                        </p:tgtEl>
                                      </p:cBhvr>
                                    </p:animEffect>
                                  </p:childTnLst>
                                </p:cTn>
                              </p:par>
                              <p:par>
                                <p:cTn id="106" presetID="10" presetClass="entr" presetSubtype="0" fill="hold" nodeType="withEffect">
                                  <p:stCondLst>
                                    <p:cond delay="650"/>
                                  </p:stCondLst>
                                  <p:childTnLst>
                                    <p:set>
                                      <p:cBhvr>
                                        <p:cTn id="107" dur="1" fill="hold">
                                          <p:stCondLst>
                                            <p:cond delay="0"/>
                                          </p:stCondLst>
                                        </p:cTn>
                                        <p:tgtEl>
                                          <p:spTgt spid="51"/>
                                        </p:tgtEl>
                                        <p:attrNameLst>
                                          <p:attrName>style.visibility</p:attrName>
                                        </p:attrNameLst>
                                      </p:cBhvr>
                                      <p:to>
                                        <p:strVal val="visible"/>
                                      </p:to>
                                    </p:set>
                                    <p:animEffect transition="in" filter="fade">
                                      <p:cBhvr>
                                        <p:cTn id="108" dur="250" fill="hold"/>
                                        <p:tgtEl>
                                          <p:spTgt spid="51"/>
                                        </p:tgtEl>
                                      </p:cBhvr>
                                    </p:animEffect>
                                  </p:childTnLst>
                                </p:cTn>
                              </p:par>
                              <p:par>
                                <p:cTn id="109" presetID="10" presetClass="entr" presetSubtype="0" fill="hold" nodeType="withEffect">
                                  <p:stCondLst>
                                    <p:cond delay="850"/>
                                  </p:stCondLst>
                                  <p:childTnLst>
                                    <p:set>
                                      <p:cBhvr>
                                        <p:cTn id="110" dur="1" fill="hold">
                                          <p:stCondLst>
                                            <p:cond delay="0"/>
                                          </p:stCondLst>
                                        </p:cTn>
                                        <p:tgtEl>
                                          <p:spTgt spid="52"/>
                                        </p:tgtEl>
                                        <p:attrNameLst>
                                          <p:attrName>style.visibility</p:attrName>
                                        </p:attrNameLst>
                                      </p:cBhvr>
                                      <p:to>
                                        <p:strVal val="visible"/>
                                      </p:to>
                                    </p:set>
                                    <p:animEffect transition="in" filter="fade">
                                      <p:cBhvr>
                                        <p:cTn id="111" dur="250" fill="hold"/>
                                        <p:tgtEl>
                                          <p:spTgt spid="52"/>
                                        </p:tgtEl>
                                      </p:cBhvr>
                                    </p:animEffect>
                                  </p:childTnLst>
                                </p:cTn>
                              </p:par>
                              <p:par>
                                <p:cTn id="112" presetID="10" presetClass="entr" presetSubtype="0" fill="hold" nodeType="withEffect">
                                  <p:stCondLst>
                                    <p:cond delay="200"/>
                                  </p:stCondLst>
                                  <p:childTnLst>
                                    <p:set>
                                      <p:cBhvr>
                                        <p:cTn id="113" dur="1" fill="hold">
                                          <p:stCondLst>
                                            <p:cond delay="0"/>
                                          </p:stCondLst>
                                        </p:cTn>
                                        <p:tgtEl>
                                          <p:spTgt spid="53"/>
                                        </p:tgtEl>
                                        <p:attrNameLst>
                                          <p:attrName>style.visibility</p:attrName>
                                        </p:attrNameLst>
                                      </p:cBhvr>
                                      <p:to>
                                        <p:strVal val="visible"/>
                                      </p:to>
                                    </p:set>
                                    <p:animEffect transition="in" filter="fade">
                                      <p:cBhvr>
                                        <p:cTn id="114" dur="250" fill="hold"/>
                                        <p:tgtEl>
                                          <p:spTgt spid="53"/>
                                        </p:tgtEl>
                                      </p:cBhvr>
                                    </p:animEffect>
                                  </p:childTnLst>
                                </p:cTn>
                              </p:par>
                              <p:par>
                                <p:cTn id="115" presetID="10" presetClass="entr" presetSubtype="0" fill="hold" nodeType="withEffect">
                                  <p:stCondLst>
                                    <p:cond delay="400"/>
                                  </p:stCondLst>
                                  <p:childTnLst>
                                    <p:set>
                                      <p:cBhvr>
                                        <p:cTn id="116" dur="1" fill="hold">
                                          <p:stCondLst>
                                            <p:cond delay="0"/>
                                          </p:stCondLst>
                                        </p:cTn>
                                        <p:tgtEl>
                                          <p:spTgt spid="54"/>
                                        </p:tgtEl>
                                        <p:attrNameLst>
                                          <p:attrName>style.visibility</p:attrName>
                                        </p:attrNameLst>
                                      </p:cBhvr>
                                      <p:to>
                                        <p:strVal val="visible"/>
                                      </p:to>
                                    </p:set>
                                    <p:animEffect transition="in" filter="fade">
                                      <p:cBhvr>
                                        <p:cTn id="117" dur="250" fill="hold"/>
                                        <p:tgtEl>
                                          <p:spTgt spid="54"/>
                                        </p:tgtEl>
                                      </p:cBhvr>
                                    </p:animEffect>
                                  </p:childTnLst>
                                </p:cTn>
                              </p:par>
                              <p:par>
                                <p:cTn id="118" presetID="10" presetClass="entr" presetSubtype="0" fill="hold" nodeType="withEffect">
                                  <p:stCondLst>
                                    <p:cond delay="200"/>
                                  </p:stCondLst>
                                  <p:childTnLst>
                                    <p:set>
                                      <p:cBhvr>
                                        <p:cTn id="119" dur="1" fill="hold">
                                          <p:stCondLst>
                                            <p:cond delay="0"/>
                                          </p:stCondLst>
                                        </p:cTn>
                                        <p:tgtEl>
                                          <p:spTgt spid="56"/>
                                        </p:tgtEl>
                                        <p:attrNameLst>
                                          <p:attrName>style.visibility</p:attrName>
                                        </p:attrNameLst>
                                      </p:cBhvr>
                                      <p:to>
                                        <p:strVal val="visible"/>
                                      </p:to>
                                    </p:set>
                                    <p:animEffect transition="in" filter="fade">
                                      <p:cBhvr>
                                        <p:cTn id="120" dur="250" fill="hold"/>
                                        <p:tgtEl>
                                          <p:spTgt spid="56"/>
                                        </p:tgtEl>
                                      </p:cBhvr>
                                    </p:animEffect>
                                  </p:childTnLst>
                                </p:cTn>
                              </p:par>
                              <p:par>
                                <p:cTn id="121" presetID="10" presetClass="entr" presetSubtype="0" fill="hold" nodeType="withEffect">
                                  <p:stCondLst>
                                    <p:cond delay="650"/>
                                  </p:stCondLst>
                                  <p:childTnLst>
                                    <p:set>
                                      <p:cBhvr>
                                        <p:cTn id="122" dur="1" fill="hold">
                                          <p:stCondLst>
                                            <p:cond delay="0"/>
                                          </p:stCondLst>
                                        </p:cTn>
                                        <p:tgtEl>
                                          <p:spTgt spid="57"/>
                                        </p:tgtEl>
                                        <p:attrNameLst>
                                          <p:attrName>style.visibility</p:attrName>
                                        </p:attrNameLst>
                                      </p:cBhvr>
                                      <p:to>
                                        <p:strVal val="visible"/>
                                      </p:to>
                                    </p:set>
                                    <p:animEffect transition="in" filter="fade">
                                      <p:cBhvr>
                                        <p:cTn id="123" dur="250" fill="hold"/>
                                        <p:tgtEl>
                                          <p:spTgt spid="57"/>
                                        </p:tgtEl>
                                      </p:cBhvr>
                                    </p:animEffect>
                                  </p:childTnLst>
                                </p:cTn>
                              </p:par>
                              <p:par>
                                <p:cTn id="124" presetID="10" presetClass="entr" presetSubtype="0" fill="hold" nodeType="withEffect">
                                  <p:stCondLst>
                                    <p:cond delay="850"/>
                                  </p:stCondLst>
                                  <p:childTnLst>
                                    <p:set>
                                      <p:cBhvr>
                                        <p:cTn id="125" dur="1" fill="hold">
                                          <p:stCondLst>
                                            <p:cond delay="0"/>
                                          </p:stCondLst>
                                        </p:cTn>
                                        <p:tgtEl>
                                          <p:spTgt spid="58"/>
                                        </p:tgtEl>
                                        <p:attrNameLst>
                                          <p:attrName>style.visibility</p:attrName>
                                        </p:attrNameLst>
                                      </p:cBhvr>
                                      <p:to>
                                        <p:strVal val="visible"/>
                                      </p:to>
                                    </p:set>
                                    <p:animEffect transition="in" filter="fade">
                                      <p:cBhvr>
                                        <p:cTn id="126" dur="250" fill="hold"/>
                                        <p:tgtEl>
                                          <p:spTgt spid="58"/>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59"/>
                                        </p:tgtEl>
                                        <p:attrNameLst>
                                          <p:attrName>style.visibility</p:attrName>
                                        </p:attrNameLst>
                                      </p:cBhvr>
                                      <p:to>
                                        <p:strVal val="visible"/>
                                      </p:to>
                                    </p:set>
                                    <p:animEffect transition="in" filter="fade">
                                      <p:cBhvr>
                                        <p:cTn id="131" dur="250" fill="hold"/>
                                        <p:tgtEl>
                                          <p:spTgt spid="59"/>
                                        </p:tgtEl>
                                      </p:cBhvr>
                                    </p:animEffect>
                                  </p:childTnLst>
                                </p:cTn>
                              </p:par>
                              <p:par>
                                <p:cTn id="132" presetID="10" presetClass="entr" presetSubtype="0" fill="hold" nodeType="withEffect">
                                  <p:stCondLst>
                                    <p:cond delay="300"/>
                                  </p:stCondLst>
                                  <p:childTnLst>
                                    <p:set>
                                      <p:cBhvr>
                                        <p:cTn id="133" dur="1" fill="hold">
                                          <p:stCondLst>
                                            <p:cond delay="0"/>
                                          </p:stCondLst>
                                        </p:cTn>
                                        <p:tgtEl>
                                          <p:spTgt spid="60"/>
                                        </p:tgtEl>
                                        <p:attrNameLst>
                                          <p:attrName>style.visibility</p:attrName>
                                        </p:attrNameLst>
                                      </p:cBhvr>
                                      <p:to>
                                        <p:strVal val="visible"/>
                                      </p:to>
                                    </p:set>
                                    <p:animEffect transition="in" filter="fade">
                                      <p:cBhvr>
                                        <p:cTn id="134" dur="250" fill="hold"/>
                                        <p:tgtEl>
                                          <p:spTgt spid="60"/>
                                        </p:tgtEl>
                                      </p:cBhvr>
                                    </p:animEffect>
                                  </p:childTnLst>
                                </p:cTn>
                              </p:par>
                              <p:par>
                                <p:cTn id="135" presetID="10" presetClass="entr" presetSubtype="0" fill="hold" nodeType="withEffect">
                                  <p:stCondLst>
                                    <p:cond delay="110"/>
                                  </p:stCondLst>
                                  <p:childTnLst>
                                    <p:set>
                                      <p:cBhvr>
                                        <p:cTn id="136" dur="1" fill="hold">
                                          <p:stCondLst>
                                            <p:cond delay="0"/>
                                          </p:stCondLst>
                                        </p:cTn>
                                        <p:tgtEl>
                                          <p:spTgt spid="61"/>
                                        </p:tgtEl>
                                        <p:attrNameLst>
                                          <p:attrName>style.visibility</p:attrName>
                                        </p:attrNameLst>
                                      </p:cBhvr>
                                      <p:to>
                                        <p:strVal val="visible"/>
                                      </p:to>
                                    </p:set>
                                    <p:animEffect transition="in" filter="fade">
                                      <p:cBhvr>
                                        <p:cTn id="137" dur="250" fill="hold"/>
                                        <p:tgtEl>
                                          <p:spTgt spid="61"/>
                                        </p:tgtEl>
                                      </p:cBhvr>
                                    </p:animEffect>
                                  </p:childTnLst>
                                </p:cTn>
                              </p:par>
                              <p:par>
                                <p:cTn id="138" presetID="10" presetClass="entr" presetSubtype="0" fill="hold" nodeType="withEffect">
                                  <p:stCondLst>
                                    <p:cond delay="410"/>
                                  </p:stCondLst>
                                  <p:childTnLst>
                                    <p:set>
                                      <p:cBhvr>
                                        <p:cTn id="139" dur="1" fill="hold">
                                          <p:stCondLst>
                                            <p:cond delay="0"/>
                                          </p:stCondLst>
                                        </p:cTn>
                                        <p:tgtEl>
                                          <p:spTgt spid="62"/>
                                        </p:tgtEl>
                                        <p:attrNameLst>
                                          <p:attrName>style.visibility</p:attrName>
                                        </p:attrNameLst>
                                      </p:cBhvr>
                                      <p:to>
                                        <p:strVal val="visible"/>
                                      </p:to>
                                    </p:set>
                                    <p:animEffect transition="in" filter="fade">
                                      <p:cBhvr>
                                        <p:cTn id="140" dur="250" fill="hold"/>
                                        <p:tgtEl>
                                          <p:spTgt spid="62"/>
                                        </p:tgtEl>
                                      </p:cBhvr>
                                    </p:animEffect>
                                  </p:childTnLst>
                                </p:cTn>
                              </p:par>
                              <p:par>
                                <p:cTn id="141" presetID="10" presetClass="entr" presetSubtype="0" fill="hold" nodeType="withEffect">
                                  <p:stCondLst>
                                    <p:cond delay="220"/>
                                  </p:stCondLst>
                                  <p:childTnLst>
                                    <p:set>
                                      <p:cBhvr>
                                        <p:cTn id="142" dur="1" fill="hold">
                                          <p:stCondLst>
                                            <p:cond delay="0"/>
                                          </p:stCondLst>
                                        </p:cTn>
                                        <p:tgtEl>
                                          <p:spTgt spid="63"/>
                                        </p:tgtEl>
                                        <p:attrNameLst>
                                          <p:attrName>style.visibility</p:attrName>
                                        </p:attrNameLst>
                                      </p:cBhvr>
                                      <p:to>
                                        <p:strVal val="visible"/>
                                      </p:to>
                                    </p:set>
                                    <p:animEffect transition="in" filter="fade">
                                      <p:cBhvr>
                                        <p:cTn id="143" dur="250" fill="hold"/>
                                        <p:tgtEl>
                                          <p:spTgt spid="63"/>
                                        </p:tgtEl>
                                      </p:cBhvr>
                                    </p:animEffect>
                                  </p:childTnLst>
                                </p:cTn>
                              </p:par>
                              <p:par>
                                <p:cTn id="144" presetID="10" presetClass="entr" presetSubtype="0" fill="hold" nodeType="withEffect">
                                  <p:stCondLst>
                                    <p:cond delay="520"/>
                                  </p:stCondLst>
                                  <p:childTnLst>
                                    <p:set>
                                      <p:cBhvr>
                                        <p:cTn id="145" dur="1" fill="hold">
                                          <p:stCondLst>
                                            <p:cond delay="0"/>
                                          </p:stCondLst>
                                        </p:cTn>
                                        <p:tgtEl>
                                          <p:spTgt spid="64"/>
                                        </p:tgtEl>
                                        <p:attrNameLst>
                                          <p:attrName>style.visibility</p:attrName>
                                        </p:attrNameLst>
                                      </p:cBhvr>
                                      <p:to>
                                        <p:strVal val="visible"/>
                                      </p:to>
                                    </p:set>
                                    <p:animEffect transition="in" filter="fade">
                                      <p:cBhvr>
                                        <p:cTn id="146" dur="250" fill="hold"/>
                                        <p:tgtEl>
                                          <p:spTgt spid="64"/>
                                        </p:tgtEl>
                                      </p:cBhvr>
                                    </p:animEffect>
                                  </p:childTnLst>
                                </p:cTn>
                              </p:par>
                              <p:par>
                                <p:cTn id="147" presetID="10" presetClass="entr" presetSubtype="0" fill="hold" nodeType="withEffect">
                                  <p:stCondLst>
                                    <p:cond delay="330"/>
                                  </p:stCondLst>
                                  <p:childTnLst>
                                    <p:set>
                                      <p:cBhvr>
                                        <p:cTn id="148" dur="1" fill="hold">
                                          <p:stCondLst>
                                            <p:cond delay="0"/>
                                          </p:stCondLst>
                                        </p:cTn>
                                        <p:tgtEl>
                                          <p:spTgt spid="65"/>
                                        </p:tgtEl>
                                        <p:attrNameLst>
                                          <p:attrName>style.visibility</p:attrName>
                                        </p:attrNameLst>
                                      </p:cBhvr>
                                      <p:to>
                                        <p:strVal val="visible"/>
                                      </p:to>
                                    </p:set>
                                    <p:animEffect transition="in" filter="fade">
                                      <p:cBhvr>
                                        <p:cTn id="149" dur="250" fill="hold"/>
                                        <p:tgtEl>
                                          <p:spTgt spid="65"/>
                                        </p:tgtEl>
                                      </p:cBhvr>
                                    </p:animEffect>
                                  </p:childTnLst>
                                </p:cTn>
                              </p:par>
                              <p:par>
                                <p:cTn id="150" presetID="10" presetClass="entr" presetSubtype="0" fill="hold" nodeType="withEffect">
                                  <p:stCondLst>
                                    <p:cond delay="630"/>
                                  </p:stCondLst>
                                  <p:childTnLst>
                                    <p:set>
                                      <p:cBhvr>
                                        <p:cTn id="151" dur="1" fill="hold">
                                          <p:stCondLst>
                                            <p:cond delay="0"/>
                                          </p:stCondLst>
                                        </p:cTn>
                                        <p:tgtEl>
                                          <p:spTgt spid="66"/>
                                        </p:tgtEl>
                                        <p:attrNameLst>
                                          <p:attrName>style.visibility</p:attrName>
                                        </p:attrNameLst>
                                      </p:cBhvr>
                                      <p:to>
                                        <p:strVal val="visible"/>
                                      </p:to>
                                    </p:set>
                                    <p:animEffect transition="in" filter="fade">
                                      <p:cBhvr>
                                        <p:cTn id="152" dur="250" fill="hold"/>
                                        <p:tgtEl>
                                          <p:spTgt spid="66"/>
                                        </p:tgtEl>
                                      </p:cBhvr>
                                    </p:animEffect>
                                  </p:childTnLst>
                                </p:cTn>
                              </p:par>
                              <p:par>
                                <p:cTn id="153" presetID="10" presetClass="entr" presetSubtype="0" fill="hold" nodeType="withEffect">
                                  <p:stCondLst>
                                    <p:cond delay="0"/>
                                  </p:stCondLst>
                                  <p:childTnLst>
                                    <p:set>
                                      <p:cBhvr>
                                        <p:cTn id="154" dur="1" fill="hold">
                                          <p:stCondLst>
                                            <p:cond delay="0"/>
                                          </p:stCondLst>
                                        </p:cTn>
                                        <p:tgtEl>
                                          <p:spTgt spid="67"/>
                                        </p:tgtEl>
                                        <p:attrNameLst>
                                          <p:attrName>style.visibility</p:attrName>
                                        </p:attrNameLst>
                                      </p:cBhvr>
                                      <p:to>
                                        <p:strVal val="visible"/>
                                      </p:to>
                                    </p:set>
                                    <p:animEffect transition="in" filter="fade">
                                      <p:cBhvr>
                                        <p:cTn id="155" dur="250" fill="hold"/>
                                        <p:tgtEl>
                                          <p:spTgt spid="67"/>
                                        </p:tgtEl>
                                      </p:cBhvr>
                                    </p:animEffect>
                                  </p:childTnLst>
                                </p:cTn>
                              </p:par>
                              <p:par>
                                <p:cTn id="156" presetID="10" presetClass="entr" presetSubtype="0" fill="hold" nodeType="withEffect">
                                  <p:stCondLst>
                                    <p:cond delay="300"/>
                                  </p:stCondLst>
                                  <p:childTnLst>
                                    <p:set>
                                      <p:cBhvr>
                                        <p:cTn id="157" dur="1" fill="hold">
                                          <p:stCondLst>
                                            <p:cond delay="0"/>
                                          </p:stCondLst>
                                        </p:cTn>
                                        <p:tgtEl>
                                          <p:spTgt spid="68"/>
                                        </p:tgtEl>
                                        <p:attrNameLst>
                                          <p:attrName>style.visibility</p:attrName>
                                        </p:attrNameLst>
                                      </p:cBhvr>
                                      <p:to>
                                        <p:strVal val="visible"/>
                                      </p:to>
                                    </p:set>
                                    <p:animEffect transition="in" filter="fade">
                                      <p:cBhvr>
                                        <p:cTn id="158" dur="250" fill="hold"/>
                                        <p:tgtEl>
                                          <p:spTgt spid="68"/>
                                        </p:tgtEl>
                                      </p:cBhvr>
                                    </p:animEffect>
                                  </p:childTnLst>
                                </p:cTn>
                              </p:par>
                              <p:par>
                                <p:cTn id="159" presetID="10" presetClass="entr" presetSubtype="0" fill="hold" nodeType="withEffect">
                                  <p:stCondLst>
                                    <p:cond delay="110"/>
                                  </p:stCondLst>
                                  <p:childTnLst>
                                    <p:set>
                                      <p:cBhvr>
                                        <p:cTn id="160" dur="1" fill="hold">
                                          <p:stCondLst>
                                            <p:cond delay="0"/>
                                          </p:stCondLst>
                                        </p:cTn>
                                        <p:tgtEl>
                                          <p:spTgt spid="69"/>
                                        </p:tgtEl>
                                        <p:attrNameLst>
                                          <p:attrName>style.visibility</p:attrName>
                                        </p:attrNameLst>
                                      </p:cBhvr>
                                      <p:to>
                                        <p:strVal val="visible"/>
                                      </p:to>
                                    </p:set>
                                    <p:animEffect transition="in" filter="fade">
                                      <p:cBhvr>
                                        <p:cTn id="161" dur="250" fill="hold"/>
                                        <p:tgtEl>
                                          <p:spTgt spid="69"/>
                                        </p:tgtEl>
                                      </p:cBhvr>
                                    </p:animEffect>
                                  </p:childTnLst>
                                </p:cTn>
                              </p:par>
                              <p:par>
                                <p:cTn id="162" presetID="10" presetClass="entr" presetSubtype="0" fill="hold" nodeType="withEffect">
                                  <p:stCondLst>
                                    <p:cond delay="410"/>
                                  </p:stCondLst>
                                  <p:childTnLst>
                                    <p:set>
                                      <p:cBhvr>
                                        <p:cTn id="163" dur="1" fill="hold">
                                          <p:stCondLst>
                                            <p:cond delay="0"/>
                                          </p:stCondLst>
                                        </p:cTn>
                                        <p:tgtEl>
                                          <p:spTgt spid="70"/>
                                        </p:tgtEl>
                                        <p:attrNameLst>
                                          <p:attrName>style.visibility</p:attrName>
                                        </p:attrNameLst>
                                      </p:cBhvr>
                                      <p:to>
                                        <p:strVal val="visible"/>
                                      </p:to>
                                    </p:set>
                                    <p:animEffect transition="in" filter="fade">
                                      <p:cBhvr>
                                        <p:cTn id="164" dur="250" fill="hold"/>
                                        <p:tgtEl>
                                          <p:spTgt spid="70"/>
                                        </p:tgtEl>
                                      </p:cBhvr>
                                    </p:animEffect>
                                  </p:childTnLst>
                                </p:cTn>
                              </p:par>
                              <p:par>
                                <p:cTn id="165" presetID="10" presetClass="entr" presetSubtype="0" fill="hold" nodeType="withEffect">
                                  <p:stCondLst>
                                    <p:cond delay="220"/>
                                  </p:stCondLst>
                                  <p:childTnLst>
                                    <p:set>
                                      <p:cBhvr>
                                        <p:cTn id="166" dur="1" fill="hold">
                                          <p:stCondLst>
                                            <p:cond delay="0"/>
                                          </p:stCondLst>
                                        </p:cTn>
                                        <p:tgtEl>
                                          <p:spTgt spid="71"/>
                                        </p:tgtEl>
                                        <p:attrNameLst>
                                          <p:attrName>style.visibility</p:attrName>
                                        </p:attrNameLst>
                                      </p:cBhvr>
                                      <p:to>
                                        <p:strVal val="visible"/>
                                      </p:to>
                                    </p:set>
                                    <p:animEffect transition="in" filter="fade">
                                      <p:cBhvr>
                                        <p:cTn id="167" dur="250" fill="hold"/>
                                        <p:tgtEl>
                                          <p:spTgt spid="71"/>
                                        </p:tgtEl>
                                      </p:cBhvr>
                                    </p:animEffect>
                                  </p:childTnLst>
                                </p:cTn>
                              </p:par>
                              <p:par>
                                <p:cTn id="168" presetID="10" presetClass="entr" presetSubtype="0" fill="hold" nodeType="withEffect">
                                  <p:stCondLst>
                                    <p:cond delay="520"/>
                                  </p:stCondLst>
                                  <p:childTnLst>
                                    <p:set>
                                      <p:cBhvr>
                                        <p:cTn id="169" dur="1" fill="hold">
                                          <p:stCondLst>
                                            <p:cond delay="0"/>
                                          </p:stCondLst>
                                        </p:cTn>
                                        <p:tgtEl>
                                          <p:spTgt spid="72"/>
                                        </p:tgtEl>
                                        <p:attrNameLst>
                                          <p:attrName>style.visibility</p:attrName>
                                        </p:attrNameLst>
                                      </p:cBhvr>
                                      <p:to>
                                        <p:strVal val="visible"/>
                                      </p:to>
                                    </p:set>
                                    <p:animEffect transition="in" filter="fade">
                                      <p:cBhvr>
                                        <p:cTn id="170" dur="250" fill="hold"/>
                                        <p:tgtEl>
                                          <p:spTgt spid="72"/>
                                        </p:tgtEl>
                                      </p:cBhvr>
                                    </p:animEffect>
                                  </p:childTnLst>
                                </p:cTn>
                              </p:par>
                              <p:par>
                                <p:cTn id="171" presetID="10" presetClass="entr" presetSubtype="0" fill="hold" nodeType="withEffect">
                                  <p:stCondLst>
                                    <p:cond delay="330"/>
                                  </p:stCondLst>
                                  <p:childTnLst>
                                    <p:set>
                                      <p:cBhvr>
                                        <p:cTn id="172" dur="1" fill="hold">
                                          <p:stCondLst>
                                            <p:cond delay="0"/>
                                          </p:stCondLst>
                                        </p:cTn>
                                        <p:tgtEl>
                                          <p:spTgt spid="73"/>
                                        </p:tgtEl>
                                        <p:attrNameLst>
                                          <p:attrName>style.visibility</p:attrName>
                                        </p:attrNameLst>
                                      </p:cBhvr>
                                      <p:to>
                                        <p:strVal val="visible"/>
                                      </p:to>
                                    </p:set>
                                    <p:animEffect transition="in" filter="fade">
                                      <p:cBhvr>
                                        <p:cTn id="173" dur="250" fill="hold"/>
                                        <p:tgtEl>
                                          <p:spTgt spid="73"/>
                                        </p:tgtEl>
                                      </p:cBhvr>
                                    </p:animEffect>
                                  </p:childTnLst>
                                </p:cTn>
                              </p:par>
                              <p:par>
                                <p:cTn id="174" presetID="10" presetClass="entr" presetSubtype="0" fill="hold" nodeType="withEffect">
                                  <p:stCondLst>
                                    <p:cond delay="630"/>
                                  </p:stCondLst>
                                  <p:childTnLst>
                                    <p:set>
                                      <p:cBhvr>
                                        <p:cTn id="175" dur="1" fill="hold">
                                          <p:stCondLst>
                                            <p:cond delay="0"/>
                                          </p:stCondLst>
                                        </p:cTn>
                                        <p:tgtEl>
                                          <p:spTgt spid="74"/>
                                        </p:tgtEl>
                                        <p:attrNameLst>
                                          <p:attrName>style.visibility</p:attrName>
                                        </p:attrNameLst>
                                      </p:cBhvr>
                                      <p:to>
                                        <p:strVal val="visible"/>
                                      </p:to>
                                    </p:set>
                                    <p:animEffect transition="in" filter="fade">
                                      <p:cBhvr>
                                        <p:cTn id="176" dur="250" fill="hold"/>
                                        <p:tgtEl>
                                          <p:spTgt spid="74"/>
                                        </p:tgtEl>
                                      </p:cBhvr>
                                    </p:animEffect>
                                  </p:childTnLst>
                                </p:cTn>
                              </p:par>
                              <p:par>
                                <p:cTn id="177" presetID="10" presetClass="entr" presetSubtype="0" fill="hold" nodeType="withEffect">
                                  <p:stCondLst>
                                    <p:cond delay="0"/>
                                  </p:stCondLst>
                                  <p:childTnLst>
                                    <p:set>
                                      <p:cBhvr>
                                        <p:cTn id="178" dur="1" fill="hold">
                                          <p:stCondLst>
                                            <p:cond delay="0"/>
                                          </p:stCondLst>
                                        </p:cTn>
                                        <p:tgtEl>
                                          <p:spTgt spid="75"/>
                                        </p:tgtEl>
                                        <p:attrNameLst>
                                          <p:attrName>style.visibility</p:attrName>
                                        </p:attrNameLst>
                                      </p:cBhvr>
                                      <p:to>
                                        <p:strVal val="visible"/>
                                      </p:to>
                                    </p:set>
                                    <p:animEffect transition="in" filter="fade">
                                      <p:cBhvr>
                                        <p:cTn id="179" dur="250" fill="hold"/>
                                        <p:tgtEl>
                                          <p:spTgt spid="75"/>
                                        </p:tgtEl>
                                      </p:cBhvr>
                                    </p:animEffect>
                                  </p:childTnLst>
                                </p:cTn>
                              </p:par>
                              <p:par>
                                <p:cTn id="180" presetID="10" presetClass="entr" presetSubtype="0" fill="hold" nodeType="withEffect">
                                  <p:stCondLst>
                                    <p:cond delay="300"/>
                                  </p:stCondLst>
                                  <p:childTnLst>
                                    <p:set>
                                      <p:cBhvr>
                                        <p:cTn id="181" dur="1" fill="hold">
                                          <p:stCondLst>
                                            <p:cond delay="0"/>
                                          </p:stCondLst>
                                        </p:cTn>
                                        <p:tgtEl>
                                          <p:spTgt spid="76"/>
                                        </p:tgtEl>
                                        <p:attrNameLst>
                                          <p:attrName>style.visibility</p:attrName>
                                        </p:attrNameLst>
                                      </p:cBhvr>
                                      <p:to>
                                        <p:strVal val="visible"/>
                                      </p:to>
                                    </p:set>
                                    <p:animEffect transition="in" filter="fade">
                                      <p:cBhvr>
                                        <p:cTn id="182" dur="250" fill="hold"/>
                                        <p:tgtEl>
                                          <p:spTgt spid="76"/>
                                        </p:tgtEl>
                                      </p:cBhvr>
                                    </p:animEffect>
                                  </p:childTnLst>
                                </p:cTn>
                              </p:par>
                              <p:par>
                                <p:cTn id="183" presetID="10" presetClass="entr" presetSubtype="0" fill="hold" nodeType="withEffect">
                                  <p:stCondLst>
                                    <p:cond delay="110"/>
                                  </p:stCondLst>
                                  <p:childTnLst>
                                    <p:set>
                                      <p:cBhvr>
                                        <p:cTn id="184" dur="1" fill="hold">
                                          <p:stCondLst>
                                            <p:cond delay="0"/>
                                          </p:stCondLst>
                                        </p:cTn>
                                        <p:tgtEl>
                                          <p:spTgt spid="77"/>
                                        </p:tgtEl>
                                        <p:attrNameLst>
                                          <p:attrName>style.visibility</p:attrName>
                                        </p:attrNameLst>
                                      </p:cBhvr>
                                      <p:to>
                                        <p:strVal val="visible"/>
                                      </p:to>
                                    </p:set>
                                    <p:animEffect transition="in" filter="fade">
                                      <p:cBhvr>
                                        <p:cTn id="185" dur="250" fill="hold"/>
                                        <p:tgtEl>
                                          <p:spTgt spid="77"/>
                                        </p:tgtEl>
                                      </p:cBhvr>
                                    </p:animEffect>
                                  </p:childTnLst>
                                </p:cTn>
                              </p:par>
                              <p:par>
                                <p:cTn id="186" presetID="10" presetClass="entr" presetSubtype="0" fill="hold" nodeType="withEffect">
                                  <p:stCondLst>
                                    <p:cond delay="410"/>
                                  </p:stCondLst>
                                  <p:childTnLst>
                                    <p:set>
                                      <p:cBhvr>
                                        <p:cTn id="187" dur="1" fill="hold">
                                          <p:stCondLst>
                                            <p:cond delay="0"/>
                                          </p:stCondLst>
                                        </p:cTn>
                                        <p:tgtEl>
                                          <p:spTgt spid="78"/>
                                        </p:tgtEl>
                                        <p:attrNameLst>
                                          <p:attrName>style.visibility</p:attrName>
                                        </p:attrNameLst>
                                      </p:cBhvr>
                                      <p:to>
                                        <p:strVal val="visible"/>
                                      </p:to>
                                    </p:set>
                                    <p:animEffect transition="in" filter="fade">
                                      <p:cBhvr>
                                        <p:cTn id="188" dur="250" fill="hold"/>
                                        <p:tgtEl>
                                          <p:spTgt spid="78"/>
                                        </p:tgtEl>
                                      </p:cBhvr>
                                    </p:animEffect>
                                  </p:childTnLst>
                                </p:cTn>
                              </p:par>
                              <p:par>
                                <p:cTn id="189" presetID="10" presetClass="entr" presetSubtype="0" fill="hold" nodeType="withEffect">
                                  <p:stCondLst>
                                    <p:cond delay="220"/>
                                  </p:stCondLst>
                                  <p:childTnLst>
                                    <p:set>
                                      <p:cBhvr>
                                        <p:cTn id="190" dur="1" fill="hold">
                                          <p:stCondLst>
                                            <p:cond delay="0"/>
                                          </p:stCondLst>
                                        </p:cTn>
                                        <p:tgtEl>
                                          <p:spTgt spid="79"/>
                                        </p:tgtEl>
                                        <p:attrNameLst>
                                          <p:attrName>style.visibility</p:attrName>
                                        </p:attrNameLst>
                                      </p:cBhvr>
                                      <p:to>
                                        <p:strVal val="visible"/>
                                      </p:to>
                                    </p:set>
                                    <p:animEffect transition="in" filter="fade">
                                      <p:cBhvr>
                                        <p:cTn id="191" dur="250" fill="hold"/>
                                        <p:tgtEl>
                                          <p:spTgt spid="79"/>
                                        </p:tgtEl>
                                      </p:cBhvr>
                                    </p:animEffect>
                                  </p:childTnLst>
                                </p:cTn>
                              </p:par>
                              <p:par>
                                <p:cTn id="192" presetID="10" presetClass="entr" presetSubtype="0" fill="hold" nodeType="withEffect">
                                  <p:stCondLst>
                                    <p:cond delay="520"/>
                                  </p:stCondLst>
                                  <p:childTnLst>
                                    <p:set>
                                      <p:cBhvr>
                                        <p:cTn id="193" dur="1" fill="hold">
                                          <p:stCondLst>
                                            <p:cond delay="0"/>
                                          </p:stCondLst>
                                        </p:cTn>
                                        <p:tgtEl>
                                          <p:spTgt spid="80"/>
                                        </p:tgtEl>
                                        <p:attrNameLst>
                                          <p:attrName>style.visibility</p:attrName>
                                        </p:attrNameLst>
                                      </p:cBhvr>
                                      <p:to>
                                        <p:strVal val="visible"/>
                                      </p:to>
                                    </p:set>
                                    <p:animEffect transition="in" filter="fade">
                                      <p:cBhvr>
                                        <p:cTn id="194" dur="250" fill="hold"/>
                                        <p:tgtEl>
                                          <p:spTgt spid="80"/>
                                        </p:tgtEl>
                                      </p:cBhvr>
                                    </p:animEffect>
                                  </p:childTnLst>
                                </p:cTn>
                              </p:par>
                              <p:par>
                                <p:cTn id="195" presetID="10" presetClass="entr" presetSubtype="0" fill="hold" nodeType="withEffect">
                                  <p:stCondLst>
                                    <p:cond delay="330"/>
                                  </p:stCondLst>
                                  <p:childTnLst>
                                    <p:set>
                                      <p:cBhvr>
                                        <p:cTn id="196" dur="1" fill="hold">
                                          <p:stCondLst>
                                            <p:cond delay="0"/>
                                          </p:stCondLst>
                                        </p:cTn>
                                        <p:tgtEl>
                                          <p:spTgt spid="81"/>
                                        </p:tgtEl>
                                        <p:attrNameLst>
                                          <p:attrName>style.visibility</p:attrName>
                                        </p:attrNameLst>
                                      </p:cBhvr>
                                      <p:to>
                                        <p:strVal val="visible"/>
                                      </p:to>
                                    </p:set>
                                    <p:animEffect transition="in" filter="fade">
                                      <p:cBhvr>
                                        <p:cTn id="197" dur="250" fill="hold"/>
                                        <p:tgtEl>
                                          <p:spTgt spid="81"/>
                                        </p:tgtEl>
                                      </p:cBhvr>
                                    </p:animEffect>
                                  </p:childTnLst>
                                </p:cTn>
                              </p:par>
                              <p:par>
                                <p:cTn id="198" presetID="10" presetClass="entr" presetSubtype="0" fill="hold" nodeType="withEffect">
                                  <p:stCondLst>
                                    <p:cond delay="630"/>
                                  </p:stCondLst>
                                  <p:childTnLst>
                                    <p:set>
                                      <p:cBhvr>
                                        <p:cTn id="199" dur="1" fill="hold">
                                          <p:stCondLst>
                                            <p:cond delay="0"/>
                                          </p:stCondLst>
                                        </p:cTn>
                                        <p:tgtEl>
                                          <p:spTgt spid="82"/>
                                        </p:tgtEl>
                                        <p:attrNameLst>
                                          <p:attrName>style.visibility</p:attrName>
                                        </p:attrNameLst>
                                      </p:cBhvr>
                                      <p:to>
                                        <p:strVal val="visible"/>
                                      </p:to>
                                    </p:set>
                                    <p:animEffect transition="in" filter="fade">
                                      <p:cBhvr>
                                        <p:cTn id="200" dur="250" fill="hold"/>
                                        <p:tgtEl>
                                          <p:spTgt spid="82"/>
                                        </p:tgtEl>
                                      </p:cBhvr>
                                    </p:animEffect>
                                  </p:childTnLst>
                                </p:cTn>
                              </p:par>
                            </p:childTnLst>
                          </p:cTn>
                        </p:par>
                      </p:childTnLst>
                    </p:cTn>
                  </p:par>
                  <p:par>
                    <p:cTn id="201" fill="hold">
                      <p:stCondLst>
                        <p:cond delay="indefinite"/>
                      </p:stCondLst>
                      <p:childTnLst>
                        <p:par>
                          <p:cTn id="202" fill="hold">
                            <p:stCondLst>
                              <p:cond delay="0"/>
                            </p:stCondLst>
                            <p:childTnLst>
                              <p:par>
                                <p:cTn id="203" presetID="10" presetClass="entr" presetSubtype="0" fill="hold" nodeType="clickEffect">
                                  <p:stCondLst>
                                    <p:cond delay="0"/>
                                  </p:stCondLst>
                                  <p:childTnLst>
                                    <p:set>
                                      <p:cBhvr>
                                        <p:cTn id="204" dur="1" fill="hold">
                                          <p:stCondLst>
                                            <p:cond delay="0"/>
                                          </p:stCondLst>
                                        </p:cTn>
                                        <p:tgtEl>
                                          <p:spTgt spid="83"/>
                                        </p:tgtEl>
                                        <p:attrNameLst>
                                          <p:attrName>style.visibility</p:attrName>
                                        </p:attrNameLst>
                                      </p:cBhvr>
                                      <p:to>
                                        <p:strVal val="visible"/>
                                      </p:to>
                                    </p:set>
                                    <p:animEffect transition="in" filter="fade">
                                      <p:cBhvr>
                                        <p:cTn id="205" dur="250" fill="hold"/>
                                        <p:tgtEl>
                                          <p:spTgt spid="83"/>
                                        </p:tgtEl>
                                      </p:cBhvr>
                                    </p:animEffect>
                                  </p:childTnLst>
                                </p:cTn>
                              </p:par>
                              <p:par>
                                <p:cTn id="206" presetID="10" presetClass="entr" presetSubtype="0" fill="hold" nodeType="withEffect">
                                  <p:stCondLst>
                                    <p:cond delay="300"/>
                                  </p:stCondLst>
                                  <p:childTnLst>
                                    <p:set>
                                      <p:cBhvr>
                                        <p:cTn id="207" dur="1" fill="hold">
                                          <p:stCondLst>
                                            <p:cond delay="0"/>
                                          </p:stCondLst>
                                        </p:cTn>
                                        <p:tgtEl>
                                          <p:spTgt spid="84"/>
                                        </p:tgtEl>
                                        <p:attrNameLst>
                                          <p:attrName>style.visibility</p:attrName>
                                        </p:attrNameLst>
                                      </p:cBhvr>
                                      <p:to>
                                        <p:strVal val="visible"/>
                                      </p:to>
                                    </p:set>
                                    <p:animEffect transition="in" filter="fade">
                                      <p:cBhvr>
                                        <p:cTn id="208" dur="250" fill="hold"/>
                                        <p:tgtEl>
                                          <p:spTgt spid="84"/>
                                        </p:tgtEl>
                                      </p:cBhvr>
                                    </p:animEffect>
                                  </p:childTnLst>
                                </p:cTn>
                              </p:par>
                              <p:par>
                                <p:cTn id="209" presetID="10" presetClass="entr" presetSubtype="0" fill="hold" nodeType="withEffect">
                                  <p:stCondLst>
                                    <p:cond delay="100"/>
                                  </p:stCondLst>
                                  <p:childTnLst>
                                    <p:set>
                                      <p:cBhvr>
                                        <p:cTn id="210" dur="1" fill="hold">
                                          <p:stCondLst>
                                            <p:cond delay="0"/>
                                          </p:stCondLst>
                                        </p:cTn>
                                        <p:tgtEl>
                                          <p:spTgt spid="85"/>
                                        </p:tgtEl>
                                        <p:attrNameLst>
                                          <p:attrName>style.visibility</p:attrName>
                                        </p:attrNameLst>
                                      </p:cBhvr>
                                      <p:to>
                                        <p:strVal val="visible"/>
                                      </p:to>
                                    </p:set>
                                    <p:animEffect transition="in" filter="fade">
                                      <p:cBhvr>
                                        <p:cTn id="211" dur="250" fill="hold"/>
                                        <p:tgtEl>
                                          <p:spTgt spid="85"/>
                                        </p:tgtEl>
                                      </p:cBhvr>
                                    </p:animEffect>
                                  </p:childTnLst>
                                </p:cTn>
                              </p:par>
                              <p:par>
                                <p:cTn id="212" presetID="10" presetClass="entr" presetSubtype="0" fill="hold" nodeType="withEffect">
                                  <p:stCondLst>
                                    <p:cond delay="400"/>
                                  </p:stCondLst>
                                  <p:childTnLst>
                                    <p:set>
                                      <p:cBhvr>
                                        <p:cTn id="213" dur="1" fill="hold">
                                          <p:stCondLst>
                                            <p:cond delay="0"/>
                                          </p:stCondLst>
                                        </p:cTn>
                                        <p:tgtEl>
                                          <p:spTgt spid="86"/>
                                        </p:tgtEl>
                                        <p:attrNameLst>
                                          <p:attrName>style.visibility</p:attrName>
                                        </p:attrNameLst>
                                      </p:cBhvr>
                                      <p:to>
                                        <p:strVal val="visible"/>
                                      </p:to>
                                    </p:set>
                                    <p:animEffect transition="in" filter="fade">
                                      <p:cBhvr>
                                        <p:cTn id="214" dur="250" fill="hold"/>
                                        <p:tgtEl>
                                          <p:spTgt spid="86"/>
                                        </p:tgtEl>
                                      </p:cBhvr>
                                    </p:animEffect>
                                  </p:childTnLst>
                                </p:cTn>
                              </p:par>
                              <p:par>
                                <p:cTn id="215" presetID="10" presetClass="entr" presetSubtype="0" fill="hold" nodeType="withEffect">
                                  <p:stCondLst>
                                    <p:cond delay="200"/>
                                  </p:stCondLst>
                                  <p:childTnLst>
                                    <p:set>
                                      <p:cBhvr>
                                        <p:cTn id="216" dur="1" fill="hold">
                                          <p:stCondLst>
                                            <p:cond delay="0"/>
                                          </p:stCondLst>
                                        </p:cTn>
                                        <p:tgtEl>
                                          <p:spTgt spid="87"/>
                                        </p:tgtEl>
                                        <p:attrNameLst>
                                          <p:attrName>style.visibility</p:attrName>
                                        </p:attrNameLst>
                                      </p:cBhvr>
                                      <p:to>
                                        <p:strVal val="visible"/>
                                      </p:to>
                                    </p:set>
                                    <p:animEffect transition="in" filter="fade">
                                      <p:cBhvr>
                                        <p:cTn id="217" dur="250" fill="hold"/>
                                        <p:tgtEl>
                                          <p:spTgt spid="87"/>
                                        </p:tgtEl>
                                      </p:cBhvr>
                                    </p:animEffect>
                                  </p:childTnLst>
                                </p:cTn>
                              </p:par>
                              <p:par>
                                <p:cTn id="218" presetID="10" presetClass="entr" presetSubtype="0" fill="hold" nodeType="withEffect">
                                  <p:stCondLst>
                                    <p:cond delay="500"/>
                                  </p:stCondLst>
                                  <p:childTnLst>
                                    <p:set>
                                      <p:cBhvr>
                                        <p:cTn id="219" dur="1" fill="hold">
                                          <p:stCondLst>
                                            <p:cond delay="0"/>
                                          </p:stCondLst>
                                        </p:cTn>
                                        <p:tgtEl>
                                          <p:spTgt spid="88"/>
                                        </p:tgtEl>
                                        <p:attrNameLst>
                                          <p:attrName>style.visibility</p:attrName>
                                        </p:attrNameLst>
                                      </p:cBhvr>
                                      <p:to>
                                        <p:strVal val="visible"/>
                                      </p:to>
                                    </p:set>
                                    <p:animEffect transition="in" filter="fade">
                                      <p:cBhvr>
                                        <p:cTn id="220" dur="250" fill="hold"/>
                                        <p:tgtEl>
                                          <p:spTgt spid="88"/>
                                        </p:tgtEl>
                                      </p:cBhvr>
                                    </p:animEffect>
                                  </p:childTnLst>
                                </p:cTn>
                              </p:par>
                              <p:par>
                                <p:cTn id="221" presetID="10" presetClass="entr" presetSubtype="0" fill="hold" nodeType="withEffect">
                                  <p:stCondLst>
                                    <p:cond delay="0"/>
                                  </p:stCondLst>
                                  <p:childTnLst>
                                    <p:set>
                                      <p:cBhvr>
                                        <p:cTn id="222" dur="1" fill="hold">
                                          <p:stCondLst>
                                            <p:cond delay="0"/>
                                          </p:stCondLst>
                                        </p:cTn>
                                        <p:tgtEl>
                                          <p:spTgt spid="89"/>
                                        </p:tgtEl>
                                        <p:attrNameLst>
                                          <p:attrName>style.visibility</p:attrName>
                                        </p:attrNameLst>
                                      </p:cBhvr>
                                      <p:to>
                                        <p:strVal val="visible"/>
                                      </p:to>
                                    </p:set>
                                    <p:animEffect transition="in" filter="fade">
                                      <p:cBhvr>
                                        <p:cTn id="223" dur="250" fill="hold"/>
                                        <p:tgtEl>
                                          <p:spTgt spid="89"/>
                                        </p:tgtEl>
                                      </p:cBhvr>
                                    </p:animEffect>
                                  </p:childTnLst>
                                </p:cTn>
                              </p:par>
                              <p:par>
                                <p:cTn id="224" presetID="10" presetClass="entr" presetSubtype="0" fill="hold" nodeType="withEffect">
                                  <p:stCondLst>
                                    <p:cond delay="300"/>
                                  </p:stCondLst>
                                  <p:childTnLst>
                                    <p:set>
                                      <p:cBhvr>
                                        <p:cTn id="225" dur="1" fill="hold">
                                          <p:stCondLst>
                                            <p:cond delay="0"/>
                                          </p:stCondLst>
                                        </p:cTn>
                                        <p:tgtEl>
                                          <p:spTgt spid="90"/>
                                        </p:tgtEl>
                                        <p:attrNameLst>
                                          <p:attrName>style.visibility</p:attrName>
                                        </p:attrNameLst>
                                      </p:cBhvr>
                                      <p:to>
                                        <p:strVal val="visible"/>
                                      </p:to>
                                    </p:set>
                                    <p:animEffect transition="in" filter="fade">
                                      <p:cBhvr>
                                        <p:cTn id="226" dur="250" fill="hold"/>
                                        <p:tgtEl>
                                          <p:spTgt spid="90"/>
                                        </p:tgtEl>
                                      </p:cBhvr>
                                    </p:animEffect>
                                  </p:childTnLst>
                                </p:cTn>
                              </p:par>
                              <p:par>
                                <p:cTn id="227" presetID="10" presetClass="entr" presetSubtype="0" fill="hold" nodeType="withEffect">
                                  <p:stCondLst>
                                    <p:cond delay="100"/>
                                  </p:stCondLst>
                                  <p:childTnLst>
                                    <p:set>
                                      <p:cBhvr>
                                        <p:cTn id="228" dur="1" fill="hold">
                                          <p:stCondLst>
                                            <p:cond delay="0"/>
                                          </p:stCondLst>
                                        </p:cTn>
                                        <p:tgtEl>
                                          <p:spTgt spid="91"/>
                                        </p:tgtEl>
                                        <p:attrNameLst>
                                          <p:attrName>style.visibility</p:attrName>
                                        </p:attrNameLst>
                                      </p:cBhvr>
                                      <p:to>
                                        <p:strVal val="visible"/>
                                      </p:to>
                                    </p:set>
                                    <p:animEffect transition="in" filter="fade">
                                      <p:cBhvr>
                                        <p:cTn id="229" dur="250" fill="hold"/>
                                        <p:tgtEl>
                                          <p:spTgt spid="91"/>
                                        </p:tgtEl>
                                      </p:cBhvr>
                                    </p:animEffect>
                                  </p:childTnLst>
                                </p:cTn>
                              </p:par>
                              <p:par>
                                <p:cTn id="230" presetID="10" presetClass="entr" presetSubtype="0" fill="hold" nodeType="withEffect">
                                  <p:stCondLst>
                                    <p:cond delay="400"/>
                                  </p:stCondLst>
                                  <p:childTnLst>
                                    <p:set>
                                      <p:cBhvr>
                                        <p:cTn id="231" dur="1" fill="hold">
                                          <p:stCondLst>
                                            <p:cond delay="0"/>
                                          </p:stCondLst>
                                        </p:cTn>
                                        <p:tgtEl>
                                          <p:spTgt spid="92"/>
                                        </p:tgtEl>
                                        <p:attrNameLst>
                                          <p:attrName>style.visibility</p:attrName>
                                        </p:attrNameLst>
                                      </p:cBhvr>
                                      <p:to>
                                        <p:strVal val="visible"/>
                                      </p:to>
                                    </p:set>
                                    <p:animEffect transition="in" filter="fade">
                                      <p:cBhvr>
                                        <p:cTn id="232" dur="250" fill="hold"/>
                                        <p:tgtEl>
                                          <p:spTgt spid="92"/>
                                        </p:tgtEl>
                                      </p:cBhvr>
                                    </p:animEffect>
                                  </p:childTnLst>
                                </p:cTn>
                              </p:par>
                              <p:par>
                                <p:cTn id="233" presetID="10" presetClass="entr" presetSubtype="0" fill="hold" nodeType="withEffect">
                                  <p:stCondLst>
                                    <p:cond delay="200"/>
                                  </p:stCondLst>
                                  <p:childTnLst>
                                    <p:set>
                                      <p:cBhvr>
                                        <p:cTn id="234" dur="1" fill="hold">
                                          <p:stCondLst>
                                            <p:cond delay="0"/>
                                          </p:stCondLst>
                                        </p:cTn>
                                        <p:tgtEl>
                                          <p:spTgt spid="93"/>
                                        </p:tgtEl>
                                        <p:attrNameLst>
                                          <p:attrName>style.visibility</p:attrName>
                                        </p:attrNameLst>
                                      </p:cBhvr>
                                      <p:to>
                                        <p:strVal val="visible"/>
                                      </p:to>
                                    </p:set>
                                    <p:animEffect transition="in" filter="fade">
                                      <p:cBhvr>
                                        <p:cTn id="235" dur="250" fill="hold"/>
                                        <p:tgtEl>
                                          <p:spTgt spid="93"/>
                                        </p:tgtEl>
                                      </p:cBhvr>
                                    </p:animEffect>
                                  </p:childTnLst>
                                </p:cTn>
                              </p:par>
                              <p:par>
                                <p:cTn id="236" presetID="10" presetClass="entr" presetSubtype="0" fill="hold" nodeType="withEffect">
                                  <p:stCondLst>
                                    <p:cond delay="500"/>
                                  </p:stCondLst>
                                  <p:childTnLst>
                                    <p:set>
                                      <p:cBhvr>
                                        <p:cTn id="237" dur="1" fill="hold">
                                          <p:stCondLst>
                                            <p:cond delay="0"/>
                                          </p:stCondLst>
                                        </p:cTn>
                                        <p:tgtEl>
                                          <p:spTgt spid="94"/>
                                        </p:tgtEl>
                                        <p:attrNameLst>
                                          <p:attrName>style.visibility</p:attrName>
                                        </p:attrNameLst>
                                      </p:cBhvr>
                                      <p:to>
                                        <p:strVal val="visible"/>
                                      </p:to>
                                    </p:set>
                                    <p:animEffect transition="in" filter="fade">
                                      <p:cBhvr>
                                        <p:cTn id="238" dur="250" fill="hold"/>
                                        <p:tgtEl>
                                          <p:spTgt spid="94"/>
                                        </p:tgtEl>
                                      </p:cBhvr>
                                    </p:animEffect>
                                  </p:childTnLst>
                                </p:cTn>
                              </p:par>
                              <p:par>
                                <p:cTn id="239" presetID="10" presetClass="entr" presetSubtype="0" fill="hold" nodeType="withEffect">
                                  <p:stCondLst>
                                    <p:cond delay="0"/>
                                  </p:stCondLst>
                                  <p:childTnLst>
                                    <p:set>
                                      <p:cBhvr>
                                        <p:cTn id="240" dur="1" fill="hold">
                                          <p:stCondLst>
                                            <p:cond delay="0"/>
                                          </p:stCondLst>
                                        </p:cTn>
                                        <p:tgtEl>
                                          <p:spTgt spid="95"/>
                                        </p:tgtEl>
                                        <p:attrNameLst>
                                          <p:attrName>style.visibility</p:attrName>
                                        </p:attrNameLst>
                                      </p:cBhvr>
                                      <p:to>
                                        <p:strVal val="visible"/>
                                      </p:to>
                                    </p:set>
                                    <p:animEffect transition="in" filter="fade">
                                      <p:cBhvr>
                                        <p:cTn id="241" dur="250" fill="hold"/>
                                        <p:tgtEl>
                                          <p:spTgt spid="95"/>
                                        </p:tgtEl>
                                      </p:cBhvr>
                                    </p:animEffect>
                                  </p:childTnLst>
                                </p:cTn>
                              </p:par>
                              <p:par>
                                <p:cTn id="242" presetID="10" presetClass="entr" presetSubtype="0" fill="hold" nodeType="withEffect">
                                  <p:stCondLst>
                                    <p:cond delay="300"/>
                                  </p:stCondLst>
                                  <p:childTnLst>
                                    <p:set>
                                      <p:cBhvr>
                                        <p:cTn id="243" dur="1" fill="hold">
                                          <p:stCondLst>
                                            <p:cond delay="0"/>
                                          </p:stCondLst>
                                        </p:cTn>
                                        <p:tgtEl>
                                          <p:spTgt spid="96"/>
                                        </p:tgtEl>
                                        <p:attrNameLst>
                                          <p:attrName>style.visibility</p:attrName>
                                        </p:attrNameLst>
                                      </p:cBhvr>
                                      <p:to>
                                        <p:strVal val="visible"/>
                                      </p:to>
                                    </p:set>
                                    <p:animEffect transition="in" filter="fade">
                                      <p:cBhvr>
                                        <p:cTn id="244" dur="250" fill="hold"/>
                                        <p:tgtEl>
                                          <p:spTgt spid="96"/>
                                        </p:tgtEl>
                                      </p:cBhvr>
                                    </p:animEffect>
                                  </p:childTnLst>
                                </p:cTn>
                              </p:par>
                              <p:par>
                                <p:cTn id="245" presetID="10" presetClass="entr" presetSubtype="0" fill="hold" nodeType="withEffect">
                                  <p:stCondLst>
                                    <p:cond delay="100"/>
                                  </p:stCondLst>
                                  <p:childTnLst>
                                    <p:set>
                                      <p:cBhvr>
                                        <p:cTn id="246" dur="1" fill="hold">
                                          <p:stCondLst>
                                            <p:cond delay="0"/>
                                          </p:stCondLst>
                                        </p:cTn>
                                        <p:tgtEl>
                                          <p:spTgt spid="97"/>
                                        </p:tgtEl>
                                        <p:attrNameLst>
                                          <p:attrName>style.visibility</p:attrName>
                                        </p:attrNameLst>
                                      </p:cBhvr>
                                      <p:to>
                                        <p:strVal val="visible"/>
                                      </p:to>
                                    </p:set>
                                    <p:animEffect transition="in" filter="fade">
                                      <p:cBhvr>
                                        <p:cTn id="247" dur="250" fill="hold"/>
                                        <p:tgtEl>
                                          <p:spTgt spid="97"/>
                                        </p:tgtEl>
                                      </p:cBhvr>
                                    </p:animEffect>
                                  </p:childTnLst>
                                </p:cTn>
                              </p:par>
                              <p:par>
                                <p:cTn id="248" presetID="10" presetClass="entr" presetSubtype="0" fill="hold" nodeType="withEffect">
                                  <p:stCondLst>
                                    <p:cond delay="400"/>
                                  </p:stCondLst>
                                  <p:childTnLst>
                                    <p:set>
                                      <p:cBhvr>
                                        <p:cTn id="249" dur="1" fill="hold">
                                          <p:stCondLst>
                                            <p:cond delay="0"/>
                                          </p:stCondLst>
                                        </p:cTn>
                                        <p:tgtEl>
                                          <p:spTgt spid="98"/>
                                        </p:tgtEl>
                                        <p:attrNameLst>
                                          <p:attrName>style.visibility</p:attrName>
                                        </p:attrNameLst>
                                      </p:cBhvr>
                                      <p:to>
                                        <p:strVal val="visible"/>
                                      </p:to>
                                    </p:set>
                                    <p:animEffect transition="in" filter="fade">
                                      <p:cBhvr>
                                        <p:cTn id="250" dur="250" fill="hold"/>
                                        <p:tgtEl>
                                          <p:spTgt spid="98"/>
                                        </p:tgtEl>
                                      </p:cBhvr>
                                    </p:animEffect>
                                  </p:childTnLst>
                                </p:cTn>
                              </p:par>
                              <p:par>
                                <p:cTn id="251" presetID="10" presetClass="entr" presetSubtype="0" fill="hold" nodeType="withEffect">
                                  <p:stCondLst>
                                    <p:cond delay="200"/>
                                  </p:stCondLst>
                                  <p:childTnLst>
                                    <p:set>
                                      <p:cBhvr>
                                        <p:cTn id="252" dur="1" fill="hold">
                                          <p:stCondLst>
                                            <p:cond delay="0"/>
                                          </p:stCondLst>
                                        </p:cTn>
                                        <p:tgtEl>
                                          <p:spTgt spid="99"/>
                                        </p:tgtEl>
                                        <p:attrNameLst>
                                          <p:attrName>style.visibility</p:attrName>
                                        </p:attrNameLst>
                                      </p:cBhvr>
                                      <p:to>
                                        <p:strVal val="visible"/>
                                      </p:to>
                                    </p:set>
                                    <p:animEffect transition="in" filter="fade">
                                      <p:cBhvr>
                                        <p:cTn id="253" dur="250" fill="hold"/>
                                        <p:tgtEl>
                                          <p:spTgt spid="99"/>
                                        </p:tgtEl>
                                      </p:cBhvr>
                                    </p:animEffect>
                                  </p:childTnLst>
                                </p:cTn>
                              </p:par>
                              <p:par>
                                <p:cTn id="254" presetID="10" presetClass="entr" presetSubtype="0" fill="hold" nodeType="withEffect">
                                  <p:stCondLst>
                                    <p:cond delay="500"/>
                                  </p:stCondLst>
                                  <p:childTnLst>
                                    <p:set>
                                      <p:cBhvr>
                                        <p:cTn id="255" dur="1" fill="hold">
                                          <p:stCondLst>
                                            <p:cond delay="0"/>
                                          </p:stCondLst>
                                        </p:cTn>
                                        <p:tgtEl>
                                          <p:spTgt spid="100"/>
                                        </p:tgtEl>
                                        <p:attrNameLst>
                                          <p:attrName>style.visibility</p:attrName>
                                        </p:attrNameLst>
                                      </p:cBhvr>
                                      <p:to>
                                        <p:strVal val="visible"/>
                                      </p:to>
                                    </p:set>
                                    <p:animEffect transition="in" filter="fade">
                                      <p:cBhvr>
                                        <p:cTn id="256" dur="250" fill="hold"/>
                                        <p:tgtEl>
                                          <p:spTgt spid="100"/>
                                        </p:tgtEl>
                                      </p:cBhvr>
                                    </p:animEffect>
                                  </p:childTnLst>
                                </p:cTn>
                              </p:par>
                              <p:par>
                                <p:cTn id="257" presetID="10" presetClass="entr" presetSubtype="0" fill="hold" nodeType="withEffect">
                                  <p:stCondLst>
                                    <p:cond delay="0"/>
                                  </p:stCondLst>
                                  <p:childTnLst>
                                    <p:set>
                                      <p:cBhvr>
                                        <p:cTn id="258" dur="1" fill="hold">
                                          <p:stCondLst>
                                            <p:cond delay="0"/>
                                          </p:stCondLst>
                                        </p:cTn>
                                        <p:tgtEl>
                                          <p:spTgt spid="101"/>
                                        </p:tgtEl>
                                        <p:attrNameLst>
                                          <p:attrName>style.visibility</p:attrName>
                                        </p:attrNameLst>
                                      </p:cBhvr>
                                      <p:to>
                                        <p:strVal val="visible"/>
                                      </p:to>
                                    </p:set>
                                    <p:animEffect transition="in" filter="fade">
                                      <p:cBhvr>
                                        <p:cTn id="259" dur="250" fill="hold"/>
                                        <p:tgtEl>
                                          <p:spTgt spid="101"/>
                                        </p:tgtEl>
                                      </p:cBhvr>
                                    </p:animEffect>
                                  </p:childTnLst>
                                </p:cTn>
                              </p:par>
                              <p:par>
                                <p:cTn id="260" presetID="10" presetClass="entr" presetSubtype="0" fill="hold" nodeType="withEffect">
                                  <p:stCondLst>
                                    <p:cond delay="300"/>
                                  </p:stCondLst>
                                  <p:childTnLst>
                                    <p:set>
                                      <p:cBhvr>
                                        <p:cTn id="261" dur="1" fill="hold">
                                          <p:stCondLst>
                                            <p:cond delay="0"/>
                                          </p:stCondLst>
                                        </p:cTn>
                                        <p:tgtEl>
                                          <p:spTgt spid="102"/>
                                        </p:tgtEl>
                                        <p:attrNameLst>
                                          <p:attrName>style.visibility</p:attrName>
                                        </p:attrNameLst>
                                      </p:cBhvr>
                                      <p:to>
                                        <p:strVal val="visible"/>
                                      </p:to>
                                    </p:set>
                                    <p:animEffect transition="in" filter="fade">
                                      <p:cBhvr>
                                        <p:cTn id="262" dur="250" fill="hold"/>
                                        <p:tgtEl>
                                          <p:spTgt spid="102"/>
                                        </p:tgtEl>
                                      </p:cBhvr>
                                    </p:animEffect>
                                  </p:childTnLst>
                                </p:cTn>
                              </p:par>
                              <p:par>
                                <p:cTn id="263" presetID="10" presetClass="entr" presetSubtype="0" fill="hold" nodeType="withEffect">
                                  <p:stCondLst>
                                    <p:cond delay="100"/>
                                  </p:stCondLst>
                                  <p:childTnLst>
                                    <p:set>
                                      <p:cBhvr>
                                        <p:cTn id="264" dur="1" fill="hold">
                                          <p:stCondLst>
                                            <p:cond delay="0"/>
                                          </p:stCondLst>
                                        </p:cTn>
                                        <p:tgtEl>
                                          <p:spTgt spid="103"/>
                                        </p:tgtEl>
                                        <p:attrNameLst>
                                          <p:attrName>style.visibility</p:attrName>
                                        </p:attrNameLst>
                                      </p:cBhvr>
                                      <p:to>
                                        <p:strVal val="visible"/>
                                      </p:to>
                                    </p:set>
                                    <p:animEffect transition="in" filter="fade">
                                      <p:cBhvr>
                                        <p:cTn id="265" dur="250" fill="hold"/>
                                        <p:tgtEl>
                                          <p:spTgt spid="103"/>
                                        </p:tgtEl>
                                      </p:cBhvr>
                                    </p:animEffect>
                                  </p:childTnLst>
                                </p:cTn>
                              </p:par>
                              <p:par>
                                <p:cTn id="266" presetID="10" presetClass="entr" presetSubtype="0" fill="hold" nodeType="withEffect">
                                  <p:stCondLst>
                                    <p:cond delay="400"/>
                                  </p:stCondLst>
                                  <p:childTnLst>
                                    <p:set>
                                      <p:cBhvr>
                                        <p:cTn id="267" dur="1" fill="hold">
                                          <p:stCondLst>
                                            <p:cond delay="0"/>
                                          </p:stCondLst>
                                        </p:cTn>
                                        <p:tgtEl>
                                          <p:spTgt spid="104"/>
                                        </p:tgtEl>
                                        <p:attrNameLst>
                                          <p:attrName>style.visibility</p:attrName>
                                        </p:attrNameLst>
                                      </p:cBhvr>
                                      <p:to>
                                        <p:strVal val="visible"/>
                                      </p:to>
                                    </p:set>
                                    <p:animEffect transition="in" filter="fade">
                                      <p:cBhvr>
                                        <p:cTn id="268" dur="250" fill="hold"/>
                                        <p:tgtEl>
                                          <p:spTgt spid="104"/>
                                        </p:tgtEl>
                                      </p:cBhvr>
                                    </p:animEffect>
                                  </p:childTnLst>
                                </p:cTn>
                              </p:par>
                              <p:par>
                                <p:cTn id="269" presetID="10" presetClass="entr" presetSubtype="0" fill="hold" nodeType="withEffect">
                                  <p:stCondLst>
                                    <p:cond delay="200"/>
                                  </p:stCondLst>
                                  <p:childTnLst>
                                    <p:set>
                                      <p:cBhvr>
                                        <p:cTn id="270" dur="1" fill="hold">
                                          <p:stCondLst>
                                            <p:cond delay="0"/>
                                          </p:stCondLst>
                                        </p:cTn>
                                        <p:tgtEl>
                                          <p:spTgt spid="105"/>
                                        </p:tgtEl>
                                        <p:attrNameLst>
                                          <p:attrName>style.visibility</p:attrName>
                                        </p:attrNameLst>
                                      </p:cBhvr>
                                      <p:to>
                                        <p:strVal val="visible"/>
                                      </p:to>
                                    </p:set>
                                    <p:animEffect transition="in" filter="fade">
                                      <p:cBhvr>
                                        <p:cTn id="271" dur="250" fill="hold"/>
                                        <p:tgtEl>
                                          <p:spTgt spid="105"/>
                                        </p:tgtEl>
                                      </p:cBhvr>
                                    </p:animEffect>
                                  </p:childTnLst>
                                </p:cTn>
                              </p:par>
                              <p:par>
                                <p:cTn id="272" presetID="10" presetClass="entr" presetSubtype="0" fill="hold" nodeType="withEffect">
                                  <p:stCondLst>
                                    <p:cond delay="500"/>
                                  </p:stCondLst>
                                  <p:childTnLst>
                                    <p:set>
                                      <p:cBhvr>
                                        <p:cTn id="273" dur="1" fill="hold">
                                          <p:stCondLst>
                                            <p:cond delay="0"/>
                                          </p:stCondLst>
                                        </p:cTn>
                                        <p:tgtEl>
                                          <p:spTgt spid="106"/>
                                        </p:tgtEl>
                                        <p:attrNameLst>
                                          <p:attrName>style.visibility</p:attrName>
                                        </p:attrNameLst>
                                      </p:cBhvr>
                                      <p:to>
                                        <p:strVal val="visible"/>
                                      </p:to>
                                    </p:set>
                                    <p:animEffect transition="in" filter="fade">
                                      <p:cBhvr>
                                        <p:cTn id="274" dur="250" fill="hold"/>
                                        <p:tgtEl>
                                          <p:spTgt spid="106"/>
                                        </p:tgtEl>
                                      </p:cBhvr>
                                    </p:animEffect>
                                  </p:childTnLst>
                                </p:cTn>
                              </p:par>
                              <p:par>
                                <p:cTn id="275" presetID="10" presetClass="entr" presetSubtype="0" fill="hold" nodeType="withEffect">
                                  <p:stCondLst>
                                    <p:cond delay="650"/>
                                  </p:stCondLst>
                                  <p:childTnLst>
                                    <p:set>
                                      <p:cBhvr>
                                        <p:cTn id="276" dur="1" fill="hold">
                                          <p:stCondLst>
                                            <p:cond delay="0"/>
                                          </p:stCondLst>
                                        </p:cTn>
                                        <p:tgtEl>
                                          <p:spTgt spid="107"/>
                                        </p:tgtEl>
                                        <p:attrNameLst>
                                          <p:attrName>style.visibility</p:attrName>
                                        </p:attrNameLst>
                                      </p:cBhvr>
                                      <p:to>
                                        <p:strVal val="visible"/>
                                      </p:to>
                                    </p:set>
                                    <p:animEffect transition="in" filter="fade">
                                      <p:cBhvr>
                                        <p:cTn id="277" dur="250" fill="hold"/>
                                        <p:tgtEl>
                                          <p:spTgt spid="107"/>
                                        </p:tgtEl>
                                      </p:cBhvr>
                                    </p:animEffect>
                                  </p:childTnLst>
                                </p:cTn>
                              </p:par>
                              <p:par>
                                <p:cTn id="278" presetID="10" presetClass="entr" presetSubtype="0" fill="hold" nodeType="withEffect">
                                  <p:stCondLst>
                                    <p:cond delay="950"/>
                                  </p:stCondLst>
                                  <p:childTnLst>
                                    <p:set>
                                      <p:cBhvr>
                                        <p:cTn id="279" dur="1" fill="hold">
                                          <p:stCondLst>
                                            <p:cond delay="0"/>
                                          </p:stCondLst>
                                        </p:cTn>
                                        <p:tgtEl>
                                          <p:spTgt spid="108"/>
                                        </p:tgtEl>
                                        <p:attrNameLst>
                                          <p:attrName>style.visibility</p:attrName>
                                        </p:attrNameLst>
                                      </p:cBhvr>
                                      <p:to>
                                        <p:strVal val="visible"/>
                                      </p:to>
                                    </p:set>
                                    <p:animEffect transition="in" filter="fade">
                                      <p:cBhvr>
                                        <p:cTn id="280" dur="250" fill="hold"/>
                                        <p:tgtEl>
                                          <p:spTgt spid="108"/>
                                        </p:tgtEl>
                                      </p:cBhvr>
                                    </p:animEffect>
                                  </p:childTnLst>
                                </p:cTn>
                              </p:par>
                              <p:par>
                                <p:cTn id="281" presetID="10" presetClass="entr" presetSubtype="0" fill="hold" nodeType="withEffect">
                                  <p:stCondLst>
                                    <p:cond delay="715"/>
                                  </p:stCondLst>
                                  <p:childTnLst>
                                    <p:set>
                                      <p:cBhvr>
                                        <p:cTn id="282" dur="1" fill="hold">
                                          <p:stCondLst>
                                            <p:cond delay="0"/>
                                          </p:stCondLst>
                                        </p:cTn>
                                        <p:tgtEl>
                                          <p:spTgt spid="109"/>
                                        </p:tgtEl>
                                        <p:attrNameLst>
                                          <p:attrName>style.visibility</p:attrName>
                                        </p:attrNameLst>
                                      </p:cBhvr>
                                      <p:to>
                                        <p:strVal val="visible"/>
                                      </p:to>
                                    </p:set>
                                    <p:animEffect transition="in" filter="fade">
                                      <p:cBhvr>
                                        <p:cTn id="283" dur="250" fill="hold"/>
                                        <p:tgtEl>
                                          <p:spTgt spid="109"/>
                                        </p:tgtEl>
                                      </p:cBhvr>
                                    </p:animEffect>
                                  </p:childTnLst>
                                </p:cTn>
                              </p:par>
                              <p:par>
                                <p:cTn id="284" presetID="10" presetClass="entr" presetSubtype="0" fill="hold" nodeType="withEffect">
                                  <p:stCondLst>
                                    <p:cond delay="1015"/>
                                  </p:stCondLst>
                                  <p:childTnLst>
                                    <p:set>
                                      <p:cBhvr>
                                        <p:cTn id="285" dur="1" fill="hold">
                                          <p:stCondLst>
                                            <p:cond delay="0"/>
                                          </p:stCondLst>
                                        </p:cTn>
                                        <p:tgtEl>
                                          <p:spTgt spid="110"/>
                                        </p:tgtEl>
                                        <p:attrNameLst>
                                          <p:attrName>style.visibility</p:attrName>
                                        </p:attrNameLst>
                                      </p:cBhvr>
                                      <p:to>
                                        <p:strVal val="visible"/>
                                      </p:to>
                                    </p:set>
                                    <p:animEffect transition="in" filter="fade">
                                      <p:cBhvr>
                                        <p:cTn id="286" dur="250" fill="hold"/>
                                        <p:tgtEl>
                                          <p:spTgt spid="110"/>
                                        </p:tgtEl>
                                      </p:cBhvr>
                                    </p:animEffect>
                                  </p:childTnLst>
                                </p:cTn>
                              </p:par>
                              <p:par>
                                <p:cTn id="287" presetID="10" presetClass="entr" presetSubtype="0" fill="hold" nodeType="withEffect">
                                  <p:stCondLst>
                                    <p:cond delay="780"/>
                                  </p:stCondLst>
                                  <p:childTnLst>
                                    <p:set>
                                      <p:cBhvr>
                                        <p:cTn id="288" dur="1" fill="hold">
                                          <p:stCondLst>
                                            <p:cond delay="0"/>
                                          </p:stCondLst>
                                        </p:cTn>
                                        <p:tgtEl>
                                          <p:spTgt spid="111"/>
                                        </p:tgtEl>
                                        <p:attrNameLst>
                                          <p:attrName>style.visibility</p:attrName>
                                        </p:attrNameLst>
                                      </p:cBhvr>
                                      <p:to>
                                        <p:strVal val="visible"/>
                                      </p:to>
                                    </p:set>
                                    <p:animEffect transition="in" filter="fade">
                                      <p:cBhvr>
                                        <p:cTn id="289" dur="250" fill="hold"/>
                                        <p:tgtEl>
                                          <p:spTgt spid="111"/>
                                        </p:tgtEl>
                                      </p:cBhvr>
                                    </p:animEffect>
                                  </p:childTnLst>
                                </p:cTn>
                              </p:par>
                              <p:par>
                                <p:cTn id="290" presetID="10" presetClass="entr" presetSubtype="0" fill="hold" nodeType="withEffect">
                                  <p:stCondLst>
                                    <p:cond delay="1080"/>
                                  </p:stCondLst>
                                  <p:childTnLst>
                                    <p:set>
                                      <p:cBhvr>
                                        <p:cTn id="291" dur="1" fill="hold">
                                          <p:stCondLst>
                                            <p:cond delay="0"/>
                                          </p:stCondLst>
                                        </p:cTn>
                                        <p:tgtEl>
                                          <p:spTgt spid="112"/>
                                        </p:tgtEl>
                                        <p:attrNameLst>
                                          <p:attrName>style.visibility</p:attrName>
                                        </p:attrNameLst>
                                      </p:cBhvr>
                                      <p:to>
                                        <p:strVal val="visible"/>
                                      </p:to>
                                    </p:set>
                                    <p:animEffect transition="in" filter="fade">
                                      <p:cBhvr>
                                        <p:cTn id="292" dur="250" fill="hold"/>
                                        <p:tgtEl>
                                          <p:spTgt spid="112"/>
                                        </p:tgtEl>
                                      </p:cBhvr>
                                    </p:animEffect>
                                  </p:childTnLst>
                                </p:cTn>
                              </p:par>
                              <p:par>
                                <p:cTn id="293" presetID="10" presetClass="entr" presetSubtype="0" fill="hold" nodeType="withEffect">
                                  <p:stCondLst>
                                    <p:cond delay="845"/>
                                  </p:stCondLst>
                                  <p:childTnLst>
                                    <p:set>
                                      <p:cBhvr>
                                        <p:cTn id="294" dur="1" fill="hold">
                                          <p:stCondLst>
                                            <p:cond delay="0"/>
                                          </p:stCondLst>
                                        </p:cTn>
                                        <p:tgtEl>
                                          <p:spTgt spid="113"/>
                                        </p:tgtEl>
                                        <p:attrNameLst>
                                          <p:attrName>style.visibility</p:attrName>
                                        </p:attrNameLst>
                                      </p:cBhvr>
                                      <p:to>
                                        <p:strVal val="visible"/>
                                      </p:to>
                                    </p:set>
                                    <p:animEffect transition="in" filter="fade">
                                      <p:cBhvr>
                                        <p:cTn id="295" dur="250" fill="hold"/>
                                        <p:tgtEl>
                                          <p:spTgt spid="113"/>
                                        </p:tgtEl>
                                      </p:cBhvr>
                                    </p:animEffect>
                                  </p:childTnLst>
                                </p:cTn>
                              </p:par>
                              <p:par>
                                <p:cTn id="296" presetID="10" presetClass="entr" presetSubtype="0" fill="hold" nodeType="withEffect">
                                  <p:stCondLst>
                                    <p:cond delay="1145"/>
                                  </p:stCondLst>
                                  <p:childTnLst>
                                    <p:set>
                                      <p:cBhvr>
                                        <p:cTn id="297" dur="1" fill="hold">
                                          <p:stCondLst>
                                            <p:cond delay="0"/>
                                          </p:stCondLst>
                                        </p:cTn>
                                        <p:tgtEl>
                                          <p:spTgt spid="114"/>
                                        </p:tgtEl>
                                        <p:attrNameLst>
                                          <p:attrName>style.visibility</p:attrName>
                                        </p:attrNameLst>
                                      </p:cBhvr>
                                      <p:to>
                                        <p:strVal val="visible"/>
                                      </p:to>
                                    </p:set>
                                    <p:animEffect transition="in" filter="fade">
                                      <p:cBhvr>
                                        <p:cTn id="298" dur="250" fill="hold"/>
                                        <p:tgtEl>
                                          <p:spTgt spid="114"/>
                                        </p:tgtEl>
                                      </p:cBhvr>
                                    </p:animEffect>
                                  </p:childTnLst>
                                </p:cTn>
                              </p:par>
                              <p:par>
                                <p:cTn id="299" presetID="10" presetClass="entr" presetSubtype="0" fill="hold" nodeType="withEffect">
                                  <p:stCondLst>
                                    <p:cond delay="910"/>
                                  </p:stCondLst>
                                  <p:childTnLst>
                                    <p:set>
                                      <p:cBhvr>
                                        <p:cTn id="300" dur="1" fill="hold">
                                          <p:stCondLst>
                                            <p:cond delay="0"/>
                                          </p:stCondLst>
                                        </p:cTn>
                                        <p:tgtEl>
                                          <p:spTgt spid="115"/>
                                        </p:tgtEl>
                                        <p:attrNameLst>
                                          <p:attrName>style.visibility</p:attrName>
                                        </p:attrNameLst>
                                      </p:cBhvr>
                                      <p:to>
                                        <p:strVal val="visible"/>
                                      </p:to>
                                    </p:set>
                                    <p:animEffect transition="in" filter="fade">
                                      <p:cBhvr>
                                        <p:cTn id="301" dur="250" fill="hold"/>
                                        <p:tgtEl>
                                          <p:spTgt spid="115"/>
                                        </p:tgtEl>
                                      </p:cBhvr>
                                    </p:animEffect>
                                  </p:childTnLst>
                                </p:cTn>
                              </p:par>
                              <p:par>
                                <p:cTn id="302" presetID="10" presetClass="entr" presetSubtype="0" fill="hold" nodeType="withEffect">
                                  <p:stCondLst>
                                    <p:cond delay="1210"/>
                                  </p:stCondLst>
                                  <p:childTnLst>
                                    <p:set>
                                      <p:cBhvr>
                                        <p:cTn id="303" dur="1" fill="hold">
                                          <p:stCondLst>
                                            <p:cond delay="0"/>
                                          </p:stCondLst>
                                        </p:cTn>
                                        <p:tgtEl>
                                          <p:spTgt spid="116"/>
                                        </p:tgtEl>
                                        <p:attrNameLst>
                                          <p:attrName>style.visibility</p:attrName>
                                        </p:attrNameLst>
                                      </p:cBhvr>
                                      <p:to>
                                        <p:strVal val="visible"/>
                                      </p:to>
                                    </p:set>
                                    <p:animEffect transition="in" filter="fade">
                                      <p:cBhvr>
                                        <p:cTn id="304" dur="250" fill="hold"/>
                                        <p:tgtEl>
                                          <p:spTgt spid="116"/>
                                        </p:tgtEl>
                                      </p:cBhvr>
                                    </p:animEffect>
                                  </p:childTnLst>
                                </p:cTn>
                              </p:par>
                              <p:par>
                                <p:cTn id="305" presetID="10" presetClass="entr" presetSubtype="0" fill="hold" nodeType="withEffect">
                                  <p:stCondLst>
                                    <p:cond delay="975"/>
                                  </p:stCondLst>
                                  <p:childTnLst>
                                    <p:set>
                                      <p:cBhvr>
                                        <p:cTn id="306" dur="1" fill="hold">
                                          <p:stCondLst>
                                            <p:cond delay="0"/>
                                          </p:stCondLst>
                                        </p:cTn>
                                        <p:tgtEl>
                                          <p:spTgt spid="117"/>
                                        </p:tgtEl>
                                        <p:attrNameLst>
                                          <p:attrName>style.visibility</p:attrName>
                                        </p:attrNameLst>
                                      </p:cBhvr>
                                      <p:to>
                                        <p:strVal val="visible"/>
                                      </p:to>
                                    </p:set>
                                    <p:animEffect transition="in" filter="fade">
                                      <p:cBhvr>
                                        <p:cTn id="307" dur="250" fill="hold"/>
                                        <p:tgtEl>
                                          <p:spTgt spid="117"/>
                                        </p:tgtEl>
                                      </p:cBhvr>
                                    </p:animEffect>
                                  </p:childTnLst>
                                </p:cTn>
                              </p:par>
                              <p:par>
                                <p:cTn id="308" presetID="10" presetClass="entr" presetSubtype="0" fill="hold" nodeType="withEffect">
                                  <p:stCondLst>
                                    <p:cond delay="1275"/>
                                  </p:stCondLst>
                                  <p:childTnLst>
                                    <p:set>
                                      <p:cBhvr>
                                        <p:cTn id="309" dur="1" fill="hold">
                                          <p:stCondLst>
                                            <p:cond delay="0"/>
                                          </p:stCondLst>
                                        </p:cTn>
                                        <p:tgtEl>
                                          <p:spTgt spid="118"/>
                                        </p:tgtEl>
                                        <p:attrNameLst>
                                          <p:attrName>style.visibility</p:attrName>
                                        </p:attrNameLst>
                                      </p:cBhvr>
                                      <p:to>
                                        <p:strVal val="visible"/>
                                      </p:to>
                                    </p:set>
                                    <p:animEffect transition="in" filter="fade">
                                      <p:cBhvr>
                                        <p:cTn id="310" dur="250" fill="hold"/>
                                        <p:tgtEl>
                                          <p:spTgt spid="118"/>
                                        </p:tgtEl>
                                      </p:cBhvr>
                                    </p:animEffect>
                                  </p:childTnLst>
                                </p:cTn>
                              </p:par>
                              <p:par>
                                <p:cTn id="311" presetID="10" presetClass="entr" presetSubtype="0" fill="hold" nodeType="withEffect">
                                  <p:stCondLst>
                                    <p:cond delay="1040"/>
                                  </p:stCondLst>
                                  <p:childTnLst>
                                    <p:set>
                                      <p:cBhvr>
                                        <p:cTn id="312" dur="1" fill="hold">
                                          <p:stCondLst>
                                            <p:cond delay="0"/>
                                          </p:stCondLst>
                                        </p:cTn>
                                        <p:tgtEl>
                                          <p:spTgt spid="119"/>
                                        </p:tgtEl>
                                        <p:attrNameLst>
                                          <p:attrName>style.visibility</p:attrName>
                                        </p:attrNameLst>
                                      </p:cBhvr>
                                      <p:to>
                                        <p:strVal val="visible"/>
                                      </p:to>
                                    </p:set>
                                    <p:animEffect transition="in" filter="fade">
                                      <p:cBhvr>
                                        <p:cTn id="313" dur="250" fill="hold"/>
                                        <p:tgtEl>
                                          <p:spTgt spid="119"/>
                                        </p:tgtEl>
                                      </p:cBhvr>
                                    </p:animEffect>
                                  </p:childTnLst>
                                </p:cTn>
                              </p:par>
                              <p:par>
                                <p:cTn id="314" presetID="10" presetClass="entr" presetSubtype="0" fill="hold" nodeType="withEffect">
                                  <p:stCondLst>
                                    <p:cond delay="1340"/>
                                  </p:stCondLst>
                                  <p:childTnLst>
                                    <p:set>
                                      <p:cBhvr>
                                        <p:cTn id="315" dur="1" fill="hold">
                                          <p:stCondLst>
                                            <p:cond delay="0"/>
                                          </p:stCondLst>
                                        </p:cTn>
                                        <p:tgtEl>
                                          <p:spTgt spid="120"/>
                                        </p:tgtEl>
                                        <p:attrNameLst>
                                          <p:attrName>style.visibility</p:attrName>
                                        </p:attrNameLst>
                                      </p:cBhvr>
                                      <p:to>
                                        <p:strVal val="visible"/>
                                      </p:to>
                                    </p:set>
                                    <p:animEffect transition="in" filter="fade">
                                      <p:cBhvr>
                                        <p:cTn id="316" dur="250" fill="hold"/>
                                        <p:tgtEl>
                                          <p:spTgt spid="120"/>
                                        </p:tgtEl>
                                      </p:cBhvr>
                                    </p:animEffect>
                                  </p:childTnLst>
                                </p:cTn>
                              </p:par>
                              <p:par>
                                <p:cTn id="317" presetID="10" presetClass="entr" presetSubtype="0" fill="hold" nodeType="withEffect">
                                  <p:stCondLst>
                                    <p:cond delay="650"/>
                                  </p:stCondLst>
                                  <p:childTnLst>
                                    <p:set>
                                      <p:cBhvr>
                                        <p:cTn id="318" dur="1" fill="hold">
                                          <p:stCondLst>
                                            <p:cond delay="0"/>
                                          </p:stCondLst>
                                        </p:cTn>
                                        <p:tgtEl>
                                          <p:spTgt spid="121"/>
                                        </p:tgtEl>
                                        <p:attrNameLst>
                                          <p:attrName>style.visibility</p:attrName>
                                        </p:attrNameLst>
                                      </p:cBhvr>
                                      <p:to>
                                        <p:strVal val="visible"/>
                                      </p:to>
                                    </p:set>
                                    <p:animEffect transition="in" filter="fade">
                                      <p:cBhvr>
                                        <p:cTn id="319" dur="250" fill="hold"/>
                                        <p:tgtEl>
                                          <p:spTgt spid="121"/>
                                        </p:tgtEl>
                                      </p:cBhvr>
                                    </p:animEffect>
                                  </p:childTnLst>
                                </p:cTn>
                              </p:par>
                              <p:par>
                                <p:cTn id="320" presetID="10" presetClass="entr" presetSubtype="0" fill="hold" nodeType="withEffect">
                                  <p:stCondLst>
                                    <p:cond delay="950"/>
                                  </p:stCondLst>
                                  <p:childTnLst>
                                    <p:set>
                                      <p:cBhvr>
                                        <p:cTn id="321" dur="1" fill="hold">
                                          <p:stCondLst>
                                            <p:cond delay="0"/>
                                          </p:stCondLst>
                                        </p:cTn>
                                        <p:tgtEl>
                                          <p:spTgt spid="122"/>
                                        </p:tgtEl>
                                        <p:attrNameLst>
                                          <p:attrName>style.visibility</p:attrName>
                                        </p:attrNameLst>
                                      </p:cBhvr>
                                      <p:to>
                                        <p:strVal val="visible"/>
                                      </p:to>
                                    </p:set>
                                    <p:animEffect transition="in" filter="fade">
                                      <p:cBhvr>
                                        <p:cTn id="322" dur="250" fill="hold"/>
                                        <p:tgtEl>
                                          <p:spTgt spid="122"/>
                                        </p:tgtEl>
                                      </p:cBhvr>
                                    </p:animEffect>
                                  </p:childTnLst>
                                </p:cTn>
                              </p:par>
                              <p:par>
                                <p:cTn id="323" presetID="10" presetClass="entr" presetSubtype="0" fill="hold" nodeType="withEffect">
                                  <p:stCondLst>
                                    <p:cond delay="715"/>
                                  </p:stCondLst>
                                  <p:childTnLst>
                                    <p:set>
                                      <p:cBhvr>
                                        <p:cTn id="324" dur="1" fill="hold">
                                          <p:stCondLst>
                                            <p:cond delay="0"/>
                                          </p:stCondLst>
                                        </p:cTn>
                                        <p:tgtEl>
                                          <p:spTgt spid="123"/>
                                        </p:tgtEl>
                                        <p:attrNameLst>
                                          <p:attrName>style.visibility</p:attrName>
                                        </p:attrNameLst>
                                      </p:cBhvr>
                                      <p:to>
                                        <p:strVal val="visible"/>
                                      </p:to>
                                    </p:set>
                                    <p:animEffect transition="in" filter="fade">
                                      <p:cBhvr>
                                        <p:cTn id="325" dur="250" fill="hold"/>
                                        <p:tgtEl>
                                          <p:spTgt spid="123"/>
                                        </p:tgtEl>
                                      </p:cBhvr>
                                    </p:animEffect>
                                  </p:childTnLst>
                                </p:cTn>
                              </p:par>
                              <p:par>
                                <p:cTn id="326" presetID="10" presetClass="entr" presetSubtype="0" fill="hold" nodeType="withEffect">
                                  <p:stCondLst>
                                    <p:cond delay="1015"/>
                                  </p:stCondLst>
                                  <p:childTnLst>
                                    <p:set>
                                      <p:cBhvr>
                                        <p:cTn id="327" dur="1" fill="hold">
                                          <p:stCondLst>
                                            <p:cond delay="0"/>
                                          </p:stCondLst>
                                        </p:cTn>
                                        <p:tgtEl>
                                          <p:spTgt spid="124"/>
                                        </p:tgtEl>
                                        <p:attrNameLst>
                                          <p:attrName>style.visibility</p:attrName>
                                        </p:attrNameLst>
                                      </p:cBhvr>
                                      <p:to>
                                        <p:strVal val="visible"/>
                                      </p:to>
                                    </p:set>
                                    <p:animEffect transition="in" filter="fade">
                                      <p:cBhvr>
                                        <p:cTn id="328" dur="250" fill="hold"/>
                                        <p:tgtEl>
                                          <p:spTgt spid="124"/>
                                        </p:tgtEl>
                                      </p:cBhvr>
                                    </p:animEffect>
                                  </p:childTnLst>
                                </p:cTn>
                              </p:par>
                              <p:par>
                                <p:cTn id="329" presetID="10" presetClass="entr" presetSubtype="0" fill="hold" nodeType="withEffect">
                                  <p:stCondLst>
                                    <p:cond delay="780"/>
                                  </p:stCondLst>
                                  <p:childTnLst>
                                    <p:set>
                                      <p:cBhvr>
                                        <p:cTn id="330" dur="1" fill="hold">
                                          <p:stCondLst>
                                            <p:cond delay="0"/>
                                          </p:stCondLst>
                                        </p:cTn>
                                        <p:tgtEl>
                                          <p:spTgt spid="125"/>
                                        </p:tgtEl>
                                        <p:attrNameLst>
                                          <p:attrName>style.visibility</p:attrName>
                                        </p:attrNameLst>
                                      </p:cBhvr>
                                      <p:to>
                                        <p:strVal val="visible"/>
                                      </p:to>
                                    </p:set>
                                    <p:animEffect transition="in" filter="fade">
                                      <p:cBhvr>
                                        <p:cTn id="331" dur="250" fill="hold"/>
                                        <p:tgtEl>
                                          <p:spTgt spid="125"/>
                                        </p:tgtEl>
                                      </p:cBhvr>
                                    </p:animEffect>
                                  </p:childTnLst>
                                </p:cTn>
                              </p:par>
                              <p:par>
                                <p:cTn id="332" presetID="10" presetClass="entr" presetSubtype="0" fill="hold" nodeType="withEffect">
                                  <p:stCondLst>
                                    <p:cond delay="1080"/>
                                  </p:stCondLst>
                                  <p:childTnLst>
                                    <p:set>
                                      <p:cBhvr>
                                        <p:cTn id="333" dur="1" fill="hold">
                                          <p:stCondLst>
                                            <p:cond delay="0"/>
                                          </p:stCondLst>
                                        </p:cTn>
                                        <p:tgtEl>
                                          <p:spTgt spid="126"/>
                                        </p:tgtEl>
                                        <p:attrNameLst>
                                          <p:attrName>style.visibility</p:attrName>
                                        </p:attrNameLst>
                                      </p:cBhvr>
                                      <p:to>
                                        <p:strVal val="visible"/>
                                      </p:to>
                                    </p:set>
                                    <p:animEffect transition="in" filter="fade">
                                      <p:cBhvr>
                                        <p:cTn id="334" dur="250" fill="hold"/>
                                        <p:tgtEl>
                                          <p:spTgt spid="126"/>
                                        </p:tgtEl>
                                      </p:cBhvr>
                                    </p:animEffect>
                                  </p:childTnLst>
                                </p:cTn>
                              </p:par>
                              <p:par>
                                <p:cTn id="335" presetID="10" presetClass="entr" presetSubtype="0" fill="hold" nodeType="withEffect">
                                  <p:stCondLst>
                                    <p:cond delay="845"/>
                                  </p:stCondLst>
                                  <p:childTnLst>
                                    <p:set>
                                      <p:cBhvr>
                                        <p:cTn id="336" dur="1" fill="hold">
                                          <p:stCondLst>
                                            <p:cond delay="0"/>
                                          </p:stCondLst>
                                        </p:cTn>
                                        <p:tgtEl>
                                          <p:spTgt spid="127"/>
                                        </p:tgtEl>
                                        <p:attrNameLst>
                                          <p:attrName>style.visibility</p:attrName>
                                        </p:attrNameLst>
                                      </p:cBhvr>
                                      <p:to>
                                        <p:strVal val="visible"/>
                                      </p:to>
                                    </p:set>
                                    <p:animEffect transition="in" filter="fade">
                                      <p:cBhvr>
                                        <p:cTn id="337" dur="250" fill="hold"/>
                                        <p:tgtEl>
                                          <p:spTgt spid="127"/>
                                        </p:tgtEl>
                                      </p:cBhvr>
                                    </p:animEffect>
                                  </p:childTnLst>
                                </p:cTn>
                              </p:par>
                              <p:par>
                                <p:cTn id="338" presetID="10" presetClass="entr" presetSubtype="0" fill="hold" nodeType="withEffect">
                                  <p:stCondLst>
                                    <p:cond delay="1145"/>
                                  </p:stCondLst>
                                  <p:childTnLst>
                                    <p:set>
                                      <p:cBhvr>
                                        <p:cTn id="339" dur="1" fill="hold">
                                          <p:stCondLst>
                                            <p:cond delay="0"/>
                                          </p:stCondLst>
                                        </p:cTn>
                                        <p:tgtEl>
                                          <p:spTgt spid="128"/>
                                        </p:tgtEl>
                                        <p:attrNameLst>
                                          <p:attrName>style.visibility</p:attrName>
                                        </p:attrNameLst>
                                      </p:cBhvr>
                                      <p:to>
                                        <p:strVal val="visible"/>
                                      </p:to>
                                    </p:set>
                                    <p:animEffect transition="in" filter="fade">
                                      <p:cBhvr>
                                        <p:cTn id="340" dur="250" fill="hold"/>
                                        <p:tgtEl>
                                          <p:spTgt spid="128"/>
                                        </p:tgtEl>
                                      </p:cBhvr>
                                    </p:animEffect>
                                  </p:childTnLst>
                                </p:cTn>
                              </p:par>
                              <p:par>
                                <p:cTn id="341" presetID="10" presetClass="entr" presetSubtype="0" fill="hold" nodeType="withEffect">
                                  <p:stCondLst>
                                    <p:cond delay="910"/>
                                  </p:stCondLst>
                                  <p:childTnLst>
                                    <p:set>
                                      <p:cBhvr>
                                        <p:cTn id="342" dur="1" fill="hold">
                                          <p:stCondLst>
                                            <p:cond delay="0"/>
                                          </p:stCondLst>
                                        </p:cTn>
                                        <p:tgtEl>
                                          <p:spTgt spid="129"/>
                                        </p:tgtEl>
                                        <p:attrNameLst>
                                          <p:attrName>style.visibility</p:attrName>
                                        </p:attrNameLst>
                                      </p:cBhvr>
                                      <p:to>
                                        <p:strVal val="visible"/>
                                      </p:to>
                                    </p:set>
                                    <p:animEffect transition="in" filter="fade">
                                      <p:cBhvr>
                                        <p:cTn id="343" dur="250" fill="hold"/>
                                        <p:tgtEl>
                                          <p:spTgt spid="129"/>
                                        </p:tgtEl>
                                      </p:cBhvr>
                                    </p:animEffect>
                                  </p:childTnLst>
                                </p:cTn>
                              </p:par>
                              <p:par>
                                <p:cTn id="344" presetID="10" presetClass="entr" presetSubtype="0" fill="hold" nodeType="withEffect">
                                  <p:stCondLst>
                                    <p:cond delay="1210"/>
                                  </p:stCondLst>
                                  <p:childTnLst>
                                    <p:set>
                                      <p:cBhvr>
                                        <p:cTn id="345" dur="1" fill="hold">
                                          <p:stCondLst>
                                            <p:cond delay="0"/>
                                          </p:stCondLst>
                                        </p:cTn>
                                        <p:tgtEl>
                                          <p:spTgt spid="130"/>
                                        </p:tgtEl>
                                        <p:attrNameLst>
                                          <p:attrName>style.visibility</p:attrName>
                                        </p:attrNameLst>
                                      </p:cBhvr>
                                      <p:to>
                                        <p:strVal val="visible"/>
                                      </p:to>
                                    </p:set>
                                    <p:animEffect transition="in" filter="fade">
                                      <p:cBhvr>
                                        <p:cTn id="346" dur="250" fill="hold"/>
                                        <p:tgtEl>
                                          <p:spTgt spid="130"/>
                                        </p:tgtEl>
                                      </p:cBhvr>
                                    </p:animEffect>
                                  </p:childTnLst>
                                </p:cTn>
                              </p:par>
                              <p:par>
                                <p:cTn id="347" presetID="10" presetClass="entr" presetSubtype="0" fill="hold" nodeType="withEffect">
                                  <p:stCondLst>
                                    <p:cond delay="975"/>
                                  </p:stCondLst>
                                  <p:childTnLst>
                                    <p:set>
                                      <p:cBhvr>
                                        <p:cTn id="348" dur="1" fill="hold">
                                          <p:stCondLst>
                                            <p:cond delay="0"/>
                                          </p:stCondLst>
                                        </p:cTn>
                                        <p:tgtEl>
                                          <p:spTgt spid="131"/>
                                        </p:tgtEl>
                                        <p:attrNameLst>
                                          <p:attrName>style.visibility</p:attrName>
                                        </p:attrNameLst>
                                      </p:cBhvr>
                                      <p:to>
                                        <p:strVal val="visible"/>
                                      </p:to>
                                    </p:set>
                                    <p:animEffect transition="in" filter="fade">
                                      <p:cBhvr>
                                        <p:cTn id="349" dur="250" fill="hold"/>
                                        <p:tgtEl>
                                          <p:spTgt spid="131"/>
                                        </p:tgtEl>
                                      </p:cBhvr>
                                    </p:animEffect>
                                  </p:childTnLst>
                                </p:cTn>
                              </p:par>
                              <p:par>
                                <p:cTn id="350" presetID="10" presetClass="entr" presetSubtype="0" fill="hold" nodeType="withEffect">
                                  <p:stCondLst>
                                    <p:cond delay="1275"/>
                                  </p:stCondLst>
                                  <p:childTnLst>
                                    <p:set>
                                      <p:cBhvr>
                                        <p:cTn id="351" dur="1" fill="hold">
                                          <p:stCondLst>
                                            <p:cond delay="0"/>
                                          </p:stCondLst>
                                        </p:cTn>
                                        <p:tgtEl>
                                          <p:spTgt spid="132"/>
                                        </p:tgtEl>
                                        <p:attrNameLst>
                                          <p:attrName>style.visibility</p:attrName>
                                        </p:attrNameLst>
                                      </p:cBhvr>
                                      <p:to>
                                        <p:strVal val="visible"/>
                                      </p:to>
                                    </p:set>
                                    <p:animEffect transition="in" filter="fade">
                                      <p:cBhvr>
                                        <p:cTn id="352" dur="250" fill="hold"/>
                                        <p:tgtEl>
                                          <p:spTgt spid="132"/>
                                        </p:tgtEl>
                                      </p:cBhvr>
                                    </p:animEffect>
                                  </p:childTnLst>
                                </p:cTn>
                              </p:par>
                              <p:par>
                                <p:cTn id="353" presetID="10" presetClass="entr" presetSubtype="0" fill="hold" nodeType="withEffect">
                                  <p:stCondLst>
                                    <p:cond delay="1040"/>
                                  </p:stCondLst>
                                  <p:childTnLst>
                                    <p:set>
                                      <p:cBhvr>
                                        <p:cTn id="354" dur="1" fill="hold">
                                          <p:stCondLst>
                                            <p:cond delay="0"/>
                                          </p:stCondLst>
                                        </p:cTn>
                                        <p:tgtEl>
                                          <p:spTgt spid="133"/>
                                        </p:tgtEl>
                                        <p:attrNameLst>
                                          <p:attrName>style.visibility</p:attrName>
                                        </p:attrNameLst>
                                      </p:cBhvr>
                                      <p:to>
                                        <p:strVal val="visible"/>
                                      </p:to>
                                    </p:set>
                                    <p:animEffect transition="in" filter="fade">
                                      <p:cBhvr>
                                        <p:cTn id="355" dur="250" fill="hold"/>
                                        <p:tgtEl>
                                          <p:spTgt spid="133"/>
                                        </p:tgtEl>
                                      </p:cBhvr>
                                    </p:animEffect>
                                  </p:childTnLst>
                                </p:cTn>
                              </p:par>
                              <p:par>
                                <p:cTn id="356" presetID="10" presetClass="entr" presetSubtype="0" fill="hold" nodeType="withEffect">
                                  <p:stCondLst>
                                    <p:cond delay="1340"/>
                                  </p:stCondLst>
                                  <p:childTnLst>
                                    <p:set>
                                      <p:cBhvr>
                                        <p:cTn id="357" dur="1" fill="hold">
                                          <p:stCondLst>
                                            <p:cond delay="0"/>
                                          </p:stCondLst>
                                        </p:cTn>
                                        <p:tgtEl>
                                          <p:spTgt spid="134"/>
                                        </p:tgtEl>
                                        <p:attrNameLst>
                                          <p:attrName>style.visibility</p:attrName>
                                        </p:attrNameLst>
                                      </p:cBhvr>
                                      <p:to>
                                        <p:strVal val="visible"/>
                                      </p:to>
                                    </p:set>
                                    <p:animEffect transition="in" filter="fade">
                                      <p:cBhvr>
                                        <p:cTn id="358" dur="250" fill="hold"/>
                                        <p:tgtEl>
                                          <p:spTgt spid="134"/>
                                        </p:tgtEl>
                                      </p:cBhvr>
                                    </p:animEffect>
                                  </p:childTnLst>
                                </p:cTn>
                              </p:par>
                              <p:par>
                                <p:cTn id="359" presetID="10" presetClass="entr" presetSubtype="0" fill="hold" nodeType="withEffect">
                                  <p:stCondLst>
                                    <p:cond delay="650"/>
                                  </p:stCondLst>
                                  <p:childTnLst>
                                    <p:set>
                                      <p:cBhvr>
                                        <p:cTn id="360" dur="1" fill="hold">
                                          <p:stCondLst>
                                            <p:cond delay="0"/>
                                          </p:stCondLst>
                                        </p:cTn>
                                        <p:tgtEl>
                                          <p:spTgt spid="135"/>
                                        </p:tgtEl>
                                        <p:attrNameLst>
                                          <p:attrName>style.visibility</p:attrName>
                                        </p:attrNameLst>
                                      </p:cBhvr>
                                      <p:to>
                                        <p:strVal val="visible"/>
                                      </p:to>
                                    </p:set>
                                    <p:animEffect transition="in" filter="fade">
                                      <p:cBhvr>
                                        <p:cTn id="361" dur="250" fill="hold"/>
                                        <p:tgtEl>
                                          <p:spTgt spid="135"/>
                                        </p:tgtEl>
                                      </p:cBhvr>
                                    </p:animEffect>
                                  </p:childTnLst>
                                </p:cTn>
                              </p:par>
                              <p:par>
                                <p:cTn id="362" presetID="10" presetClass="entr" presetSubtype="0" fill="hold" nodeType="withEffect">
                                  <p:stCondLst>
                                    <p:cond delay="950"/>
                                  </p:stCondLst>
                                  <p:childTnLst>
                                    <p:set>
                                      <p:cBhvr>
                                        <p:cTn id="363" dur="1" fill="hold">
                                          <p:stCondLst>
                                            <p:cond delay="0"/>
                                          </p:stCondLst>
                                        </p:cTn>
                                        <p:tgtEl>
                                          <p:spTgt spid="136"/>
                                        </p:tgtEl>
                                        <p:attrNameLst>
                                          <p:attrName>style.visibility</p:attrName>
                                        </p:attrNameLst>
                                      </p:cBhvr>
                                      <p:to>
                                        <p:strVal val="visible"/>
                                      </p:to>
                                    </p:set>
                                    <p:animEffect transition="in" filter="fade">
                                      <p:cBhvr>
                                        <p:cTn id="364" dur="250" fill="hold"/>
                                        <p:tgtEl>
                                          <p:spTgt spid="136"/>
                                        </p:tgtEl>
                                      </p:cBhvr>
                                    </p:animEffect>
                                  </p:childTnLst>
                                </p:cTn>
                              </p:par>
                              <p:par>
                                <p:cTn id="365" presetID="10" presetClass="entr" presetSubtype="0" fill="hold" nodeType="withEffect">
                                  <p:stCondLst>
                                    <p:cond delay="715"/>
                                  </p:stCondLst>
                                  <p:childTnLst>
                                    <p:set>
                                      <p:cBhvr>
                                        <p:cTn id="366" dur="1" fill="hold">
                                          <p:stCondLst>
                                            <p:cond delay="0"/>
                                          </p:stCondLst>
                                        </p:cTn>
                                        <p:tgtEl>
                                          <p:spTgt spid="137"/>
                                        </p:tgtEl>
                                        <p:attrNameLst>
                                          <p:attrName>style.visibility</p:attrName>
                                        </p:attrNameLst>
                                      </p:cBhvr>
                                      <p:to>
                                        <p:strVal val="visible"/>
                                      </p:to>
                                    </p:set>
                                    <p:animEffect transition="in" filter="fade">
                                      <p:cBhvr>
                                        <p:cTn id="367" dur="250" fill="hold"/>
                                        <p:tgtEl>
                                          <p:spTgt spid="137"/>
                                        </p:tgtEl>
                                      </p:cBhvr>
                                    </p:animEffect>
                                  </p:childTnLst>
                                </p:cTn>
                              </p:par>
                              <p:par>
                                <p:cTn id="368" presetID="10" presetClass="entr" presetSubtype="0" fill="hold" nodeType="withEffect">
                                  <p:stCondLst>
                                    <p:cond delay="1015"/>
                                  </p:stCondLst>
                                  <p:childTnLst>
                                    <p:set>
                                      <p:cBhvr>
                                        <p:cTn id="369" dur="1" fill="hold">
                                          <p:stCondLst>
                                            <p:cond delay="0"/>
                                          </p:stCondLst>
                                        </p:cTn>
                                        <p:tgtEl>
                                          <p:spTgt spid="138"/>
                                        </p:tgtEl>
                                        <p:attrNameLst>
                                          <p:attrName>style.visibility</p:attrName>
                                        </p:attrNameLst>
                                      </p:cBhvr>
                                      <p:to>
                                        <p:strVal val="visible"/>
                                      </p:to>
                                    </p:set>
                                    <p:animEffect transition="in" filter="fade">
                                      <p:cBhvr>
                                        <p:cTn id="370" dur="250" fill="hold"/>
                                        <p:tgtEl>
                                          <p:spTgt spid="138"/>
                                        </p:tgtEl>
                                      </p:cBhvr>
                                    </p:animEffect>
                                  </p:childTnLst>
                                </p:cTn>
                              </p:par>
                              <p:par>
                                <p:cTn id="371" presetID="10" presetClass="entr" presetSubtype="0" fill="hold" nodeType="withEffect">
                                  <p:stCondLst>
                                    <p:cond delay="780"/>
                                  </p:stCondLst>
                                  <p:childTnLst>
                                    <p:set>
                                      <p:cBhvr>
                                        <p:cTn id="372" dur="1" fill="hold">
                                          <p:stCondLst>
                                            <p:cond delay="0"/>
                                          </p:stCondLst>
                                        </p:cTn>
                                        <p:tgtEl>
                                          <p:spTgt spid="139"/>
                                        </p:tgtEl>
                                        <p:attrNameLst>
                                          <p:attrName>style.visibility</p:attrName>
                                        </p:attrNameLst>
                                      </p:cBhvr>
                                      <p:to>
                                        <p:strVal val="visible"/>
                                      </p:to>
                                    </p:set>
                                    <p:animEffect transition="in" filter="fade">
                                      <p:cBhvr>
                                        <p:cTn id="373" dur="250" fill="hold"/>
                                        <p:tgtEl>
                                          <p:spTgt spid="139"/>
                                        </p:tgtEl>
                                      </p:cBhvr>
                                    </p:animEffect>
                                  </p:childTnLst>
                                </p:cTn>
                              </p:par>
                              <p:par>
                                <p:cTn id="374" presetID="10" presetClass="entr" presetSubtype="0" fill="hold" nodeType="withEffect">
                                  <p:stCondLst>
                                    <p:cond delay="1080"/>
                                  </p:stCondLst>
                                  <p:childTnLst>
                                    <p:set>
                                      <p:cBhvr>
                                        <p:cTn id="375" dur="1" fill="hold">
                                          <p:stCondLst>
                                            <p:cond delay="0"/>
                                          </p:stCondLst>
                                        </p:cTn>
                                        <p:tgtEl>
                                          <p:spTgt spid="140"/>
                                        </p:tgtEl>
                                        <p:attrNameLst>
                                          <p:attrName>style.visibility</p:attrName>
                                        </p:attrNameLst>
                                      </p:cBhvr>
                                      <p:to>
                                        <p:strVal val="visible"/>
                                      </p:to>
                                    </p:set>
                                    <p:animEffect transition="in" filter="fade">
                                      <p:cBhvr>
                                        <p:cTn id="376" dur="250" fill="hold"/>
                                        <p:tgtEl>
                                          <p:spTgt spid="140"/>
                                        </p:tgtEl>
                                      </p:cBhvr>
                                    </p:animEffect>
                                  </p:childTnLst>
                                </p:cTn>
                              </p:par>
                              <p:par>
                                <p:cTn id="377" presetID="10" presetClass="entr" presetSubtype="0" fill="hold" nodeType="withEffect">
                                  <p:stCondLst>
                                    <p:cond delay="845"/>
                                  </p:stCondLst>
                                  <p:childTnLst>
                                    <p:set>
                                      <p:cBhvr>
                                        <p:cTn id="378" dur="1" fill="hold">
                                          <p:stCondLst>
                                            <p:cond delay="0"/>
                                          </p:stCondLst>
                                        </p:cTn>
                                        <p:tgtEl>
                                          <p:spTgt spid="141"/>
                                        </p:tgtEl>
                                        <p:attrNameLst>
                                          <p:attrName>style.visibility</p:attrName>
                                        </p:attrNameLst>
                                      </p:cBhvr>
                                      <p:to>
                                        <p:strVal val="visible"/>
                                      </p:to>
                                    </p:set>
                                    <p:animEffect transition="in" filter="fade">
                                      <p:cBhvr>
                                        <p:cTn id="379" dur="250" fill="hold"/>
                                        <p:tgtEl>
                                          <p:spTgt spid="141"/>
                                        </p:tgtEl>
                                      </p:cBhvr>
                                    </p:animEffect>
                                  </p:childTnLst>
                                </p:cTn>
                              </p:par>
                              <p:par>
                                <p:cTn id="380" presetID="10" presetClass="entr" presetSubtype="0" fill="hold" nodeType="withEffect">
                                  <p:stCondLst>
                                    <p:cond delay="1145"/>
                                  </p:stCondLst>
                                  <p:childTnLst>
                                    <p:set>
                                      <p:cBhvr>
                                        <p:cTn id="381" dur="1" fill="hold">
                                          <p:stCondLst>
                                            <p:cond delay="0"/>
                                          </p:stCondLst>
                                        </p:cTn>
                                        <p:tgtEl>
                                          <p:spTgt spid="142"/>
                                        </p:tgtEl>
                                        <p:attrNameLst>
                                          <p:attrName>style.visibility</p:attrName>
                                        </p:attrNameLst>
                                      </p:cBhvr>
                                      <p:to>
                                        <p:strVal val="visible"/>
                                      </p:to>
                                    </p:set>
                                    <p:animEffect transition="in" filter="fade">
                                      <p:cBhvr>
                                        <p:cTn id="382" dur="250" fill="hold"/>
                                        <p:tgtEl>
                                          <p:spTgt spid="142"/>
                                        </p:tgtEl>
                                      </p:cBhvr>
                                    </p:animEffect>
                                  </p:childTnLst>
                                </p:cTn>
                              </p:par>
                              <p:par>
                                <p:cTn id="383" presetID="10" presetClass="entr" presetSubtype="0" fill="hold" nodeType="withEffect">
                                  <p:stCondLst>
                                    <p:cond delay="910"/>
                                  </p:stCondLst>
                                  <p:childTnLst>
                                    <p:set>
                                      <p:cBhvr>
                                        <p:cTn id="384" dur="1" fill="hold">
                                          <p:stCondLst>
                                            <p:cond delay="0"/>
                                          </p:stCondLst>
                                        </p:cTn>
                                        <p:tgtEl>
                                          <p:spTgt spid="143"/>
                                        </p:tgtEl>
                                        <p:attrNameLst>
                                          <p:attrName>style.visibility</p:attrName>
                                        </p:attrNameLst>
                                      </p:cBhvr>
                                      <p:to>
                                        <p:strVal val="visible"/>
                                      </p:to>
                                    </p:set>
                                    <p:animEffect transition="in" filter="fade">
                                      <p:cBhvr>
                                        <p:cTn id="385" dur="250" fill="hold"/>
                                        <p:tgtEl>
                                          <p:spTgt spid="143"/>
                                        </p:tgtEl>
                                      </p:cBhvr>
                                    </p:animEffect>
                                  </p:childTnLst>
                                </p:cTn>
                              </p:par>
                              <p:par>
                                <p:cTn id="386" presetID="10" presetClass="entr" presetSubtype="0" fill="hold" nodeType="withEffect">
                                  <p:stCondLst>
                                    <p:cond delay="1210"/>
                                  </p:stCondLst>
                                  <p:childTnLst>
                                    <p:set>
                                      <p:cBhvr>
                                        <p:cTn id="387" dur="1" fill="hold">
                                          <p:stCondLst>
                                            <p:cond delay="0"/>
                                          </p:stCondLst>
                                        </p:cTn>
                                        <p:tgtEl>
                                          <p:spTgt spid="144"/>
                                        </p:tgtEl>
                                        <p:attrNameLst>
                                          <p:attrName>style.visibility</p:attrName>
                                        </p:attrNameLst>
                                      </p:cBhvr>
                                      <p:to>
                                        <p:strVal val="visible"/>
                                      </p:to>
                                    </p:set>
                                    <p:animEffect transition="in" filter="fade">
                                      <p:cBhvr>
                                        <p:cTn id="388" dur="250" fill="hold"/>
                                        <p:tgtEl>
                                          <p:spTgt spid="144"/>
                                        </p:tgtEl>
                                      </p:cBhvr>
                                    </p:animEffect>
                                  </p:childTnLst>
                                </p:cTn>
                              </p:par>
                              <p:par>
                                <p:cTn id="389" presetID="10" presetClass="entr" presetSubtype="0" fill="hold" nodeType="withEffect">
                                  <p:stCondLst>
                                    <p:cond delay="975"/>
                                  </p:stCondLst>
                                  <p:childTnLst>
                                    <p:set>
                                      <p:cBhvr>
                                        <p:cTn id="390" dur="1" fill="hold">
                                          <p:stCondLst>
                                            <p:cond delay="0"/>
                                          </p:stCondLst>
                                        </p:cTn>
                                        <p:tgtEl>
                                          <p:spTgt spid="145"/>
                                        </p:tgtEl>
                                        <p:attrNameLst>
                                          <p:attrName>style.visibility</p:attrName>
                                        </p:attrNameLst>
                                      </p:cBhvr>
                                      <p:to>
                                        <p:strVal val="visible"/>
                                      </p:to>
                                    </p:set>
                                    <p:animEffect transition="in" filter="fade">
                                      <p:cBhvr>
                                        <p:cTn id="391" dur="250" fill="hold"/>
                                        <p:tgtEl>
                                          <p:spTgt spid="145"/>
                                        </p:tgtEl>
                                      </p:cBhvr>
                                    </p:animEffect>
                                  </p:childTnLst>
                                </p:cTn>
                              </p:par>
                              <p:par>
                                <p:cTn id="392" presetID="10" presetClass="entr" presetSubtype="0" fill="hold" nodeType="withEffect">
                                  <p:stCondLst>
                                    <p:cond delay="1275"/>
                                  </p:stCondLst>
                                  <p:childTnLst>
                                    <p:set>
                                      <p:cBhvr>
                                        <p:cTn id="393" dur="1" fill="hold">
                                          <p:stCondLst>
                                            <p:cond delay="0"/>
                                          </p:stCondLst>
                                        </p:cTn>
                                        <p:tgtEl>
                                          <p:spTgt spid="146"/>
                                        </p:tgtEl>
                                        <p:attrNameLst>
                                          <p:attrName>style.visibility</p:attrName>
                                        </p:attrNameLst>
                                      </p:cBhvr>
                                      <p:to>
                                        <p:strVal val="visible"/>
                                      </p:to>
                                    </p:set>
                                    <p:animEffect transition="in" filter="fade">
                                      <p:cBhvr>
                                        <p:cTn id="394" dur="250" fill="hold"/>
                                        <p:tgtEl>
                                          <p:spTgt spid="146"/>
                                        </p:tgtEl>
                                      </p:cBhvr>
                                    </p:animEffect>
                                  </p:childTnLst>
                                </p:cTn>
                              </p:par>
                              <p:par>
                                <p:cTn id="395" presetID="10" presetClass="entr" presetSubtype="0" fill="hold" nodeType="withEffect">
                                  <p:stCondLst>
                                    <p:cond delay="1040"/>
                                  </p:stCondLst>
                                  <p:childTnLst>
                                    <p:set>
                                      <p:cBhvr>
                                        <p:cTn id="396" dur="1" fill="hold">
                                          <p:stCondLst>
                                            <p:cond delay="0"/>
                                          </p:stCondLst>
                                        </p:cTn>
                                        <p:tgtEl>
                                          <p:spTgt spid="147"/>
                                        </p:tgtEl>
                                        <p:attrNameLst>
                                          <p:attrName>style.visibility</p:attrName>
                                        </p:attrNameLst>
                                      </p:cBhvr>
                                      <p:to>
                                        <p:strVal val="visible"/>
                                      </p:to>
                                    </p:set>
                                    <p:animEffect transition="in" filter="fade">
                                      <p:cBhvr>
                                        <p:cTn id="397" dur="250" fill="hold"/>
                                        <p:tgtEl>
                                          <p:spTgt spid="147"/>
                                        </p:tgtEl>
                                      </p:cBhvr>
                                    </p:animEffect>
                                  </p:childTnLst>
                                </p:cTn>
                              </p:par>
                              <p:par>
                                <p:cTn id="398" presetID="10" presetClass="entr" presetSubtype="0" fill="hold" nodeType="withEffect">
                                  <p:stCondLst>
                                    <p:cond delay="1340"/>
                                  </p:stCondLst>
                                  <p:childTnLst>
                                    <p:set>
                                      <p:cBhvr>
                                        <p:cTn id="399" dur="1" fill="hold">
                                          <p:stCondLst>
                                            <p:cond delay="0"/>
                                          </p:stCondLst>
                                        </p:cTn>
                                        <p:tgtEl>
                                          <p:spTgt spid="148"/>
                                        </p:tgtEl>
                                        <p:attrNameLst>
                                          <p:attrName>style.visibility</p:attrName>
                                        </p:attrNameLst>
                                      </p:cBhvr>
                                      <p:to>
                                        <p:strVal val="visible"/>
                                      </p:to>
                                    </p:set>
                                    <p:animEffect transition="in" filter="fade">
                                      <p:cBhvr>
                                        <p:cTn id="400" dur="250" fill="hold"/>
                                        <p:tgtEl>
                                          <p:spTgt spid="148"/>
                                        </p:tgtEl>
                                      </p:cBhvr>
                                    </p:animEffect>
                                  </p:childTnLst>
                                </p:cTn>
                              </p:par>
                            </p:childTnLst>
                          </p:cTn>
                        </p:par>
                      </p:childTnLst>
                    </p:cTn>
                  </p:par>
                  <p:par>
                    <p:cTn id="401" fill="hold">
                      <p:stCondLst>
                        <p:cond delay="indefinite"/>
                      </p:stCondLst>
                      <p:childTnLst>
                        <p:par>
                          <p:cTn id="402" fill="hold">
                            <p:stCondLst>
                              <p:cond delay="0"/>
                            </p:stCondLst>
                            <p:childTnLst>
                              <p:par>
                                <p:cTn id="403" presetID="10" presetClass="entr" presetSubtype="0" fill="hold" nodeType="clickEffect">
                                  <p:stCondLst>
                                    <p:cond delay="0"/>
                                  </p:stCondLst>
                                  <p:childTnLst>
                                    <p:set>
                                      <p:cBhvr>
                                        <p:cTn id="404" dur="1" fill="hold">
                                          <p:stCondLst>
                                            <p:cond delay="0"/>
                                          </p:stCondLst>
                                        </p:cTn>
                                        <p:tgtEl>
                                          <p:spTgt spid="154"/>
                                        </p:tgtEl>
                                        <p:attrNameLst>
                                          <p:attrName>style.visibility</p:attrName>
                                        </p:attrNameLst>
                                      </p:cBhvr>
                                      <p:to>
                                        <p:strVal val="visible"/>
                                      </p:to>
                                    </p:set>
                                    <p:animEffect transition="in" filter="fade">
                                      <p:cBhvr>
                                        <p:cTn id="405" dur="250" fill="hold"/>
                                        <p:tgtEl>
                                          <p:spTgt spid="154"/>
                                        </p:tgtEl>
                                      </p:cBhvr>
                                    </p:animEffect>
                                  </p:childTnLst>
                                </p:cTn>
                              </p:par>
                              <p:par>
                                <p:cTn id="406" presetID="10" presetClass="entr" presetSubtype="0" fill="hold" nodeType="withEffect">
                                  <p:stCondLst>
                                    <p:cond delay="85"/>
                                  </p:stCondLst>
                                  <p:childTnLst>
                                    <p:set>
                                      <p:cBhvr>
                                        <p:cTn id="407" dur="1" fill="hold">
                                          <p:stCondLst>
                                            <p:cond delay="0"/>
                                          </p:stCondLst>
                                        </p:cTn>
                                        <p:tgtEl>
                                          <p:spTgt spid="155"/>
                                        </p:tgtEl>
                                        <p:attrNameLst>
                                          <p:attrName>style.visibility</p:attrName>
                                        </p:attrNameLst>
                                      </p:cBhvr>
                                      <p:to>
                                        <p:strVal val="visible"/>
                                      </p:to>
                                    </p:set>
                                    <p:animEffect transition="in" filter="fade">
                                      <p:cBhvr>
                                        <p:cTn id="408" dur="250" fill="hold"/>
                                        <p:tgtEl>
                                          <p:spTgt spid="155"/>
                                        </p:tgtEl>
                                      </p:cBhvr>
                                    </p:animEffect>
                                  </p:childTnLst>
                                </p:cTn>
                              </p:par>
                              <p:par>
                                <p:cTn id="409" presetID="10" presetClass="entr" presetSubtype="0" fill="hold" nodeType="withEffect">
                                  <p:stCondLst>
                                    <p:cond delay="170"/>
                                  </p:stCondLst>
                                  <p:childTnLst>
                                    <p:set>
                                      <p:cBhvr>
                                        <p:cTn id="410" dur="1" fill="hold">
                                          <p:stCondLst>
                                            <p:cond delay="0"/>
                                          </p:stCondLst>
                                        </p:cTn>
                                        <p:tgtEl>
                                          <p:spTgt spid="156"/>
                                        </p:tgtEl>
                                        <p:attrNameLst>
                                          <p:attrName>style.visibility</p:attrName>
                                        </p:attrNameLst>
                                      </p:cBhvr>
                                      <p:to>
                                        <p:strVal val="visible"/>
                                      </p:to>
                                    </p:set>
                                    <p:animEffect transition="in" filter="fade">
                                      <p:cBhvr>
                                        <p:cTn id="411" dur="250" fill="hold"/>
                                        <p:tgtEl>
                                          <p:spTgt spid="156"/>
                                        </p:tgtEl>
                                      </p:cBhvr>
                                    </p:animEffect>
                                  </p:childTnLst>
                                </p:cTn>
                              </p:par>
                              <p:par>
                                <p:cTn id="412" presetID="10" presetClass="entr" presetSubtype="0" fill="hold" nodeType="withEffect">
                                  <p:stCondLst>
                                    <p:cond delay="255"/>
                                  </p:stCondLst>
                                  <p:childTnLst>
                                    <p:set>
                                      <p:cBhvr>
                                        <p:cTn id="413" dur="1" fill="hold">
                                          <p:stCondLst>
                                            <p:cond delay="0"/>
                                          </p:stCondLst>
                                        </p:cTn>
                                        <p:tgtEl>
                                          <p:spTgt spid="157"/>
                                        </p:tgtEl>
                                        <p:attrNameLst>
                                          <p:attrName>style.visibility</p:attrName>
                                        </p:attrNameLst>
                                      </p:cBhvr>
                                      <p:to>
                                        <p:strVal val="visible"/>
                                      </p:to>
                                    </p:set>
                                    <p:animEffect transition="in" filter="fade">
                                      <p:cBhvr>
                                        <p:cTn id="414" dur="250" fill="hold"/>
                                        <p:tgtEl>
                                          <p:spTgt spid="157"/>
                                        </p:tgtEl>
                                      </p:cBhvr>
                                    </p:animEffect>
                                  </p:childTnLst>
                                </p:cTn>
                              </p:par>
                              <p:par>
                                <p:cTn id="415" presetID="10" presetClass="entr" presetSubtype="0" fill="hold" nodeType="withEffect">
                                  <p:stCondLst>
                                    <p:cond delay="340"/>
                                  </p:stCondLst>
                                  <p:childTnLst>
                                    <p:set>
                                      <p:cBhvr>
                                        <p:cTn id="416" dur="1" fill="hold">
                                          <p:stCondLst>
                                            <p:cond delay="0"/>
                                          </p:stCondLst>
                                        </p:cTn>
                                        <p:tgtEl>
                                          <p:spTgt spid="158"/>
                                        </p:tgtEl>
                                        <p:attrNameLst>
                                          <p:attrName>style.visibility</p:attrName>
                                        </p:attrNameLst>
                                      </p:cBhvr>
                                      <p:to>
                                        <p:strVal val="visible"/>
                                      </p:to>
                                    </p:set>
                                    <p:animEffect transition="in" filter="fade">
                                      <p:cBhvr>
                                        <p:cTn id="417" dur="250" fill="hold"/>
                                        <p:tgtEl>
                                          <p:spTgt spid="158"/>
                                        </p:tgtEl>
                                      </p:cBhvr>
                                    </p:animEffect>
                                  </p:childTnLst>
                                </p:cTn>
                              </p:par>
                            </p:childTnLst>
                          </p:cTn>
                        </p:par>
                      </p:childTnLst>
                    </p:cTn>
                  </p:par>
                  <p:par>
                    <p:cTn id="418" fill="hold">
                      <p:stCondLst>
                        <p:cond delay="indefinite"/>
                      </p:stCondLst>
                      <p:childTnLst>
                        <p:par>
                          <p:cTn id="419" fill="hold">
                            <p:stCondLst>
                              <p:cond delay="0"/>
                            </p:stCondLst>
                            <p:childTnLst>
                              <p:par>
                                <p:cTn id="420" presetID="10" presetClass="entr" presetSubtype="0" fill="hold" nodeType="clickEffect">
                                  <p:stCondLst>
                                    <p:cond delay="0"/>
                                  </p:stCondLst>
                                  <p:childTnLst>
                                    <p:set>
                                      <p:cBhvr>
                                        <p:cTn id="421" dur="1" fill="hold">
                                          <p:stCondLst>
                                            <p:cond delay="0"/>
                                          </p:stCondLst>
                                        </p:cTn>
                                        <p:tgtEl>
                                          <p:spTgt spid="178"/>
                                        </p:tgtEl>
                                        <p:attrNameLst>
                                          <p:attrName>style.visibility</p:attrName>
                                        </p:attrNameLst>
                                      </p:cBhvr>
                                      <p:to>
                                        <p:strVal val="visible"/>
                                      </p:to>
                                    </p:set>
                                    <p:animEffect transition="in" filter="fade">
                                      <p:cBhvr>
                                        <p:cTn id="422" dur="1" fill="hold"/>
                                        <p:tgtEl>
                                          <p:spTgt spid="178"/>
                                        </p:tgtEl>
                                      </p:cBhvr>
                                    </p:animEffect>
                                  </p:childTnLst>
                                </p:cTn>
                              </p:par>
                              <p:par>
                                <p:cTn id="423" presetID="0" presetClass="path" presetSubtype="0" fill="hold" nodeType="withEffect">
                                  <p:stCondLst>
                                    <p:cond delay="0"/>
                                  </p:stCondLst>
                                  <p:childTnLst>
                                    <p:animMotion origin="layout" path="M 0 0 L 0.204687500 0.044444444 E" pathEditMode="relative" rAng="0">
                                      <p:cBhvr additive="base">
                                        <p:cTn id="424" dur="750" fill="hold"/>
                                        <p:tgtEl>
                                          <p:spTgt spid="178"/>
                                        </p:tgtEl>
                                        <p:attrNameLst>
                                          <p:attrName>ppt_x</p:attrName>
                                          <p:attrName>ppt_y</p:attrName>
                                        </p:attrNameLst>
                                      </p:cBhvr>
                                      <p:rCtr x="0" y="0"/>
                                    </p:animMotion>
                                  </p:childTnLst>
                                </p:cTn>
                              </p:par>
                              <p:par>
                                <p:cTn id="425" presetID="10" presetClass="exit" presetSubtype="0" fill="hold" nodeType="withEffect">
                                  <p:stCondLst>
                                    <p:cond delay="750"/>
                                  </p:stCondLst>
                                  <p:childTnLst>
                                    <p:animEffect transition="out" filter="fade">
                                      <p:cBhvr>
                                        <p:cTn id="426" dur="1" fill="hold"/>
                                        <p:tgtEl>
                                          <p:spTgt spid="178"/>
                                        </p:tgtEl>
                                      </p:cBhvr>
                                    </p:animEffect>
                                    <p:set>
                                      <p:cBhvr>
                                        <p:cTn id="427" dur="1" fill="hold">
                                          <p:stCondLst>
                                            <p:cond delay="1"/>
                                          </p:stCondLst>
                                        </p:cTn>
                                        <p:tgtEl>
                                          <p:spTgt spid="178"/>
                                        </p:tgtEl>
                                        <p:attrNameLst>
                                          <p:attrName>style.visibility</p:attrName>
                                        </p:attrNameLst>
                                      </p:cBhvr>
                                      <p:to>
                                        <p:strVal val="hidden"/>
                                      </p:to>
                                    </p:set>
                                  </p:childTnLst>
                                </p:cTn>
                              </p:par>
                              <p:par>
                                <p:cTn id="428" presetID="10" presetClass="entr" presetSubtype="0" fill="hold" nodeType="withEffect">
                                  <p:stCondLst>
                                    <p:cond delay="0"/>
                                  </p:stCondLst>
                                  <p:childTnLst>
                                    <p:set>
                                      <p:cBhvr>
                                        <p:cTn id="429" dur="1" fill="hold">
                                          <p:stCondLst>
                                            <p:cond delay="0"/>
                                          </p:stCondLst>
                                        </p:cTn>
                                        <p:tgtEl>
                                          <p:spTgt spid="179"/>
                                        </p:tgtEl>
                                        <p:attrNameLst>
                                          <p:attrName>style.visibility</p:attrName>
                                        </p:attrNameLst>
                                      </p:cBhvr>
                                      <p:to>
                                        <p:strVal val="visible"/>
                                      </p:to>
                                    </p:set>
                                    <p:animEffect transition="in" filter="fade">
                                      <p:cBhvr>
                                        <p:cTn id="430" dur="1" fill="hold"/>
                                        <p:tgtEl>
                                          <p:spTgt spid="179"/>
                                        </p:tgtEl>
                                      </p:cBhvr>
                                    </p:animEffect>
                                  </p:childTnLst>
                                </p:cTn>
                              </p:par>
                              <p:par>
                                <p:cTn id="431" presetID="0" presetClass="path" presetSubtype="0" fill="hold" nodeType="withEffect">
                                  <p:stCondLst>
                                    <p:cond delay="0"/>
                                  </p:stCondLst>
                                  <p:childTnLst>
                                    <p:animMotion origin="layout" path="M 0 0 L 0.204687500 0.238888889 E" pathEditMode="relative" rAng="0">
                                      <p:cBhvr additive="base">
                                        <p:cTn id="432" dur="750" fill="hold"/>
                                        <p:tgtEl>
                                          <p:spTgt spid="179"/>
                                        </p:tgtEl>
                                        <p:attrNameLst>
                                          <p:attrName>ppt_x</p:attrName>
                                          <p:attrName>ppt_y</p:attrName>
                                        </p:attrNameLst>
                                      </p:cBhvr>
                                      <p:rCtr x="0" y="0"/>
                                    </p:animMotion>
                                  </p:childTnLst>
                                </p:cTn>
                              </p:par>
                              <p:par>
                                <p:cTn id="433" presetID="10" presetClass="exit" presetSubtype="0" fill="hold" nodeType="withEffect">
                                  <p:stCondLst>
                                    <p:cond delay="750"/>
                                  </p:stCondLst>
                                  <p:childTnLst>
                                    <p:animEffect transition="out" filter="fade">
                                      <p:cBhvr>
                                        <p:cTn id="434" dur="1" fill="hold"/>
                                        <p:tgtEl>
                                          <p:spTgt spid="179"/>
                                        </p:tgtEl>
                                      </p:cBhvr>
                                    </p:animEffect>
                                    <p:set>
                                      <p:cBhvr>
                                        <p:cTn id="435" dur="1" fill="hold">
                                          <p:stCondLst>
                                            <p:cond delay="1"/>
                                          </p:stCondLst>
                                        </p:cTn>
                                        <p:tgtEl>
                                          <p:spTgt spid="179"/>
                                        </p:tgtEl>
                                        <p:attrNameLst>
                                          <p:attrName>style.visibility</p:attrName>
                                        </p:attrNameLst>
                                      </p:cBhvr>
                                      <p:to>
                                        <p:strVal val="hidden"/>
                                      </p:to>
                                    </p:set>
                                  </p:childTnLst>
                                </p:cTn>
                              </p:par>
                              <p:par>
                                <p:cTn id="436" presetID="10" presetClass="entr" presetSubtype="0" fill="hold" nodeType="withEffect">
                                  <p:stCondLst>
                                    <p:cond delay="0"/>
                                  </p:stCondLst>
                                  <p:childTnLst>
                                    <p:set>
                                      <p:cBhvr>
                                        <p:cTn id="437" dur="1" fill="hold">
                                          <p:stCondLst>
                                            <p:cond delay="0"/>
                                          </p:stCondLst>
                                        </p:cTn>
                                        <p:tgtEl>
                                          <p:spTgt spid="180"/>
                                        </p:tgtEl>
                                        <p:attrNameLst>
                                          <p:attrName>style.visibility</p:attrName>
                                        </p:attrNameLst>
                                      </p:cBhvr>
                                      <p:to>
                                        <p:strVal val="visible"/>
                                      </p:to>
                                    </p:set>
                                    <p:animEffect transition="in" filter="fade">
                                      <p:cBhvr>
                                        <p:cTn id="438" dur="1" fill="hold"/>
                                        <p:tgtEl>
                                          <p:spTgt spid="180"/>
                                        </p:tgtEl>
                                      </p:cBhvr>
                                    </p:animEffect>
                                  </p:childTnLst>
                                </p:cTn>
                              </p:par>
                              <p:par>
                                <p:cTn id="439" presetID="0" presetClass="path" presetSubtype="0" fill="hold" nodeType="withEffect">
                                  <p:stCondLst>
                                    <p:cond delay="0"/>
                                  </p:stCondLst>
                                  <p:childTnLst>
                                    <p:animMotion origin="layout" path="M 0 0 L 0.204687500 0.433333333 E" pathEditMode="relative" rAng="0">
                                      <p:cBhvr additive="base">
                                        <p:cTn id="440" dur="750" fill="hold"/>
                                        <p:tgtEl>
                                          <p:spTgt spid="180"/>
                                        </p:tgtEl>
                                        <p:attrNameLst>
                                          <p:attrName>ppt_x</p:attrName>
                                          <p:attrName>ppt_y</p:attrName>
                                        </p:attrNameLst>
                                      </p:cBhvr>
                                      <p:rCtr x="0" y="0"/>
                                    </p:animMotion>
                                  </p:childTnLst>
                                </p:cTn>
                              </p:par>
                              <p:par>
                                <p:cTn id="441" presetID="10" presetClass="exit" presetSubtype="0" fill="hold" nodeType="withEffect">
                                  <p:stCondLst>
                                    <p:cond delay="750"/>
                                  </p:stCondLst>
                                  <p:childTnLst>
                                    <p:animEffect transition="out" filter="fade">
                                      <p:cBhvr>
                                        <p:cTn id="442" dur="1" fill="hold"/>
                                        <p:tgtEl>
                                          <p:spTgt spid="180"/>
                                        </p:tgtEl>
                                      </p:cBhvr>
                                    </p:animEffect>
                                    <p:set>
                                      <p:cBhvr>
                                        <p:cTn id="443" dur="1" fill="hold">
                                          <p:stCondLst>
                                            <p:cond delay="1"/>
                                          </p:stCondLst>
                                        </p:cTn>
                                        <p:tgtEl>
                                          <p:spTgt spid="180"/>
                                        </p:tgtEl>
                                        <p:attrNameLst>
                                          <p:attrName>style.visibility</p:attrName>
                                        </p:attrNameLst>
                                      </p:cBhvr>
                                      <p:to>
                                        <p:strVal val="hidden"/>
                                      </p:to>
                                    </p:set>
                                  </p:childTnLst>
                                </p:cTn>
                              </p:par>
                              <p:par>
                                <p:cTn id="444" presetID="10" presetClass="entr" presetSubtype="0" fill="hold" nodeType="withEffect">
                                  <p:stCondLst>
                                    <p:cond delay="35"/>
                                  </p:stCondLst>
                                  <p:childTnLst>
                                    <p:set>
                                      <p:cBhvr>
                                        <p:cTn id="445" dur="1" fill="hold">
                                          <p:stCondLst>
                                            <p:cond delay="0"/>
                                          </p:stCondLst>
                                        </p:cTn>
                                        <p:tgtEl>
                                          <p:spTgt spid="181"/>
                                        </p:tgtEl>
                                        <p:attrNameLst>
                                          <p:attrName>style.visibility</p:attrName>
                                        </p:attrNameLst>
                                      </p:cBhvr>
                                      <p:to>
                                        <p:strVal val="visible"/>
                                      </p:to>
                                    </p:set>
                                    <p:animEffect transition="in" filter="fade">
                                      <p:cBhvr>
                                        <p:cTn id="446" dur="1" fill="hold"/>
                                        <p:tgtEl>
                                          <p:spTgt spid="181"/>
                                        </p:tgtEl>
                                      </p:cBhvr>
                                    </p:animEffect>
                                  </p:childTnLst>
                                </p:cTn>
                              </p:par>
                              <p:par>
                                <p:cTn id="447" presetID="0" presetClass="path" presetSubtype="0" fill="hold" nodeType="withEffect">
                                  <p:stCondLst>
                                    <p:cond delay="35"/>
                                  </p:stCondLst>
                                  <p:childTnLst>
                                    <p:animMotion origin="layout" path="M 0 0 L 0.204687500 -0.075000000 E" pathEditMode="relative" rAng="0">
                                      <p:cBhvr additive="base">
                                        <p:cTn id="448" dur="750" fill="hold"/>
                                        <p:tgtEl>
                                          <p:spTgt spid="181"/>
                                        </p:tgtEl>
                                        <p:attrNameLst>
                                          <p:attrName>ppt_x</p:attrName>
                                          <p:attrName>ppt_y</p:attrName>
                                        </p:attrNameLst>
                                      </p:cBhvr>
                                      <p:rCtr x="0" y="0"/>
                                    </p:animMotion>
                                  </p:childTnLst>
                                </p:cTn>
                              </p:par>
                              <p:par>
                                <p:cTn id="449" presetID="10" presetClass="exit" presetSubtype="0" fill="hold" nodeType="withEffect">
                                  <p:stCondLst>
                                    <p:cond delay="785"/>
                                  </p:stCondLst>
                                  <p:childTnLst>
                                    <p:animEffect transition="out" filter="fade">
                                      <p:cBhvr>
                                        <p:cTn id="450" dur="1" fill="hold"/>
                                        <p:tgtEl>
                                          <p:spTgt spid="181"/>
                                        </p:tgtEl>
                                      </p:cBhvr>
                                    </p:animEffect>
                                    <p:set>
                                      <p:cBhvr>
                                        <p:cTn id="451" dur="1" fill="hold">
                                          <p:stCondLst>
                                            <p:cond delay="1"/>
                                          </p:stCondLst>
                                        </p:cTn>
                                        <p:tgtEl>
                                          <p:spTgt spid="181"/>
                                        </p:tgtEl>
                                        <p:attrNameLst>
                                          <p:attrName>style.visibility</p:attrName>
                                        </p:attrNameLst>
                                      </p:cBhvr>
                                      <p:to>
                                        <p:strVal val="hidden"/>
                                      </p:to>
                                    </p:set>
                                  </p:childTnLst>
                                </p:cTn>
                              </p:par>
                              <p:par>
                                <p:cTn id="452" presetID="10" presetClass="entr" presetSubtype="0" fill="hold" nodeType="withEffect">
                                  <p:stCondLst>
                                    <p:cond delay="35"/>
                                  </p:stCondLst>
                                  <p:childTnLst>
                                    <p:set>
                                      <p:cBhvr>
                                        <p:cTn id="453" dur="1" fill="hold">
                                          <p:stCondLst>
                                            <p:cond delay="0"/>
                                          </p:stCondLst>
                                        </p:cTn>
                                        <p:tgtEl>
                                          <p:spTgt spid="182"/>
                                        </p:tgtEl>
                                        <p:attrNameLst>
                                          <p:attrName>style.visibility</p:attrName>
                                        </p:attrNameLst>
                                      </p:cBhvr>
                                      <p:to>
                                        <p:strVal val="visible"/>
                                      </p:to>
                                    </p:set>
                                    <p:animEffect transition="in" filter="fade">
                                      <p:cBhvr>
                                        <p:cTn id="454" dur="1" fill="hold"/>
                                        <p:tgtEl>
                                          <p:spTgt spid="182"/>
                                        </p:tgtEl>
                                      </p:cBhvr>
                                    </p:animEffect>
                                  </p:childTnLst>
                                </p:cTn>
                              </p:par>
                              <p:par>
                                <p:cTn id="455" presetID="0" presetClass="path" presetSubtype="0" fill="hold" nodeType="withEffect">
                                  <p:stCondLst>
                                    <p:cond delay="35"/>
                                  </p:stCondLst>
                                  <p:childTnLst>
                                    <p:animMotion origin="layout" path="M 0 0 L 0.204687500 0.119444444 E" pathEditMode="relative" rAng="0">
                                      <p:cBhvr additive="base">
                                        <p:cTn id="456" dur="750" fill="hold"/>
                                        <p:tgtEl>
                                          <p:spTgt spid="182"/>
                                        </p:tgtEl>
                                        <p:attrNameLst>
                                          <p:attrName>ppt_x</p:attrName>
                                          <p:attrName>ppt_y</p:attrName>
                                        </p:attrNameLst>
                                      </p:cBhvr>
                                      <p:rCtr x="0" y="0"/>
                                    </p:animMotion>
                                  </p:childTnLst>
                                </p:cTn>
                              </p:par>
                              <p:par>
                                <p:cTn id="457" presetID="10" presetClass="exit" presetSubtype="0" fill="hold" nodeType="withEffect">
                                  <p:stCondLst>
                                    <p:cond delay="785"/>
                                  </p:stCondLst>
                                  <p:childTnLst>
                                    <p:animEffect transition="out" filter="fade">
                                      <p:cBhvr>
                                        <p:cTn id="458" dur="1" fill="hold"/>
                                        <p:tgtEl>
                                          <p:spTgt spid="182"/>
                                        </p:tgtEl>
                                      </p:cBhvr>
                                    </p:animEffect>
                                    <p:set>
                                      <p:cBhvr>
                                        <p:cTn id="459" dur="1" fill="hold">
                                          <p:stCondLst>
                                            <p:cond delay="1"/>
                                          </p:stCondLst>
                                        </p:cTn>
                                        <p:tgtEl>
                                          <p:spTgt spid="182"/>
                                        </p:tgtEl>
                                        <p:attrNameLst>
                                          <p:attrName>style.visibility</p:attrName>
                                        </p:attrNameLst>
                                      </p:cBhvr>
                                      <p:to>
                                        <p:strVal val="hidden"/>
                                      </p:to>
                                    </p:set>
                                  </p:childTnLst>
                                </p:cTn>
                              </p:par>
                              <p:par>
                                <p:cTn id="460" presetID="10" presetClass="entr" presetSubtype="0" fill="hold" nodeType="withEffect">
                                  <p:stCondLst>
                                    <p:cond delay="35"/>
                                  </p:stCondLst>
                                  <p:childTnLst>
                                    <p:set>
                                      <p:cBhvr>
                                        <p:cTn id="461" dur="1" fill="hold">
                                          <p:stCondLst>
                                            <p:cond delay="0"/>
                                          </p:stCondLst>
                                        </p:cTn>
                                        <p:tgtEl>
                                          <p:spTgt spid="183"/>
                                        </p:tgtEl>
                                        <p:attrNameLst>
                                          <p:attrName>style.visibility</p:attrName>
                                        </p:attrNameLst>
                                      </p:cBhvr>
                                      <p:to>
                                        <p:strVal val="visible"/>
                                      </p:to>
                                    </p:set>
                                    <p:animEffect transition="in" filter="fade">
                                      <p:cBhvr>
                                        <p:cTn id="462" dur="1" fill="hold"/>
                                        <p:tgtEl>
                                          <p:spTgt spid="183"/>
                                        </p:tgtEl>
                                      </p:cBhvr>
                                    </p:animEffect>
                                  </p:childTnLst>
                                </p:cTn>
                              </p:par>
                              <p:par>
                                <p:cTn id="463" presetID="0" presetClass="path" presetSubtype="0" fill="hold" nodeType="withEffect">
                                  <p:stCondLst>
                                    <p:cond delay="35"/>
                                  </p:stCondLst>
                                  <p:childTnLst>
                                    <p:animMotion origin="layout" path="M 0 0 L 0.204687500 0.313888889 E" pathEditMode="relative" rAng="0">
                                      <p:cBhvr additive="base">
                                        <p:cTn id="464" dur="750" fill="hold"/>
                                        <p:tgtEl>
                                          <p:spTgt spid="183"/>
                                        </p:tgtEl>
                                        <p:attrNameLst>
                                          <p:attrName>ppt_x</p:attrName>
                                          <p:attrName>ppt_y</p:attrName>
                                        </p:attrNameLst>
                                      </p:cBhvr>
                                      <p:rCtr x="0" y="0"/>
                                    </p:animMotion>
                                  </p:childTnLst>
                                </p:cTn>
                              </p:par>
                              <p:par>
                                <p:cTn id="465" presetID="10" presetClass="exit" presetSubtype="0" fill="hold" nodeType="withEffect">
                                  <p:stCondLst>
                                    <p:cond delay="785"/>
                                  </p:stCondLst>
                                  <p:childTnLst>
                                    <p:animEffect transition="out" filter="fade">
                                      <p:cBhvr>
                                        <p:cTn id="466" dur="1" fill="hold"/>
                                        <p:tgtEl>
                                          <p:spTgt spid="183"/>
                                        </p:tgtEl>
                                      </p:cBhvr>
                                    </p:animEffect>
                                    <p:set>
                                      <p:cBhvr>
                                        <p:cTn id="467" dur="1" fill="hold">
                                          <p:stCondLst>
                                            <p:cond delay="1"/>
                                          </p:stCondLst>
                                        </p:cTn>
                                        <p:tgtEl>
                                          <p:spTgt spid="183"/>
                                        </p:tgtEl>
                                        <p:attrNameLst>
                                          <p:attrName>style.visibility</p:attrName>
                                        </p:attrNameLst>
                                      </p:cBhvr>
                                      <p:to>
                                        <p:strVal val="hidden"/>
                                      </p:to>
                                    </p:set>
                                  </p:childTnLst>
                                </p:cTn>
                              </p:par>
                              <p:par>
                                <p:cTn id="468" presetID="10" presetClass="entr" presetSubtype="0" fill="hold" nodeType="withEffect">
                                  <p:stCondLst>
                                    <p:cond delay="70"/>
                                  </p:stCondLst>
                                  <p:childTnLst>
                                    <p:set>
                                      <p:cBhvr>
                                        <p:cTn id="469" dur="1" fill="hold">
                                          <p:stCondLst>
                                            <p:cond delay="0"/>
                                          </p:stCondLst>
                                        </p:cTn>
                                        <p:tgtEl>
                                          <p:spTgt spid="184"/>
                                        </p:tgtEl>
                                        <p:attrNameLst>
                                          <p:attrName>style.visibility</p:attrName>
                                        </p:attrNameLst>
                                      </p:cBhvr>
                                      <p:to>
                                        <p:strVal val="visible"/>
                                      </p:to>
                                    </p:set>
                                    <p:animEffect transition="in" filter="fade">
                                      <p:cBhvr>
                                        <p:cTn id="470" dur="1" fill="hold"/>
                                        <p:tgtEl>
                                          <p:spTgt spid="184"/>
                                        </p:tgtEl>
                                      </p:cBhvr>
                                    </p:animEffect>
                                  </p:childTnLst>
                                </p:cTn>
                              </p:par>
                              <p:par>
                                <p:cTn id="471" presetID="0" presetClass="path" presetSubtype="0" fill="hold" nodeType="withEffect">
                                  <p:stCondLst>
                                    <p:cond delay="70"/>
                                  </p:stCondLst>
                                  <p:childTnLst>
                                    <p:animMotion origin="layout" path="M 0 0 L 0.204687500 -0.194444444 E" pathEditMode="relative" rAng="0">
                                      <p:cBhvr additive="base">
                                        <p:cTn id="472" dur="750" fill="hold"/>
                                        <p:tgtEl>
                                          <p:spTgt spid="184"/>
                                        </p:tgtEl>
                                        <p:attrNameLst>
                                          <p:attrName>ppt_x</p:attrName>
                                          <p:attrName>ppt_y</p:attrName>
                                        </p:attrNameLst>
                                      </p:cBhvr>
                                      <p:rCtr x="0" y="0"/>
                                    </p:animMotion>
                                  </p:childTnLst>
                                </p:cTn>
                              </p:par>
                              <p:par>
                                <p:cTn id="473" presetID="10" presetClass="exit" presetSubtype="0" fill="hold" nodeType="withEffect">
                                  <p:stCondLst>
                                    <p:cond delay="820"/>
                                  </p:stCondLst>
                                  <p:childTnLst>
                                    <p:animEffect transition="out" filter="fade">
                                      <p:cBhvr>
                                        <p:cTn id="474" dur="1" fill="hold"/>
                                        <p:tgtEl>
                                          <p:spTgt spid="184"/>
                                        </p:tgtEl>
                                      </p:cBhvr>
                                    </p:animEffect>
                                    <p:set>
                                      <p:cBhvr>
                                        <p:cTn id="475" dur="1" fill="hold">
                                          <p:stCondLst>
                                            <p:cond delay="1"/>
                                          </p:stCondLst>
                                        </p:cTn>
                                        <p:tgtEl>
                                          <p:spTgt spid="184"/>
                                        </p:tgtEl>
                                        <p:attrNameLst>
                                          <p:attrName>style.visibility</p:attrName>
                                        </p:attrNameLst>
                                      </p:cBhvr>
                                      <p:to>
                                        <p:strVal val="hidden"/>
                                      </p:to>
                                    </p:set>
                                  </p:childTnLst>
                                </p:cTn>
                              </p:par>
                              <p:par>
                                <p:cTn id="476" presetID="10" presetClass="entr" presetSubtype="0" fill="hold" nodeType="withEffect">
                                  <p:stCondLst>
                                    <p:cond delay="70"/>
                                  </p:stCondLst>
                                  <p:childTnLst>
                                    <p:set>
                                      <p:cBhvr>
                                        <p:cTn id="477" dur="1" fill="hold">
                                          <p:stCondLst>
                                            <p:cond delay="0"/>
                                          </p:stCondLst>
                                        </p:cTn>
                                        <p:tgtEl>
                                          <p:spTgt spid="185"/>
                                        </p:tgtEl>
                                        <p:attrNameLst>
                                          <p:attrName>style.visibility</p:attrName>
                                        </p:attrNameLst>
                                      </p:cBhvr>
                                      <p:to>
                                        <p:strVal val="visible"/>
                                      </p:to>
                                    </p:set>
                                    <p:animEffect transition="in" filter="fade">
                                      <p:cBhvr>
                                        <p:cTn id="478" dur="1" fill="hold"/>
                                        <p:tgtEl>
                                          <p:spTgt spid="185"/>
                                        </p:tgtEl>
                                      </p:cBhvr>
                                    </p:animEffect>
                                  </p:childTnLst>
                                </p:cTn>
                              </p:par>
                              <p:par>
                                <p:cTn id="479" presetID="0" presetClass="path" presetSubtype="0" fill="hold" nodeType="withEffect">
                                  <p:stCondLst>
                                    <p:cond delay="70"/>
                                  </p:stCondLst>
                                  <p:childTnLst>
                                    <p:animMotion origin="layout" path="M 0 0 L 0.204687500 0.000000000 E" pathEditMode="relative" rAng="0">
                                      <p:cBhvr additive="base">
                                        <p:cTn id="480" dur="750" fill="hold"/>
                                        <p:tgtEl>
                                          <p:spTgt spid="185"/>
                                        </p:tgtEl>
                                        <p:attrNameLst>
                                          <p:attrName>ppt_x</p:attrName>
                                          <p:attrName>ppt_y</p:attrName>
                                        </p:attrNameLst>
                                      </p:cBhvr>
                                      <p:rCtr x="0" y="0"/>
                                    </p:animMotion>
                                  </p:childTnLst>
                                </p:cTn>
                              </p:par>
                              <p:par>
                                <p:cTn id="481" presetID="10" presetClass="exit" presetSubtype="0" fill="hold" nodeType="withEffect">
                                  <p:stCondLst>
                                    <p:cond delay="820"/>
                                  </p:stCondLst>
                                  <p:childTnLst>
                                    <p:animEffect transition="out" filter="fade">
                                      <p:cBhvr>
                                        <p:cTn id="482" dur="1" fill="hold"/>
                                        <p:tgtEl>
                                          <p:spTgt spid="185"/>
                                        </p:tgtEl>
                                      </p:cBhvr>
                                    </p:animEffect>
                                    <p:set>
                                      <p:cBhvr>
                                        <p:cTn id="483" dur="1" fill="hold">
                                          <p:stCondLst>
                                            <p:cond delay="1"/>
                                          </p:stCondLst>
                                        </p:cTn>
                                        <p:tgtEl>
                                          <p:spTgt spid="185"/>
                                        </p:tgtEl>
                                        <p:attrNameLst>
                                          <p:attrName>style.visibility</p:attrName>
                                        </p:attrNameLst>
                                      </p:cBhvr>
                                      <p:to>
                                        <p:strVal val="hidden"/>
                                      </p:to>
                                    </p:set>
                                  </p:childTnLst>
                                </p:cTn>
                              </p:par>
                              <p:par>
                                <p:cTn id="484" presetID="10" presetClass="entr" presetSubtype="0" fill="hold" nodeType="withEffect">
                                  <p:stCondLst>
                                    <p:cond delay="70"/>
                                  </p:stCondLst>
                                  <p:childTnLst>
                                    <p:set>
                                      <p:cBhvr>
                                        <p:cTn id="485" dur="1" fill="hold">
                                          <p:stCondLst>
                                            <p:cond delay="0"/>
                                          </p:stCondLst>
                                        </p:cTn>
                                        <p:tgtEl>
                                          <p:spTgt spid="186"/>
                                        </p:tgtEl>
                                        <p:attrNameLst>
                                          <p:attrName>style.visibility</p:attrName>
                                        </p:attrNameLst>
                                      </p:cBhvr>
                                      <p:to>
                                        <p:strVal val="visible"/>
                                      </p:to>
                                    </p:set>
                                    <p:animEffect transition="in" filter="fade">
                                      <p:cBhvr>
                                        <p:cTn id="486" dur="1" fill="hold"/>
                                        <p:tgtEl>
                                          <p:spTgt spid="186"/>
                                        </p:tgtEl>
                                      </p:cBhvr>
                                    </p:animEffect>
                                  </p:childTnLst>
                                </p:cTn>
                              </p:par>
                              <p:par>
                                <p:cTn id="487" presetID="0" presetClass="path" presetSubtype="0" fill="hold" nodeType="withEffect">
                                  <p:stCondLst>
                                    <p:cond delay="70"/>
                                  </p:stCondLst>
                                  <p:childTnLst>
                                    <p:animMotion origin="layout" path="M 0 0 L 0.204687500 0.194444444 E" pathEditMode="relative" rAng="0">
                                      <p:cBhvr additive="base">
                                        <p:cTn id="488" dur="750" fill="hold"/>
                                        <p:tgtEl>
                                          <p:spTgt spid="186"/>
                                        </p:tgtEl>
                                        <p:attrNameLst>
                                          <p:attrName>ppt_x</p:attrName>
                                          <p:attrName>ppt_y</p:attrName>
                                        </p:attrNameLst>
                                      </p:cBhvr>
                                      <p:rCtr x="0" y="0"/>
                                    </p:animMotion>
                                  </p:childTnLst>
                                </p:cTn>
                              </p:par>
                              <p:par>
                                <p:cTn id="489" presetID="10" presetClass="exit" presetSubtype="0" fill="hold" nodeType="withEffect">
                                  <p:stCondLst>
                                    <p:cond delay="820"/>
                                  </p:stCondLst>
                                  <p:childTnLst>
                                    <p:animEffect transition="out" filter="fade">
                                      <p:cBhvr>
                                        <p:cTn id="490" dur="1" fill="hold"/>
                                        <p:tgtEl>
                                          <p:spTgt spid="186"/>
                                        </p:tgtEl>
                                      </p:cBhvr>
                                    </p:animEffect>
                                    <p:set>
                                      <p:cBhvr>
                                        <p:cTn id="491" dur="1" fill="hold">
                                          <p:stCondLst>
                                            <p:cond delay="1"/>
                                          </p:stCondLst>
                                        </p:cTn>
                                        <p:tgtEl>
                                          <p:spTgt spid="186"/>
                                        </p:tgtEl>
                                        <p:attrNameLst>
                                          <p:attrName>style.visibility</p:attrName>
                                        </p:attrNameLst>
                                      </p:cBhvr>
                                      <p:to>
                                        <p:strVal val="hidden"/>
                                      </p:to>
                                    </p:set>
                                  </p:childTnLst>
                                </p:cTn>
                              </p:par>
                              <p:par>
                                <p:cTn id="492" presetID="10" presetClass="entr" presetSubtype="0" fill="hold" nodeType="withEffect">
                                  <p:stCondLst>
                                    <p:cond delay="105"/>
                                  </p:stCondLst>
                                  <p:childTnLst>
                                    <p:set>
                                      <p:cBhvr>
                                        <p:cTn id="493" dur="1" fill="hold">
                                          <p:stCondLst>
                                            <p:cond delay="0"/>
                                          </p:stCondLst>
                                        </p:cTn>
                                        <p:tgtEl>
                                          <p:spTgt spid="187"/>
                                        </p:tgtEl>
                                        <p:attrNameLst>
                                          <p:attrName>style.visibility</p:attrName>
                                        </p:attrNameLst>
                                      </p:cBhvr>
                                      <p:to>
                                        <p:strVal val="visible"/>
                                      </p:to>
                                    </p:set>
                                    <p:animEffect transition="in" filter="fade">
                                      <p:cBhvr>
                                        <p:cTn id="494" dur="1" fill="hold"/>
                                        <p:tgtEl>
                                          <p:spTgt spid="187"/>
                                        </p:tgtEl>
                                      </p:cBhvr>
                                    </p:animEffect>
                                  </p:childTnLst>
                                </p:cTn>
                              </p:par>
                              <p:par>
                                <p:cTn id="495" presetID="0" presetClass="path" presetSubtype="0" fill="hold" nodeType="withEffect">
                                  <p:stCondLst>
                                    <p:cond delay="105"/>
                                  </p:stCondLst>
                                  <p:childTnLst>
                                    <p:animMotion origin="layout" path="M 0 0 L 0.204687500 -0.313888889 E" pathEditMode="relative" rAng="0">
                                      <p:cBhvr additive="base">
                                        <p:cTn id="496" dur="750" fill="hold"/>
                                        <p:tgtEl>
                                          <p:spTgt spid="187"/>
                                        </p:tgtEl>
                                        <p:attrNameLst>
                                          <p:attrName>ppt_x</p:attrName>
                                          <p:attrName>ppt_y</p:attrName>
                                        </p:attrNameLst>
                                      </p:cBhvr>
                                      <p:rCtr x="0" y="0"/>
                                    </p:animMotion>
                                  </p:childTnLst>
                                </p:cTn>
                              </p:par>
                              <p:par>
                                <p:cTn id="497" presetID="10" presetClass="exit" presetSubtype="0" fill="hold" nodeType="withEffect">
                                  <p:stCondLst>
                                    <p:cond delay="855"/>
                                  </p:stCondLst>
                                  <p:childTnLst>
                                    <p:animEffect transition="out" filter="fade">
                                      <p:cBhvr>
                                        <p:cTn id="498" dur="1" fill="hold"/>
                                        <p:tgtEl>
                                          <p:spTgt spid="187"/>
                                        </p:tgtEl>
                                      </p:cBhvr>
                                    </p:animEffect>
                                    <p:set>
                                      <p:cBhvr>
                                        <p:cTn id="499" dur="1" fill="hold">
                                          <p:stCondLst>
                                            <p:cond delay="1"/>
                                          </p:stCondLst>
                                        </p:cTn>
                                        <p:tgtEl>
                                          <p:spTgt spid="187"/>
                                        </p:tgtEl>
                                        <p:attrNameLst>
                                          <p:attrName>style.visibility</p:attrName>
                                        </p:attrNameLst>
                                      </p:cBhvr>
                                      <p:to>
                                        <p:strVal val="hidden"/>
                                      </p:to>
                                    </p:set>
                                  </p:childTnLst>
                                </p:cTn>
                              </p:par>
                              <p:par>
                                <p:cTn id="500" presetID="10" presetClass="entr" presetSubtype="0" fill="hold" nodeType="withEffect">
                                  <p:stCondLst>
                                    <p:cond delay="105"/>
                                  </p:stCondLst>
                                  <p:childTnLst>
                                    <p:set>
                                      <p:cBhvr>
                                        <p:cTn id="501" dur="1" fill="hold">
                                          <p:stCondLst>
                                            <p:cond delay="0"/>
                                          </p:stCondLst>
                                        </p:cTn>
                                        <p:tgtEl>
                                          <p:spTgt spid="188"/>
                                        </p:tgtEl>
                                        <p:attrNameLst>
                                          <p:attrName>style.visibility</p:attrName>
                                        </p:attrNameLst>
                                      </p:cBhvr>
                                      <p:to>
                                        <p:strVal val="visible"/>
                                      </p:to>
                                    </p:set>
                                    <p:animEffect transition="in" filter="fade">
                                      <p:cBhvr>
                                        <p:cTn id="502" dur="1" fill="hold"/>
                                        <p:tgtEl>
                                          <p:spTgt spid="188"/>
                                        </p:tgtEl>
                                      </p:cBhvr>
                                    </p:animEffect>
                                  </p:childTnLst>
                                </p:cTn>
                              </p:par>
                              <p:par>
                                <p:cTn id="503" presetID="0" presetClass="path" presetSubtype="0" fill="hold" nodeType="withEffect">
                                  <p:stCondLst>
                                    <p:cond delay="105"/>
                                  </p:stCondLst>
                                  <p:childTnLst>
                                    <p:animMotion origin="layout" path="M 0 0 L 0.204687500 -0.119444444 E" pathEditMode="relative" rAng="0">
                                      <p:cBhvr additive="base">
                                        <p:cTn id="504" dur="750" fill="hold"/>
                                        <p:tgtEl>
                                          <p:spTgt spid="188"/>
                                        </p:tgtEl>
                                        <p:attrNameLst>
                                          <p:attrName>ppt_x</p:attrName>
                                          <p:attrName>ppt_y</p:attrName>
                                        </p:attrNameLst>
                                      </p:cBhvr>
                                      <p:rCtr x="0" y="0"/>
                                    </p:animMotion>
                                  </p:childTnLst>
                                </p:cTn>
                              </p:par>
                              <p:par>
                                <p:cTn id="505" presetID="10" presetClass="exit" presetSubtype="0" fill="hold" nodeType="withEffect">
                                  <p:stCondLst>
                                    <p:cond delay="855"/>
                                  </p:stCondLst>
                                  <p:childTnLst>
                                    <p:animEffect transition="out" filter="fade">
                                      <p:cBhvr>
                                        <p:cTn id="506" dur="1" fill="hold"/>
                                        <p:tgtEl>
                                          <p:spTgt spid="188"/>
                                        </p:tgtEl>
                                      </p:cBhvr>
                                    </p:animEffect>
                                    <p:set>
                                      <p:cBhvr>
                                        <p:cTn id="507" dur="1" fill="hold">
                                          <p:stCondLst>
                                            <p:cond delay="1"/>
                                          </p:stCondLst>
                                        </p:cTn>
                                        <p:tgtEl>
                                          <p:spTgt spid="188"/>
                                        </p:tgtEl>
                                        <p:attrNameLst>
                                          <p:attrName>style.visibility</p:attrName>
                                        </p:attrNameLst>
                                      </p:cBhvr>
                                      <p:to>
                                        <p:strVal val="hidden"/>
                                      </p:to>
                                    </p:set>
                                  </p:childTnLst>
                                </p:cTn>
                              </p:par>
                              <p:par>
                                <p:cTn id="508" presetID="10" presetClass="entr" presetSubtype="0" fill="hold" nodeType="withEffect">
                                  <p:stCondLst>
                                    <p:cond delay="105"/>
                                  </p:stCondLst>
                                  <p:childTnLst>
                                    <p:set>
                                      <p:cBhvr>
                                        <p:cTn id="509" dur="1" fill="hold">
                                          <p:stCondLst>
                                            <p:cond delay="0"/>
                                          </p:stCondLst>
                                        </p:cTn>
                                        <p:tgtEl>
                                          <p:spTgt spid="189"/>
                                        </p:tgtEl>
                                        <p:attrNameLst>
                                          <p:attrName>style.visibility</p:attrName>
                                        </p:attrNameLst>
                                      </p:cBhvr>
                                      <p:to>
                                        <p:strVal val="visible"/>
                                      </p:to>
                                    </p:set>
                                    <p:animEffect transition="in" filter="fade">
                                      <p:cBhvr>
                                        <p:cTn id="510" dur="1" fill="hold"/>
                                        <p:tgtEl>
                                          <p:spTgt spid="189"/>
                                        </p:tgtEl>
                                      </p:cBhvr>
                                    </p:animEffect>
                                  </p:childTnLst>
                                </p:cTn>
                              </p:par>
                              <p:par>
                                <p:cTn id="511" presetID="0" presetClass="path" presetSubtype="0" fill="hold" nodeType="withEffect">
                                  <p:stCondLst>
                                    <p:cond delay="105"/>
                                  </p:stCondLst>
                                  <p:childTnLst>
                                    <p:animMotion origin="layout" path="M 0 0 L 0.204687500 0.075000000 E" pathEditMode="relative" rAng="0">
                                      <p:cBhvr additive="base">
                                        <p:cTn id="512" dur="750" fill="hold"/>
                                        <p:tgtEl>
                                          <p:spTgt spid="189"/>
                                        </p:tgtEl>
                                        <p:attrNameLst>
                                          <p:attrName>ppt_x</p:attrName>
                                          <p:attrName>ppt_y</p:attrName>
                                        </p:attrNameLst>
                                      </p:cBhvr>
                                      <p:rCtr x="0" y="0"/>
                                    </p:animMotion>
                                  </p:childTnLst>
                                </p:cTn>
                              </p:par>
                              <p:par>
                                <p:cTn id="513" presetID="10" presetClass="exit" presetSubtype="0" fill="hold" nodeType="withEffect">
                                  <p:stCondLst>
                                    <p:cond delay="855"/>
                                  </p:stCondLst>
                                  <p:childTnLst>
                                    <p:animEffect transition="out" filter="fade">
                                      <p:cBhvr>
                                        <p:cTn id="514" dur="1" fill="hold"/>
                                        <p:tgtEl>
                                          <p:spTgt spid="189"/>
                                        </p:tgtEl>
                                      </p:cBhvr>
                                    </p:animEffect>
                                    <p:set>
                                      <p:cBhvr>
                                        <p:cTn id="515" dur="1" fill="hold">
                                          <p:stCondLst>
                                            <p:cond delay="1"/>
                                          </p:stCondLst>
                                        </p:cTn>
                                        <p:tgtEl>
                                          <p:spTgt spid="189"/>
                                        </p:tgtEl>
                                        <p:attrNameLst>
                                          <p:attrName>style.visibility</p:attrName>
                                        </p:attrNameLst>
                                      </p:cBhvr>
                                      <p:to>
                                        <p:strVal val="hidden"/>
                                      </p:to>
                                    </p:set>
                                  </p:childTnLst>
                                </p:cTn>
                              </p:par>
                              <p:par>
                                <p:cTn id="516" presetID="10" presetClass="entr" presetSubtype="0" fill="hold" nodeType="withEffect">
                                  <p:stCondLst>
                                    <p:cond delay="140"/>
                                  </p:stCondLst>
                                  <p:childTnLst>
                                    <p:set>
                                      <p:cBhvr>
                                        <p:cTn id="517" dur="1" fill="hold">
                                          <p:stCondLst>
                                            <p:cond delay="0"/>
                                          </p:stCondLst>
                                        </p:cTn>
                                        <p:tgtEl>
                                          <p:spTgt spid="190"/>
                                        </p:tgtEl>
                                        <p:attrNameLst>
                                          <p:attrName>style.visibility</p:attrName>
                                        </p:attrNameLst>
                                      </p:cBhvr>
                                      <p:to>
                                        <p:strVal val="visible"/>
                                      </p:to>
                                    </p:set>
                                    <p:animEffect transition="in" filter="fade">
                                      <p:cBhvr>
                                        <p:cTn id="518" dur="1" fill="hold"/>
                                        <p:tgtEl>
                                          <p:spTgt spid="190"/>
                                        </p:tgtEl>
                                      </p:cBhvr>
                                    </p:animEffect>
                                  </p:childTnLst>
                                </p:cTn>
                              </p:par>
                              <p:par>
                                <p:cTn id="519" presetID="0" presetClass="path" presetSubtype="0" fill="hold" nodeType="withEffect">
                                  <p:stCondLst>
                                    <p:cond delay="140"/>
                                  </p:stCondLst>
                                  <p:childTnLst>
                                    <p:animMotion origin="layout" path="M 0 0 L 0.204687500 -0.433333333 E" pathEditMode="relative" rAng="0">
                                      <p:cBhvr additive="base">
                                        <p:cTn id="520" dur="750" fill="hold"/>
                                        <p:tgtEl>
                                          <p:spTgt spid="190"/>
                                        </p:tgtEl>
                                        <p:attrNameLst>
                                          <p:attrName>ppt_x</p:attrName>
                                          <p:attrName>ppt_y</p:attrName>
                                        </p:attrNameLst>
                                      </p:cBhvr>
                                      <p:rCtr x="0" y="0"/>
                                    </p:animMotion>
                                  </p:childTnLst>
                                </p:cTn>
                              </p:par>
                              <p:par>
                                <p:cTn id="521" presetID="10" presetClass="exit" presetSubtype="0" fill="hold" nodeType="withEffect">
                                  <p:stCondLst>
                                    <p:cond delay="890"/>
                                  </p:stCondLst>
                                  <p:childTnLst>
                                    <p:animEffect transition="out" filter="fade">
                                      <p:cBhvr>
                                        <p:cTn id="522" dur="1" fill="hold"/>
                                        <p:tgtEl>
                                          <p:spTgt spid="190"/>
                                        </p:tgtEl>
                                      </p:cBhvr>
                                    </p:animEffect>
                                    <p:set>
                                      <p:cBhvr>
                                        <p:cTn id="523" dur="1" fill="hold">
                                          <p:stCondLst>
                                            <p:cond delay="1"/>
                                          </p:stCondLst>
                                        </p:cTn>
                                        <p:tgtEl>
                                          <p:spTgt spid="190"/>
                                        </p:tgtEl>
                                        <p:attrNameLst>
                                          <p:attrName>style.visibility</p:attrName>
                                        </p:attrNameLst>
                                      </p:cBhvr>
                                      <p:to>
                                        <p:strVal val="hidden"/>
                                      </p:to>
                                    </p:set>
                                  </p:childTnLst>
                                </p:cTn>
                              </p:par>
                              <p:par>
                                <p:cTn id="524" presetID="10" presetClass="entr" presetSubtype="0" fill="hold" nodeType="withEffect">
                                  <p:stCondLst>
                                    <p:cond delay="140"/>
                                  </p:stCondLst>
                                  <p:childTnLst>
                                    <p:set>
                                      <p:cBhvr>
                                        <p:cTn id="525" dur="1" fill="hold">
                                          <p:stCondLst>
                                            <p:cond delay="0"/>
                                          </p:stCondLst>
                                        </p:cTn>
                                        <p:tgtEl>
                                          <p:spTgt spid="191"/>
                                        </p:tgtEl>
                                        <p:attrNameLst>
                                          <p:attrName>style.visibility</p:attrName>
                                        </p:attrNameLst>
                                      </p:cBhvr>
                                      <p:to>
                                        <p:strVal val="visible"/>
                                      </p:to>
                                    </p:set>
                                    <p:animEffect transition="in" filter="fade">
                                      <p:cBhvr>
                                        <p:cTn id="526" dur="1" fill="hold"/>
                                        <p:tgtEl>
                                          <p:spTgt spid="191"/>
                                        </p:tgtEl>
                                      </p:cBhvr>
                                    </p:animEffect>
                                  </p:childTnLst>
                                </p:cTn>
                              </p:par>
                              <p:par>
                                <p:cTn id="527" presetID="0" presetClass="path" presetSubtype="0" fill="hold" nodeType="withEffect">
                                  <p:stCondLst>
                                    <p:cond delay="140"/>
                                  </p:stCondLst>
                                  <p:childTnLst>
                                    <p:animMotion origin="layout" path="M 0 0 L 0.204687500 -0.238888889 E" pathEditMode="relative" rAng="0">
                                      <p:cBhvr additive="base">
                                        <p:cTn id="528" dur="750" fill="hold"/>
                                        <p:tgtEl>
                                          <p:spTgt spid="191"/>
                                        </p:tgtEl>
                                        <p:attrNameLst>
                                          <p:attrName>ppt_x</p:attrName>
                                          <p:attrName>ppt_y</p:attrName>
                                        </p:attrNameLst>
                                      </p:cBhvr>
                                      <p:rCtr x="0" y="0"/>
                                    </p:animMotion>
                                  </p:childTnLst>
                                </p:cTn>
                              </p:par>
                              <p:par>
                                <p:cTn id="529" presetID="10" presetClass="exit" presetSubtype="0" fill="hold" nodeType="withEffect">
                                  <p:stCondLst>
                                    <p:cond delay="890"/>
                                  </p:stCondLst>
                                  <p:childTnLst>
                                    <p:animEffect transition="out" filter="fade">
                                      <p:cBhvr>
                                        <p:cTn id="530" dur="1" fill="hold"/>
                                        <p:tgtEl>
                                          <p:spTgt spid="191"/>
                                        </p:tgtEl>
                                      </p:cBhvr>
                                    </p:animEffect>
                                    <p:set>
                                      <p:cBhvr>
                                        <p:cTn id="531" dur="1" fill="hold">
                                          <p:stCondLst>
                                            <p:cond delay="1"/>
                                          </p:stCondLst>
                                        </p:cTn>
                                        <p:tgtEl>
                                          <p:spTgt spid="191"/>
                                        </p:tgtEl>
                                        <p:attrNameLst>
                                          <p:attrName>style.visibility</p:attrName>
                                        </p:attrNameLst>
                                      </p:cBhvr>
                                      <p:to>
                                        <p:strVal val="hidden"/>
                                      </p:to>
                                    </p:set>
                                  </p:childTnLst>
                                </p:cTn>
                              </p:par>
                              <p:par>
                                <p:cTn id="532" presetID="10" presetClass="entr" presetSubtype="0" fill="hold" nodeType="withEffect">
                                  <p:stCondLst>
                                    <p:cond delay="140"/>
                                  </p:stCondLst>
                                  <p:childTnLst>
                                    <p:set>
                                      <p:cBhvr>
                                        <p:cTn id="533" dur="1" fill="hold">
                                          <p:stCondLst>
                                            <p:cond delay="0"/>
                                          </p:stCondLst>
                                        </p:cTn>
                                        <p:tgtEl>
                                          <p:spTgt spid="192"/>
                                        </p:tgtEl>
                                        <p:attrNameLst>
                                          <p:attrName>style.visibility</p:attrName>
                                        </p:attrNameLst>
                                      </p:cBhvr>
                                      <p:to>
                                        <p:strVal val="visible"/>
                                      </p:to>
                                    </p:set>
                                    <p:animEffect transition="in" filter="fade">
                                      <p:cBhvr>
                                        <p:cTn id="534" dur="1" fill="hold"/>
                                        <p:tgtEl>
                                          <p:spTgt spid="192"/>
                                        </p:tgtEl>
                                      </p:cBhvr>
                                    </p:animEffect>
                                  </p:childTnLst>
                                </p:cTn>
                              </p:par>
                              <p:par>
                                <p:cTn id="535" presetID="0" presetClass="path" presetSubtype="0" fill="hold" nodeType="withEffect">
                                  <p:stCondLst>
                                    <p:cond delay="140"/>
                                  </p:stCondLst>
                                  <p:childTnLst>
                                    <p:animMotion origin="layout" path="M 0 0 L 0.204687500 -0.044444444 E" pathEditMode="relative" rAng="0">
                                      <p:cBhvr additive="base">
                                        <p:cTn id="536" dur="750" fill="hold"/>
                                        <p:tgtEl>
                                          <p:spTgt spid="192"/>
                                        </p:tgtEl>
                                        <p:attrNameLst>
                                          <p:attrName>ppt_x</p:attrName>
                                          <p:attrName>ppt_y</p:attrName>
                                        </p:attrNameLst>
                                      </p:cBhvr>
                                      <p:rCtr x="0" y="0"/>
                                    </p:animMotion>
                                  </p:childTnLst>
                                </p:cTn>
                              </p:par>
                              <p:par>
                                <p:cTn id="537" presetID="10" presetClass="exit" presetSubtype="0" fill="hold" nodeType="withEffect">
                                  <p:stCondLst>
                                    <p:cond delay="890"/>
                                  </p:stCondLst>
                                  <p:childTnLst>
                                    <p:animEffect transition="out" filter="fade">
                                      <p:cBhvr>
                                        <p:cTn id="538" dur="1" fill="hold"/>
                                        <p:tgtEl>
                                          <p:spTgt spid="192"/>
                                        </p:tgtEl>
                                      </p:cBhvr>
                                    </p:animEffect>
                                    <p:set>
                                      <p:cBhvr>
                                        <p:cTn id="539" dur="1" fill="hold">
                                          <p:stCondLst>
                                            <p:cond delay="1"/>
                                          </p:stCondLst>
                                        </p:cTn>
                                        <p:tgtEl>
                                          <p:spTgt spid="192"/>
                                        </p:tgtEl>
                                        <p:attrNameLst>
                                          <p:attrName>style.visibility</p:attrName>
                                        </p:attrNameLst>
                                      </p:cBhvr>
                                      <p:to>
                                        <p:strVal val="hidden"/>
                                      </p:to>
                                    </p:set>
                                  </p:childTnLst>
                                </p:cTn>
                              </p:par>
                              <p:par>
                                <p:cTn id="540" presetID="10" presetClass="entr" presetSubtype="0" fill="hold" nodeType="withEffect">
                                  <p:stCondLst>
                                    <p:cond delay="930"/>
                                  </p:stCondLst>
                                  <p:childTnLst>
                                    <p:set>
                                      <p:cBhvr>
                                        <p:cTn id="541" dur="1" fill="hold">
                                          <p:stCondLst>
                                            <p:cond delay="0"/>
                                          </p:stCondLst>
                                        </p:cTn>
                                        <p:tgtEl>
                                          <p:spTgt spid="159"/>
                                        </p:tgtEl>
                                        <p:attrNameLst>
                                          <p:attrName>style.visibility</p:attrName>
                                        </p:attrNameLst>
                                      </p:cBhvr>
                                      <p:to>
                                        <p:strVal val="visible"/>
                                      </p:to>
                                    </p:set>
                                    <p:animEffect transition="in" filter="fade">
                                      <p:cBhvr>
                                        <p:cTn id="542" dur="250" fill="hold"/>
                                        <p:tgtEl>
                                          <p:spTgt spid="159"/>
                                        </p:tgtEl>
                                      </p:cBhvr>
                                    </p:animEffect>
                                  </p:childTnLst>
                                </p:cTn>
                              </p:par>
                              <p:par>
                                <p:cTn id="543" presetID="6" presetClass="emph" presetSubtype="0" fill="hold" nodeType="withEffect">
                                  <p:stCondLst>
                                    <p:cond delay="1200"/>
                                  </p:stCondLst>
                                  <p:childTnLst>
                                    <p:animScale>
                                      <p:cBhvr additive="base">
                                        <p:cTn id="544" dur="360" repeatCount="2000" autoRev="1" fill="hold"/>
                                        <p:tgtEl>
                                          <p:spTgt spid="159"/>
                                        </p:tgtEl>
                                      </p:cBhvr>
                                      <p:by x="118000" y="118000"/>
                                    </p:animScale>
                                  </p:childTnLst>
                                </p:cTn>
                              </p:par>
                              <p:par>
                                <p:cTn id="545" presetID="10" presetClass="entr" presetSubtype="0" fill="hold" nodeType="withEffect">
                                  <p:stCondLst>
                                    <p:cond delay="1020"/>
                                  </p:stCondLst>
                                  <p:childTnLst>
                                    <p:set>
                                      <p:cBhvr>
                                        <p:cTn id="546" dur="1" fill="hold">
                                          <p:stCondLst>
                                            <p:cond delay="0"/>
                                          </p:stCondLst>
                                        </p:cTn>
                                        <p:tgtEl>
                                          <p:spTgt spid="160"/>
                                        </p:tgtEl>
                                        <p:attrNameLst>
                                          <p:attrName>style.visibility</p:attrName>
                                        </p:attrNameLst>
                                      </p:cBhvr>
                                      <p:to>
                                        <p:strVal val="visible"/>
                                      </p:to>
                                    </p:set>
                                    <p:animEffect transition="in" filter="fade">
                                      <p:cBhvr>
                                        <p:cTn id="547" dur="250" fill="hold"/>
                                        <p:tgtEl>
                                          <p:spTgt spid="160"/>
                                        </p:tgtEl>
                                      </p:cBhvr>
                                    </p:animEffect>
                                  </p:childTnLst>
                                </p:cTn>
                              </p:par>
                              <p:par>
                                <p:cTn id="548" presetID="6" presetClass="emph" presetSubtype="0" fill="hold" nodeType="withEffect">
                                  <p:stCondLst>
                                    <p:cond delay="1290"/>
                                  </p:stCondLst>
                                  <p:childTnLst>
                                    <p:animScale>
                                      <p:cBhvr additive="base">
                                        <p:cTn id="549" dur="360" repeatCount="2000" autoRev="1" fill="hold"/>
                                        <p:tgtEl>
                                          <p:spTgt spid="160"/>
                                        </p:tgtEl>
                                      </p:cBhvr>
                                      <p:by x="118000" y="118000"/>
                                    </p:animScale>
                                  </p:childTnLst>
                                </p:cTn>
                              </p:par>
                              <p:par>
                                <p:cTn id="550" presetID="10" presetClass="entr" presetSubtype="0" fill="hold" nodeType="withEffect">
                                  <p:stCondLst>
                                    <p:cond delay="1110"/>
                                  </p:stCondLst>
                                  <p:childTnLst>
                                    <p:set>
                                      <p:cBhvr>
                                        <p:cTn id="551" dur="1" fill="hold">
                                          <p:stCondLst>
                                            <p:cond delay="0"/>
                                          </p:stCondLst>
                                        </p:cTn>
                                        <p:tgtEl>
                                          <p:spTgt spid="161"/>
                                        </p:tgtEl>
                                        <p:attrNameLst>
                                          <p:attrName>style.visibility</p:attrName>
                                        </p:attrNameLst>
                                      </p:cBhvr>
                                      <p:to>
                                        <p:strVal val="visible"/>
                                      </p:to>
                                    </p:set>
                                    <p:animEffect transition="in" filter="fade">
                                      <p:cBhvr>
                                        <p:cTn id="552" dur="250" fill="hold"/>
                                        <p:tgtEl>
                                          <p:spTgt spid="161"/>
                                        </p:tgtEl>
                                      </p:cBhvr>
                                    </p:animEffect>
                                  </p:childTnLst>
                                </p:cTn>
                              </p:par>
                              <p:par>
                                <p:cTn id="553" presetID="6" presetClass="emph" presetSubtype="0" fill="hold" nodeType="withEffect">
                                  <p:stCondLst>
                                    <p:cond delay="1380"/>
                                  </p:stCondLst>
                                  <p:childTnLst>
                                    <p:animScale>
                                      <p:cBhvr additive="base">
                                        <p:cTn id="554" dur="360" repeatCount="2000" autoRev="1" fill="hold"/>
                                        <p:tgtEl>
                                          <p:spTgt spid="161"/>
                                        </p:tgtEl>
                                      </p:cBhvr>
                                      <p:by x="118000" y="118000"/>
                                    </p:animScale>
                                  </p:childTnLst>
                                </p:cTn>
                              </p:par>
                              <p:par>
                                <p:cTn id="555" presetID="10" presetClass="entr" presetSubtype="0" fill="hold" nodeType="withEffect">
                                  <p:stCondLst>
                                    <p:cond delay="950"/>
                                  </p:stCondLst>
                                  <p:childTnLst>
                                    <p:set>
                                      <p:cBhvr>
                                        <p:cTn id="556" dur="1" fill="hold">
                                          <p:stCondLst>
                                            <p:cond delay="0"/>
                                          </p:stCondLst>
                                        </p:cTn>
                                        <p:tgtEl>
                                          <p:spTgt spid="176"/>
                                        </p:tgtEl>
                                        <p:attrNameLst>
                                          <p:attrName>style.visibility</p:attrName>
                                        </p:attrNameLst>
                                      </p:cBhvr>
                                      <p:to>
                                        <p:strVal val="visible"/>
                                      </p:to>
                                    </p:set>
                                    <p:animEffect transition="in" filter="fade">
                                      <p:cBhvr>
                                        <p:cTn id="557" dur="250" fill="hold"/>
                                        <p:tgtEl>
                                          <p:spTgt spid="176"/>
                                        </p:tgtEl>
                                      </p:cBhvr>
                                    </p:animEffect>
                                  </p:childTnLst>
                                </p:cTn>
                              </p:par>
                            </p:childTnLst>
                          </p:cTn>
                        </p:par>
                      </p:childTnLst>
                    </p:cTn>
                  </p:par>
                  <p:par>
                    <p:cTn id="558" fill="hold">
                      <p:stCondLst>
                        <p:cond delay="indefinite"/>
                      </p:stCondLst>
                      <p:childTnLst>
                        <p:par>
                          <p:cTn id="559" fill="hold">
                            <p:stCondLst>
                              <p:cond delay="0"/>
                            </p:stCondLst>
                            <p:childTnLst>
                              <p:par>
                                <p:cTn id="560" presetID="10" presetClass="entr" presetSubtype="0" fill="hold" nodeType="clickEffect">
                                  <p:stCondLst>
                                    <p:cond delay="0"/>
                                  </p:stCondLst>
                                  <p:childTnLst>
                                    <p:set>
                                      <p:cBhvr>
                                        <p:cTn id="561" dur="1" fill="hold">
                                          <p:stCondLst>
                                            <p:cond delay="0"/>
                                          </p:stCondLst>
                                        </p:cTn>
                                        <p:tgtEl>
                                          <p:spTgt spid="193"/>
                                        </p:tgtEl>
                                        <p:attrNameLst>
                                          <p:attrName>style.visibility</p:attrName>
                                        </p:attrNameLst>
                                      </p:cBhvr>
                                      <p:to>
                                        <p:strVal val="visible"/>
                                      </p:to>
                                    </p:set>
                                    <p:animEffect transition="in" filter="fade">
                                      <p:cBhvr>
                                        <p:cTn id="562" dur="1" fill="hold"/>
                                        <p:tgtEl>
                                          <p:spTgt spid="193"/>
                                        </p:tgtEl>
                                      </p:cBhvr>
                                    </p:animEffect>
                                  </p:childTnLst>
                                </p:cTn>
                              </p:par>
                              <p:par>
                                <p:cTn id="563" presetID="0" presetClass="path" presetSubtype="0" fill="hold" nodeType="withEffect">
                                  <p:stCondLst>
                                    <p:cond delay="0"/>
                                  </p:stCondLst>
                                  <p:childTnLst>
                                    <p:animMotion origin="layout" path="M 0 0 L 0.204687500 -0.034722222 E" pathEditMode="relative" rAng="0">
                                      <p:cBhvr additive="base">
                                        <p:cTn id="564" dur="750" fill="hold"/>
                                        <p:tgtEl>
                                          <p:spTgt spid="193"/>
                                        </p:tgtEl>
                                        <p:attrNameLst>
                                          <p:attrName>ppt_x</p:attrName>
                                          <p:attrName>ppt_y</p:attrName>
                                        </p:attrNameLst>
                                      </p:cBhvr>
                                      <p:rCtr x="0" y="0"/>
                                    </p:animMotion>
                                  </p:childTnLst>
                                </p:cTn>
                              </p:par>
                              <p:par>
                                <p:cTn id="565" presetID="10" presetClass="exit" presetSubtype="0" fill="hold" nodeType="withEffect">
                                  <p:stCondLst>
                                    <p:cond delay="750"/>
                                  </p:stCondLst>
                                  <p:childTnLst>
                                    <p:animEffect transition="out" filter="fade">
                                      <p:cBhvr>
                                        <p:cTn id="566" dur="1" fill="hold"/>
                                        <p:tgtEl>
                                          <p:spTgt spid="193"/>
                                        </p:tgtEl>
                                      </p:cBhvr>
                                    </p:animEffect>
                                    <p:set>
                                      <p:cBhvr>
                                        <p:cTn id="567" dur="1" fill="hold">
                                          <p:stCondLst>
                                            <p:cond delay="1"/>
                                          </p:stCondLst>
                                        </p:cTn>
                                        <p:tgtEl>
                                          <p:spTgt spid="193"/>
                                        </p:tgtEl>
                                        <p:attrNameLst>
                                          <p:attrName>style.visibility</p:attrName>
                                        </p:attrNameLst>
                                      </p:cBhvr>
                                      <p:to>
                                        <p:strVal val="hidden"/>
                                      </p:to>
                                    </p:set>
                                  </p:childTnLst>
                                </p:cTn>
                              </p:par>
                              <p:par>
                                <p:cTn id="568" presetID="10" presetClass="entr" presetSubtype="0" fill="hold" nodeType="withEffect">
                                  <p:stCondLst>
                                    <p:cond delay="0"/>
                                  </p:stCondLst>
                                  <p:childTnLst>
                                    <p:set>
                                      <p:cBhvr>
                                        <p:cTn id="569" dur="1" fill="hold">
                                          <p:stCondLst>
                                            <p:cond delay="0"/>
                                          </p:stCondLst>
                                        </p:cTn>
                                        <p:tgtEl>
                                          <p:spTgt spid="194"/>
                                        </p:tgtEl>
                                        <p:attrNameLst>
                                          <p:attrName>style.visibility</p:attrName>
                                        </p:attrNameLst>
                                      </p:cBhvr>
                                      <p:to>
                                        <p:strVal val="visible"/>
                                      </p:to>
                                    </p:set>
                                    <p:animEffect transition="in" filter="fade">
                                      <p:cBhvr>
                                        <p:cTn id="570" dur="1" fill="hold"/>
                                        <p:tgtEl>
                                          <p:spTgt spid="194"/>
                                        </p:tgtEl>
                                      </p:cBhvr>
                                    </p:animEffect>
                                  </p:childTnLst>
                                </p:cTn>
                              </p:par>
                              <p:par>
                                <p:cTn id="571" presetID="0" presetClass="path" presetSubtype="0" fill="hold" nodeType="withEffect">
                                  <p:stCondLst>
                                    <p:cond delay="0"/>
                                  </p:stCondLst>
                                  <p:childTnLst>
                                    <p:animMotion origin="layout" path="M 0 0 L 0.204687500 0.118055556 E" pathEditMode="relative" rAng="0">
                                      <p:cBhvr additive="base">
                                        <p:cTn id="572" dur="750" fill="hold"/>
                                        <p:tgtEl>
                                          <p:spTgt spid="194"/>
                                        </p:tgtEl>
                                        <p:attrNameLst>
                                          <p:attrName>ppt_x</p:attrName>
                                          <p:attrName>ppt_y</p:attrName>
                                        </p:attrNameLst>
                                      </p:cBhvr>
                                      <p:rCtr x="0" y="0"/>
                                    </p:animMotion>
                                  </p:childTnLst>
                                </p:cTn>
                              </p:par>
                              <p:par>
                                <p:cTn id="573" presetID="10" presetClass="exit" presetSubtype="0" fill="hold" nodeType="withEffect">
                                  <p:stCondLst>
                                    <p:cond delay="750"/>
                                  </p:stCondLst>
                                  <p:childTnLst>
                                    <p:animEffect transition="out" filter="fade">
                                      <p:cBhvr>
                                        <p:cTn id="574" dur="1" fill="hold"/>
                                        <p:tgtEl>
                                          <p:spTgt spid="194"/>
                                        </p:tgtEl>
                                      </p:cBhvr>
                                    </p:animEffect>
                                    <p:set>
                                      <p:cBhvr>
                                        <p:cTn id="575" dur="1" fill="hold">
                                          <p:stCondLst>
                                            <p:cond delay="1"/>
                                          </p:stCondLst>
                                        </p:cTn>
                                        <p:tgtEl>
                                          <p:spTgt spid="194"/>
                                        </p:tgtEl>
                                        <p:attrNameLst>
                                          <p:attrName>style.visibility</p:attrName>
                                        </p:attrNameLst>
                                      </p:cBhvr>
                                      <p:to>
                                        <p:strVal val="hidden"/>
                                      </p:to>
                                    </p:set>
                                  </p:childTnLst>
                                </p:cTn>
                              </p:par>
                              <p:par>
                                <p:cTn id="576" presetID="10" presetClass="entr" presetSubtype="0" fill="hold" nodeType="withEffect">
                                  <p:stCondLst>
                                    <p:cond delay="0"/>
                                  </p:stCondLst>
                                  <p:childTnLst>
                                    <p:set>
                                      <p:cBhvr>
                                        <p:cTn id="577" dur="1" fill="hold">
                                          <p:stCondLst>
                                            <p:cond delay="0"/>
                                          </p:stCondLst>
                                        </p:cTn>
                                        <p:tgtEl>
                                          <p:spTgt spid="195"/>
                                        </p:tgtEl>
                                        <p:attrNameLst>
                                          <p:attrName>style.visibility</p:attrName>
                                        </p:attrNameLst>
                                      </p:cBhvr>
                                      <p:to>
                                        <p:strVal val="visible"/>
                                      </p:to>
                                    </p:set>
                                    <p:animEffect transition="in" filter="fade">
                                      <p:cBhvr>
                                        <p:cTn id="578" dur="1" fill="hold"/>
                                        <p:tgtEl>
                                          <p:spTgt spid="195"/>
                                        </p:tgtEl>
                                      </p:cBhvr>
                                    </p:animEffect>
                                  </p:childTnLst>
                                </p:cTn>
                              </p:par>
                              <p:par>
                                <p:cTn id="579" presetID="0" presetClass="path" presetSubtype="0" fill="hold" nodeType="withEffect">
                                  <p:stCondLst>
                                    <p:cond delay="0"/>
                                  </p:stCondLst>
                                  <p:childTnLst>
                                    <p:animMotion origin="layout" path="M 0 0 L 0.204687500 0.270833333 E" pathEditMode="relative" rAng="0">
                                      <p:cBhvr additive="base">
                                        <p:cTn id="580" dur="750" fill="hold"/>
                                        <p:tgtEl>
                                          <p:spTgt spid="195"/>
                                        </p:tgtEl>
                                        <p:attrNameLst>
                                          <p:attrName>ppt_x</p:attrName>
                                          <p:attrName>ppt_y</p:attrName>
                                        </p:attrNameLst>
                                      </p:cBhvr>
                                      <p:rCtr x="0" y="0"/>
                                    </p:animMotion>
                                  </p:childTnLst>
                                </p:cTn>
                              </p:par>
                              <p:par>
                                <p:cTn id="581" presetID="10" presetClass="exit" presetSubtype="0" fill="hold" nodeType="withEffect">
                                  <p:stCondLst>
                                    <p:cond delay="750"/>
                                  </p:stCondLst>
                                  <p:childTnLst>
                                    <p:animEffect transition="out" filter="fade">
                                      <p:cBhvr>
                                        <p:cTn id="582" dur="1" fill="hold"/>
                                        <p:tgtEl>
                                          <p:spTgt spid="195"/>
                                        </p:tgtEl>
                                      </p:cBhvr>
                                    </p:animEffect>
                                    <p:set>
                                      <p:cBhvr>
                                        <p:cTn id="583" dur="1" fill="hold">
                                          <p:stCondLst>
                                            <p:cond delay="1"/>
                                          </p:stCondLst>
                                        </p:cTn>
                                        <p:tgtEl>
                                          <p:spTgt spid="195"/>
                                        </p:tgtEl>
                                        <p:attrNameLst>
                                          <p:attrName>style.visibility</p:attrName>
                                        </p:attrNameLst>
                                      </p:cBhvr>
                                      <p:to>
                                        <p:strVal val="hidden"/>
                                      </p:to>
                                    </p:set>
                                  </p:childTnLst>
                                </p:cTn>
                              </p:par>
                              <p:par>
                                <p:cTn id="584" presetID="10" presetClass="entr" presetSubtype="0" fill="hold" nodeType="withEffect">
                                  <p:stCondLst>
                                    <p:cond delay="0"/>
                                  </p:stCondLst>
                                  <p:childTnLst>
                                    <p:set>
                                      <p:cBhvr>
                                        <p:cTn id="585" dur="1" fill="hold">
                                          <p:stCondLst>
                                            <p:cond delay="0"/>
                                          </p:stCondLst>
                                        </p:cTn>
                                        <p:tgtEl>
                                          <p:spTgt spid="196"/>
                                        </p:tgtEl>
                                        <p:attrNameLst>
                                          <p:attrName>style.visibility</p:attrName>
                                        </p:attrNameLst>
                                      </p:cBhvr>
                                      <p:to>
                                        <p:strVal val="visible"/>
                                      </p:to>
                                    </p:set>
                                    <p:animEffect transition="in" filter="fade">
                                      <p:cBhvr>
                                        <p:cTn id="586" dur="1" fill="hold"/>
                                        <p:tgtEl>
                                          <p:spTgt spid="196"/>
                                        </p:tgtEl>
                                      </p:cBhvr>
                                    </p:animEffect>
                                  </p:childTnLst>
                                </p:cTn>
                              </p:par>
                              <p:par>
                                <p:cTn id="587" presetID="0" presetClass="path" presetSubtype="0" fill="hold" nodeType="withEffect">
                                  <p:stCondLst>
                                    <p:cond delay="0"/>
                                  </p:stCondLst>
                                  <p:childTnLst>
                                    <p:animMotion origin="layout" path="M 0 0 L 0.204687500 0.423611111 E" pathEditMode="relative" rAng="0">
                                      <p:cBhvr additive="base">
                                        <p:cTn id="588" dur="750" fill="hold"/>
                                        <p:tgtEl>
                                          <p:spTgt spid="196"/>
                                        </p:tgtEl>
                                        <p:attrNameLst>
                                          <p:attrName>ppt_x</p:attrName>
                                          <p:attrName>ppt_y</p:attrName>
                                        </p:attrNameLst>
                                      </p:cBhvr>
                                      <p:rCtr x="0" y="0"/>
                                    </p:animMotion>
                                  </p:childTnLst>
                                </p:cTn>
                              </p:par>
                              <p:par>
                                <p:cTn id="589" presetID="10" presetClass="exit" presetSubtype="0" fill="hold" nodeType="withEffect">
                                  <p:stCondLst>
                                    <p:cond delay="750"/>
                                  </p:stCondLst>
                                  <p:childTnLst>
                                    <p:animEffect transition="out" filter="fade">
                                      <p:cBhvr>
                                        <p:cTn id="590" dur="1" fill="hold"/>
                                        <p:tgtEl>
                                          <p:spTgt spid="196"/>
                                        </p:tgtEl>
                                      </p:cBhvr>
                                    </p:animEffect>
                                    <p:set>
                                      <p:cBhvr>
                                        <p:cTn id="591" dur="1" fill="hold">
                                          <p:stCondLst>
                                            <p:cond delay="1"/>
                                          </p:stCondLst>
                                        </p:cTn>
                                        <p:tgtEl>
                                          <p:spTgt spid="196"/>
                                        </p:tgtEl>
                                        <p:attrNameLst>
                                          <p:attrName>style.visibility</p:attrName>
                                        </p:attrNameLst>
                                      </p:cBhvr>
                                      <p:to>
                                        <p:strVal val="hidden"/>
                                      </p:to>
                                    </p:set>
                                  </p:childTnLst>
                                </p:cTn>
                              </p:par>
                              <p:par>
                                <p:cTn id="592" presetID="10" presetClass="entr" presetSubtype="0" fill="hold" nodeType="withEffect">
                                  <p:stCondLst>
                                    <p:cond delay="35"/>
                                  </p:stCondLst>
                                  <p:childTnLst>
                                    <p:set>
                                      <p:cBhvr>
                                        <p:cTn id="593" dur="1" fill="hold">
                                          <p:stCondLst>
                                            <p:cond delay="0"/>
                                          </p:stCondLst>
                                        </p:cTn>
                                        <p:tgtEl>
                                          <p:spTgt spid="197"/>
                                        </p:tgtEl>
                                        <p:attrNameLst>
                                          <p:attrName>style.visibility</p:attrName>
                                        </p:attrNameLst>
                                      </p:cBhvr>
                                      <p:to>
                                        <p:strVal val="visible"/>
                                      </p:to>
                                    </p:set>
                                    <p:animEffect transition="in" filter="fade">
                                      <p:cBhvr>
                                        <p:cTn id="594" dur="1" fill="hold"/>
                                        <p:tgtEl>
                                          <p:spTgt spid="197"/>
                                        </p:tgtEl>
                                      </p:cBhvr>
                                    </p:animEffect>
                                  </p:childTnLst>
                                </p:cTn>
                              </p:par>
                              <p:par>
                                <p:cTn id="595" presetID="0" presetClass="path" presetSubtype="0" fill="hold" nodeType="withEffect">
                                  <p:stCondLst>
                                    <p:cond delay="35"/>
                                  </p:stCondLst>
                                  <p:childTnLst>
                                    <p:animMotion origin="layout" path="M 0 0 L 0.204687500 -0.229166667 E" pathEditMode="relative" rAng="0">
                                      <p:cBhvr additive="base">
                                        <p:cTn id="596" dur="750" fill="hold"/>
                                        <p:tgtEl>
                                          <p:spTgt spid="197"/>
                                        </p:tgtEl>
                                        <p:attrNameLst>
                                          <p:attrName>ppt_x</p:attrName>
                                          <p:attrName>ppt_y</p:attrName>
                                        </p:attrNameLst>
                                      </p:cBhvr>
                                      <p:rCtr x="0" y="0"/>
                                    </p:animMotion>
                                  </p:childTnLst>
                                </p:cTn>
                              </p:par>
                              <p:par>
                                <p:cTn id="597" presetID="10" presetClass="exit" presetSubtype="0" fill="hold" nodeType="withEffect">
                                  <p:stCondLst>
                                    <p:cond delay="785"/>
                                  </p:stCondLst>
                                  <p:childTnLst>
                                    <p:animEffect transition="out" filter="fade">
                                      <p:cBhvr>
                                        <p:cTn id="598" dur="1" fill="hold"/>
                                        <p:tgtEl>
                                          <p:spTgt spid="197"/>
                                        </p:tgtEl>
                                      </p:cBhvr>
                                    </p:animEffect>
                                    <p:set>
                                      <p:cBhvr>
                                        <p:cTn id="599" dur="1" fill="hold">
                                          <p:stCondLst>
                                            <p:cond delay="1"/>
                                          </p:stCondLst>
                                        </p:cTn>
                                        <p:tgtEl>
                                          <p:spTgt spid="197"/>
                                        </p:tgtEl>
                                        <p:attrNameLst>
                                          <p:attrName>style.visibility</p:attrName>
                                        </p:attrNameLst>
                                      </p:cBhvr>
                                      <p:to>
                                        <p:strVal val="hidden"/>
                                      </p:to>
                                    </p:set>
                                  </p:childTnLst>
                                </p:cTn>
                              </p:par>
                              <p:par>
                                <p:cTn id="600" presetID="10" presetClass="entr" presetSubtype="0" fill="hold" nodeType="withEffect">
                                  <p:stCondLst>
                                    <p:cond delay="35"/>
                                  </p:stCondLst>
                                  <p:childTnLst>
                                    <p:set>
                                      <p:cBhvr>
                                        <p:cTn id="601" dur="1" fill="hold">
                                          <p:stCondLst>
                                            <p:cond delay="0"/>
                                          </p:stCondLst>
                                        </p:cTn>
                                        <p:tgtEl>
                                          <p:spTgt spid="198"/>
                                        </p:tgtEl>
                                        <p:attrNameLst>
                                          <p:attrName>style.visibility</p:attrName>
                                        </p:attrNameLst>
                                      </p:cBhvr>
                                      <p:to>
                                        <p:strVal val="visible"/>
                                      </p:to>
                                    </p:set>
                                    <p:animEffect transition="in" filter="fade">
                                      <p:cBhvr>
                                        <p:cTn id="602" dur="1" fill="hold"/>
                                        <p:tgtEl>
                                          <p:spTgt spid="198"/>
                                        </p:tgtEl>
                                      </p:cBhvr>
                                    </p:animEffect>
                                  </p:childTnLst>
                                </p:cTn>
                              </p:par>
                              <p:par>
                                <p:cTn id="603" presetID="0" presetClass="path" presetSubtype="0" fill="hold" nodeType="withEffect">
                                  <p:stCondLst>
                                    <p:cond delay="35"/>
                                  </p:stCondLst>
                                  <p:childTnLst>
                                    <p:animMotion origin="layout" path="M 0 0 L 0.204687500 -0.076388889 E" pathEditMode="relative" rAng="0">
                                      <p:cBhvr additive="base">
                                        <p:cTn id="604" dur="750" fill="hold"/>
                                        <p:tgtEl>
                                          <p:spTgt spid="198"/>
                                        </p:tgtEl>
                                        <p:attrNameLst>
                                          <p:attrName>ppt_x</p:attrName>
                                          <p:attrName>ppt_y</p:attrName>
                                        </p:attrNameLst>
                                      </p:cBhvr>
                                      <p:rCtr x="0" y="0"/>
                                    </p:animMotion>
                                  </p:childTnLst>
                                </p:cTn>
                              </p:par>
                              <p:par>
                                <p:cTn id="605" presetID="10" presetClass="exit" presetSubtype="0" fill="hold" nodeType="withEffect">
                                  <p:stCondLst>
                                    <p:cond delay="785"/>
                                  </p:stCondLst>
                                  <p:childTnLst>
                                    <p:animEffect transition="out" filter="fade">
                                      <p:cBhvr>
                                        <p:cTn id="606" dur="1" fill="hold"/>
                                        <p:tgtEl>
                                          <p:spTgt spid="198"/>
                                        </p:tgtEl>
                                      </p:cBhvr>
                                    </p:animEffect>
                                    <p:set>
                                      <p:cBhvr>
                                        <p:cTn id="607" dur="1" fill="hold">
                                          <p:stCondLst>
                                            <p:cond delay="1"/>
                                          </p:stCondLst>
                                        </p:cTn>
                                        <p:tgtEl>
                                          <p:spTgt spid="198"/>
                                        </p:tgtEl>
                                        <p:attrNameLst>
                                          <p:attrName>style.visibility</p:attrName>
                                        </p:attrNameLst>
                                      </p:cBhvr>
                                      <p:to>
                                        <p:strVal val="hidden"/>
                                      </p:to>
                                    </p:set>
                                  </p:childTnLst>
                                </p:cTn>
                              </p:par>
                              <p:par>
                                <p:cTn id="608" presetID="10" presetClass="entr" presetSubtype="0" fill="hold" nodeType="withEffect">
                                  <p:stCondLst>
                                    <p:cond delay="35"/>
                                  </p:stCondLst>
                                  <p:childTnLst>
                                    <p:set>
                                      <p:cBhvr>
                                        <p:cTn id="609" dur="1" fill="hold">
                                          <p:stCondLst>
                                            <p:cond delay="0"/>
                                          </p:stCondLst>
                                        </p:cTn>
                                        <p:tgtEl>
                                          <p:spTgt spid="199"/>
                                        </p:tgtEl>
                                        <p:attrNameLst>
                                          <p:attrName>style.visibility</p:attrName>
                                        </p:attrNameLst>
                                      </p:cBhvr>
                                      <p:to>
                                        <p:strVal val="visible"/>
                                      </p:to>
                                    </p:set>
                                    <p:animEffect transition="in" filter="fade">
                                      <p:cBhvr>
                                        <p:cTn id="610" dur="1" fill="hold"/>
                                        <p:tgtEl>
                                          <p:spTgt spid="199"/>
                                        </p:tgtEl>
                                      </p:cBhvr>
                                    </p:animEffect>
                                  </p:childTnLst>
                                </p:cTn>
                              </p:par>
                              <p:par>
                                <p:cTn id="611" presetID="0" presetClass="path" presetSubtype="0" fill="hold" nodeType="withEffect">
                                  <p:stCondLst>
                                    <p:cond delay="35"/>
                                  </p:stCondLst>
                                  <p:childTnLst>
                                    <p:animMotion origin="layout" path="M 0 0 L 0.204687500 0.076388889 E" pathEditMode="relative" rAng="0">
                                      <p:cBhvr additive="base">
                                        <p:cTn id="612" dur="750" fill="hold"/>
                                        <p:tgtEl>
                                          <p:spTgt spid="199"/>
                                        </p:tgtEl>
                                        <p:attrNameLst>
                                          <p:attrName>ppt_x</p:attrName>
                                          <p:attrName>ppt_y</p:attrName>
                                        </p:attrNameLst>
                                      </p:cBhvr>
                                      <p:rCtr x="0" y="0"/>
                                    </p:animMotion>
                                  </p:childTnLst>
                                </p:cTn>
                              </p:par>
                              <p:par>
                                <p:cTn id="613" presetID="10" presetClass="exit" presetSubtype="0" fill="hold" nodeType="withEffect">
                                  <p:stCondLst>
                                    <p:cond delay="785"/>
                                  </p:stCondLst>
                                  <p:childTnLst>
                                    <p:animEffect transition="out" filter="fade">
                                      <p:cBhvr>
                                        <p:cTn id="614" dur="1" fill="hold"/>
                                        <p:tgtEl>
                                          <p:spTgt spid="199"/>
                                        </p:tgtEl>
                                      </p:cBhvr>
                                    </p:animEffect>
                                    <p:set>
                                      <p:cBhvr>
                                        <p:cTn id="615" dur="1" fill="hold">
                                          <p:stCondLst>
                                            <p:cond delay="1"/>
                                          </p:stCondLst>
                                        </p:cTn>
                                        <p:tgtEl>
                                          <p:spTgt spid="199"/>
                                        </p:tgtEl>
                                        <p:attrNameLst>
                                          <p:attrName>style.visibility</p:attrName>
                                        </p:attrNameLst>
                                      </p:cBhvr>
                                      <p:to>
                                        <p:strVal val="hidden"/>
                                      </p:to>
                                    </p:set>
                                  </p:childTnLst>
                                </p:cTn>
                              </p:par>
                              <p:par>
                                <p:cTn id="616" presetID="10" presetClass="entr" presetSubtype="0" fill="hold" nodeType="withEffect">
                                  <p:stCondLst>
                                    <p:cond delay="35"/>
                                  </p:stCondLst>
                                  <p:childTnLst>
                                    <p:set>
                                      <p:cBhvr>
                                        <p:cTn id="617" dur="1" fill="hold">
                                          <p:stCondLst>
                                            <p:cond delay="0"/>
                                          </p:stCondLst>
                                        </p:cTn>
                                        <p:tgtEl>
                                          <p:spTgt spid="200"/>
                                        </p:tgtEl>
                                        <p:attrNameLst>
                                          <p:attrName>style.visibility</p:attrName>
                                        </p:attrNameLst>
                                      </p:cBhvr>
                                      <p:to>
                                        <p:strVal val="visible"/>
                                      </p:to>
                                    </p:set>
                                    <p:animEffect transition="in" filter="fade">
                                      <p:cBhvr>
                                        <p:cTn id="618" dur="1" fill="hold"/>
                                        <p:tgtEl>
                                          <p:spTgt spid="200"/>
                                        </p:tgtEl>
                                      </p:cBhvr>
                                    </p:animEffect>
                                  </p:childTnLst>
                                </p:cTn>
                              </p:par>
                              <p:par>
                                <p:cTn id="619" presetID="0" presetClass="path" presetSubtype="0" fill="hold" nodeType="withEffect">
                                  <p:stCondLst>
                                    <p:cond delay="35"/>
                                  </p:stCondLst>
                                  <p:childTnLst>
                                    <p:animMotion origin="layout" path="M 0 0 L 0.204687500 0.229166667 E" pathEditMode="relative" rAng="0">
                                      <p:cBhvr additive="base">
                                        <p:cTn id="620" dur="750" fill="hold"/>
                                        <p:tgtEl>
                                          <p:spTgt spid="200"/>
                                        </p:tgtEl>
                                        <p:attrNameLst>
                                          <p:attrName>ppt_x</p:attrName>
                                          <p:attrName>ppt_y</p:attrName>
                                        </p:attrNameLst>
                                      </p:cBhvr>
                                      <p:rCtr x="0" y="0"/>
                                    </p:animMotion>
                                  </p:childTnLst>
                                </p:cTn>
                              </p:par>
                              <p:par>
                                <p:cTn id="621" presetID="10" presetClass="exit" presetSubtype="0" fill="hold" nodeType="withEffect">
                                  <p:stCondLst>
                                    <p:cond delay="785"/>
                                  </p:stCondLst>
                                  <p:childTnLst>
                                    <p:animEffect transition="out" filter="fade">
                                      <p:cBhvr>
                                        <p:cTn id="622" dur="1" fill="hold"/>
                                        <p:tgtEl>
                                          <p:spTgt spid="200"/>
                                        </p:tgtEl>
                                      </p:cBhvr>
                                    </p:animEffect>
                                    <p:set>
                                      <p:cBhvr>
                                        <p:cTn id="623" dur="1" fill="hold">
                                          <p:stCondLst>
                                            <p:cond delay="1"/>
                                          </p:stCondLst>
                                        </p:cTn>
                                        <p:tgtEl>
                                          <p:spTgt spid="200"/>
                                        </p:tgtEl>
                                        <p:attrNameLst>
                                          <p:attrName>style.visibility</p:attrName>
                                        </p:attrNameLst>
                                      </p:cBhvr>
                                      <p:to>
                                        <p:strVal val="hidden"/>
                                      </p:to>
                                    </p:set>
                                  </p:childTnLst>
                                </p:cTn>
                              </p:par>
                              <p:par>
                                <p:cTn id="624" presetID="10" presetClass="entr" presetSubtype="0" fill="hold" nodeType="withEffect">
                                  <p:stCondLst>
                                    <p:cond delay="70"/>
                                  </p:stCondLst>
                                  <p:childTnLst>
                                    <p:set>
                                      <p:cBhvr>
                                        <p:cTn id="625" dur="1" fill="hold">
                                          <p:stCondLst>
                                            <p:cond delay="0"/>
                                          </p:stCondLst>
                                        </p:cTn>
                                        <p:tgtEl>
                                          <p:spTgt spid="201"/>
                                        </p:tgtEl>
                                        <p:attrNameLst>
                                          <p:attrName>style.visibility</p:attrName>
                                        </p:attrNameLst>
                                      </p:cBhvr>
                                      <p:to>
                                        <p:strVal val="visible"/>
                                      </p:to>
                                    </p:set>
                                    <p:animEffect transition="in" filter="fade">
                                      <p:cBhvr>
                                        <p:cTn id="626" dur="1" fill="hold"/>
                                        <p:tgtEl>
                                          <p:spTgt spid="201"/>
                                        </p:tgtEl>
                                      </p:cBhvr>
                                    </p:animEffect>
                                  </p:childTnLst>
                                </p:cTn>
                              </p:par>
                              <p:par>
                                <p:cTn id="627" presetID="0" presetClass="path" presetSubtype="0" fill="hold" nodeType="withEffect">
                                  <p:stCondLst>
                                    <p:cond delay="70"/>
                                  </p:stCondLst>
                                  <p:childTnLst>
                                    <p:animMotion origin="layout" path="M 0 0 L 0.204687500 -0.423611111 E" pathEditMode="relative" rAng="0">
                                      <p:cBhvr additive="base">
                                        <p:cTn id="628" dur="750" fill="hold"/>
                                        <p:tgtEl>
                                          <p:spTgt spid="201"/>
                                        </p:tgtEl>
                                        <p:attrNameLst>
                                          <p:attrName>ppt_x</p:attrName>
                                          <p:attrName>ppt_y</p:attrName>
                                        </p:attrNameLst>
                                      </p:cBhvr>
                                      <p:rCtr x="0" y="0"/>
                                    </p:animMotion>
                                  </p:childTnLst>
                                </p:cTn>
                              </p:par>
                              <p:par>
                                <p:cTn id="629" presetID="10" presetClass="exit" presetSubtype="0" fill="hold" nodeType="withEffect">
                                  <p:stCondLst>
                                    <p:cond delay="820"/>
                                  </p:stCondLst>
                                  <p:childTnLst>
                                    <p:animEffect transition="out" filter="fade">
                                      <p:cBhvr>
                                        <p:cTn id="630" dur="1" fill="hold"/>
                                        <p:tgtEl>
                                          <p:spTgt spid="201"/>
                                        </p:tgtEl>
                                      </p:cBhvr>
                                    </p:animEffect>
                                    <p:set>
                                      <p:cBhvr>
                                        <p:cTn id="631" dur="1" fill="hold">
                                          <p:stCondLst>
                                            <p:cond delay="1"/>
                                          </p:stCondLst>
                                        </p:cTn>
                                        <p:tgtEl>
                                          <p:spTgt spid="201"/>
                                        </p:tgtEl>
                                        <p:attrNameLst>
                                          <p:attrName>style.visibility</p:attrName>
                                        </p:attrNameLst>
                                      </p:cBhvr>
                                      <p:to>
                                        <p:strVal val="hidden"/>
                                      </p:to>
                                    </p:set>
                                  </p:childTnLst>
                                </p:cTn>
                              </p:par>
                              <p:par>
                                <p:cTn id="632" presetID="10" presetClass="entr" presetSubtype="0" fill="hold" nodeType="withEffect">
                                  <p:stCondLst>
                                    <p:cond delay="70"/>
                                  </p:stCondLst>
                                  <p:childTnLst>
                                    <p:set>
                                      <p:cBhvr>
                                        <p:cTn id="633" dur="1" fill="hold">
                                          <p:stCondLst>
                                            <p:cond delay="0"/>
                                          </p:stCondLst>
                                        </p:cTn>
                                        <p:tgtEl>
                                          <p:spTgt spid="202"/>
                                        </p:tgtEl>
                                        <p:attrNameLst>
                                          <p:attrName>style.visibility</p:attrName>
                                        </p:attrNameLst>
                                      </p:cBhvr>
                                      <p:to>
                                        <p:strVal val="visible"/>
                                      </p:to>
                                    </p:set>
                                    <p:animEffect transition="in" filter="fade">
                                      <p:cBhvr>
                                        <p:cTn id="634" dur="1" fill="hold"/>
                                        <p:tgtEl>
                                          <p:spTgt spid="202"/>
                                        </p:tgtEl>
                                      </p:cBhvr>
                                    </p:animEffect>
                                  </p:childTnLst>
                                </p:cTn>
                              </p:par>
                              <p:par>
                                <p:cTn id="635" presetID="0" presetClass="path" presetSubtype="0" fill="hold" nodeType="withEffect">
                                  <p:stCondLst>
                                    <p:cond delay="70"/>
                                  </p:stCondLst>
                                  <p:childTnLst>
                                    <p:animMotion origin="layout" path="M 0 0 L 0.204687500 -0.270833333 E" pathEditMode="relative" rAng="0">
                                      <p:cBhvr additive="base">
                                        <p:cTn id="636" dur="750" fill="hold"/>
                                        <p:tgtEl>
                                          <p:spTgt spid="202"/>
                                        </p:tgtEl>
                                        <p:attrNameLst>
                                          <p:attrName>ppt_x</p:attrName>
                                          <p:attrName>ppt_y</p:attrName>
                                        </p:attrNameLst>
                                      </p:cBhvr>
                                      <p:rCtr x="0" y="0"/>
                                    </p:animMotion>
                                  </p:childTnLst>
                                </p:cTn>
                              </p:par>
                              <p:par>
                                <p:cTn id="637" presetID="10" presetClass="exit" presetSubtype="0" fill="hold" nodeType="withEffect">
                                  <p:stCondLst>
                                    <p:cond delay="820"/>
                                  </p:stCondLst>
                                  <p:childTnLst>
                                    <p:animEffect transition="out" filter="fade">
                                      <p:cBhvr>
                                        <p:cTn id="638" dur="1" fill="hold"/>
                                        <p:tgtEl>
                                          <p:spTgt spid="202"/>
                                        </p:tgtEl>
                                      </p:cBhvr>
                                    </p:animEffect>
                                    <p:set>
                                      <p:cBhvr>
                                        <p:cTn id="639" dur="1" fill="hold">
                                          <p:stCondLst>
                                            <p:cond delay="1"/>
                                          </p:stCondLst>
                                        </p:cTn>
                                        <p:tgtEl>
                                          <p:spTgt spid="202"/>
                                        </p:tgtEl>
                                        <p:attrNameLst>
                                          <p:attrName>style.visibility</p:attrName>
                                        </p:attrNameLst>
                                      </p:cBhvr>
                                      <p:to>
                                        <p:strVal val="hidden"/>
                                      </p:to>
                                    </p:set>
                                  </p:childTnLst>
                                </p:cTn>
                              </p:par>
                              <p:par>
                                <p:cTn id="640" presetID="10" presetClass="entr" presetSubtype="0" fill="hold" nodeType="withEffect">
                                  <p:stCondLst>
                                    <p:cond delay="70"/>
                                  </p:stCondLst>
                                  <p:childTnLst>
                                    <p:set>
                                      <p:cBhvr>
                                        <p:cTn id="641" dur="1" fill="hold">
                                          <p:stCondLst>
                                            <p:cond delay="0"/>
                                          </p:stCondLst>
                                        </p:cTn>
                                        <p:tgtEl>
                                          <p:spTgt spid="203"/>
                                        </p:tgtEl>
                                        <p:attrNameLst>
                                          <p:attrName>style.visibility</p:attrName>
                                        </p:attrNameLst>
                                      </p:cBhvr>
                                      <p:to>
                                        <p:strVal val="visible"/>
                                      </p:to>
                                    </p:set>
                                    <p:animEffect transition="in" filter="fade">
                                      <p:cBhvr>
                                        <p:cTn id="642" dur="1" fill="hold"/>
                                        <p:tgtEl>
                                          <p:spTgt spid="203"/>
                                        </p:tgtEl>
                                      </p:cBhvr>
                                    </p:animEffect>
                                  </p:childTnLst>
                                </p:cTn>
                              </p:par>
                              <p:par>
                                <p:cTn id="643" presetID="0" presetClass="path" presetSubtype="0" fill="hold" nodeType="withEffect">
                                  <p:stCondLst>
                                    <p:cond delay="70"/>
                                  </p:stCondLst>
                                  <p:childTnLst>
                                    <p:animMotion origin="layout" path="M 0 0 L 0.204687500 -0.118055556 E" pathEditMode="relative" rAng="0">
                                      <p:cBhvr additive="base">
                                        <p:cTn id="644" dur="750" fill="hold"/>
                                        <p:tgtEl>
                                          <p:spTgt spid="203"/>
                                        </p:tgtEl>
                                        <p:attrNameLst>
                                          <p:attrName>ppt_x</p:attrName>
                                          <p:attrName>ppt_y</p:attrName>
                                        </p:attrNameLst>
                                      </p:cBhvr>
                                      <p:rCtr x="0" y="0"/>
                                    </p:animMotion>
                                  </p:childTnLst>
                                </p:cTn>
                              </p:par>
                              <p:par>
                                <p:cTn id="645" presetID="10" presetClass="exit" presetSubtype="0" fill="hold" nodeType="withEffect">
                                  <p:stCondLst>
                                    <p:cond delay="820"/>
                                  </p:stCondLst>
                                  <p:childTnLst>
                                    <p:animEffect transition="out" filter="fade">
                                      <p:cBhvr>
                                        <p:cTn id="646" dur="1" fill="hold"/>
                                        <p:tgtEl>
                                          <p:spTgt spid="203"/>
                                        </p:tgtEl>
                                      </p:cBhvr>
                                    </p:animEffect>
                                    <p:set>
                                      <p:cBhvr>
                                        <p:cTn id="647" dur="1" fill="hold">
                                          <p:stCondLst>
                                            <p:cond delay="1"/>
                                          </p:stCondLst>
                                        </p:cTn>
                                        <p:tgtEl>
                                          <p:spTgt spid="203"/>
                                        </p:tgtEl>
                                        <p:attrNameLst>
                                          <p:attrName>style.visibility</p:attrName>
                                        </p:attrNameLst>
                                      </p:cBhvr>
                                      <p:to>
                                        <p:strVal val="hidden"/>
                                      </p:to>
                                    </p:set>
                                  </p:childTnLst>
                                </p:cTn>
                              </p:par>
                              <p:par>
                                <p:cTn id="648" presetID="10" presetClass="entr" presetSubtype="0" fill="hold" nodeType="withEffect">
                                  <p:stCondLst>
                                    <p:cond delay="70"/>
                                  </p:stCondLst>
                                  <p:childTnLst>
                                    <p:set>
                                      <p:cBhvr>
                                        <p:cTn id="649" dur="1" fill="hold">
                                          <p:stCondLst>
                                            <p:cond delay="0"/>
                                          </p:stCondLst>
                                        </p:cTn>
                                        <p:tgtEl>
                                          <p:spTgt spid="204"/>
                                        </p:tgtEl>
                                        <p:attrNameLst>
                                          <p:attrName>style.visibility</p:attrName>
                                        </p:attrNameLst>
                                      </p:cBhvr>
                                      <p:to>
                                        <p:strVal val="visible"/>
                                      </p:to>
                                    </p:set>
                                    <p:animEffect transition="in" filter="fade">
                                      <p:cBhvr>
                                        <p:cTn id="650" dur="1" fill="hold"/>
                                        <p:tgtEl>
                                          <p:spTgt spid="204"/>
                                        </p:tgtEl>
                                      </p:cBhvr>
                                    </p:animEffect>
                                  </p:childTnLst>
                                </p:cTn>
                              </p:par>
                              <p:par>
                                <p:cTn id="651" presetID="0" presetClass="path" presetSubtype="0" fill="hold" nodeType="withEffect">
                                  <p:stCondLst>
                                    <p:cond delay="70"/>
                                  </p:stCondLst>
                                  <p:childTnLst>
                                    <p:animMotion origin="layout" path="M 0 0 L 0.204687500 0.034722222 E" pathEditMode="relative" rAng="0">
                                      <p:cBhvr additive="base">
                                        <p:cTn id="652" dur="750" fill="hold"/>
                                        <p:tgtEl>
                                          <p:spTgt spid="204"/>
                                        </p:tgtEl>
                                        <p:attrNameLst>
                                          <p:attrName>ppt_x</p:attrName>
                                          <p:attrName>ppt_y</p:attrName>
                                        </p:attrNameLst>
                                      </p:cBhvr>
                                      <p:rCtr x="0" y="0"/>
                                    </p:animMotion>
                                  </p:childTnLst>
                                </p:cTn>
                              </p:par>
                              <p:par>
                                <p:cTn id="653" presetID="10" presetClass="exit" presetSubtype="0" fill="hold" nodeType="withEffect">
                                  <p:stCondLst>
                                    <p:cond delay="820"/>
                                  </p:stCondLst>
                                  <p:childTnLst>
                                    <p:animEffect transition="out" filter="fade">
                                      <p:cBhvr>
                                        <p:cTn id="654" dur="1" fill="hold"/>
                                        <p:tgtEl>
                                          <p:spTgt spid="204"/>
                                        </p:tgtEl>
                                      </p:cBhvr>
                                    </p:animEffect>
                                    <p:set>
                                      <p:cBhvr>
                                        <p:cTn id="655" dur="1" fill="hold">
                                          <p:stCondLst>
                                            <p:cond delay="1"/>
                                          </p:stCondLst>
                                        </p:cTn>
                                        <p:tgtEl>
                                          <p:spTgt spid="204"/>
                                        </p:tgtEl>
                                        <p:attrNameLst>
                                          <p:attrName>style.visibility</p:attrName>
                                        </p:attrNameLst>
                                      </p:cBhvr>
                                      <p:to>
                                        <p:strVal val="hidden"/>
                                      </p:to>
                                    </p:set>
                                  </p:childTnLst>
                                </p:cTn>
                              </p:par>
                              <p:par>
                                <p:cTn id="656" presetID="10" presetClass="entr" presetSubtype="0" fill="hold" nodeType="withEffect">
                                  <p:stCondLst>
                                    <p:cond delay="930"/>
                                  </p:stCondLst>
                                  <p:childTnLst>
                                    <p:set>
                                      <p:cBhvr>
                                        <p:cTn id="657" dur="1" fill="hold">
                                          <p:stCondLst>
                                            <p:cond delay="0"/>
                                          </p:stCondLst>
                                        </p:cTn>
                                        <p:tgtEl>
                                          <p:spTgt spid="162"/>
                                        </p:tgtEl>
                                        <p:attrNameLst>
                                          <p:attrName>style.visibility</p:attrName>
                                        </p:attrNameLst>
                                      </p:cBhvr>
                                      <p:to>
                                        <p:strVal val="visible"/>
                                      </p:to>
                                    </p:set>
                                    <p:animEffect transition="in" filter="fade">
                                      <p:cBhvr>
                                        <p:cTn id="658" dur="250" fill="hold"/>
                                        <p:tgtEl>
                                          <p:spTgt spid="162"/>
                                        </p:tgtEl>
                                      </p:cBhvr>
                                    </p:animEffect>
                                  </p:childTnLst>
                                </p:cTn>
                              </p:par>
                              <p:par>
                                <p:cTn id="659" presetID="6" presetClass="emph" presetSubtype="0" fill="hold" nodeType="withEffect">
                                  <p:stCondLst>
                                    <p:cond delay="1200"/>
                                  </p:stCondLst>
                                  <p:childTnLst>
                                    <p:animScale>
                                      <p:cBhvr additive="base">
                                        <p:cTn id="660" dur="360" repeatCount="2000" autoRev="1" fill="hold"/>
                                        <p:tgtEl>
                                          <p:spTgt spid="162"/>
                                        </p:tgtEl>
                                      </p:cBhvr>
                                      <p:by x="118000" y="118000"/>
                                    </p:animScale>
                                  </p:childTnLst>
                                </p:cTn>
                              </p:par>
                              <p:par>
                                <p:cTn id="661" presetID="10" presetClass="entr" presetSubtype="0" fill="hold" nodeType="withEffect">
                                  <p:stCondLst>
                                    <p:cond delay="1020"/>
                                  </p:stCondLst>
                                  <p:childTnLst>
                                    <p:set>
                                      <p:cBhvr>
                                        <p:cTn id="662" dur="1" fill="hold">
                                          <p:stCondLst>
                                            <p:cond delay="0"/>
                                          </p:stCondLst>
                                        </p:cTn>
                                        <p:tgtEl>
                                          <p:spTgt spid="163"/>
                                        </p:tgtEl>
                                        <p:attrNameLst>
                                          <p:attrName>style.visibility</p:attrName>
                                        </p:attrNameLst>
                                      </p:cBhvr>
                                      <p:to>
                                        <p:strVal val="visible"/>
                                      </p:to>
                                    </p:set>
                                    <p:animEffect transition="in" filter="fade">
                                      <p:cBhvr>
                                        <p:cTn id="663" dur="250" fill="hold"/>
                                        <p:tgtEl>
                                          <p:spTgt spid="163"/>
                                        </p:tgtEl>
                                      </p:cBhvr>
                                    </p:animEffect>
                                  </p:childTnLst>
                                </p:cTn>
                              </p:par>
                              <p:par>
                                <p:cTn id="664" presetID="6" presetClass="emph" presetSubtype="0" fill="hold" nodeType="withEffect">
                                  <p:stCondLst>
                                    <p:cond delay="1290"/>
                                  </p:stCondLst>
                                  <p:childTnLst>
                                    <p:animScale>
                                      <p:cBhvr additive="base">
                                        <p:cTn id="665" dur="360" repeatCount="2000" autoRev="1" fill="hold"/>
                                        <p:tgtEl>
                                          <p:spTgt spid="163"/>
                                        </p:tgtEl>
                                      </p:cBhvr>
                                      <p:by x="118000" y="118000"/>
                                    </p:animScale>
                                  </p:childTnLst>
                                </p:cTn>
                              </p:par>
                              <p:par>
                                <p:cTn id="666" presetID="10" presetClass="entr" presetSubtype="0" fill="hold" nodeType="withEffect">
                                  <p:stCondLst>
                                    <p:cond delay="1110"/>
                                  </p:stCondLst>
                                  <p:childTnLst>
                                    <p:set>
                                      <p:cBhvr>
                                        <p:cTn id="667" dur="1" fill="hold">
                                          <p:stCondLst>
                                            <p:cond delay="0"/>
                                          </p:stCondLst>
                                        </p:cTn>
                                        <p:tgtEl>
                                          <p:spTgt spid="164"/>
                                        </p:tgtEl>
                                        <p:attrNameLst>
                                          <p:attrName>style.visibility</p:attrName>
                                        </p:attrNameLst>
                                      </p:cBhvr>
                                      <p:to>
                                        <p:strVal val="visible"/>
                                      </p:to>
                                    </p:set>
                                    <p:animEffect transition="in" filter="fade">
                                      <p:cBhvr>
                                        <p:cTn id="668" dur="250" fill="hold"/>
                                        <p:tgtEl>
                                          <p:spTgt spid="164"/>
                                        </p:tgtEl>
                                      </p:cBhvr>
                                    </p:animEffect>
                                  </p:childTnLst>
                                </p:cTn>
                              </p:par>
                              <p:par>
                                <p:cTn id="669" presetID="6" presetClass="emph" presetSubtype="0" fill="hold" nodeType="withEffect">
                                  <p:stCondLst>
                                    <p:cond delay="1380"/>
                                  </p:stCondLst>
                                  <p:childTnLst>
                                    <p:animScale>
                                      <p:cBhvr additive="base">
                                        <p:cTn id="670" dur="360" repeatCount="2000" autoRev="1" fill="hold"/>
                                        <p:tgtEl>
                                          <p:spTgt spid="164"/>
                                        </p:tgtEl>
                                      </p:cBhvr>
                                      <p:by x="118000" y="118000"/>
                                    </p:animScale>
                                  </p:childTnLst>
                                </p:cTn>
                              </p:par>
                              <p:par>
                                <p:cTn id="671" presetID="10" presetClass="entr" presetSubtype="0" fill="hold" nodeType="withEffect">
                                  <p:stCondLst>
                                    <p:cond delay="1200"/>
                                  </p:stCondLst>
                                  <p:childTnLst>
                                    <p:set>
                                      <p:cBhvr>
                                        <p:cTn id="672" dur="1" fill="hold">
                                          <p:stCondLst>
                                            <p:cond delay="0"/>
                                          </p:stCondLst>
                                        </p:cTn>
                                        <p:tgtEl>
                                          <p:spTgt spid="165"/>
                                        </p:tgtEl>
                                        <p:attrNameLst>
                                          <p:attrName>style.visibility</p:attrName>
                                        </p:attrNameLst>
                                      </p:cBhvr>
                                      <p:to>
                                        <p:strVal val="visible"/>
                                      </p:to>
                                    </p:set>
                                    <p:animEffect transition="in" filter="fade">
                                      <p:cBhvr>
                                        <p:cTn id="673" dur="250" fill="hold"/>
                                        <p:tgtEl>
                                          <p:spTgt spid="165"/>
                                        </p:tgtEl>
                                      </p:cBhvr>
                                    </p:animEffect>
                                  </p:childTnLst>
                                </p:cTn>
                              </p:par>
                              <p:par>
                                <p:cTn id="674" presetID="6" presetClass="emph" presetSubtype="0" fill="hold" nodeType="withEffect">
                                  <p:stCondLst>
                                    <p:cond delay="1470"/>
                                  </p:stCondLst>
                                  <p:childTnLst>
                                    <p:animScale>
                                      <p:cBhvr additive="base">
                                        <p:cTn id="675" dur="360" repeatCount="2000" autoRev="1" fill="hold"/>
                                        <p:tgtEl>
                                          <p:spTgt spid="165"/>
                                        </p:tgtEl>
                                      </p:cBhvr>
                                      <p:by x="118000" y="118000"/>
                                    </p:animScale>
                                  </p:childTnLst>
                                </p:cTn>
                              </p:par>
                            </p:childTnLst>
                          </p:cTn>
                        </p:par>
                      </p:childTnLst>
                    </p:cTn>
                  </p:par>
                  <p:par>
                    <p:cTn id="676" fill="hold">
                      <p:stCondLst>
                        <p:cond delay="indefinite"/>
                      </p:stCondLst>
                      <p:childTnLst>
                        <p:par>
                          <p:cTn id="677" fill="hold">
                            <p:stCondLst>
                              <p:cond delay="0"/>
                            </p:stCondLst>
                            <p:childTnLst>
                              <p:par>
                                <p:cTn id="678" presetID="10" presetClass="entr" presetSubtype="0" fill="hold" nodeType="clickEffect">
                                  <p:stCondLst>
                                    <p:cond delay="0"/>
                                  </p:stCondLst>
                                  <p:childTnLst>
                                    <p:set>
                                      <p:cBhvr>
                                        <p:cTn id="679" dur="1" fill="hold">
                                          <p:stCondLst>
                                            <p:cond delay="0"/>
                                          </p:stCondLst>
                                        </p:cTn>
                                        <p:tgtEl>
                                          <p:spTgt spid="205"/>
                                        </p:tgtEl>
                                        <p:attrNameLst>
                                          <p:attrName>style.visibility</p:attrName>
                                        </p:attrNameLst>
                                      </p:cBhvr>
                                      <p:to>
                                        <p:strVal val="visible"/>
                                      </p:to>
                                    </p:set>
                                    <p:animEffect transition="in" filter="fade">
                                      <p:cBhvr>
                                        <p:cTn id="680" dur="1" fill="hold"/>
                                        <p:tgtEl>
                                          <p:spTgt spid="205"/>
                                        </p:tgtEl>
                                      </p:cBhvr>
                                    </p:animEffect>
                                  </p:childTnLst>
                                </p:cTn>
                              </p:par>
                              <p:par>
                                <p:cTn id="681" presetID="0" presetClass="path" presetSubtype="0" fill="hold" nodeType="withEffect">
                                  <p:stCondLst>
                                    <p:cond delay="0"/>
                                  </p:stCondLst>
                                  <p:childTnLst>
                                    <p:animMotion origin="layout" path="M 0 0 L 0.197656250 0.034722222 E" pathEditMode="relative" rAng="0">
                                      <p:cBhvr additive="base">
                                        <p:cTn id="682" dur="750" fill="hold"/>
                                        <p:tgtEl>
                                          <p:spTgt spid="205"/>
                                        </p:tgtEl>
                                        <p:attrNameLst>
                                          <p:attrName>ppt_x</p:attrName>
                                          <p:attrName>ppt_y</p:attrName>
                                        </p:attrNameLst>
                                      </p:cBhvr>
                                      <p:rCtr x="0" y="0"/>
                                    </p:animMotion>
                                  </p:childTnLst>
                                </p:cTn>
                              </p:par>
                              <p:par>
                                <p:cTn id="683" presetID="10" presetClass="exit" presetSubtype="0" fill="hold" nodeType="withEffect">
                                  <p:stCondLst>
                                    <p:cond delay="750"/>
                                  </p:stCondLst>
                                  <p:childTnLst>
                                    <p:animEffect transition="out" filter="fade">
                                      <p:cBhvr>
                                        <p:cTn id="684" dur="1" fill="hold"/>
                                        <p:tgtEl>
                                          <p:spTgt spid="205"/>
                                        </p:tgtEl>
                                      </p:cBhvr>
                                    </p:animEffect>
                                    <p:set>
                                      <p:cBhvr>
                                        <p:cTn id="685" dur="1" fill="hold">
                                          <p:stCondLst>
                                            <p:cond delay="1"/>
                                          </p:stCondLst>
                                        </p:cTn>
                                        <p:tgtEl>
                                          <p:spTgt spid="205"/>
                                        </p:tgtEl>
                                        <p:attrNameLst>
                                          <p:attrName>style.visibility</p:attrName>
                                        </p:attrNameLst>
                                      </p:cBhvr>
                                      <p:to>
                                        <p:strVal val="hidden"/>
                                      </p:to>
                                    </p:set>
                                  </p:childTnLst>
                                </p:cTn>
                              </p:par>
                              <p:par>
                                <p:cTn id="686" presetID="10" presetClass="entr" presetSubtype="0" fill="hold" nodeType="withEffect">
                                  <p:stCondLst>
                                    <p:cond delay="0"/>
                                  </p:stCondLst>
                                  <p:childTnLst>
                                    <p:set>
                                      <p:cBhvr>
                                        <p:cTn id="687" dur="1" fill="hold">
                                          <p:stCondLst>
                                            <p:cond delay="0"/>
                                          </p:stCondLst>
                                        </p:cTn>
                                        <p:tgtEl>
                                          <p:spTgt spid="206"/>
                                        </p:tgtEl>
                                        <p:attrNameLst>
                                          <p:attrName>style.visibility</p:attrName>
                                        </p:attrNameLst>
                                      </p:cBhvr>
                                      <p:to>
                                        <p:strVal val="visible"/>
                                      </p:to>
                                    </p:set>
                                    <p:animEffect transition="in" filter="fade">
                                      <p:cBhvr>
                                        <p:cTn id="688" dur="1" fill="hold"/>
                                        <p:tgtEl>
                                          <p:spTgt spid="206"/>
                                        </p:tgtEl>
                                      </p:cBhvr>
                                    </p:animEffect>
                                  </p:childTnLst>
                                </p:cTn>
                              </p:par>
                              <p:par>
                                <p:cTn id="689" presetID="0" presetClass="path" presetSubtype="0" fill="hold" nodeType="withEffect">
                                  <p:stCondLst>
                                    <p:cond delay="0"/>
                                  </p:stCondLst>
                                  <p:childTnLst>
                                    <p:animMotion origin="layout" path="M 0 0 L 0.197656250 0.229166667 E" pathEditMode="relative" rAng="0">
                                      <p:cBhvr additive="base">
                                        <p:cTn id="690" dur="750" fill="hold"/>
                                        <p:tgtEl>
                                          <p:spTgt spid="206"/>
                                        </p:tgtEl>
                                        <p:attrNameLst>
                                          <p:attrName>ppt_x</p:attrName>
                                          <p:attrName>ppt_y</p:attrName>
                                        </p:attrNameLst>
                                      </p:cBhvr>
                                      <p:rCtr x="0" y="0"/>
                                    </p:animMotion>
                                  </p:childTnLst>
                                </p:cTn>
                              </p:par>
                              <p:par>
                                <p:cTn id="691" presetID="10" presetClass="exit" presetSubtype="0" fill="hold" nodeType="withEffect">
                                  <p:stCondLst>
                                    <p:cond delay="750"/>
                                  </p:stCondLst>
                                  <p:childTnLst>
                                    <p:animEffect transition="out" filter="fade">
                                      <p:cBhvr>
                                        <p:cTn id="692" dur="1" fill="hold"/>
                                        <p:tgtEl>
                                          <p:spTgt spid="206"/>
                                        </p:tgtEl>
                                      </p:cBhvr>
                                    </p:animEffect>
                                    <p:set>
                                      <p:cBhvr>
                                        <p:cTn id="693" dur="1" fill="hold">
                                          <p:stCondLst>
                                            <p:cond delay="1"/>
                                          </p:stCondLst>
                                        </p:cTn>
                                        <p:tgtEl>
                                          <p:spTgt spid="206"/>
                                        </p:tgtEl>
                                        <p:attrNameLst>
                                          <p:attrName>style.visibility</p:attrName>
                                        </p:attrNameLst>
                                      </p:cBhvr>
                                      <p:to>
                                        <p:strVal val="hidden"/>
                                      </p:to>
                                    </p:set>
                                  </p:childTnLst>
                                </p:cTn>
                              </p:par>
                              <p:par>
                                <p:cTn id="694" presetID="10" presetClass="entr" presetSubtype="0" fill="hold" nodeType="withEffect">
                                  <p:stCondLst>
                                    <p:cond delay="0"/>
                                  </p:stCondLst>
                                  <p:childTnLst>
                                    <p:set>
                                      <p:cBhvr>
                                        <p:cTn id="695" dur="1" fill="hold">
                                          <p:stCondLst>
                                            <p:cond delay="0"/>
                                          </p:stCondLst>
                                        </p:cTn>
                                        <p:tgtEl>
                                          <p:spTgt spid="207"/>
                                        </p:tgtEl>
                                        <p:attrNameLst>
                                          <p:attrName>style.visibility</p:attrName>
                                        </p:attrNameLst>
                                      </p:cBhvr>
                                      <p:to>
                                        <p:strVal val="visible"/>
                                      </p:to>
                                    </p:set>
                                    <p:animEffect transition="in" filter="fade">
                                      <p:cBhvr>
                                        <p:cTn id="696" dur="1" fill="hold"/>
                                        <p:tgtEl>
                                          <p:spTgt spid="207"/>
                                        </p:tgtEl>
                                      </p:cBhvr>
                                    </p:animEffect>
                                  </p:childTnLst>
                                </p:cTn>
                              </p:par>
                              <p:par>
                                <p:cTn id="697" presetID="0" presetClass="path" presetSubtype="0" fill="hold" nodeType="withEffect">
                                  <p:stCondLst>
                                    <p:cond delay="0"/>
                                  </p:stCondLst>
                                  <p:childTnLst>
                                    <p:animMotion origin="layout" path="M 0 0 L 0.197656250 0.423611111 E" pathEditMode="relative" rAng="0">
                                      <p:cBhvr additive="base">
                                        <p:cTn id="698" dur="750" fill="hold"/>
                                        <p:tgtEl>
                                          <p:spTgt spid="207"/>
                                        </p:tgtEl>
                                        <p:attrNameLst>
                                          <p:attrName>ppt_x</p:attrName>
                                          <p:attrName>ppt_y</p:attrName>
                                        </p:attrNameLst>
                                      </p:cBhvr>
                                      <p:rCtr x="0" y="0"/>
                                    </p:animMotion>
                                  </p:childTnLst>
                                </p:cTn>
                              </p:par>
                              <p:par>
                                <p:cTn id="699" presetID="10" presetClass="exit" presetSubtype="0" fill="hold" nodeType="withEffect">
                                  <p:stCondLst>
                                    <p:cond delay="750"/>
                                  </p:stCondLst>
                                  <p:childTnLst>
                                    <p:animEffect transition="out" filter="fade">
                                      <p:cBhvr>
                                        <p:cTn id="700" dur="1" fill="hold"/>
                                        <p:tgtEl>
                                          <p:spTgt spid="207"/>
                                        </p:tgtEl>
                                      </p:cBhvr>
                                    </p:animEffect>
                                    <p:set>
                                      <p:cBhvr>
                                        <p:cTn id="701" dur="1" fill="hold">
                                          <p:stCondLst>
                                            <p:cond delay="1"/>
                                          </p:stCondLst>
                                        </p:cTn>
                                        <p:tgtEl>
                                          <p:spTgt spid="207"/>
                                        </p:tgtEl>
                                        <p:attrNameLst>
                                          <p:attrName>style.visibility</p:attrName>
                                        </p:attrNameLst>
                                      </p:cBhvr>
                                      <p:to>
                                        <p:strVal val="hidden"/>
                                      </p:to>
                                    </p:set>
                                  </p:childTnLst>
                                </p:cTn>
                              </p:par>
                              <p:par>
                                <p:cTn id="702" presetID="10" presetClass="entr" presetSubtype="0" fill="hold" nodeType="withEffect">
                                  <p:stCondLst>
                                    <p:cond delay="35"/>
                                  </p:stCondLst>
                                  <p:childTnLst>
                                    <p:set>
                                      <p:cBhvr>
                                        <p:cTn id="703" dur="1" fill="hold">
                                          <p:stCondLst>
                                            <p:cond delay="0"/>
                                          </p:stCondLst>
                                        </p:cTn>
                                        <p:tgtEl>
                                          <p:spTgt spid="208"/>
                                        </p:tgtEl>
                                        <p:attrNameLst>
                                          <p:attrName>style.visibility</p:attrName>
                                        </p:attrNameLst>
                                      </p:cBhvr>
                                      <p:to>
                                        <p:strVal val="visible"/>
                                      </p:to>
                                    </p:set>
                                    <p:animEffect transition="in" filter="fade">
                                      <p:cBhvr>
                                        <p:cTn id="704" dur="1" fill="hold"/>
                                        <p:tgtEl>
                                          <p:spTgt spid="208"/>
                                        </p:tgtEl>
                                      </p:cBhvr>
                                    </p:animEffect>
                                  </p:childTnLst>
                                </p:cTn>
                              </p:par>
                              <p:par>
                                <p:cTn id="705" presetID="0" presetClass="path" presetSubtype="0" fill="hold" nodeType="withEffect">
                                  <p:stCondLst>
                                    <p:cond delay="35"/>
                                  </p:stCondLst>
                                  <p:childTnLst>
                                    <p:animMotion origin="layout" path="M 0 0 L 0.197656250 -0.118055556 E" pathEditMode="relative" rAng="0">
                                      <p:cBhvr additive="base">
                                        <p:cTn id="706" dur="750" fill="hold"/>
                                        <p:tgtEl>
                                          <p:spTgt spid="208"/>
                                        </p:tgtEl>
                                        <p:attrNameLst>
                                          <p:attrName>ppt_x</p:attrName>
                                          <p:attrName>ppt_y</p:attrName>
                                        </p:attrNameLst>
                                      </p:cBhvr>
                                      <p:rCtr x="0" y="0"/>
                                    </p:animMotion>
                                  </p:childTnLst>
                                </p:cTn>
                              </p:par>
                              <p:par>
                                <p:cTn id="707" presetID="10" presetClass="exit" presetSubtype="0" fill="hold" nodeType="withEffect">
                                  <p:stCondLst>
                                    <p:cond delay="785"/>
                                  </p:stCondLst>
                                  <p:childTnLst>
                                    <p:animEffect transition="out" filter="fade">
                                      <p:cBhvr>
                                        <p:cTn id="708" dur="1" fill="hold"/>
                                        <p:tgtEl>
                                          <p:spTgt spid="208"/>
                                        </p:tgtEl>
                                      </p:cBhvr>
                                    </p:animEffect>
                                    <p:set>
                                      <p:cBhvr>
                                        <p:cTn id="709" dur="1" fill="hold">
                                          <p:stCondLst>
                                            <p:cond delay="1"/>
                                          </p:stCondLst>
                                        </p:cTn>
                                        <p:tgtEl>
                                          <p:spTgt spid="208"/>
                                        </p:tgtEl>
                                        <p:attrNameLst>
                                          <p:attrName>style.visibility</p:attrName>
                                        </p:attrNameLst>
                                      </p:cBhvr>
                                      <p:to>
                                        <p:strVal val="hidden"/>
                                      </p:to>
                                    </p:set>
                                  </p:childTnLst>
                                </p:cTn>
                              </p:par>
                              <p:par>
                                <p:cTn id="710" presetID="10" presetClass="entr" presetSubtype="0" fill="hold" nodeType="withEffect">
                                  <p:stCondLst>
                                    <p:cond delay="35"/>
                                  </p:stCondLst>
                                  <p:childTnLst>
                                    <p:set>
                                      <p:cBhvr>
                                        <p:cTn id="711" dur="1" fill="hold">
                                          <p:stCondLst>
                                            <p:cond delay="0"/>
                                          </p:stCondLst>
                                        </p:cTn>
                                        <p:tgtEl>
                                          <p:spTgt spid="209"/>
                                        </p:tgtEl>
                                        <p:attrNameLst>
                                          <p:attrName>style.visibility</p:attrName>
                                        </p:attrNameLst>
                                      </p:cBhvr>
                                      <p:to>
                                        <p:strVal val="visible"/>
                                      </p:to>
                                    </p:set>
                                    <p:animEffect transition="in" filter="fade">
                                      <p:cBhvr>
                                        <p:cTn id="712" dur="1" fill="hold"/>
                                        <p:tgtEl>
                                          <p:spTgt spid="209"/>
                                        </p:tgtEl>
                                      </p:cBhvr>
                                    </p:animEffect>
                                  </p:childTnLst>
                                </p:cTn>
                              </p:par>
                              <p:par>
                                <p:cTn id="713" presetID="0" presetClass="path" presetSubtype="0" fill="hold" nodeType="withEffect">
                                  <p:stCondLst>
                                    <p:cond delay="35"/>
                                  </p:stCondLst>
                                  <p:childTnLst>
                                    <p:animMotion origin="layout" path="M 0 0 L 0.197656250 0.076388889 E" pathEditMode="relative" rAng="0">
                                      <p:cBhvr additive="base">
                                        <p:cTn id="714" dur="750" fill="hold"/>
                                        <p:tgtEl>
                                          <p:spTgt spid="209"/>
                                        </p:tgtEl>
                                        <p:attrNameLst>
                                          <p:attrName>ppt_x</p:attrName>
                                          <p:attrName>ppt_y</p:attrName>
                                        </p:attrNameLst>
                                      </p:cBhvr>
                                      <p:rCtr x="0" y="0"/>
                                    </p:animMotion>
                                  </p:childTnLst>
                                </p:cTn>
                              </p:par>
                              <p:par>
                                <p:cTn id="715" presetID="10" presetClass="exit" presetSubtype="0" fill="hold" nodeType="withEffect">
                                  <p:stCondLst>
                                    <p:cond delay="785"/>
                                  </p:stCondLst>
                                  <p:childTnLst>
                                    <p:animEffect transition="out" filter="fade">
                                      <p:cBhvr>
                                        <p:cTn id="716" dur="1" fill="hold"/>
                                        <p:tgtEl>
                                          <p:spTgt spid="209"/>
                                        </p:tgtEl>
                                      </p:cBhvr>
                                    </p:animEffect>
                                    <p:set>
                                      <p:cBhvr>
                                        <p:cTn id="717" dur="1" fill="hold">
                                          <p:stCondLst>
                                            <p:cond delay="1"/>
                                          </p:stCondLst>
                                        </p:cTn>
                                        <p:tgtEl>
                                          <p:spTgt spid="209"/>
                                        </p:tgtEl>
                                        <p:attrNameLst>
                                          <p:attrName>style.visibility</p:attrName>
                                        </p:attrNameLst>
                                      </p:cBhvr>
                                      <p:to>
                                        <p:strVal val="hidden"/>
                                      </p:to>
                                    </p:set>
                                  </p:childTnLst>
                                </p:cTn>
                              </p:par>
                              <p:par>
                                <p:cTn id="718" presetID="10" presetClass="entr" presetSubtype="0" fill="hold" nodeType="withEffect">
                                  <p:stCondLst>
                                    <p:cond delay="35"/>
                                  </p:stCondLst>
                                  <p:childTnLst>
                                    <p:set>
                                      <p:cBhvr>
                                        <p:cTn id="719" dur="1" fill="hold">
                                          <p:stCondLst>
                                            <p:cond delay="0"/>
                                          </p:stCondLst>
                                        </p:cTn>
                                        <p:tgtEl>
                                          <p:spTgt spid="210"/>
                                        </p:tgtEl>
                                        <p:attrNameLst>
                                          <p:attrName>style.visibility</p:attrName>
                                        </p:attrNameLst>
                                      </p:cBhvr>
                                      <p:to>
                                        <p:strVal val="visible"/>
                                      </p:to>
                                    </p:set>
                                    <p:animEffect transition="in" filter="fade">
                                      <p:cBhvr>
                                        <p:cTn id="720" dur="1" fill="hold"/>
                                        <p:tgtEl>
                                          <p:spTgt spid="210"/>
                                        </p:tgtEl>
                                      </p:cBhvr>
                                    </p:animEffect>
                                  </p:childTnLst>
                                </p:cTn>
                              </p:par>
                              <p:par>
                                <p:cTn id="721" presetID="0" presetClass="path" presetSubtype="0" fill="hold" nodeType="withEffect">
                                  <p:stCondLst>
                                    <p:cond delay="35"/>
                                  </p:stCondLst>
                                  <p:childTnLst>
                                    <p:animMotion origin="layout" path="M 0 0 L 0.197656250 0.270833333 E" pathEditMode="relative" rAng="0">
                                      <p:cBhvr additive="base">
                                        <p:cTn id="722" dur="750" fill="hold"/>
                                        <p:tgtEl>
                                          <p:spTgt spid="210"/>
                                        </p:tgtEl>
                                        <p:attrNameLst>
                                          <p:attrName>ppt_x</p:attrName>
                                          <p:attrName>ppt_y</p:attrName>
                                        </p:attrNameLst>
                                      </p:cBhvr>
                                      <p:rCtr x="0" y="0"/>
                                    </p:animMotion>
                                  </p:childTnLst>
                                </p:cTn>
                              </p:par>
                              <p:par>
                                <p:cTn id="723" presetID="10" presetClass="exit" presetSubtype="0" fill="hold" nodeType="withEffect">
                                  <p:stCondLst>
                                    <p:cond delay="785"/>
                                  </p:stCondLst>
                                  <p:childTnLst>
                                    <p:animEffect transition="out" filter="fade">
                                      <p:cBhvr>
                                        <p:cTn id="724" dur="1" fill="hold"/>
                                        <p:tgtEl>
                                          <p:spTgt spid="210"/>
                                        </p:tgtEl>
                                      </p:cBhvr>
                                    </p:animEffect>
                                    <p:set>
                                      <p:cBhvr>
                                        <p:cTn id="725" dur="1" fill="hold">
                                          <p:stCondLst>
                                            <p:cond delay="1"/>
                                          </p:stCondLst>
                                        </p:cTn>
                                        <p:tgtEl>
                                          <p:spTgt spid="210"/>
                                        </p:tgtEl>
                                        <p:attrNameLst>
                                          <p:attrName>style.visibility</p:attrName>
                                        </p:attrNameLst>
                                      </p:cBhvr>
                                      <p:to>
                                        <p:strVal val="hidden"/>
                                      </p:to>
                                    </p:set>
                                  </p:childTnLst>
                                </p:cTn>
                              </p:par>
                              <p:par>
                                <p:cTn id="726" presetID="10" presetClass="entr" presetSubtype="0" fill="hold" nodeType="withEffect">
                                  <p:stCondLst>
                                    <p:cond delay="70"/>
                                  </p:stCondLst>
                                  <p:childTnLst>
                                    <p:set>
                                      <p:cBhvr>
                                        <p:cTn id="727" dur="1" fill="hold">
                                          <p:stCondLst>
                                            <p:cond delay="0"/>
                                          </p:stCondLst>
                                        </p:cTn>
                                        <p:tgtEl>
                                          <p:spTgt spid="211"/>
                                        </p:tgtEl>
                                        <p:attrNameLst>
                                          <p:attrName>style.visibility</p:attrName>
                                        </p:attrNameLst>
                                      </p:cBhvr>
                                      <p:to>
                                        <p:strVal val="visible"/>
                                      </p:to>
                                    </p:set>
                                    <p:animEffect transition="in" filter="fade">
                                      <p:cBhvr>
                                        <p:cTn id="728" dur="1" fill="hold"/>
                                        <p:tgtEl>
                                          <p:spTgt spid="211"/>
                                        </p:tgtEl>
                                      </p:cBhvr>
                                    </p:animEffect>
                                  </p:childTnLst>
                                </p:cTn>
                              </p:par>
                              <p:par>
                                <p:cTn id="729" presetID="0" presetClass="path" presetSubtype="0" fill="hold" nodeType="withEffect">
                                  <p:stCondLst>
                                    <p:cond delay="70"/>
                                  </p:stCondLst>
                                  <p:childTnLst>
                                    <p:animMotion origin="layout" path="M 0 0 L 0.197656250 -0.270833333 E" pathEditMode="relative" rAng="0">
                                      <p:cBhvr additive="base">
                                        <p:cTn id="730" dur="750" fill="hold"/>
                                        <p:tgtEl>
                                          <p:spTgt spid="211"/>
                                        </p:tgtEl>
                                        <p:attrNameLst>
                                          <p:attrName>ppt_x</p:attrName>
                                          <p:attrName>ppt_y</p:attrName>
                                        </p:attrNameLst>
                                      </p:cBhvr>
                                      <p:rCtr x="0" y="0"/>
                                    </p:animMotion>
                                  </p:childTnLst>
                                </p:cTn>
                              </p:par>
                              <p:par>
                                <p:cTn id="731" presetID="10" presetClass="exit" presetSubtype="0" fill="hold" nodeType="withEffect">
                                  <p:stCondLst>
                                    <p:cond delay="820"/>
                                  </p:stCondLst>
                                  <p:childTnLst>
                                    <p:animEffect transition="out" filter="fade">
                                      <p:cBhvr>
                                        <p:cTn id="732" dur="1" fill="hold"/>
                                        <p:tgtEl>
                                          <p:spTgt spid="211"/>
                                        </p:tgtEl>
                                      </p:cBhvr>
                                    </p:animEffect>
                                    <p:set>
                                      <p:cBhvr>
                                        <p:cTn id="733" dur="1" fill="hold">
                                          <p:stCondLst>
                                            <p:cond delay="1"/>
                                          </p:stCondLst>
                                        </p:cTn>
                                        <p:tgtEl>
                                          <p:spTgt spid="211"/>
                                        </p:tgtEl>
                                        <p:attrNameLst>
                                          <p:attrName>style.visibility</p:attrName>
                                        </p:attrNameLst>
                                      </p:cBhvr>
                                      <p:to>
                                        <p:strVal val="hidden"/>
                                      </p:to>
                                    </p:set>
                                  </p:childTnLst>
                                </p:cTn>
                              </p:par>
                              <p:par>
                                <p:cTn id="734" presetID="10" presetClass="entr" presetSubtype="0" fill="hold" nodeType="withEffect">
                                  <p:stCondLst>
                                    <p:cond delay="70"/>
                                  </p:stCondLst>
                                  <p:childTnLst>
                                    <p:set>
                                      <p:cBhvr>
                                        <p:cTn id="735" dur="1" fill="hold">
                                          <p:stCondLst>
                                            <p:cond delay="0"/>
                                          </p:stCondLst>
                                        </p:cTn>
                                        <p:tgtEl>
                                          <p:spTgt spid="212"/>
                                        </p:tgtEl>
                                        <p:attrNameLst>
                                          <p:attrName>style.visibility</p:attrName>
                                        </p:attrNameLst>
                                      </p:cBhvr>
                                      <p:to>
                                        <p:strVal val="visible"/>
                                      </p:to>
                                    </p:set>
                                    <p:animEffect transition="in" filter="fade">
                                      <p:cBhvr>
                                        <p:cTn id="736" dur="1" fill="hold"/>
                                        <p:tgtEl>
                                          <p:spTgt spid="212"/>
                                        </p:tgtEl>
                                      </p:cBhvr>
                                    </p:animEffect>
                                  </p:childTnLst>
                                </p:cTn>
                              </p:par>
                              <p:par>
                                <p:cTn id="737" presetID="0" presetClass="path" presetSubtype="0" fill="hold" nodeType="withEffect">
                                  <p:stCondLst>
                                    <p:cond delay="70"/>
                                  </p:stCondLst>
                                  <p:childTnLst>
                                    <p:animMotion origin="layout" path="M 0 0 L 0.197656250 -0.076388889 E" pathEditMode="relative" rAng="0">
                                      <p:cBhvr additive="base">
                                        <p:cTn id="738" dur="750" fill="hold"/>
                                        <p:tgtEl>
                                          <p:spTgt spid="212"/>
                                        </p:tgtEl>
                                        <p:attrNameLst>
                                          <p:attrName>ppt_x</p:attrName>
                                          <p:attrName>ppt_y</p:attrName>
                                        </p:attrNameLst>
                                      </p:cBhvr>
                                      <p:rCtr x="0" y="0"/>
                                    </p:animMotion>
                                  </p:childTnLst>
                                </p:cTn>
                              </p:par>
                              <p:par>
                                <p:cTn id="739" presetID="10" presetClass="exit" presetSubtype="0" fill="hold" nodeType="withEffect">
                                  <p:stCondLst>
                                    <p:cond delay="820"/>
                                  </p:stCondLst>
                                  <p:childTnLst>
                                    <p:animEffect transition="out" filter="fade">
                                      <p:cBhvr>
                                        <p:cTn id="740" dur="1" fill="hold"/>
                                        <p:tgtEl>
                                          <p:spTgt spid="212"/>
                                        </p:tgtEl>
                                      </p:cBhvr>
                                    </p:animEffect>
                                    <p:set>
                                      <p:cBhvr>
                                        <p:cTn id="741" dur="1" fill="hold">
                                          <p:stCondLst>
                                            <p:cond delay="1"/>
                                          </p:stCondLst>
                                        </p:cTn>
                                        <p:tgtEl>
                                          <p:spTgt spid="212"/>
                                        </p:tgtEl>
                                        <p:attrNameLst>
                                          <p:attrName>style.visibility</p:attrName>
                                        </p:attrNameLst>
                                      </p:cBhvr>
                                      <p:to>
                                        <p:strVal val="hidden"/>
                                      </p:to>
                                    </p:set>
                                  </p:childTnLst>
                                </p:cTn>
                              </p:par>
                              <p:par>
                                <p:cTn id="742" presetID="10" presetClass="entr" presetSubtype="0" fill="hold" nodeType="withEffect">
                                  <p:stCondLst>
                                    <p:cond delay="70"/>
                                  </p:stCondLst>
                                  <p:childTnLst>
                                    <p:set>
                                      <p:cBhvr>
                                        <p:cTn id="743" dur="1" fill="hold">
                                          <p:stCondLst>
                                            <p:cond delay="0"/>
                                          </p:stCondLst>
                                        </p:cTn>
                                        <p:tgtEl>
                                          <p:spTgt spid="213"/>
                                        </p:tgtEl>
                                        <p:attrNameLst>
                                          <p:attrName>style.visibility</p:attrName>
                                        </p:attrNameLst>
                                      </p:cBhvr>
                                      <p:to>
                                        <p:strVal val="visible"/>
                                      </p:to>
                                    </p:set>
                                    <p:animEffect transition="in" filter="fade">
                                      <p:cBhvr>
                                        <p:cTn id="744" dur="1" fill="hold"/>
                                        <p:tgtEl>
                                          <p:spTgt spid="213"/>
                                        </p:tgtEl>
                                      </p:cBhvr>
                                    </p:animEffect>
                                  </p:childTnLst>
                                </p:cTn>
                              </p:par>
                              <p:par>
                                <p:cTn id="745" presetID="0" presetClass="path" presetSubtype="0" fill="hold" nodeType="withEffect">
                                  <p:stCondLst>
                                    <p:cond delay="70"/>
                                  </p:stCondLst>
                                  <p:childTnLst>
                                    <p:animMotion origin="layout" path="M 0 0 L 0.197656250 0.118055556 E" pathEditMode="relative" rAng="0">
                                      <p:cBhvr additive="base">
                                        <p:cTn id="746" dur="750" fill="hold"/>
                                        <p:tgtEl>
                                          <p:spTgt spid="213"/>
                                        </p:tgtEl>
                                        <p:attrNameLst>
                                          <p:attrName>ppt_x</p:attrName>
                                          <p:attrName>ppt_y</p:attrName>
                                        </p:attrNameLst>
                                      </p:cBhvr>
                                      <p:rCtr x="0" y="0"/>
                                    </p:animMotion>
                                  </p:childTnLst>
                                </p:cTn>
                              </p:par>
                              <p:par>
                                <p:cTn id="747" presetID="10" presetClass="exit" presetSubtype="0" fill="hold" nodeType="withEffect">
                                  <p:stCondLst>
                                    <p:cond delay="820"/>
                                  </p:stCondLst>
                                  <p:childTnLst>
                                    <p:animEffect transition="out" filter="fade">
                                      <p:cBhvr>
                                        <p:cTn id="748" dur="1" fill="hold"/>
                                        <p:tgtEl>
                                          <p:spTgt spid="213"/>
                                        </p:tgtEl>
                                      </p:cBhvr>
                                    </p:animEffect>
                                    <p:set>
                                      <p:cBhvr>
                                        <p:cTn id="749" dur="1" fill="hold">
                                          <p:stCondLst>
                                            <p:cond delay="1"/>
                                          </p:stCondLst>
                                        </p:cTn>
                                        <p:tgtEl>
                                          <p:spTgt spid="213"/>
                                        </p:tgtEl>
                                        <p:attrNameLst>
                                          <p:attrName>style.visibility</p:attrName>
                                        </p:attrNameLst>
                                      </p:cBhvr>
                                      <p:to>
                                        <p:strVal val="hidden"/>
                                      </p:to>
                                    </p:set>
                                  </p:childTnLst>
                                </p:cTn>
                              </p:par>
                              <p:par>
                                <p:cTn id="750" presetID="10" presetClass="entr" presetSubtype="0" fill="hold" nodeType="withEffect">
                                  <p:stCondLst>
                                    <p:cond delay="105"/>
                                  </p:stCondLst>
                                  <p:childTnLst>
                                    <p:set>
                                      <p:cBhvr>
                                        <p:cTn id="751" dur="1" fill="hold">
                                          <p:stCondLst>
                                            <p:cond delay="0"/>
                                          </p:stCondLst>
                                        </p:cTn>
                                        <p:tgtEl>
                                          <p:spTgt spid="214"/>
                                        </p:tgtEl>
                                        <p:attrNameLst>
                                          <p:attrName>style.visibility</p:attrName>
                                        </p:attrNameLst>
                                      </p:cBhvr>
                                      <p:to>
                                        <p:strVal val="visible"/>
                                      </p:to>
                                    </p:set>
                                    <p:animEffect transition="in" filter="fade">
                                      <p:cBhvr>
                                        <p:cTn id="752" dur="1" fill="hold"/>
                                        <p:tgtEl>
                                          <p:spTgt spid="214"/>
                                        </p:tgtEl>
                                      </p:cBhvr>
                                    </p:animEffect>
                                  </p:childTnLst>
                                </p:cTn>
                              </p:par>
                              <p:par>
                                <p:cTn id="753" presetID="0" presetClass="path" presetSubtype="0" fill="hold" nodeType="withEffect">
                                  <p:stCondLst>
                                    <p:cond delay="105"/>
                                  </p:stCondLst>
                                  <p:childTnLst>
                                    <p:animMotion origin="layout" path="M 0 0 L 0.197656250 -0.423611111 E" pathEditMode="relative" rAng="0">
                                      <p:cBhvr additive="base">
                                        <p:cTn id="754" dur="750" fill="hold"/>
                                        <p:tgtEl>
                                          <p:spTgt spid="214"/>
                                        </p:tgtEl>
                                        <p:attrNameLst>
                                          <p:attrName>ppt_x</p:attrName>
                                          <p:attrName>ppt_y</p:attrName>
                                        </p:attrNameLst>
                                      </p:cBhvr>
                                      <p:rCtr x="0" y="0"/>
                                    </p:animMotion>
                                  </p:childTnLst>
                                </p:cTn>
                              </p:par>
                              <p:par>
                                <p:cTn id="755" presetID="10" presetClass="exit" presetSubtype="0" fill="hold" nodeType="withEffect">
                                  <p:stCondLst>
                                    <p:cond delay="855"/>
                                  </p:stCondLst>
                                  <p:childTnLst>
                                    <p:animEffect transition="out" filter="fade">
                                      <p:cBhvr>
                                        <p:cTn id="756" dur="1" fill="hold"/>
                                        <p:tgtEl>
                                          <p:spTgt spid="214"/>
                                        </p:tgtEl>
                                      </p:cBhvr>
                                    </p:animEffect>
                                    <p:set>
                                      <p:cBhvr>
                                        <p:cTn id="757" dur="1" fill="hold">
                                          <p:stCondLst>
                                            <p:cond delay="1"/>
                                          </p:stCondLst>
                                        </p:cTn>
                                        <p:tgtEl>
                                          <p:spTgt spid="214"/>
                                        </p:tgtEl>
                                        <p:attrNameLst>
                                          <p:attrName>style.visibility</p:attrName>
                                        </p:attrNameLst>
                                      </p:cBhvr>
                                      <p:to>
                                        <p:strVal val="hidden"/>
                                      </p:to>
                                    </p:set>
                                  </p:childTnLst>
                                </p:cTn>
                              </p:par>
                              <p:par>
                                <p:cTn id="758" presetID="10" presetClass="entr" presetSubtype="0" fill="hold" nodeType="withEffect">
                                  <p:stCondLst>
                                    <p:cond delay="105"/>
                                  </p:stCondLst>
                                  <p:childTnLst>
                                    <p:set>
                                      <p:cBhvr>
                                        <p:cTn id="759" dur="1" fill="hold">
                                          <p:stCondLst>
                                            <p:cond delay="0"/>
                                          </p:stCondLst>
                                        </p:cTn>
                                        <p:tgtEl>
                                          <p:spTgt spid="215"/>
                                        </p:tgtEl>
                                        <p:attrNameLst>
                                          <p:attrName>style.visibility</p:attrName>
                                        </p:attrNameLst>
                                      </p:cBhvr>
                                      <p:to>
                                        <p:strVal val="visible"/>
                                      </p:to>
                                    </p:set>
                                    <p:animEffect transition="in" filter="fade">
                                      <p:cBhvr>
                                        <p:cTn id="760" dur="1" fill="hold"/>
                                        <p:tgtEl>
                                          <p:spTgt spid="215"/>
                                        </p:tgtEl>
                                      </p:cBhvr>
                                    </p:animEffect>
                                  </p:childTnLst>
                                </p:cTn>
                              </p:par>
                              <p:par>
                                <p:cTn id="761" presetID="0" presetClass="path" presetSubtype="0" fill="hold" nodeType="withEffect">
                                  <p:stCondLst>
                                    <p:cond delay="105"/>
                                  </p:stCondLst>
                                  <p:childTnLst>
                                    <p:animMotion origin="layout" path="M 0 0 L 0.197656250 -0.229166667 E" pathEditMode="relative" rAng="0">
                                      <p:cBhvr additive="base">
                                        <p:cTn id="762" dur="750" fill="hold"/>
                                        <p:tgtEl>
                                          <p:spTgt spid="215"/>
                                        </p:tgtEl>
                                        <p:attrNameLst>
                                          <p:attrName>ppt_x</p:attrName>
                                          <p:attrName>ppt_y</p:attrName>
                                        </p:attrNameLst>
                                      </p:cBhvr>
                                      <p:rCtr x="0" y="0"/>
                                    </p:animMotion>
                                  </p:childTnLst>
                                </p:cTn>
                              </p:par>
                              <p:par>
                                <p:cTn id="763" presetID="10" presetClass="exit" presetSubtype="0" fill="hold" nodeType="withEffect">
                                  <p:stCondLst>
                                    <p:cond delay="855"/>
                                  </p:stCondLst>
                                  <p:childTnLst>
                                    <p:animEffect transition="out" filter="fade">
                                      <p:cBhvr>
                                        <p:cTn id="764" dur="1" fill="hold"/>
                                        <p:tgtEl>
                                          <p:spTgt spid="215"/>
                                        </p:tgtEl>
                                      </p:cBhvr>
                                    </p:animEffect>
                                    <p:set>
                                      <p:cBhvr>
                                        <p:cTn id="765" dur="1" fill="hold">
                                          <p:stCondLst>
                                            <p:cond delay="1"/>
                                          </p:stCondLst>
                                        </p:cTn>
                                        <p:tgtEl>
                                          <p:spTgt spid="215"/>
                                        </p:tgtEl>
                                        <p:attrNameLst>
                                          <p:attrName>style.visibility</p:attrName>
                                        </p:attrNameLst>
                                      </p:cBhvr>
                                      <p:to>
                                        <p:strVal val="hidden"/>
                                      </p:to>
                                    </p:set>
                                  </p:childTnLst>
                                </p:cTn>
                              </p:par>
                              <p:par>
                                <p:cTn id="766" presetID="10" presetClass="entr" presetSubtype="0" fill="hold" nodeType="withEffect">
                                  <p:stCondLst>
                                    <p:cond delay="105"/>
                                  </p:stCondLst>
                                  <p:childTnLst>
                                    <p:set>
                                      <p:cBhvr>
                                        <p:cTn id="767" dur="1" fill="hold">
                                          <p:stCondLst>
                                            <p:cond delay="0"/>
                                          </p:stCondLst>
                                        </p:cTn>
                                        <p:tgtEl>
                                          <p:spTgt spid="216"/>
                                        </p:tgtEl>
                                        <p:attrNameLst>
                                          <p:attrName>style.visibility</p:attrName>
                                        </p:attrNameLst>
                                      </p:cBhvr>
                                      <p:to>
                                        <p:strVal val="visible"/>
                                      </p:to>
                                    </p:set>
                                    <p:animEffect transition="in" filter="fade">
                                      <p:cBhvr>
                                        <p:cTn id="768" dur="1" fill="hold"/>
                                        <p:tgtEl>
                                          <p:spTgt spid="216"/>
                                        </p:tgtEl>
                                      </p:cBhvr>
                                    </p:animEffect>
                                  </p:childTnLst>
                                </p:cTn>
                              </p:par>
                              <p:par>
                                <p:cTn id="769" presetID="0" presetClass="path" presetSubtype="0" fill="hold" nodeType="withEffect">
                                  <p:stCondLst>
                                    <p:cond delay="105"/>
                                  </p:stCondLst>
                                  <p:childTnLst>
                                    <p:animMotion origin="layout" path="M 0 0 L 0.197656250 -0.034722222 E" pathEditMode="relative" rAng="0">
                                      <p:cBhvr additive="base">
                                        <p:cTn id="770" dur="750" fill="hold"/>
                                        <p:tgtEl>
                                          <p:spTgt spid="216"/>
                                        </p:tgtEl>
                                        <p:attrNameLst>
                                          <p:attrName>ppt_x</p:attrName>
                                          <p:attrName>ppt_y</p:attrName>
                                        </p:attrNameLst>
                                      </p:cBhvr>
                                      <p:rCtr x="0" y="0"/>
                                    </p:animMotion>
                                  </p:childTnLst>
                                </p:cTn>
                              </p:par>
                              <p:par>
                                <p:cTn id="771" presetID="10" presetClass="exit" presetSubtype="0" fill="hold" nodeType="withEffect">
                                  <p:stCondLst>
                                    <p:cond delay="855"/>
                                  </p:stCondLst>
                                  <p:childTnLst>
                                    <p:animEffect transition="out" filter="fade">
                                      <p:cBhvr>
                                        <p:cTn id="772" dur="1" fill="hold"/>
                                        <p:tgtEl>
                                          <p:spTgt spid="216"/>
                                        </p:tgtEl>
                                      </p:cBhvr>
                                    </p:animEffect>
                                    <p:set>
                                      <p:cBhvr>
                                        <p:cTn id="773" dur="1" fill="hold">
                                          <p:stCondLst>
                                            <p:cond delay="1"/>
                                          </p:stCondLst>
                                        </p:cTn>
                                        <p:tgtEl>
                                          <p:spTgt spid="216"/>
                                        </p:tgtEl>
                                        <p:attrNameLst>
                                          <p:attrName>style.visibility</p:attrName>
                                        </p:attrNameLst>
                                      </p:cBhvr>
                                      <p:to>
                                        <p:strVal val="hidden"/>
                                      </p:to>
                                    </p:set>
                                  </p:childTnLst>
                                </p:cTn>
                              </p:par>
                              <p:par>
                                <p:cTn id="774" presetID="10" presetClass="entr" presetSubtype="0" fill="hold" nodeType="withEffect">
                                  <p:stCondLst>
                                    <p:cond delay="930"/>
                                  </p:stCondLst>
                                  <p:childTnLst>
                                    <p:set>
                                      <p:cBhvr>
                                        <p:cTn id="775" dur="1" fill="hold">
                                          <p:stCondLst>
                                            <p:cond delay="0"/>
                                          </p:stCondLst>
                                        </p:cTn>
                                        <p:tgtEl>
                                          <p:spTgt spid="166"/>
                                        </p:tgtEl>
                                        <p:attrNameLst>
                                          <p:attrName>style.visibility</p:attrName>
                                        </p:attrNameLst>
                                      </p:cBhvr>
                                      <p:to>
                                        <p:strVal val="visible"/>
                                      </p:to>
                                    </p:set>
                                    <p:animEffect transition="in" filter="fade">
                                      <p:cBhvr>
                                        <p:cTn id="776" dur="250" fill="hold"/>
                                        <p:tgtEl>
                                          <p:spTgt spid="166"/>
                                        </p:tgtEl>
                                      </p:cBhvr>
                                    </p:animEffect>
                                  </p:childTnLst>
                                </p:cTn>
                              </p:par>
                              <p:par>
                                <p:cTn id="777" presetID="6" presetClass="emph" presetSubtype="0" fill="hold" nodeType="withEffect">
                                  <p:stCondLst>
                                    <p:cond delay="1200"/>
                                  </p:stCondLst>
                                  <p:childTnLst>
                                    <p:animScale>
                                      <p:cBhvr additive="base">
                                        <p:cTn id="778" dur="360" repeatCount="2000" autoRev="1" fill="hold"/>
                                        <p:tgtEl>
                                          <p:spTgt spid="166"/>
                                        </p:tgtEl>
                                      </p:cBhvr>
                                      <p:by x="118000" y="118000"/>
                                    </p:animScale>
                                  </p:childTnLst>
                                </p:cTn>
                              </p:par>
                              <p:par>
                                <p:cTn id="779" presetID="10" presetClass="entr" presetSubtype="0" fill="hold" nodeType="withEffect">
                                  <p:stCondLst>
                                    <p:cond delay="1020"/>
                                  </p:stCondLst>
                                  <p:childTnLst>
                                    <p:set>
                                      <p:cBhvr>
                                        <p:cTn id="780" dur="1" fill="hold">
                                          <p:stCondLst>
                                            <p:cond delay="0"/>
                                          </p:stCondLst>
                                        </p:cTn>
                                        <p:tgtEl>
                                          <p:spTgt spid="167"/>
                                        </p:tgtEl>
                                        <p:attrNameLst>
                                          <p:attrName>style.visibility</p:attrName>
                                        </p:attrNameLst>
                                      </p:cBhvr>
                                      <p:to>
                                        <p:strVal val="visible"/>
                                      </p:to>
                                    </p:set>
                                    <p:animEffect transition="in" filter="fade">
                                      <p:cBhvr>
                                        <p:cTn id="781" dur="250" fill="hold"/>
                                        <p:tgtEl>
                                          <p:spTgt spid="167"/>
                                        </p:tgtEl>
                                      </p:cBhvr>
                                    </p:animEffect>
                                  </p:childTnLst>
                                </p:cTn>
                              </p:par>
                              <p:par>
                                <p:cTn id="782" presetID="6" presetClass="emph" presetSubtype="0" fill="hold" nodeType="withEffect">
                                  <p:stCondLst>
                                    <p:cond delay="1290"/>
                                  </p:stCondLst>
                                  <p:childTnLst>
                                    <p:animScale>
                                      <p:cBhvr additive="base">
                                        <p:cTn id="783" dur="360" repeatCount="2000" autoRev="1" fill="hold"/>
                                        <p:tgtEl>
                                          <p:spTgt spid="167"/>
                                        </p:tgtEl>
                                      </p:cBhvr>
                                      <p:by x="118000" y="118000"/>
                                    </p:animScale>
                                  </p:childTnLst>
                                </p:cTn>
                              </p:par>
                              <p:par>
                                <p:cTn id="784" presetID="10" presetClass="entr" presetSubtype="0" fill="hold" nodeType="withEffect">
                                  <p:stCondLst>
                                    <p:cond delay="1110"/>
                                  </p:stCondLst>
                                  <p:childTnLst>
                                    <p:set>
                                      <p:cBhvr>
                                        <p:cTn id="785" dur="1" fill="hold">
                                          <p:stCondLst>
                                            <p:cond delay="0"/>
                                          </p:stCondLst>
                                        </p:cTn>
                                        <p:tgtEl>
                                          <p:spTgt spid="168"/>
                                        </p:tgtEl>
                                        <p:attrNameLst>
                                          <p:attrName>style.visibility</p:attrName>
                                        </p:attrNameLst>
                                      </p:cBhvr>
                                      <p:to>
                                        <p:strVal val="visible"/>
                                      </p:to>
                                    </p:set>
                                    <p:animEffect transition="in" filter="fade">
                                      <p:cBhvr>
                                        <p:cTn id="786" dur="250" fill="hold"/>
                                        <p:tgtEl>
                                          <p:spTgt spid="168"/>
                                        </p:tgtEl>
                                      </p:cBhvr>
                                    </p:animEffect>
                                  </p:childTnLst>
                                </p:cTn>
                              </p:par>
                              <p:par>
                                <p:cTn id="787" presetID="6" presetClass="emph" presetSubtype="0" fill="hold" nodeType="withEffect">
                                  <p:stCondLst>
                                    <p:cond delay="1380"/>
                                  </p:stCondLst>
                                  <p:childTnLst>
                                    <p:animScale>
                                      <p:cBhvr additive="base">
                                        <p:cTn id="788" dur="360" repeatCount="2000" autoRev="1" fill="hold"/>
                                        <p:tgtEl>
                                          <p:spTgt spid="168"/>
                                        </p:tgtEl>
                                      </p:cBhvr>
                                      <p:by x="118000" y="118000"/>
                                    </p:animScale>
                                  </p:childTnLst>
                                </p:cTn>
                              </p:par>
                            </p:childTnLst>
                          </p:cTn>
                        </p:par>
                      </p:childTnLst>
                    </p:cTn>
                  </p:par>
                  <p:par>
                    <p:cTn id="789" fill="hold">
                      <p:stCondLst>
                        <p:cond delay="indefinite"/>
                      </p:stCondLst>
                      <p:childTnLst>
                        <p:par>
                          <p:cTn id="790" fill="hold">
                            <p:stCondLst>
                              <p:cond delay="0"/>
                            </p:stCondLst>
                            <p:childTnLst>
                              <p:par>
                                <p:cTn id="791" presetID="10" presetClass="entr" presetSubtype="0" fill="hold" nodeType="clickEffect">
                                  <p:stCondLst>
                                    <p:cond delay="0"/>
                                  </p:stCondLst>
                                  <p:childTnLst>
                                    <p:set>
                                      <p:cBhvr>
                                        <p:cTn id="792" dur="1" fill="hold">
                                          <p:stCondLst>
                                            <p:cond delay="0"/>
                                          </p:stCondLst>
                                        </p:cTn>
                                        <p:tgtEl>
                                          <p:spTgt spid="217"/>
                                        </p:tgtEl>
                                        <p:attrNameLst>
                                          <p:attrName>style.visibility</p:attrName>
                                        </p:attrNameLst>
                                      </p:cBhvr>
                                      <p:to>
                                        <p:strVal val="visible"/>
                                      </p:to>
                                    </p:set>
                                    <p:animEffect transition="in" filter="fade">
                                      <p:cBhvr>
                                        <p:cTn id="793" dur="1" fill="hold"/>
                                        <p:tgtEl>
                                          <p:spTgt spid="217"/>
                                        </p:tgtEl>
                                      </p:cBhvr>
                                    </p:animEffect>
                                  </p:childTnLst>
                                </p:cTn>
                              </p:par>
                              <p:par>
                                <p:cTn id="794" presetID="0" presetClass="path" presetSubtype="0" fill="hold" nodeType="withEffect">
                                  <p:stCondLst>
                                    <p:cond delay="0"/>
                                  </p:stCondLst>
                                  <p:childTnLst>
                                    <p:animMotion origin="layout" path="M 0 0 L 0.213281250 -0.094444444 E" pathEditMode="relative" rAng="0">
                                      <p:cBhvr additive="base">
                                        <p:cTn id="795" dur="850" fill="hold"/>
                                        <p:tgtEl>
                                          <p:spTgt spid="217"/>
                                        </p:tgtEl>
                                        <p:attrNameLst>
                                          <p:attrName>ppt_x</p:attrName>
                                          <p:attrName>ppt_y</p:attrName>
                                        </p:attrNameLst>
                                      </p:cBhvr>
                                      <p:rCtr x="0" y="0"/>
                                    </p:animMotion>
                                  </p:childTnLst>
                                </p:cTn>
                              </p:par>
                              <p:par>
                                <p:cTn id="796" presetID="10" presetClass="exit" presetSubtype="0" fill="hold" nodeType="withEffect">
                                  <p:stCondLst>
                                    <p:cond delay="850"/>
                                  </p:stCondLst>
                                  <p:childTnLst>
                                    <p:animEffect transition="out" filter="fade">
                                      <p:cBhvr>
                                        <p:cTn id="797" dur="1" fill="hold"/>
                                        <p:tgtEl>
                                          <p:spTgt spid="217"/>
                                        </p:tgtEl>
                                      </p:cBhvr>
                                    </p:animEffect>
                                    <p:set>
                                      <p:cBhvr>
                                        <p:cTn id="798" dur="1" fill="hold">
                                          <p:stCondLst>
                                            <p:cond delay="1"/>
                                          </p:stCondLst>
                                        </p:cTn>
                                        <p:tgtEl>
                                          <p:spTgt spid="217"/>
                                        </p:tgtEl>
                                        <p:attrNameLst>
                                          <p:attrName>style.visibility</p:attrName>
                                        </p:attrNameLst>
                                      </p:cBhvr>
                                      <p:to>
                                        <p:strVal val="hidden"/>
                                      </p:to>
                                    </p:set>
                                  </p:childTnLst>
                                </p:cTn>
                              </p:par>
                              <p:par>
                                <p:cTn id="799" presetID="10" presetClass="entr" presetSubtype="0" fill="hold" nodeType="withEffect">
                                  <p:stCondLst>
                                    <p:cond delay="0"/>
                                  </p:stCondLst>
                                  <p:childTnLst>
                                    <p:set>
                                      <p:cBhvr>
                                        <p:cTn id="800" dur="1" fill="hold">
                                          <p:stCondLst>
                                            <p:cond delay="0"/>
                                          </p:stCondLst>
                                        </p:cTn>
                                        <p:tgtEl>
                                          <p:spTgt spid="218"/>
                                        </p:tgtEl>
                                        <p:attrNameLst>
                                          <p:attrName>style.visibility</p:attrName>
                                        </p:attrNameLst>
                                      </p:cBhvr>
                                      <p:to>
                                        <p:strVal val="visible"/>
                                      </p:to>
                                    </p:set>
                                    <p:animEffect transition="in" filter="fade">
                                      <p:cBhvr>
                                        <p:cTn id="801" dur="1" fill="hold"/>
                                        <p:tgtEl>
                                          <p:spTgt spid="218"/>
                                        </p:tgtEl>
                                      </p:cBhvr>
                                    </p:animEffect>
                                  </p:childTnLst>
                                </p:cTn>
                              </p:par>
                              <p:par>
                                <p:cTn id="802" presetID="0" presetClass="path" presetSubtype="0" fill="hold" nodeType="withEffect">
                                  <p:stCondLst>
                                    <p:cond delay="0"/>
                                  </p:stCondLst>
                                  <p:childTnLst>
                                    <p:animMotion origin="layout" path="M 0 0 L 0.213281250 0.004166667 E" pathEditMode="relative" rAng="0">
                                      <p:cBhvr additive="base">
                                        <p:cTn id="803" dur="850" fill="hold"/>
                                        <p:tgtEl>
                                          <p:spTgt spid="218"/>
                                        </p:tgtEl>
                                        <p:attrNameLst>
                                          <p:attrName>ppt_x</p:attrName>
                                          <p:attrName>ppt_y</p:attrName>
                                        </p:attrNameLst>
                                      </p:cBhvr>
                                      <p:rCtr x="0" y="0"/>
                                    </p:animMotion>
                                  </p:childTnLst>
                                </p:cTn>
                              </p:par>
                              <p:par>
                                <p:cTn id="804" presetID="10" presetClass="exit" presetSubtype="0" fill="hold" nodeType="withEffect">
                                  <p:stCondLst>
                                    <p:cond delay="850"/>
                                  </p:stCondLst>
                                  <p:childTnLst>
                                    <p:animEffect transition="out" filter="fade">
                                      <p:cBhvr>
                                        <p:cTn id="805" dur="1" fill="hold"/>
                                        <p:tgtEl>
                                          <p:spTgt spid="218"/>
                                        </p:tgtEl>
                                      </p:cBhvr>
                                    </p:animEffect>
                                    <p:set>
                                      <p:cBhvr>
                                        <p:cTn id="806" dur="1" fill="hold">
                                          <p:stCondLst>
                                            <p:cond delay="1"/>
                                          </p:stCondLst>
                                        </p:cTn>
                                        <p:tgtEl>
                                          <p:spTgt spid="218"/>
                                        </p:tgtEl>
                                        <p:attrNameLst>
                                          <p:attrName>style.visibility</p:attrName>
                                        </p:attrNameLst>
                                      </p:cBhvr>
                                      <p:to>
                                        <p:strVal val="hidden"/>
                                      </p:to>
                                    </p:set>
                                  </p:childTnLst>
                                </p:cTn>
                              </p:par>
                              <p:par>
                                <p:cTn id="807" presetID="10" presetClass="entr" presetSubtype="0" fill="hold" nodeType="withEffect">
                                  <p:stCondLst>
                                    <p:cond delay="0"/>
                                  </p:stCondLst>
                                  <p:childTnLst>
                                    <p:set>
                                      <p:cBhvr>
                                        <p:cTn id="808" dur="1" fill="hold">
                                          <p:stCondLst>
                                            <p:cond delay="0"/>
                                          </p:stCondLst>
                                        </p:cTn>
                                        <p:tgtEl>
                                          <p:spTgt spid="219"/>
                                        </p:tgtEl>
                                        <p:attrNameLst>
                                          <p:attrName>style.visibility</p:attrName>
                                        </p:attrNameLst>
                                      </p:cBhvr>
                                      <p:to>
                                        <p:strVal val="visible"/>
                                      </p:to>
                                    </p:set>
                                    <p:animEffect transition="in" filter="fade">
                                      <p:cBhvr>
                                        <p:cTn id="809" dur="1" fill="hold"/>
                                        <p:tgtEl>
                                          <p:spTgt spid="219"/>
                                        </p:tgtEl>
                                      </p:cBhvr>
                                    </p:animEffect>
                                  </p:childTnLst>
                                </p:cTn>
                              </p:par>
                              <p:par>
                                <p:cTn id="810" presetID="0" presetClass="path" presetSubtype="0" fill="hold" nodeType="withEffect">
                                  <p:stCondLst>
                                    <p:cond delay="0"/>
                                  </p:stCondLst>
                                  <p:childTnLst>
                                    <p:animMotion origin="layout" path="M 0 0 L 0.213281250 0.102777778 E" pathEditMode="relative" rAng="0">
                                      <p:cBhvr additive="base">
                                        <p:cTn id="811" dur="850" fill="hold"/>
                                        <p:tgtEl>
                                          <p:spTgt spid="219"/>
                                        </p:tgtEl>
                                        <p:attrNameLst>
                                          <p:attrName>ppt_x</p:attrName>
                                          <p:attrName>ppt_y</p:attrName>
                                        </p:attrNameLst>
                                      </p:cBhvr>
                                      <p:rCtr x="0" y="0"/>
                                    </p:animMotion>
                                  </p:childTnLst>
                                </p:cTn>
                              </p:par>
                              <p:par>
                                <p:cTn id="812" presetID="10" presetClass="exit" presetSubtype="0" fill="hold" nodeType="withEffect">
                                  <p:stCondLst>
                                    <p:cond delay="850"/>
                                  </p:stCondLst>
                                  <p:childTnLst>
                                    <p:animEffect transition="out" filter="fade">
                                      <p:cBhvr>
                                        <p:cTn id="813" dur="1" fill="hold"/>
                                        <p:tgtEl>
                                          <p:spTgt spid="219"/>
                                        </p:tgtEl>
                                      </p:cBhvr>
                                    </p:animEffect>
                                    <p:set>
                                      <p:cBhvr>
                                        <p:cTn id="814" dur="1" fill="hold">
                                          <p:stCondLst>
                                            <p:cond delay="1"/>
                                          </p:stCondLst>
                                        </p:cTn>
                                        <p:tgtEl>
                                          <p:spTgt spid="219"/>
                                        </p:tgtEl>
                                        <p:attrNameLst>
                                          <p:attrName>style.visibility</p:attrName>
                                        </p:attrNameLst>
                                      </p:cBhvr>
                                      <p:to>
                                        <p:strVal val="hidden"/>
                                      </p:to>
                                    </p:set>
                                  </p:childTnLst>
                                </p:cTn>
                              </p:par>
                              <p:par>
                                <p:cTn id="815" presetID="10" presetClass="entr" presetSubtype="0" fill="hold" nodeType="withEffect">
                                  <p:stCondLst>
                                    <p:cond delay="0"/>
                                  </p:stCondLst>
                                  <p:childTnLst>
                                    <p:set>
                                      <p:cBhvr>
                                        <p:cTn id="816" dur="1" fill="hold">
                                          <p:stCondLst>
                                            <p:cond delay="0"/>
                                          </p:stCondLst>
                                        </p:cTn>
                                        <p:tgtEl>
                                          <p:spTgt spid="220"/>
                                        </p:tgtEl>
                                        <p:attrNameLst>
                                          <p:attrName>style.visibility</p:attrName>
                                        </p:attrNameLst>
                                      </p:cBhvr>
                                      <p:to>
                                        <p:strVal val="visible"/>
                                      </p:to>
                                    </p:set>
                                    <p:animEffect transition="in" filter="fade">
                                      <p:cBhvr>
                                        <p:cTn id="817" dur="1" fill="hold"/>
                                        <p:tgtEl>
                                          <p:spTgt spid="220"/>
                                        </p:tgtEl>
                                      </p:cBhvr>
                                    </p:animEffect>
                                  </p:childTnLst>
                                </p:cTn>
                              </p:par>
                              <p:par>
                                <p:cTn id="818" presetID="0" presetClass="path" presetSubtype="0" fill="hold" nodeType="withEffect">
                                  <p:stCondLst>
                                    <p:cond delay="0"/>
                                  </p:stCondLst>
                                  <p:childTnLst>
                                    <p:animMotion origin="layout" path="M 0 0 L 0.213281250 0.201388889 E" pathEditMode="relative" rAng="0">
                                      <p:cBhvr additive="base">
                                        <p:cTn id="819" dur="850" fill="hold"/>
                                        <p:tgtEl>
                                          <p:spTgt spid="220"/>
                                        </p:tgtEl>
                                        <p:attrNameLst>
                                          <p:attrName>ppt_x</p:attrName>
                                          <p:attrName>ppt_y</p:attrName>
                                        </p:attrNameLst>
                                      </p:cBhvr>
                                      <p:rCtr x="0" y="0"/>
                                    </p:animMotion>
                                  </p:childTnLst>
                                </p:cTn>
                              </p:par>
                              <p:par>
                                <p:cTn id="820" presetID="10" presetClass="exit" presetSubtype="0" fill="hold" nodeType="withEffect">
                                  <p:stCondLst>
                                    <p:cond delay="850"/>
                                  </p:stCondLst>
                                  <p:childTnLst>
                                    <p:animEffect transition="out" filter="fade">
                                      <p:cBhvr>
                                        <p:cTn id="821" dur="1" fill="hold"/>
                                        <p:tgtEl>
                                          <p:spTgt spid="220"/>
                                        </p:tgtEl>
                                      </p:cBhvr>
                                    </p:animEffect>
                                    <p:set>
                                      <p:cBhvr>
                                        <p:cTn id="822" dur="1" fill="hold">
                                          <p:stCondLst>
                                            <p:cond delay="1"/>
                                          </p:stCondLst>
                                        </p:cTn>
                                        <p:tgtEl>
                                          <p:spTgt spid="220"/>
                                        </p:tgtEl>
                                        <p:attrNameLst>
                                          <p:attrName>style.visibility</p:attrName>
                                        </p:attrNameLst>
                                      </p:cBhvr>
                                      <p:to>
                                        <p:strVal val="hidden"/>
                                      </p:to>
                                    </p:set>
                                  </p:childTnLst>
                                </p:cTn>
                              </p:par>
                              <p:par>
                                <p:cTn id="823" presetID="10" presetClass="entr" presetSubtype="0" fill="hold" nodeType="withEffect">
                                  <p:stCondLst>
                                    <p:cond delay="0"/>
                                  </p:stCondLst>
                                  <p:childTnLst>
                                    <p:set>
                                      <p:cBhvr>
                                        <p:cTn id="824" dur="1" fill="hold">
                                          <p:stCondLst>
                                            <p:cond delay="0"/>
                                          </p:stCondLst>
                                        </p:cTn>
                                        <p:tgtEl>
                                          <p:spTgt spid="221"/>
                                        </p:tgtEl>
                                        <p:attrNameLst>
                                          <p:attrName>style.visibility</p:attrName>
                                        </p:attrNameLst>
                                      </p:cBhvr>
                                      <p:to>
                                        <p:strVal val="visible"/>
                                      </p:to>
                                    </p:set>
                                    <p:animEffect transition="in" filter="fade">
                                      <p:cBhvr>
                                        <p:cTn id="825" dur="1" fill="hold"/>
                                        <p:tgtEl>
                                          <p:spTgt spid="221"/>
                                        </p:tgtEl>
                                      </p:cBhvr>
                                    </p:animEffect>
                                  </p:childTnLst>
                                </p:cTn>
                              </p:par>
                              <p:par>
                                <p:cTn id="826" presetID="0" presetClass="path" presetSubtype="0" fill="hold" nodeType="withEffect">
                                  <p:stCondLst>
                                    <p:cond delay="0"/>
                                  </p:stCondLst>
                                  <p:childTnLst>
                                    <p:animMotion origin="layout" path="M 0 0 L 0.213281250 0.300000000 E" pathEditMode="relative" rAng="0">
                                      <p:cBhvr additive="base">
                                        <p:cTn id="827" dur="850" fill="hold"/>
                                        <p:tgtEl>
                                          <p:spTgt spid="221"/>
                                        </p:tgtEl>
                                        <p:attrNameLst>
                                          <p:attrName>ppt_x</p:attrName>
                                          <p:attrName>ppt_y</p:attrName>
                                        </p:attrNameLst>
                                      </p:cBhvr>
                                      <p:rCtr x="0" y="0"/>
                                    </p:animMotion>
                                  </p:childTnLst>
                                </p:cTn>
                              </p:par>
                              <p:par>
                                <p:cTn id="828" presetID="10" presetClass="exit" presetSubtype="0" fill="hold" nodeType="withEffect">
                                  <p:stCondLst>
                                    <p:cond delay="850"/>
                                  </p:stCondLst>
                                  <p:childTnLst>
                                    <p:animEffect transition="out" filter="fade">
                                      <p:cBhvr>
                                        <p:cTn id="829" dur="1" fill="hold"/>
                                        <p:tgtEl>
                                          <p:spTgt spid="221"/>
                                        </p:tgtEl>
                                      </p:cBhvr>
                                    </p:animEffect>
                                    <p:set>
                                      <p:cBhvr>
                                        <p:cTn id="830" dur="1" fill="hold">
                                          <p:stCondLst>
                                            <p:cond delay="1"/>
                                          </p:stCondLst>
                                        </p:cTn>
                                        <p:tgtEl>
                                          <p:spTgt spid="221"/>
                                        </p:tgtEl>
                                        <p:attrNameLst>
                                          <p:attrName>style.visibility</p:attrName>
                                        </p:attrNameLst>
                                      </p:cBhvr>
                                      <p:to>
                                        <p:strVal val="hidden"/>
                                      </p:to>
                                    </p:set>
                                  </p:childTnLst>
                                </p:cTn>
                              </p:par>
                              <p:par>
                                <p:cTn id="831" presetID="10" presetClass="entr" presetSubtype="0" fill="hold" nodeType="withEffect">
                                  <p:stCondLst>
                                    <p:cond delay="0"/>
                                  </p:stCondLst>
                                  <p:childTnLst>
                                    <p:set>
                                      <p:cBhvr>
                                        <p:cTn id="832" dur="1" fill="hold">
                                          <p:stCondLst>
                                            <p:cond delay="0"/>
                                          </p:stCondLst>
                                        </p:cTn>
                                        <p:tgtEl>
                                          <p:spTgt spid="222"/>
                                        </p:tgtEl>
                                        <p:attrNameLst>
                                          <p:attrName>style.visibility</p:attrName>
                                        </p:attrNameLst>
                                      </p:cBhvr>
                                      <p:to>
                                        <p:strVal val="visible"/>
                                      </p:to>
                                    </p:set>
                                    <p:animEffect transition="in" filter="fade">
                                      <p:cBhvr>
                                        <p:cTn id="833" dur="1" fill="hold"/>
                                        <p:tgtEl>
                                          <p:spTgt spid="222"/>
                                        </p:tgtEl>
                                      </p:cBhvr>
                                    </p:animEffect>
                                  </p:childTnLst>
                                </p:cTn>
                              </p:par>
                              <p:par>
                                <p:cTn id="834" presetID="0" presetClass="path" presetSubtype="0" fill="hold" nodeType="withEffect">
                                  <p:stCondLst>
                                    <p:cond delay="0"/>
                                  </p:stCondLst>
                                  <p:childTnLst>
                                    <p:animMotion origin="layout" path="M 0 0 L 0.213281250 0.398611111 E" pathEditMode="relative" rAng="0">
                                      <p:cBhvr additive="base">
                                        <p:cTn id="835" dur="850" fill="hold"/>
                                        <p:tgtEl>
                                          <p:spTgt spid="222"/>
                                        </p:tgtEl>
                                        <p:attrNameLst>
                                          <p:attrName>ppt_x</p:attrName>
                                          <p:attrName>ppt_y</p:attrName>
                                        </p:attrNameLst>
                                      </p:cBhvr>
                                      <p:rCtr x="0" y="0"/>
                                    </p:animMotion>
                                  </p:childTnLst>
                                </p:cTn>
                              </p:par>
                              <p:par>
                                <p:cTn id="836" presetID="10" presetClass="exit" presetSubtype="0" fill="hold" nodeType="withEffect">
                                  <p:stCondLst>
                                    <p:cond delay="850"/>
                                  </p:stCondLst>
                                  <p:childTnLst>
                                    <p:animEffect transition="out" filter="fade">
                                      <p:cBhvr>
                                        <p:cTn id="837" dur="1" fill="hold"/>
                                        <p:tgtEl>
                                          <p:spTgt spid="222"/>
                                        </p:tgtEl>
                                      </p:cBhvr>
                                    </p:animEffect>
                                    <p:set>
                                      <p:cBhvr>
                                        <p:cTn id="838" dur="1" fill="hold">
                                          <p:stCondLst>
                                            <p:cond delay="1"/>
                                          </p:stCondLst>
                                        </p:cTn>
                                        <p:tgtEl>
                                          <p:spTgt spid="222"/>
                                        </p:tgtEl>
                                        <p:attrNameLst>
                                          <p:attrName>style.visibility</p:attrName>
                                        </p:attrNameLst>
                                      </p:cBhvr>
                                      <p:to>
                                        <p:strVal val="hidden"/>
                                      </p:to>
                                    </p:set>
                                  </p:childTnLst>
                                </p:cTn>
                              </p:par>
                              <p:par>
                                <p:cTn id="839" presetID="10" presetClass="entr" presetSubtype="0" fill="hold" nodeType="withEffect">
                                  <p:stCondLst>
                                    <p:cond delay="0"/>
                                  </p:stCondLst>
                                  <p:childTnLst>
                                    <p:set>
                                      <p:cBhvr>
                                        <p:cTn id="840" dur="1" fill="hold">
                                          <p:stCondLst>
                                            <p:cond delay="0"/>
                                          </p:stCondLst>
                                        </p:cTn>
                                        <p:tgtEl>
                                          <p:spTgt spid="223"/>
                                        </p:tgtEl>
                                        <p:attrNameLst>
                                          <p:attrName>style.visibility</p:attrName>
                                        </p:attrNameLst>
                                      </p:cBhvr>
                                      <p:to>
                                        <p:strVal val="visible"/>
                                      </p:to>
                                    </p:set>
                                    <p:animEffect transition="in" filter="fade">
                                      <p:cBhvr>
                                        <p:cTn id="841" dur="1" fill="hold"/>
                                        <p:tgtEl>
                                          <p:spTgt spid="223"/>
                                        </p:tgtEl>
                                      </p:cBhvr>
                                    </p:animEffect>
                                  </p:childTnLst>
                                </p:cTn>
                              </p:par>
                              <p:par>
                                <p:cTn id="842" presetID="0" presetClass="path" presetSubtype="0" fill="hold" nodeType="withEffect">
                                  <p:stCondLst>
                                    <p:cond delay="0"/>
                                  </p:stCondLst>
                                  <p:childTnLst>
                                    <p:animMotion origin="layout" path="M 0 0 L 0.213281250 0.497222222 E" pathEditMode="relative" rAng="0">
                                      <p:cBhvr additive="base">
                                        <p:cTn id="843" dur="850" fill="hold"/>
                                        <p:tgtEl>
                                          <p:spTgt spid="223"/>
                                        </p:tgtEl>
                                        <p:attrNameLst>
                                          <p:attrName>ppt_x</p:attrName>
                                          <p:attrName>ppt_y</p:attrName>
                                        </p:attrNameLst>
                                      </p:cBhvr>
                                      <p:rCtr x="0" y="0"/>
                                    </p:animMotion>
                                  </p:childTnLst>
                                </p:cTn>
                              </p:par>
                              <p:par>
                                <p:cTn id="844" presetID="10" presetClass="exit" presetSubtype="0" fill="hold" nodeType="withEffect">
                                  <p:stCondLst>
                                    <p:cond delay="850"/>
                                  </p:stCondLst>
                                  <p:childTnLst>
                                    <p:animEffect transition="out" filter="fade">
                                      <p:cBhvr>
                                        <p:cTn id="845" dur="1" fill="hold"/>
                                        <p:tgtEl>
                                          <p:spTgt spid="223"/>
                                        </p:tgtEl>
                                      </p:cBhvr>
                                    </p:animEffect>
                                    <p:set>
                                      <p:cBhvr>
                                        <p:cTn id="846" dur="1" fill="hold">
                                          <p:stCondLst>
                                            <p:cond delay="1"/>
                                          </p:stCondLst>
                                        </p:cTn>
                                        <p:tgtEl>
                                          <p:spTgt spid="223"/>
                                        </p:tgtEl>
                                        <p:attrNameLst>
                                          <p:attrName>style.visibility</p:attrName>
                                        </p:attrNameLst>
                                      </p:cBhvr>
                                      <p:to>
                                        <p:strVal val="hidden"/>
                                      </p:to>
                                    </p:set>
                                  </p:childTnLst>
                                </p:cTn>
                              </p:par>
                              <p:par>
                                <p:cTn id="847" presetID="10" presetClass="entr" presetSubtype="0" fill="hold" nodeType="withEffect">
                                  <p:stCondLst>
                                    <p:cond delay="65"/>
                                  </p:stCondLst>
                                  <p:childTnLst>
                                    <p:set>
                                      <p:cBhvr>
                                        <p:cTn id="848" dur="1" fill="hold">
                                          <p:stCondLst>
                                            <p:cond delay="0"/>
                                          </p:stCondLst>
                                        </p:cTn>
                                        <p:tgtEl>
                                          <p:spTgt spid="224"/>
                                        </p:tgtEl>
                                        <p:attrNameLst>
                                          <p:attrName>style.visibility</p:attrName>
                                        </p:attrNameLst>
                                      </p:cBhvr>
                                      <p:to>
                                        <p:strVal val="visible"/>
                                      </p:to>
                                    </p:set>
                                    <p:animEffect transition="in" filter="fade">
                                      <p:cBhvr>
                                        <p:cTn id="849" dur="1" fill="hold"/>
                                        <p:tgtEl>
                                          <p:spTgt spid="224"/>
                                        </p:tgtEl>
                                      </p:cBhvr>
                                    </p:animEffect>
                                  </p:childTnLst>
                                </p:cTn>
                              </p:par>
                              <p:par>
                                <p:cTn id="850" presetID="0" presetClass="path" presetSubtype="0" fill="hold" nodeType="withEffect">
                                  <p:stCondLst>
                                    <p:cond delay="65"/>
                                  </p:stCondLst>
                                  <p:childTnLst>
                                    <p:animMotion origin="layout" path="M 0 0 L 0.213281250 -0.288888889 E" pathEditMode="relative" rAng="0">
                                      <p:cBhvr additive="base">
                                        <p:cTn id="851" dur="850" fill="hold"/>
                                        <p:tgtEl>
                                          <p:spTgt spid="224"/>
                                        </p:tgtEl>
                                        <p:attrNameLst>
                                          <p:attrName>ppt_x</p:attrName>
                                          <p:attrName>ppt_y</p:attrName>
                                        </p:attrNameLst>
                                      </p:cBhvr>
                                      <p:rCtr x="0" y="0"/>
                                    </p:animMotion>
                                  </p:childTnLst>
                                </p:cTn>
                              </p:par>
                              <p:par>
                                <p:cTn id="852" presetID="10" presetClass="exit" presetSubtype="0" fill="hold" nodeType="withEffect">
                                  <p:stCondLst>
                                    <p:cond delay="915"/>
                                  </p:stCondLst>
                                  <p:childTnLst>
                                    <p:animEffect transition="out" filter="fade">
                                      <p:cBhvr>
                                        <p:cTn id="853" dur="1" fill="hold"/>
                                        <p:tgtEl>
                                          <p:spTgt spid="224"/>
                                        </p:tgtEl>
                                      </p:cBhvr>
                                    </p:animEffect>
                                    <p:set>
                                      <p:cBhvr>
                                        <p:cTn id="854" dur="1" fill="hold">
                                          <p:stCondLst>
                                            <p:cond delay="1"/>
                                          </p:stCondLst>
                                        </p:cTn>
                                        <p:tgtEl>
                                          <p:spTgt spid="224"/>
                                        </p:tgtEl>
                                        <p:attrNameLst>
                                          <p:attrName>style.visibility</p:attrName>
                                        </p:attrNameLst>
                                      </p:cBhvr>
                                      <p:to>
                                        <p:strVal val="hidden"/>
                                      </p:to>
                                    </p:set>
                                  </p:childTnLst>
                                </p:cTn>
                              </p:par>
                              <p:par>
                                <p:cTn id="855" presetID="10" presetClass="entr" presetSubtype="0" fill="hold" nodeType="withEffect">
                                  <p:stCondLst>
                                    <p:cond delay="65"/>
                                  </p:stCondLst>
                                  <p:childTnLst>
                                    <p:set>
                                      <p:cBhvr>
                                        <p:cTn id="856" dur="1" fill="hold">
                                          <p:stCondLst>
                                            <p:cond delay="0"/>
                                          </p:stCondLst>
                                        </p:cTn>
                                        <p:tgtEl>
                                          <p:spTgt spid="225"/>
                                        </p:tgtEl>
                                        <p:attrNameLst>
                                          <p:attrName>style.visibility</p:attrName>
                                        </p:attrNameLst>
                                      </p:cBhvr>
                                      <p:to>
                                        <p:strVal val="visible"/>
                                      </p:to>
                                    </p:set>
                                    <p:animEffect transition="in" filter="fade">
                                      <p:cBhvr>
                                        <p:cTn id="857" dur="1" fill="hold"/>
                                        <p:tgtEl>
                                          <p:spTgt spid="225"/>
                                        </p:tgtEl>
                                      </p:cBhvr>
                                    </p:animEffect>
                                  </p:childTnLst>
                                </p:cTn>
                              </p:par>
                              <p:par>
                                <p:cTn id="858" presetID="0" presetClass="path" presetSubtype="0" fill="hold" nodeType="withEffect">
                                  <p:stCondLst>
                                    <p:cond delay="65"/>
                                  </p:stCondLst>
                                  <p:childTnLst>
                                    <p:animMotion origin="layout" path="M 0 0 L 0.213281250 -0.190277778 E" pathEditMode="relative" rAng="0">
                                      <p:cBhvr additive="base">
                                        <p:cTn id="859" dur="850" fill="hold"/>
                                        <p:tgtEl>
                                          <p:spTgt spid="225"/>
                                        </p:tgtEl>
                                        <p:attrNameLst>
                                          <p:attrName>ppt_x</p:attrName>
                                          <p:attrName>ppt_y</p:attrName>
                                        </p:attrNameLst>
                                      </p:cBhvr>
                                      <p:rCtr x="0" y="0"/>
                                    </p:animMotion>
                                  </p:childTnLst>
                                </p:cTn>
                              </p:par>
                              <p:par>
                                <p:cTn id="860" presetID="10" presetClass="exit" presetSubtype="0" fill="hold" nodeType="withEffect">
                                  <p:stCondLst>
                                    <p:cond delay="915"/>
                                  </p:stCondLst>
                                  <p:childTnLst>
                                    <p:animEffect transition="out" filter="fade">
                                      <p:cBhvr>
                                        <p:cTn id="861" dur="1" fill="hold"/>
                                        <p:tgtEl>
                                          <p:spTgt spid="225"/>
                                        </p:tgtEl>
                                      </p:cBhvr>
                                    </p:animEffect>
                                    <p:set>
                                      <p:cBhvr>
                                        <p:cTn id="862" dur="1" fill="hold">
                                          <p:stCondLst>
                                            <p:cond delay="1"/>
                                          </p:stCondLst>
                                        </p:cTn>
                                        <p:tgtEl>
                                          <p:spTgt spid="225"/>
                                        </p:tgtEl>
                                        <p:attrNameLst>
                                          <p:attrName>style.visibility</p:attrName>
                                        </p:attrNameLst>
                                      </p:cBhvr>
                                      <p:to>
                                        <p:strVal val="hidden"/>
                                      </p:to>
                                    </p:set>
                                  </p:childTnLst>
                                </p:cTn>
                              </p:par>
                              <p:par>
                                <p:cTn id="863" presetID="10" presetClass="entr" presetSubtype="0" fill="hold" nodeType="withEffect">
                                  <p:stCondLst>
                                    <p:cond delay="65"/>
                                  </p:stCondLst>
                                  <p:childTnLst>
                                    <p:set>
                                      <p:cBhvr>
                                        <p:cTn id="864" dur="1" fill="hold">
                                          <p:stCondLst>
                                            <p:cond delay="0"/>
                                          </p:stCondLst>
                                        </p:cTn>
                                        <p:tgtEl>
                                          <p:spTgt spid="226"/>
                                        </p:tgtEl>
                                        <p:attrNameLst>
                                          <p:attrName>style.visibility</p:attrName>
                                        </p:attrNameLst>
                                      </p:cBhvr>
                                      <p:to>
                                        <p:strVal val="visible"/>
                                      </p:to>
                                    </p:set>
                                    <p:animEffect transition="in" filter="fade">
                                      <p:cBhvr>
                                        <p:cTn id="865" dur="1" fill="hold"/>
                                        <p:tgtEl>
                                          <p:spTgt spid="226"/>
                                        </p:tgtEl>
                                      </p:cBhvr>
                                    </p:animEffect>
                                  </p:childTnLst>
                                </p:cTn>
                              </p:par>
                              <p:par>
                                <p:cTn id="866" presetID="0" presetClass="path" presetSubtype="0" fill="hold" nodeType="withEffect">
                                  <p:stCondLst>
                                    <p:cond delay="65"/>
                                  </p:stCondLst>
                                  <p:childTnLst>
                                    <p:animMotion origin="layout" path="M 0 0 L 0.213281250 -0.091666667 E" pathEditMode="relative" rAng="0">
                                      <p:cBhvr additive="base">
                                        <p:cTn id="867" dur="850" fill="hold"/>
                                        <p:tgtEl>
                                          <p:spTgt spid="226"/>
                                        </p:tgtEl>
                                        <p:attrNameLst>
                                          <p:attrName>ppt_x</p:attrName>
                                          <p:attrName>ppt_y</p:attrName>
                                        </p:attrNameLst>
                                      </p:cBhvr>
                                      <p:rCtr x="0" y="0"/>
                                    </p:animMotion>
                                  </p:childTnLst>
                                </p:cTn>
                              </p:par>
                              <p:par>
                                <p:cTn id="868" presetID="10" presetClass="exit" presetSubtype="0" fill="hold" nodeType="withEffect">
                                  <p:stCondLst>
                                    <p:cond delay="915"/>
                                  </p:stCondLst>
                                  <p:childTnLst>
                                    <p:animEffect transition="out" filter="fade">
                                      <p:cBhvr>
                                        <p:cTn id="869" dur="1" fill="hold"/>
                                        <p:tgtEl>
                                          <p:spTgt spid="226"/>
                                        </p:tgtEl>
                                      </p:cBhvr>
                                    </p:animEffect>
                                    <p:set>
                                      <p:cBhvr>
                                        <p:cTn id="870" dur="1" fill="hold">
                                          <p:stCondLst>
                                            <p:cond delay="1"/>
                                          </p:stCondLst>
                                        </p:cTn>
                                        <p:tgtEl>
                                          <p:spTgt spid="226"/>
                                        </p:tgtEl>
                                        <p:attrNameLst>
                                          <p:attrName>style.visibility</p:attrName>
                                        </p:attrNameLst>
                                      </p:cBhvr>
                                      <p:to>
                                        <p:strVal val="hidden"/>
                                      </p:to>
                                    </p:set>
                                  </p:childTnLst>
                                </p:cTn>
                              </p:par>
                              <p:par>
                                <p:cTn id="871" presetID="10" presetClass="entr" presetSubtype="0" fill="hold" nodeType="withEffect">
                                  <p:stCondLst>
                                    <p:cond delay="65"/>
                                  </p:stCondLst>
                                  <p:childTnLst>
                                    <p:set>
                                      <p:cBhvr>
                                        <p:cTn id="872" dur="1" fill="hold">
                                          <p:stCondLst>
                                            <p:cond delay="0"/>
                                          </p:stCondLst>
                                        </p:cTn>
                                        <p:tgtEl>
                                          <p:spTgt spid="227"/>
                                        </p:tgtEl>
                                        <p:attrNameLst>
                                          <p:attrName>style.visibility</p:attrName>
                                        </p:attrNameLst>
                                      </p:cBhvr>
                                      <p:to>
                                        <p:strVal val="visible"/>
                                      </p:to>
                                    </p:set>
                                    <p:animEffect transition="in" filter="fade">
                                      <p:cBhvr>
                                        <p:cTn id="873" dur="1" fill="hold"/>
                                        <p:tgtEl>
                                          <p:spTgt spid="227"/>
                                        </p:tgtEl>
                                      </p:cBhvr>
                                    </p:animEffect>
                                  </p:childTnLst>
                                </p:cTn>
                              </p:par>
                              <p:par>
                                <p:cTn id="874" presetID="0" presetClass="path" presetSubtype="0" fill="hold" nodeType="withEffect">
                                  <p:stCondLst>
                                    <p:cond delay="65"/>
                                  </p:stCondLst>
                                  <p:childTnLst>
                                    <p:animMotion origin="layout" path="M 0 0 L 0.213281250 0.006944444 E" pathEditMode="relative" rAng="0">
                                      <p:cBhvr additive="base">
                                        <p:cTn id="875" dur="850" fill="hold"/>
                                        <p:tgtEl>
                                          <p:spTgt spid="227"/>
                                        </p:tgtEl>
                                        <p:attrNameLst>
                                          <p:attrName>ppt_x</p:attrName>
                                          <p:attrName>ppt_y</p:attrName>
                                        </p:attrNameLst>
                                      </p:cBhvr>
                                      <p:rCtr x="0" y="0"/>
                                    </p:animMotion>
                                  </p:childTnLst>
                                </p:cTn>
                              </p:par>
                              <p:par>
                                <p:cTn id="876" presetID="10" presetClass="exit" presetSubtype="0" fill="hold" nodeType="withEffect">
                                  <p:stCondLst>
                                    <p:cond delay="915"/>
                                  </p:stCondLst>
                                  <p:childTnLst>
                                    <p:animEffect transition="out" filter="fade">
                                      <p:cBhvr>
                                        <p:cTn id="877" dur="1" fill="hold"/>
                                        <p:tgtEl>
                                          <p:spTgt spid="227"/>
                                        </p:tgtEl>
                                      </p:cBhvr>
                                    </p:animEffect>
                                    <p:set>
                                      <p:cBhvr>
                                        <p:cTn id="878" dur="1" fill="hold">
                                          <p:stCondLst>
                                            <p:cond delay="1"/>
                                          </p:stCondLst>
                                        </p:cTn>
                                        <p:tgtEl>
                                          <p:spTgt spid="227"/>
                                        </p:tgtEl>
                                        <p:attrNameLst>
                                          <p:attrName>style.visibility</p:attrName>
                                        </p:attrNameLst>
                                      </p:cBhvr>
                                      <p:to>
                                        <p:strVal val="hidden"/>
                                      </p:to>
                                    </p:set>
                                  </p:childTnLst>
                                </p:cTn>
                              </p:par>
                              <p:par>
                                <p:cTn id="879" presetID="10" presetClass="entr" presetSubtype="0" fill="hold" nodeType="withEffect">
                                  <p:stCondLst>
                                    <p:cond delay="65"/>
                                  </p:stCondLst>
                                  <p:childTnLst>
                                    <p:set>
                                      <p:cBhvr>
                                        <p:cTn id="880" dur="1" fill="hold">
                                          <p:stCondLst>
                                            <p:cond delay="0"/>
                                          </p:stCondLst>
                                        </p:cTn>
                                        <p:tgtEl>
                                          <p:spTgt spid="228"/>
                                        </p:tgtEl>
                                        <p:attrNameLst>
                                          <p:attrName>style.visibility</p:attrName>
                                        </p:attrNameLst>
                                      </p:cBhvr>
                                      <p:to>
                                        <p:strVal val="visible"/>
                                      </p:to>
                                    </p:set>
                                    <p:animEffect transition="in" filter="fade">
                                      <p:cBhvr>
                                        <p:cTn id="881" dur="1" fill="hold"/>
                                        <p:tgtEl>
                                          <p:spTgt spid="228"/>
                                        </p:tgtEl>
                                      </p:cBhvr>
                                    </p:animEffect>
                                  </p:childTnLst>
                                </p:cTn>
                              </p:par>
                              <p:par>
                                <p:cTn id="882" presetID="0" presetClass="path" presetSubtype="0" fill="hold" nodeType="withEffect">
                                  <p:stCondLst>
                                    <p:cond delay="65"/>
                                  </p:stCondLst>
                                  <p:childTnLst>
                                    <p:animMotion origin="layout" path="M 0 0 L 0.213281250 0.105555556 E" pathEditMode="relative" rAng="0">
                                      <p:cBhvr additive="base">
                                        <p:cTn id="883" dur="850" fill="hold"/>
                                        <p:tgtEl>
                                          <p:spTgt spid="228"/>
                                        </p:tgtEl>
                                        <p:attrNameLst>
                                          <p:attrName>ppt_x</p:attrName>
                                          <p:attrName>ppt_y</p:attrName>
                                        </p:attrNameLst>
                                      </p:cBhvr>
                                      <p:rCtr x="0" y="0"/>
                                    </p:animMotion>
                                  </p:childTnLst>
                                </p:cTn>
                              </p:par>
                              <p:par>
                                <p:cTn id="884" presetID="10" presetClass="exit" presetSubtype="0" fill="hold" nodeType="withEffect">
                                  <p:stCondLst>
                                    <p:cond delay="915"/>
                                  </p:stCondLst>
                                  <p:childTnLst>
                                    <p:animEffect transition="out" filter="fade">
                                      <p:cBhvr>
                                        <p:cTn id="885" dur="1" fill="hold"/>
                                        <p:tgtEl>
                                          <p:spTgt spid="228"/>
                                        </p:tgtEl>
                                      </p:cBhvr>
                                    </p:animEffect>
                                    <p:set>
                                      <p:cBhvr>
                                        <p:cTn id="886" dur="1" fill="hold">
                                          <p:stCondLst>
                                            <p:cond delay="1"/>
                                          </p:stCondLst>
                                        </p:cTn>
                                        <p:tgtEl>
                                          <p:spTgt spid="228"/>
                                        </p:tgtEl>
                                        <p:attrNameLst>
                                          <p:attrName>style.visibility</p:attrName>
                                        </p:attrNameLst>
                                      </p:cBhvr>
                                      <p:to>
                                        <p:strVal val="hidden"/>
                                      </p:to>
                                    </p:set>
                                  </p:childTnLst>
                                </p:cTn>
                              </p:par>
                              <p:par>
                                <p:cTn id="887" presetID="10" presetClass="entr" presetSubtype="0" fill="hold" nodeType="withEffect">
                                  <p:stCondLst>
                                    <p:cond delay="65"/>
                                  </p:stCondLst>
                                  <p:childTnLst>
                                    <p:set>
                                      <p:cBhvr>
                                        <p:cTn id="888" dur="1" fill="hold">
                                          <p:stCondLst>
                                            <p:cond delay="0"/>
                                          </p:stCondLst>
                                        </p:cTn>
                                        <p:tgtEl>
                                          <p:spTgt spid="229"/>
                                        </p:tgtEl>
                                        <p:attrNameLst>
                                          <p:attrName>style.visibility</p:attrName>
                                        </p:attrNameLst>
                                      </p:cBhvr>
                                      <p:to>
                                        <p:strVal val="visible"/>
                                      </p:to>
                                    </p:set>
                                    <p:animEffect transition="in" filter="fade">
                                      <p:cBhvr>
                                        <p:cTn id="889" dur="1" fill="hold"/>
                                        <p:tgtEl>
                                          <p:spTgt spid="229"/>
                                        </p:tgtEl>
                                      </p:cBhvr>
                                    </p:animEffect>
                                  </p:childTnLst>
                                </p:cTn>
                              </p:par>
                              <p:par>
                                <p:cTn id="890" presetID="0" presetClass="path" presetSubtype="0" fill="hold" nodeType="withEffect">
                                  <p:stCondLst>
                                    <p:cond delay="65"/>
                                  </p:stCondLst>
                                  <p:childTnLst>
                                    <p:animMotion origin="layout" path="M 0 0 L 0.213281250 0.204166667 E" pathEditMode="relative" rAng="0">
                                      <p:cBhvr additive="base">
                                        <p:cTn id="891" dur="850" fill="hold"/>
                                        <p:tgtEl>
                                          <p:spTgt spid="229"/>
                                        </p:tgtEl>
                                        <p:attrNameLst>
                                          <p:attrName>ppt_x</p:attrName>
                                          <p:attrName>ppt_y</p:attrName>
                                        </p:attrNameLst>
                                      </p:cBhvr>
                                      <p:rCtr x="0" y="0"/>
                                    </p:animMotion>
                                  </p:childTnLst>
                                </p:cTn>
                              </p:par>
                              <p:par>
                                <p:cTn id="892" presetID="10" presetClass="exit" presetSubtype="0" fill="hold" nodeType="withEffect">
                                  <p:stCondLst>
                                    <p:cond delay="915"/>
                                  </p:stCondLst>
                                  <p:childTnLst>
                                    <p:animEffect transition="out" filter="fade">
                                      <p:cBhvr>
                                        <p:cTn id="893" dur="1" fill="hold"/>
                                        <p:tgtEl>
                                          <p:spTgt spid="229"/>
                                        </p:tgtEl>
                                      </p:cBhvr>
                                    </p:animEffect>
                                    <p:set>
                                      <p:cBhvr>
                                        <p:cTn id="894" dur="1" fill="hold">
                                          <p:stCondLst>
                                            <p:cond delay="1"/>
                                          </p:stCondLst>
                                        </p:cTn>
                                        <p:tgtEl>
                                          <p:spTgt spid="229"/>
                                        </p:tgtEl>
                                        <p:attrNameLst>
                                          <p:attrName>style.visibility</p:attrName>
                                        </p:attrNameLst>
                                      </p:cBhvr>
                                      <p:to>
                                        <p:strVal val="hidden"/>
                                      </p:to>
                                    </p:set>
                                  </p:childTnLst>
                                </p:cTn>
                              </p:par>
                              <p:par>
                                <p:cTn id="895" presetID="10" presetClass="entr" presetSubtype="0" fill="hold" nodeType="withEffect">
                                  <p:stCondLst>
                                    <p:cond delay="65"/>
                                  </p:stCondLst>
                                  <p:childTnLst>
                                    <p:set>
                                      <p:cBhvr>
                                        <p:cTn id="896" dur="1" fill="hold">
                                          <p:stCondLst>
                                            <p:cond delay="0"/>
                                          </p:stCondLst>
                                        </p:cTn>
                                        <p:tgtEl>
                                          <p:spTgt spid="230"/>
                                        </p:tgtEl>
                                        <p:attrNameLst>
                                          <p:attrName>style.visibility</p:attrName>
                                        </p:attrNameLst>
                                      </p:cBhvr>
                                      <p:to>
                                        <p:strVal val="visible"/>
                                      </p:to>
                                    </p:set>
                                    <p:animEffect transition="in" filter="fade">
                                      <p:cBhvr>
                                        <p:cTn id="897" dur="1" fill="hold"/>
                                        <p:tgtEl>
                                          <p:spTgt spid="230"/>
                                        </p:tgtEl>
                                      </p:cBhvr>
                                    </p:animEffect>
                                  </p:childTnLst>
                                </p:cTn>
                              </p:par>
                              <p:par>
                                <p:cTn id="898" presetID="0" presetClass="path" presetSubtype="0" fill="hold" nodeType="withEffect">
                                  <p:stCondLst>
                                    <p:cond delay="65"/>
                                  </p:stCondLst>
                                  <p:childTnLst>
                                    <p:animMotion origin="layout" path="M 0 0 L 0.213281250 0.302777778 E" pathEditMode="relative" rAng="0">
                                      <p:cBhvr additive="base">
                                        <p:cTn id="899" dur="850" fill="hold"/>
                                        <p:tgtEl>
                                          <p:spTgt spid="230"/>
                                        </p:tgtEl>
                                        <p:attrNameLst>
                                          <p:attrName>ppt_x</p:attrName>
                                          <p:attrName>ppt_y</p:attrName>
                                        </p:attrNameLst>
                                      </p:cBhvr>
                                      <p:rCtr x="0" y="0"/>
                                    </p:animMotion>
                                  </p:childTnLst>
                                </p:cTn>
                              </p:par>
                              <p:par>
                                <p:cTn id="900" presetID="10" presetClass="exit" presetSubtype="0" fill="hold" nodeType="withEffect">
                                  <p:stCondLst>
                                    <p:cond delay="915"/>
                                  </p:stCondLst>
                                  <p:childTnLst>
                                    <p:animEffect transition="out" filter="fade">
                                      <p:cBhvr>
                                        <p:cTn id="901" dur="1" fill="hold"/>
                                        <p:tgtEl>
                                          <p:spTgt spid="230"/>
                                        </p:tgtEl>
                                      </p:cBhvr>
                                    </p:animEffect>
                                    <p:set>
                                      <p:cBhvr>
                                        <p:cTn id="902" dur="1" fill="hold">
                                          <p:stCondLst>
                                            <p:cond delay="1"/>
                                          </p:stCondLst>
                                        </p:cTn>
                                        <p:tgtEl>
                                          <p:spTgt spid="230"/>
                                        </p:tgtEl>
                                        <p:attrNameLst>
                                          <p:attrName>style.visibility</p:attrName>
                                        </p:attrNameLst>
                                      </p:cBhvr>
                                      <p:to>
                                        <p:strVal val="hidden"/>
                                      </p:to>
                                    </p:set>
                                  </p:childTnLst>
                                </p:cTn>
                              </p:par>
                              <p:par>
                                <p:cTn id="903" presetID="10" presetClass="entr" presetSubtype="0" fill="hold" nodeType="withEffect">
                                  <p:stCondLst>
                                    <p:cond delay="130"/>
                                  </p:stCondLst>
                                  <p:childTnLst>
                                    <p:set>
                                      <p:cBhvr>
                                        <p:cTn id="904" dur="1" fill="hold">
                                          <p:stCondLst>
                                            <p:cond delay="0"/>
                                          </p:stCondLst>
                                        </p:cTn>
                                        <p:tgtEl>
                                          <p:spTgt spid="231"/>
                                        </p:tgtEl>
                                        <p:attrNameLst>
                                          <p:attrName>style.visibility</p:attrName>
                                        </p:attrNameLst>
                                      </p:cBhvr>
                                      <p:to>
                                        <p:strVal val="visible"/>
                                      </p:to>
                                    </p:set>
                                    <p:animEffect transition="in" filter="fade">
                                      <p:cBhvr>
                                        <p:cTn id="905" dur="1" fill="hold"/>
                                        <p:tgtEl>
                                          <p:spTgt spid="231"/>
                                        </p:tgtEl>
                                      </p:cBhvr>
                                    </p:animEffect>
                                  </p:childTnLst>
                                </p:cTn>
                              </p:par>
                              <p:par>
                                <p:cTn id="906" presetID="0" presetClass="path" presetSubtype="0" fill="hold" nodeType="withEffect">
                                  <p:stCondLst>
                                    <p:cond delay="130"/>
                                  </p:stCondLst>
                                  <p:childTnLst>
                                    <p:animMotion origin="layout" path="M 0 0 L 0.213281250 -0.483333333 E" pathEditMode="relative" rAng="0">
                                      <p:cBhvr additive="base">
                                        <p:cTn id="907" dur="850" fill="hold"/>
                                        <p:tgtEl>
                                          <p:spTgt spid="231"/>
                                        </p:tgtEl>
                                        <p:attrNameLst>
                                          <p:attrName>ppt_x</p:attrName>
                                          <p:attrName>ppt_y</p:attrName>
                                        </p:attrNameLst>
                                      </p:cBhvr>
                                      <p:rCtr x="0" y="0"/>
                                    </p:animMotion>
                                  </p:childTnLst>
                                </p:cTn>
                              </p:par>
                              <p:par>
                                <p:cTn id="908" presetID="10" presetClass="exit" presetSubtype="0" fill="hold" nodeType="withEffect">
                                  <p:stCondLst>
                                    <p:cond delay="980"/>
                                  </p:stCondLst>
                                  <p:childTnLst>
                                    <p:animEffect transition="out" filter="fade">
                                      <p:cBhvr>
                                        <p:cTn id="909" dur="1" fill="hold"/>
                                        <p:tgtEl>
                                          <p:spTgt spid="231"/>
                                        </p:tgtEl>
                                      </p:cBhvr>
                                    </p:animEffect>
                                    <p:set>
                                      <p:cBhvr>
                                        <p:cTn id="910" dur="1" fill="hold">
                                          <p:stCondLst>
                                            <p:cond delay="1"/>
                                          </p:stCondLst>
                                        </p:cTn>
                                        <p:tgtEl>
                                          <p:spTgt spid="231"/>
                                        </p:tgtEl>
                                        <p:attrNameLst>
                                          <p:attrName>style.visibility</p:attrName>
                                        </p:attrNameLst>
                                      </p:cBhvr>
                                      <p:to>
                                        <p:strVal val="hidden"/>
                                      </p:to>
                                    </p:set>
                                  </p:childTnLst>
                                </p:cTn>
                              </p:par>
                              <p:par>
                                <p:cTn id="911" presetID="10" presetClass="entr" presetSubtype="0" fill="hold" nodeType="withEffect">
                                  <p:stCondLst>
                                    <p:cond delay="130"/>
                                  </p:stCondLst>
                                  <p:childTnLst>
                                    <p:set>
                                      <p:cBhvr>
                                        <p:cTn id="912" dur="1" fill="hold">
                                          <p:stCondLst>
                                            <p:cond delay="0"/>
                                          </p:stCondLst>
                                        </p:cTn>
                                        <p:tgtEl>
                                          <p:spTgt spid="232"/>
                                        </p:tgtEl>
                                        <p:attrNameLst>
                                          <p:attrName>style.visibility</p:attrName>
                                        </p:attrNameLst>
                                      </p:cBhvr>
                                      <p:to>
                                        <p:strVal val="visible"/>
                                      </p:to>
                                    </p:set>
                                    <p:animEffect transition="in" filter="fade">
                                      <p:cBhvr>
                                        <p:cTn id="913" dur="1" fill="hold"/>
                                        <p:tgtEl>
                                          <p:spTgt spid="232"/>
                                        </p:tgtEl>
                                      </p:cBhvr>
                                    </p:animEffect>
                                  </p:childTnLst>
                                </p:cTn>
                              </p:par>
                              <p:par>
                                <p:cTn id="914" presetID="0" presetClass="path" presetSubtype="0" fill="hold" nodeType="withEffect">
                                  <p:stCondLst>
                                    <p:cond delay="130"/>
                                  </p:stCondLst>
                                  <p:childTnLst>
                                    <p:animMotion origin="layout" path="M 0 0 L 0.213281250 -0.384722222 E" pathEditMode="relative" rAng="0">
                                      <p:cBhvr additive="base">
                                        <p:cTn id="915" dur="850" fill="hold"/>
                                        <p:tgtEl>
                                          <p:spTgt spid="232"/>
                                        </p:tgtEl>
                                        <p:attrNameLst>
                                          <p:attrName>ppt_x</p:attrName>
                                          <p:attrName>ppt_y</p:attrName>
                                        </p:attrNameLst>
                                      </p:cBhvr>
                                      <p:rCtr x="0" y="0"/>
                                    </p:animMotion>
                                  </p:childTnLst>
                                </p:cTn>
                              </p:par>
                              <p:par>
                                <p:cTn id="916" presetID="10" presetClass="exit" presetSubtype="0" fill="hold" nodeType="withEffect">
                                  <p:stCondLst>
                                    <p:cond delay="980"/>
                                  </p:stCondLst>
                                  <p:childTnLst>
                                    <p:animEffect transition="out" filter="fade">
                                      <p:cBhvr>
                                        <p:cTn id="917" dur="1" fill="hold"/>
                                        <p:tgtEl>
                                          <p:spTgt spid="232"/>
                                        </p:tgtEl>
                                      </p:cBhvr>
                                    </p:animEffect>
                                    <p:set>
                                      <p:cBhvr>
                                        <p:cTn id="918" dur="1" fill="hold">
                                          <p:stCondLst>
                                            <p:cond delay="1"/>
                                          </p:stCondLst>
                                        </p:cTn>
                                        <p:tgtEl>
                                          <p:spTgt spid="232"/>
                                        </p:tgtEl>
                                        <p:attrNameLst>
                                          <p:attrName>style.visibility</p:attrName>
                                        </p:attrNameLst>
                                      </p:cBhvr>
                                      <p:to>
                                        <p:strVal val="hidden"/>
                                      </p:to>
                                    </p:set>
                                  </p:childTnLst>
                                </p:cTn>
                              </p:par>
                              <p:par>
                                <p:cTn id="919" presetID="10" presetClass="entr" presetSubtype="0" fill="hold" nodeType="withEffect">
                                  <p:stCondLst>
                                    <p:cond delay="130"/>
                                  </p:stCondLst>
                                  <p:childTnLst>
                                    <p:set>
                                      <p:cBhvr>
                                        <p:cTn id="920" dur="1" fill="hold">
                                          <p:stCondLst>
                                            <p:cond delay="0"/>
                                          </p:stCondLst>
                                        </p:cTn>
                                        <p:tgtEl>
                                          <p:spTgt spid="233"/>
                                        </p:tgtEl>
                                        <p:attrNameLst>
                                          <p:attrName>style.visibility</p:attrName>
                                        </p:attrNameLst>
                                      </p:cBhvr>
                                      <p:to>
                                        <p:strVal val="visible"/>
                                      </p:to>
                                    </p:set>
                                    <p:animEffect transition="in" filter="fade">
                                      <p:cBhvr>
                                        <p:cTn id="921" dur="1" fill="hold"/>
                                        <p:tgtEl>
                                          <p:spTgt spid="233"/>
                                        </p:tgtEl>
                                      </p:cBhvr>
                                    </p:animEffect>
                                  </p:childTnLst>
                                </p:cTn>
                              </p:par>
                              <p:par>
                                <p:cTn id="922" presetID="0" presetClass="path" presetSubtype="0" fill="hold" nodeType="withEffect">
                                  <p:stCondLst>
                                    <p:cond delay="130"/>
                                  </p:stCondLst>
                                  <p:childTnLst>
                                    <p:animMotion origin="layout" path="M 0 0 L 0.213281250 -0.286111111 E" pathEditMode="relative" rAng="0">
                                      <p:cBhvr additive="base">
                                        <p:cTn id="923" dur="850" fill="hold"/>
                                        <p:tgtEl>
                                          <p:spTgt spid="233"/>
                                        </p:tgtEl>
                                        <p:attrNameLst>
                                          <p:attrName>ppt_x</p:attrName>
                                          <p:attrName>ppt_y</p:attrName>
                                        </p:attrNameLst>
                                      </p:cBhvr>
                                      <p:rCtr x="0" y="0"/>
                                    </p:animMotion>
                                  </p:childTnLst>
                                </p:cTn>
                              </p:par>
                              <p:par>
                                <p:cTn id="924" presetID="10" presetClass="exit" presetSubtype="0" fill="hold" nodeType="withEffect">
                                  <p:stCondLst>
                                    <p:cond delay="980"/>
                                  </p:stCondLst>
                                  <p:childTnLst>
                                    <p:animEffect transition="out" filter="fade">
                                      <p:cBhvr>
                                        <p:cTn id="925" dur="1" fill="hold"/>
                                        <p:tgtEl>
                                          <p:spTgt spid="233"/>
                                        </p:tgtEl>
                                      </p:cBhvr>
                                    </p:animEffect>
                                    <p:set>
                                      <p:cBhvr>
                                        <p:cTn id="926" dur="1" fill="hold">
                                          <p:stCondLst>
                                            <p:cond delay="1"/>
                                          </p:stCondLst>
                                        </p:cTn>
                                        <p:tgtEl>
                                          <p:spTgt spid="233"/>
                                        </p:tgtEl>
                                        <p:attrNameLst>
                                          <p:attrName>style.visibility</p:attrName>
                                        </p:attrNameLst>
                                      </p:cBhvr>
                                      <p:to>
                                        <p:strVal val="hidden"/>
                                      </p:to>
                                    </p:set>
                                  </p:childTnLst>
                                </p:cTn>
                              </p:par>
                              <p:par>
                                <p:cTn id="927" presetID="10" presetClass="entr" presetSubtype="0" fill="hold" nodeType="withEffect">
                                  <p:stCondLst>
                                    <p:cond delay="130"/>
                                  </p:stCondLst>
                                  <p:childTnLst>
                                    <p:set>
                                      <p:cBhvr>
                                        <p:cTn id="928" dur="1" fill="hold">
                                          <p:stCondLst>
                                            <p:cond delay="0"/>
                                          </p:stCondLst>
                                        </p:cTn>
                                        <p:tgtEl>
                                          <p:spTgt spid="234"/>
                                        </p:tgtEl>
                                        <p:attrNameLst>
                                          <p:attrName>style.visibility</p:attrName>
                                        </p:attrNameLst>
                                      </p:cBhvr>
                                      <p:to>
                                        <p:strVal val="visible"/>
                                      </p:to>
                                    </p:set>
                                    <p:animEffect transition="in" filter="fade">
                                      <p:cBhvr>
                                        <p:cTn id="929" dur="1" fill="hold"/>
                                        <p:tgtEl>
                                          <p:spTgt spid="234"/>
                                        </p:tgtEl>
                                      </p:cBhvr>
                                    </p:animEffect>
                                  </p:childTnLst>
                                </p:cTn>
                              </p:par>
                              <p:par>
                                <p:cTn id="930" presetID="0" presetClass="path" presetSubtype="0" fill="hold" nodeType="withEffect">
                                  <p:stCondLst>
                                    <p:cond delay="130"/>
                                  </p:stCondLst>
                                  <p:childTnLst>
                                    <p:animMotion origin="layout" path="M 0 0 L 0.213281250 -0.187500000 E" pathEditMode="relative" rAng="0">
                                      <p:cBhvr additive="base">
                                        <p:cTn id="931" dur="850" fill="hold"/>
                                        <p:tgtEl>
                                          <p:spTgt spid="234"/>
                                        </p:tgtEl>
                                        <p:attrNameLst>
                                          <p:attrName>ppt_x</p:attrName>
                                          <p:attrName>ppt_y</p:attrName>
                                        </p:attrNameLst>
                                      </p:cBhvr>
                                      <p:rCtr x="0" y="0"/>
                                    </p:animMotion>
                                  </p:childTnLst>
                                </p:cTn>
                              </p:par>
                              <p:par>
                                <p:cTn id="932" presetID="10" presetClass="exit" presetSubtype="0" fill="hold" nodeType="withEffect">
                                  <p:stCondLst>
                                    <p:cond delay="980"/>
                                  </p:stCondLst>
                                  <p:childTnLst>
                                    <p:animEffect transition="out" filter="fade">
                                      <p:cBhvr>
                                        <p:cTn id="933" dur="1" fill="hold"/>
                                        <p:tgtEl>
                                          <p:spTgt spid="234"/>
                                        </p:tgtEl>
                                      </p:cBhvr>
                                    </p:animEffect>
                                    <p:set>
                                      <p:cBhvr>
                                        <p:cTn id="934" dur="1" fill="hold">
                                          <p:stCondLst>
                                            <p:cond delay="1"/>
                                          </p:stCondLst>
                                        </p:cTn>
                                        <p:tgtEl>
                                          <p:spTgt spid="234"/>
                                        </p:tgtEl>
                                        <p:attrNameLst>
                                          <p:attrName>style.visibility</p:attrName>
                                        </p:attrNameLst>
                                      </p:cBhvr>
                                      <p:to>
                                        <p:strVal val="hidden"/>
                                      </p:to>
                                    </p:set>
                                  </p:childTnLst>
                                </p:cTn>
                              </p:par>
                              <p:par>
                                <p:cTn id="935" presetID="10" presetClass="entr" presetSubtype="0" fill="hold" nodeType="withEffect">
                                  <p:stCondLst>
                                    <p:cond delay="130"/>
                                  </p:stCondLst>
                                  <p:childTnLst>
                                    <p:set>
                                      <p:cBhvr>
                                        <p:cTn id="936" dur="1" fill="hold">
                                          <p:stCondLst>
                                            <p:cond delay="0"/>
                                          </p:stCondLst>
                                        </p:cTn>
                                        <p:tgtEl>
                                          <p:spTgt spid="235"/>
                                        </p:tgtEl>
                                        <p:attrNameLst>
                                          <p:attrName>style.visibility</p:attrName>
                                        </p:attrNameLst>
                                      </p:cBhvr>
                                      <p:to>
                                        <p:strVal val="visible"/>
                                      </p:to>
                                    </p:set>
                                    <p:animEffect transition="in" filter="fade">
                                      <p:cBhvr>
                                        <p:cTn id="937" dur="1" fill="hold"/>
                                        <p:tgtEl>
                                          <p:spTgt spid="235"/>
                                        </p:tgtEl>
                                      </p:cBhvr>
                                    </p:animEffect>
                                  </p:childTnLst>
                                </p:cTn>
                              </p:par>
                              <p:par>
                                <p:cTn id="938" presetID="0" presetClass="path" presetSubtype="0" fill="hold" nodeType="withEffect">
                                  <p:stCondLst>
                                    <p:cond delay="130"/>
                                  </p:stCondLst>
                                  <p:childTnLst>
                                    <p:animMotion origin="layout" path="M 0 0 L 0.213281250 -0.088888889 E" pathEditMode="relative" rAng="0">
                                      <p:cBhvr additive="base">
                                        <p:cTn id="939" dur="850" fill="hold"/>
                                        <p:tgtEl>
                                          <p:spTgt spid="235"/>
                                        </p:tgtEl>
                                        <p:attrNameLst>
                                          <p:attrName>ppt_x</p:attrName>
                                          <p:attrName>ppt_y</p:attrName>
                                        </p:attrNameLst>
                                      </p:cBhvr>
                                      <p:rCtr x="0" y="0"/>
                                    </p:animMotion>
                                  </p:childTnLst>
                                </p:cTn>
                              </p:par>
                              <p:par>
                                <p:cTn id="940" presetID="10" presetClass="exit" presetSubtype="0" fill="hold" nodeType="withEffect">
                                  <p:stCondLst>
                                    <p:cond delay="980"/>
                                  </p:stCondLst>
                                  <p:childTnLst>
                                    <p:animEffect transition="out" filter="fade">
                                      <p:cBhvr>
                                        <p:cTn id="941" dur="1" fill="hold"/>
                                        <p:tgtEl>
                                          <p:spTgt spid="235"/>
                                        </p:tgtEl>
                                      </p:cBhvr>
                                    </p:animEffect>
                                    <p:set>
                                      <p:cBhvr>
                                        <p:cTn id="942" dur="1" fill="hold">
                                          <p:stCondLst>
                                            <p:cond delay="1"/>
                                          </p:stCondLst>
                                        </p:cTn>
                                        <p:tgtEl>
                                          <p:spTgt spid="235"/>
                                        </p:tgtEl>
                                        <p:attrNameLst>
                                          <p:attrName>style.visibility</p:attrName>
                                        </p:attrNameLst>
                                      </p:cBhvr>
                                      <p:to>
                                        <p:strVal val="hidden"/>
                                      </p:to>
                                    </p:set>
                                  </p:childTnLst>
                                </p:cTn>
                              </p:par>
                              <p:par>
                                <p:cTn id="943" presetID="10" presetClass="entr" presetSubtype="0" fill="hold" nodeType="withEffect">
                                  <p:stCondLst>
                                    <p:cond delay="130"/>
                                  </p:stCondLst>
                                  <p:childTnLst>
                                    <p:set>
                                      <p:cBhvr>
                                        <p:cTn id="944" dur="1" fill="hold">
                                          <p:stCondLst>
                                            <p:cond delay="0"/>
                                          </p:stCondLst>
                                        </p:cTn>
                                        <p:tgtEl>
                                          <p:spTgt spid="236"/>
                                        </p:tgtEl>
                                        <p:attrNameLst>
                                          <p:attrName>style.visibility</p:attrName>
                                        </p:attrNameLst>
                                      </p:cBhvr>
                                      <p:to>
                                        <p:strVal val="visible"/>
                                      </p:to>
                                    </p:set>
                                    <p:animEffect transition="in" filter="fade">
                                      <p:cBhvr>
                                        <p:cTn id="945" dur="1" fill="hold"/>
                                        <p:tgtEl>
                                          <p:spTgt spid="236"/>
                                        </p:tgtEl>
                                      </p:cBhvr>
                                    </p:animEffect>
                                  </p:childTnLst>
                                </p:cTn>
                              </p:par>
                              <p:par>
                                <p:cTn id="946" presetID="0" presetClass="path" presetSubtype="0" fill="hold" nodeType="withEffect">
                                  <p:stCondLst>
                                    <p:cond delay="130"/>
                                  </p:stCondLst>
                                  <p:childTnLst>
                                    <p:animMotion origin="layout" path="M 0 0 L 0.213281250 0.009722222 E" pathEditMode="relative" rAng="0">
                                      <p:cBhvr additive="base">
                                        <p:cTn id="947" dur="850" fill="hold"/>
                                        <p:tgtEl>
                                          <p:spTgt spid="236"/>
                                        </p:tgtEl>
                                        <p:attrNameLst>
                                          <p:attrName>ppt_x</p:attrName>
                                          <p:attrName>ppt_y</p:attrName>
                                        </p:attrNameLst>
                                      </p:cBhvr>
                                      <p:rCtr x="0" y="0"/>
                                    </p:animMotion>
                                  </p:childTnLst>
                                </p:cTn>
                              </p:par>
                              <p:par>
                                <p:cTn id="948" presetID="10" presetClass="exit" presetSubtype="0" fill="hold" nodeType="withEffect">
                                  <p:stCondLst>
                                    <p:cond delay="980"/>
                                  </p:stCondLst>
                                  <p:childTnLst>
                                    <p:animEffect transition="out" filter="fade">
                                      <p:cBhvr>
                                        <p:cTn id="949" dur="1" fill="hold"/>
                                        <p:tgtEl>
                                          <p:spTgt spid="236"/>
                                        </p:tgtEl>
                                      </p:cBhvr>
                                    </p:animEffect>
                                    <p:set>
                                      <p:cBhvr>
                                        <p:cTn id="950" dur="1" fill="hold">
                                          <p:stCondLst>
                                            <p:cond delay="1"/>
                                          </p:stCondLst>
                                        </p:cTn>
                                        <p:tgtEl>
                                          <p:spTgt spid="236"/>
                                        </p:tgtEl>
                                        <p:attrNameLst>
                                          <p:attrName>style.visibility</p:attrName>
                                        </p:attrNameLst>
                                      </p:cBhvr>
                                      <p:to>
                                        <p:strVal val="hidden"/>
                                      </p:to>
                                    </p:set>
                                  </p:childTnLst>
                                </p:cTn>
                              </p:par>
                              <p:par>
                                <p:cTn id="951" presetID="10" presetClass="entr" presetSubtype="0" fill="hold" nodeType="withEffect">
                                  <p:stCondLst>
                                    <p:cond delay="130"/>
                                  </p:stCondLst>
                                  <p:childTnLst>
                                    <p:set>
                                      <p:cBhvr>
                                        <p:cTn id="952" dur="1" fill="hold">
                                          <p:stCondLst>
                                            <p:cond delay="0"/>
                                          </p:stCondLst>
                                        </p:cTn>
                                        <p:tgtEl>
                                          <p:spTgt spid="237"/>
                                        </p:tgtEl>
                                        <p:attrNameLst>
                                          <p:attrName>style.visibility</p:attrName>
                                        </p:attrNameLst>
                                      </p:cBhvr>
                                      <p:to>
                                        <p:strVal val="visible"/>
                                      </p:to>
                                    </p:set>
                                    <p:animEffect transition="in" filter="fade">
                                      <p:cBhvr>
                                        <p:cTn id="953" dur="1" fill="hold"/>
                                        <p:tgtEl>
                                          <p:spTgt spid="237"/>
                                        </p:tgtEl>
                                      </p:cBhvr>
                                    </p:animEffect>
                                  </p:childTnLst>
                                </p:cTn>
                              </p:par>
                              <p:par>
                                <p:cTn id="954" presetID="0" presetClass="path" presetSubtype="0" fill="hold" nodeType="withEffect">
                                  <p:stCondLst>
                                    <p:cond delay="130"/>
                                  </p:stCondLst>
                                  <p:childTnLst>
                                    <p:animMotion origin="layout" path="M 0 0 L 0.213281250 0.108333333 E" pathEditMode="relative" rAng="0">
                                      <p:cBhvr additive="base">
                                        <p:cTn id="955" dur="850" fill="hold"/>
                                        <p:tgtEl>
                                          <p:spTgt spid="237"/>
                                        </p:tgtEl>
                                        <p:attrNameLst>
                                          <p:attrName>ppt_x</p:attrName>
                                          <p:attrName>ppt_y</p:attrName>
                                        </p:attrNameLst>
                                      </p:cBhvr>
                                      <p:rCtr x="0" y="0"/>
                                    </p:animMotion>
                                  </p:childTnLst>
                                </p:cTn>
                              </p:par>
                              <p:par>
                                <p:cTn id="956" presetID="10" presetClass="exit" presetSubtype="0" fill="hold" nodeType="withEffect">
                                  <p:stCondLst>
                                    <p:cond delay="980"/>
                                  </p:stCondLst>
                                  <p:childTnLst>
                                    <p:animEffect transition="out" filter="fade">
                                      <p:cBhvr>
                                        <p:cTn id="957" dur="1" fill="hold"/>
                                        <p:tgtEl>
                                          <p:spTgt spid="237"/>
                                        </p:tgtEl>
                                      </p:cBhvr>
                                    </p:animEffect>
                                    <p:set>
                                      <p:cBhvr>
                                        <p:cTn id="958" dur="1" fill="hold">
                                          <p:stCondLst>
                                            <p:cond delay="1"/>
                                          </p:stCondLst>
                                        </p:cTn>
                                        <p:tgtEl>
                                          <p:spTgt spid="237"/>
                                        </p:tgtEl>
                                        <p:attrNameLst>
                                          <p:attrName>style.visibility</p:attrName>
                                        </p:attrNameLst>
                                      </p:cBhvr>
                                      <p:to>
                                        <p:strVal val="hidden"/>
                                      </p:to>
                                    </p:set>
                                  </p:childTnLst>
                                </p:cTn>
                              </p:par>
                              <p:par>
                                <p:cTn id="959" presetID="10" presetClass="entr" presetSubtype="0" fill="hold" nodeType="withEffect">
                                  <p:stCondLst>
                                    <p:cond delay="1050"/>
                                  </p:stCondLst>
                                  <p:childTnLst>
                                    <p:set>
                                      <p:cBhvr>
                                        <p:cTn id="960" dur="1" fill="hold">
                                          <p:stCondLst>
                                            <p:cond delay="0"/>
                                          </p:stCondLst>
                                        </p:cTn>
                                        <p:tgtEl>
                                          <p:spTgt spid="169"/>
                                        </p:tgtEl>
                                        <p:attrNameLst>
                                          <p:attrName>style.visibility</p:attrName>
                                        </p:attrNameLst>
                                      </p:cBhvr>
                                      <p:to>
                                        <p:strVal val="visible"/>
                                      </p:to>
                                    </p:set>
                                    <p:animEffect transition="in" filter="fade">
                                      <p:cBhvr>
                                        <p:cTn id="961" dur="250" fill="hold"/>
                                        <p:tgtEl>
                                          <p:spTgt spid="169"/>
                                        </p:tgtEl>
                                      </p:cBhvr>
                                    </p:animEffect>
                                  </p:childTnLst>
                                </p:cTn>
                              </p:par>
                              <p:par>
                                <p:cTn id="962" presetID="10" presetClass="entr" presetSubtype="0" fill="hold" nodeType="withEffect">
                                  <p:stCondLst>
                                    <p:cond delay="1180"/>
                                  </p:stCondLst>
                                  <p:childTnLst>
                                    <p:set>
                                      <p:cBhvr>
                                        <p:cTn id="963" dur="1" fill="hold">
                                          <p:stCondLst>
                                            <p:cond delay="0"/>
                                          </p:stCondLst>
                                        </p:cTn>
                                        <p:tgtEl>
                                          <p:spTgt spid="170"/>
                                        </p:tgtEl>
                                        <p:attrNameLst>
                                          <p:attrName>style.visibility</p:attrName>
                                        </p:attrNameLst>
                                      </p:cBhvr>
                                      <p:to>
                                        <p:strVal val="visible"/>
                                      </p:to>
                                    </p:set>
                                    <p:animEffect transition="in" filter="fade">
                                      <p:cBhvr>
                                        <p:cTn id="964" dur="250" fill="hold"/>
                                        <p:tgtEl>
                                          <p:spTgt spid="170"/>
                                        </p:tgtEl>
                                      </p:cBhvr>
                                    </p:animEffect>
                                  </p:childTnLst>
                                </p:cTn>
                              </p:par>
                              <p:par>
                                <p:cTn id="965" presetID="10" presetClass="entr" presetSubtype="0" fill="hold" nodeType="withEffect">
                                  <p:stCondLst>
                                    <p:cond delay="1310"/>
                                  </p:stCondLst>
                                  <p:childTnLst>
                                    <p:set>
                                      <p:cBhvr>
                                        <p:cTn id="966" dur="1" fill="hold">
                                          <p:stCondLst>
                                            <p:cond delay="0"/>
                                          </p:stCondLst>
                                        </p:cTn>
                                        <p:tgtEl>
                                          <p:spTgt spid="171"/>
                                        </p:tgtEl>
                                        <p:attrNameLst>
                                          <p:attrName>style.visibility</p:attrName>
                                        </p:attrNameLst>
                                      </p:cBhvr>
                                      <p:to>
                                        <p:strVal val="visible"/>
                                      </p:to>
                                    </p:set>
                                    <p:animEffect transition="in" filter="fade">
                                      <p:cBhvr>
                                        <p:cTn id="967" dur="250" fill="hold"/>
                                        <p:tgtEl>
                                          <p:spTgt spid="171"/>
                                        </p:tgtEl>
                                      </p:cBhvr>
                                    </p:animEffect>
                                  </p:childTnLst>
                                </p:cTn>
                              </p:par>
                              <p:par>
                                <p:cTn id="968" presetID="10" presetClass="entr" presetSubtype="0" fill="hold" nodeType="withEffect">
                                  <p:stCondLst>
                                    <p:cond delay="1440"/>
                                  </p:stCondLst>
                                  <p:childTnLst>
                                    <p:set>
                                      <p:cBhvr>
                                        <p:cTn id="969" dur="1" fill="hold">
                                          <p:stCondLst>
                                            <p:cond delay="0"/>
                                          </p:stCondLst>
                                        </p:cTn>
                                        <p:tgtEl>
                                          <p:spTgt spid="172"/>
                                        </p:tgtEl>
                                        <p:attrNameLst>
                                          <p:attrName>style.visibility</p:attrName>
                                        </p:attrNameLst>
                                      </p:cBhvr>
                                      <p:to>
                                        <p:strVal val="visible"/>
                                      </p:to>
                                    </p:set>
                                    <p:animEffect transition="in" filter="fade">
                                      <p:cBhvr>
                                        <p:cTn id="970" dur="250" fill="hold"/>
                                        <p:tgtEl>
                                          <p:spTgt spid="172"/>
                                        </p:tgtEl>
                                      </p:cBhvr>
                                    </p:animEffect>
                                  </p:childTnLst>
                                </p:cTn>
                              </p:par>
                              <p:par>
                                <p:cTn id="971" presetID="10" presetClass="entr" presetSubtype="0" fill="hold" nodeType="withEffect">
                                  <p:stCondLst>
                                    <p:cond delay="1570"/>
                                  </p:stCondLst>
                                  <p:childTnLst>
                                    <p:set>
                                      <p:cBhvr>
                                        <p:cTn id="972" dur="1" fill="hold">
                                          <p:stCondLst>
                                            <p:cond delay="0"/>
                                          </p:stCondLst>
                                        </p:cTn>
                                        <p:tgtEl>
                                          <p:spTgt spid="173"/>
                                        </p:tgtEl>
                                        <p:attrNameLst>
                                          <p:attrName>style.visibility</p:attrName>
                                        </p:attrNameLst>
                                      </p:cBhvr>
                                      <p:to>
                                        <p:strVal val="visible"/>
                                      </p:to>
                                    </p:set>
                                    <p:animEffect transition="in" filter="fade">
                                      <p:cBhvr>
                                        <p:cTn id="973" dur="250" fill="hold"/>
                                        <p:tgtEl>
                                          <p:spTgt spid="173"/>
                                        </p:tgtEl>
                                      </p:cBhvr>
                                    </p:animEffect>
                                  </p:childTnLst>
                                </p:cTn>
                              </p:par>
                              <p:par>
                                <p:cTn id="974" presetID="10" presetClass="entr" presetSubtype="0" fill="hold" nodeType="withEffect">
                                  <p:stCondLst>
                                    <p:cond delay="1700"/>
                                  </p:stCondLst>
                                  <p:childTnLst>
                                    <p:set>
                                      <p:cBhvr>
                                        <p:cTn id="975" dur="1" fill="hold">
                                          <p:stCondLst>
                                            <p:cond delay="0"/>
                                          </p:stCondLst>
                                        </p:cTn>
                                        <p:tgtEl>
                                          <p:spTgt spid="174"/>
                                        </p:tgtEl>
                                        <p:attrNameLst>
                                          <p:attrName>style.visibility</p:attrName>
                                        </p:attrNameLst>
                                      </p:cBhvr>
                                      <p:to>
                                        <p:strVal val="visible"/>
                                      </p:to>
                                    </p:set>
                                    <p:animEffect transition="in" filter="fade">
                                      <p:cBhvr>
                                        <p:cTn id="976" dur="250" fill="hold"/>
                                        <p:tgtEl>
                                          <p:spTgt spid="174"/>
                                        </p:tgtEl>
                                      </p:cBhvr>
                                    </p:animEffect>
                                  </p:childTnLst>
                                </p:cTn>
                              </p:par>
                              <p:par>
                                <p:cTn id="977" presetID="10" presetClass="entr" presetSubtype="0" fill="hold" nodeType="withEffect">
                                  <p:stCondLst>
                                    <p:cond delay="1830"/>
                                  </p:stCondLst>
                                  <p:childTnLst>
                                    <p:set>
                                      <p:cBhvr>
                                        <p:cTn id="978" dur="1" fill="hold">
                                          <p:stCondLst>
                                            <p:cond delay="0"/>
                                          </p:stCondLst>
                                        </p:cTn>
                                        <p:tgtEl>
                                          <p:spTgt spid="175"/>
                                        </p:tgtEl>
                                        <p:attrNameLst>
                                          <p:attrName>style.visibility</p:attrName>
                                        </p:attrNameLst>
                                      </p:cBhvr>
                                      <p:to>
                                        <p:strVal val="visible"/>
                                      </p:to>
                                    </p:set>
                                    <p:animEffect transition="in" filter="fade">
                                      <p:cBhvr>
                                        <p:cTn id="979" dur="250" fill="hold"/>
                                        <p:tgtEl>
                                          <p:spTgt spid="175"/>
                                        </p:tgtEl>
                                      </p:cBhvr>
                                    </p:animEffect>
                                  </p:childTnLst>
                                </p:cTn>
                              </p:par>
                              <p:par>
                                <p:cTn id="980" presetID="10" presetClass="exit" presetSubtype="0" fill="hold" nodeType="withEffect">
                                  <p:stCondLst>
                                    <p:cond delay="0"/>
                                  </p:stCondLst>
                                  <p:childTnLst>
                                    <p:animEffect transition="out" filter="fade">
                                      <p:cBhvr>
                                        <p:cTn id="981" dur="200" fill="hold"/>
                                        <p:tgtEl>
                                          <p:spTgt spid="176"/>
                                        </p:tgtEl>
                                      </p:cBhvr>
                                    </p:animEffect>
                                    <p:set>
                                      <p:cBhvr>
                                        <p:cTn id="982" dur="1" fill="hold">
                                          <p:stCondLst>
                                            <p:cond delay="200"/>
                                          </p:stCondLst>
                                        </p:cTn>
                                        <p:tgtEl>
                                          <p:spTgt spid="176"/>
                                        </p:tgtEl>
                                        <p:attrNameLst>
                                          <p:attrName>style.visibility</p:attrName>
                                        </p:attrNameLst>
                                      </p:cBhvr>
                                      <p:to>
                                        <p:strVal val="hidden"/>
                                      </p:to>
                                    </p:set>
                                  </p:childTnLst>
                                </p:cTn>
                              </p:par>
                              <p:par>
                                <p:cTn id="983" presetID="10" presetClass="entr" presetSubtype="0" fill="hold" nodeType="withEffect">
                                  <p:stCondLst>
                                    <p:cond delay="1800"/>
                                  </p:stCondLst>
                                  <p:childTnLst>
                                    <p:set>
                                      <p:cBhvr>
                                        <p:cTn id="984" dur="1" fill="hold">
                                          <p:stCondLst>
                                            <p:cond delay="0"/>
                                          </p:stCondLst>
                                        </p:cTn>
                                        <p:tgtEl>
                                          <p:spTgt spid="177"/>
                                        </p:tgtEl>
                                        <p:attrNameLst>
                                          <p:attrName>style.visibility</p:attrName>
                                        </p:attrNameLst>
                                      </p:cBhvr>
                                      <p:to>
                                        <p:strVal val="visible"/>
                                      </p:to>
                                    </p:set>
                                    <p:animEffect transition="in" filter="fade">
                                      <p:cBhvr>
                                        <p:cTn id="985" dur="250" fill="hold"/>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9FF72-8348-00E4-07B8-216049473D06}"/>
            </a:ext>
          </a:extLst>
        </p:cNvPr>
        <p:cNvGrpSpPr/>
        <p:nvPr/>
      </p:nvGrpSpPr>
      <p:grpSpPr>
        <a:xfrm>
          <a:off x="0" y="0"/>
          <a:ext cx="0" cy="0"/>
          <a:chOff x="0" y="0"/>
          <a:chExt cx="0" cy="0"/>
        </a:xfrm>
      </p:grpSpPr>
      <p:sp>
        <p:nvSpPr>
          <p:cNvPr id="147" name="edge_3_2_6">
            <a:extLst>
              <a:ext uri="{FF2B5EF4-FFF2-40B4-BE49-F238E27FC236}">
                <a16:creationId xmlns:a16="http://schemas.microsoft.com/office/drawing/2014/main" id="{60FD3B28-70E1-73B1-8232-EB8CC940F779}"/>
              </a:ext>
            </a:extLst>
          </p:cNvPr>
          <p:cNvSpPr>
            <a:spLocks noGrp="1"/>
          </p:cNvSpPr>
          <p:nvPr/>
        </p:nvSpPr>
        <p:spPr>
          <a:xfrm>
            <a:off x="8778382" y="5142452"/>
            <a:ext cx="1931753" cy="551930"/>
          </a:xfrm>
          <a:prstGeom prst="line">
            <a:avLst/>
          </a:prstGeom>
          <a:noFill/>
          <a:ln w="16669">
            <a:solidFill>
              <a:srgbClr val="8B95A4"/>
            </a:solidFill>
            <a:tailEnd type="triangle" w="sm" len="sm"/>
          </a:ln>
        </p:spPr>
        <p:txBody>
          <a:bodyPr/>
          <a:lstStyle/>
          <a:p>
            <a:endParaRPr lang="en-US"/>
          </a:p>
        </p:txBody>
      </p:sp>
      <p:sp>
        <p:nvSpPr>
          <p:cNvPr id="145" name="edge_3_2_5">
            <a:extLst>
              <a:ext uri="{FF2B5EF4-FFF2-40B4-BE49-F238E27FC236}">
                <a16:creationId xmlns:a16="http://schemas.microsoft.com/office/drawing/2014/main" id="{E494630F-79CC-819C-0ED6-39D08DB8B4A3}"/>
              </a:ext>
            </a:extLst>
          </p:cNvPr>
          <p:cNvSpPr>
            <a:spLocks noGrp="1"/>
          </p:cNvSpPr>
          <p:nvPr/>
        </p:nvSpPr>
        <p:spPr>
          <a:xfrm>
            <a:off x="8791462" y="5057039"/>
            <a:ext cx="1905228" cy="48852"/>
          </a:xfrm>
          <a:prstGeom prst="line">
            <a:avLst/>
          </a:prstGeom>
          <a:noFill/>
          <a:ln w="16669">
            <a:solidFill>
              <a:srgbClr val="8B95A4"/>
            </a:solidFill>
            <a:tailEnd type="triangle" w="sm" len="sm"/>
          </a:ln>
        </p:spPr>
        <p:txBody>
          <a:bodyPr/>
          <a:lstStyle/>
          <a:p>
            <a:endParaRPr lang="en-US"/>
          </a:p>
        </p:txBody>
      </p:sp>
      <p:sp>
        <p:nvSpPr>
          <p:cNvPr id="143" name="edge_3_2_4">
            <a:extLst>
              <a:ext uri="{FF2B5EF4-FFF2-40B4-BE49-F238E27FC236}">
                <a16:creationId xmlns:a16="http://schemas.microsoft.com/office/drawing/2014/main" id="{AE1DDE5F-F911-2936-CA29-5ECE2E7D9542}"/>
              </a:ext>
            </a:extLst>
          </p:cNvPr>
          <p:cNvSpPr>
            <a:spLocks noGrp="1"/>
          </p:cNvSpPr>
          <p:nvPr/>
        </p:nvSpPr>
        <p:spPr>
          <a:xfrm flipV="1">
            <a:off x="8782524" y="4519089"/>
            <a:ext cx="1923354" cy="450896"/>
          </a:xfrm>
          <a:prstGeom prst="line">
            <a:avLst/>
          </a:prstGeom>
          <a:noFill/>
          <a:ln w="16669">
            <a:solidFill>
              <a:srgbClr val="8B95A4"/>
            </a:solidFill>
            <a:tailEnd type="triangle" w="sm" len="sm"/>
          </a:ln>
        </p:spPr>
        <p:txBody>
          <a:bodyPr/>
          <a:lstStyle/>
          <a:p>
            <a:endParaRPr lang="en-US"/>
          </a:p>
        </p:txBody>
      </p:sp>
      <p:sp>
        <p:nvSpPr>
          <p:cNvPr id="141" name="edge_3_2_3">
            <a:extLst>
              <a:ext uri="{FF2B5EF4-FFF2-40B4-BE49-F238E27FC236}">
                <a16:creationId xmlns:a16="http://schemas.microsoft.com/office/drawing/2014/main" id="{1C4D693F-4477-5B0E-629B-147832A36D25}"/>
              </a:ext>
            </a:extLst>
          </p:cNvPr>
          <p:cNvSpPr>
            <a:spLocks noGrp="1"/>
          </p:cNvSpPr>
          <p:nvPr/>
        </p:nvSpPr>
        <p:spPr>
          <a:xfrm flipV="1">
            <a:off x="8756047" y="3918594"/>
            <a:ext cx="1977044" cy="977659"/>
          </a:xfrm>
          <a:prstGeom prst="line">
            <a:avLst/>
          </a:prstGeom>
          <a:noFill/>
          <a:ln w="16669">
            <a:solidFill>
              <a:srgbClr val="8B95A4"/>
            </a:solidFill>
            <a:tailEnd type="triangle" w="sm" len="sm"/>
          </a:ln>
        </p:spPr>
        <p:txBody>
          <a:bodyPr/>
          <a:lstStyle/>
          <a:p>
            <a:endParaRPr lang="en-US"/>
          </a:p>
        </p:txBody>
      </p:sp>
      <p:sp>
        <p:nvSpPr>
          <p:cNvPr id="139" name="edge_3_2_2">
            <a:extLst>
              <a:ext uri="{FF2B5EF4-FFF2-40B4-BE49-F238E27FC236}">
                <a16:creationId xmlns:a16="http://schemas.microsoft.com/office/drawing/2014/main" id="{A73DE642-3BD3-6695-B63F-65762205360D}"/>
              </a:ext>
            </a:extLst>
          </p:cNvPr>
          <p:cNvSpPr>
            <a:spLocks noGrp="1"/>
          </p:cNvSpPr>
          <p:nvPr/>
        </p:nvSpPr>
        <p:spPr>
          <a:xfrm flipV="1">
            <a:off x="8722392" y="3298378"/>
            <a:ext cx="2045287" cy="1543330"/>
          </a:xfrm>
          <a:prstGeom prst="line">
            <a:avLst/>
          </a:prstGeom>
          <a:noFill/>
          <a:ln w="16669">
            <a:solidFill>
              <a:srgbClr val="8B95A4"/>
            </a:solidFill>
            <a:tailEnd type="triangle" w="sm" len="sm"/>
          </a:ln>
        </p:spPr>
        <p:txBody>
          <a:bodyPr/>
          <a:lstStyle/>
          <a:p>
            <a:endParaRPr lang="en-US"/>
          </a:p>
        </p:txBody>
      </p:sp>
      <p:sp>
        <p:nvSpPr>
          <p:cNvPr id="137" name="edge_3_2_1">
            <a:extLst>
              <a:ext uri="{FF2B5EF4-FFF2-40B4-BE49-F238E27FC236}">
                <a16:creationId xmlns:a16="http://schemas.microsoft.com/office/drawing/2014/main" id="{701C4D53-D174-7F71-3497-8F5755213488}"/>
              </a:ext>
            </a:extLst>
          </p:cNvPr>
          <p:cNvSpPr>
            <a:spLocks noGrp="1"/>
          </p:cNvSpPr>
          <p:nvPr/>
        </p:nvSpPr>
        <p:spPr>
          <a:xfrm flipV="1">
            <a:off x="8689372" y="2660833"/>
            <a:ext cx="2112245" cy="2143193"/>
          </a:xfrm>
          <a:prstGeom prst="line">
            <a:avLst/>
          </a:prstGeom>
          <a:noFill/>
          <a:ln w="16669">
            <a:solidFill>
              <a:srgbClr val="8B95A4"/>
            </a:solidFill>
            <a:tailEnd type="triangle" w="sm" len="sm"/>
          </a:ln>
        </p:spPr>
        <p:txBody>
          <a:bodyPr/>
          <a:lstStyle/>
          <a:p>
            <a:endParaRPr lang="en-US"/>
          </a:p>
        </p:txBody>
      </p:sp>
      <p:sp>
        <p:nvSpPr>
          <p:cNvPr id="135" name="edge_3_2_0">
            <a:extLst>
              <a:ext uri="{FF2B5EF4-FFF2-40B4-BE49-F238E27FC236}">
                <a16:creationId xmlns:a16="http://schemas.microsoft.com/office/drawing/2014/main" id="{4AF083BE-B9AA-CF8B-699C-4DD5BDFEFC1E}"/>
              </a:ext>
            </a:extLst>
          </p:cNvPr>
          <p:cNvSpPr>
            <a:spLocks noGrp="1"/>
          </p:cNvSpPr>
          <p:nvPr/>
        </p:nvSpPr>
        <p:spPr>
          <a:xfrm flipV="1">
            <a:off x="8660321" y="2010834"/>
            <a:ext cx="2171155" cy="2767626"/>
          </a:xfrm>
          <a:prstGeom prst="line">
            <a:avLst/>
          </a:prstGeom>
          <a:noFill/>
          <a:ln w="16669">
            <a:solidFill>
              <a:srgbClr val="8B95A4"/>
            </a:solidFill>
            <a:tailEnd type="triangle" w="sm" len="sm"/>
          </a:ln>
        </p:spPr>
        <p:txBody>
          <a:bodyPr/>
          <a:lstStyle/>
          <a:p>
            <a:endParaRPr lang="en-US"/>
          </a:p>
        </p:txBody>
      </p:sp>
      <p:sp>
        <p:nvSpPr>
          <p:cNvPr id="133" name="edge_3_1_6">
            <a:extLst>
              <a:ext uri="{FF2B5EF4-FFF2-40B4-BE49-F238E27FC236}">
                <a16:creationId xmlns:a16="http://schemas.microsoft.com/office/drawing/2014/main" id="{25D194BA-2B17-D9AA-E06B-CBD563A08D93}"/>
              </a:ext>
            </a:extLst>
          </p:cNvPr>
          <p:cNvSpPr>
            <a:spLocks noGrp="1"/>
          </p:cNvSpPr>
          <p:nvPr/>
        </p:nvSpPr>
        <p:spPr>
          <a:xfrm>
            <a:off x="8716626" y="3928718"/>
            <a:ext cx="2056979" cy="1642570"/>
          </a:xfrm>
          <a:prstGeom prst="line">
            <a:avLst/>
          </a:prstGeom>
          <a:noFill/>
          <a:ln w="16669">
            <a:solidFill>
              <a:srgbClr val="8B95A4"/>
            </a:solidFill>
            <a:tailEnd type="triangle" w="sm" len="sm"/>
          </a:ln>
        </p:spPr>
        <p:txBody>
          <a:bodyPr/>
          <a:lstStyle/>
          <a:p>
            <a:endParaRPr lang="en-US"/>
          </a:p>
        </p:txBody>
      </p:sp>
      <p:sp>
        <p:nvSpPr>
          <p:cNvPr id="131" name="edge_3_1_5">
            <a:extLst>
              <a:ext uri="{FF2B5EF4-FFF2-40B4-BE49-F238E27FC236}">
                <a16:creationId xmlns:a16="http://schemas.microsoft.com/office/drawing/2014/main" id="{7EA2FF84-CBE3-7DA6-445A-163150B23AA9}"/>
              </a:ext>
            </a:extLst>
          </p:cNvPr>
          <p:cNvSpPr>
            <a:spLocks noGrp="1"/>
          </p:cNvSpPr>
          <p:nvPr/>
        </p:nvSpPr>
        <p:spPr>
          <a:xfrm>
            <a:off x="8750589" y="3877319"/>
            <a:ext cx="1988111" cy="1070522"/>
          </a:xfrm>
          <a:prstGeom prst="line">
            <a:avLst/>
          </a:prstGeom>
          <a:noFill/>
          <a:ln w="16669">
            <a:solidFill>
              <a:srgbClr val="8B95A4"/>
            </a:solidFill>
            <a:tailEnd type="triangle" w="sm" len="sm"/>
          </a:ln>
        </p:spPr>
        <p:txBody>
          <a:bodyPr/>
          <a:lstStyle/>
          <a:p>
            <a:endParaRPr lang="en-US"/>
          </a:p>
        </p:txBody>
      </p:sp>
      <p:sp>
        <p:nvSpPr>
          <p:cNvPr id="129" name="edge_3_1_4">
            <a:extLst>
              <a:ext uri="{FF2B5EF4-FFF2-40B4-BE49-F238E27FC236}">
                <a16:creationId xmlns:a16="http://schemas.microsoft.com/office/drawing/2014/main" id="{B70D7E9A-1B0E-BA17-BC90-0F0BBEA433CC}"/>
              </a:ext>
            </a:extLst>
          </p:cNvPr>
          <p:cNvSpPr>
            <a:spLocks noGrp="1"/>
          </p:cNvSpPr>
          <p:nvPr/>
        </p:nvSpPr>
        <p:spPr>
          <a:xfrm>
            <a:off x="8779013" y="3806712"/>
            <a:ext cx="1930472" cy="537421"/>
          </a:xfrm>
          <a:prstGeom prst="line">
            <a:avLst/>
          </a:prstGeom>
          <a:noFill/>
          <a:ln w="16669">
            <a:solidFill>
              <a:srgbClr val="8B95A4"/>
            </a:solidFill>
            <a:tailEnd type="triangle" w="sm" len="sm"/>
          </a:ln>
        </p:spPr>
        <p:txBody>
          <a:bodyPr/>
          <a:lstStyle/>
          <a:p>
            <a:endParaRPr lang="en-US"/>
          </a:p>
        </p:txBody>
      </p:sp>
      <p:sp>
        <p:nvSpPr>
          <p:cNvPr id="127" name="edge_3_1_3">
            <a:extLst>
              <a:ext uri="{FF2B5EF4-FFF2-40B4-BE49-F238E27FC236}">
                <a16:creationId xmlns:a16="http://schemas.microsoft.com/office/drawing/2014/main" id="{781A8EA0-6AC9-E1D8-DDD8-039C064BEBAE}"/>
              </a:ext>
            </a:extLst>
          </p:cNvPr>
          <p:cNvSpPr>
            <a:spLocks noGrp="1"/>
          </p:cNvSpPr>
          <p:nvPr/>
        </p:nvSpPr>
        <p:spPr>
          <a:xfrm>
            <a:off x="8791518" y="3721029"/>
            <a:ext cx="1905117" cy="34892"/>
          </a:xfrm>
          <a:prstGeom prst="line">
            <a:avLst/>
          </a:prstGeom>
          <a:noFill/>
          <a:ln w="16669">
            <a:solidFill>
              <a:srgbClr val="8B95A4"/>
            </a:solidFill>
            <a:tailEnd type="triangle" w="sm" len="sm"/>
          </a:ln>
        </p:spPr>
        <p:txBody>
          <a:bodyPr/>
          <a:lstStyle/>
          <a:p>
            <a:endParaRPr lang="en-US"/>
          </a:p>
        </p:txBody>
      </p:sp>
      <p:sp>
        <p:nvSpPr>
          <p:cNvPr id="125" name="edge_3_1_2">
            <a:extLst>
              <a:ext uri="{FF2B5EF4-FFF2-40B4-BE49-F238E27FC236}">
                <a16:creationId xmlns:a16="http://schemas.microsoft.com/office/drawing/2014/main" id="{A1C69C96-C4CE-8B27-678F-546B371A8ECF}"/>
              </a:ext>
            </a:extLst>
          </p:cNvPr>
          <p:cNvSpPr>
            <a:spLocks noGrp="1"/>
          </p:cNvSpPr>
          <p:nvPr/>
        </p:nvSpPr>
        <p:spPr>
          <a:xfrm flipV="1">
            <a:off x="8781973" y="3168916"/>
            <a:ext cx="1924470" cy="465257"/>
          </a:xfrm>
          <a:prstGeom prst="line">
            <a:avLst/>
          </a:prstGeom>
          <a:noFill/>
          <a:ln w="16669">
            <a:solidFill>
              <a:srgbClr val="8B95A4"/>
            </a:solidFill>
            <a:tailEnd type="triangle" w="sm" len="sm"/>
          </a:ln>
        </p:spPr>
        <p:txBody>
          <a:bodyPr/>
          <a:lstStyle/>
          <a:p>
            <a:endParaRPr lang="en-US"/>
          </a:p>
        </p:txBody>
      </p:sp>
      <p:sp>
        <p:nvSpPr>
          <p:cNvPr id="123" name="edge_3_1_1">
            <a:extLst>
              <a:ext uri="{FF2B5EF4-FFF2-40B4-BE49-F238E27FC236}">
                <a16:creationId xmlns:a16="http://schemas.microsoft.com/office/drawing/2014/main" id="{D7F6D0C1-5CD6-A16E-7A32-0D52738408CA}"/>
              </a:ext>
            </a:extLst>
          </p:cNvPr>
          <p:cNvSpPr>
            <a:spLocks noGrp="1"/>
          </p:cNvSpPr>
          <p:nvPr/>
        </p:nvSpPr>
        <p:spPr>
          <a:xfrm flipV="1">
            <a:off x="8755149" y="2567896"/>
            <a:ext cx="1978863" cy="993056"/>
          </a:xfrm>
          <a:prstGeom prst="line">
            <a:avLst/>
          </a:prstGeom>
          <a:noFill/>
          <a:ln w="16669">
            <a:solidFill>
              <a:srgbClr val="8B95A4"/>
            </a:solidFill>
            <a:tailEnd type="triangle" w="sm" len="sm"/>
          </a:ln>
        </p:spPr>
        <p:txBody>
          <a:bodyPr/>
          <a:lstStyle/>
          <a:p>
            <a:endParaRPr lang="en-US"/>
          </a:p>
        </p:txBody>
      </p:sp>
      <p:sp>
        <p:nvSpPr>
          <p:cNvPr id="121" name="edge_3_1_0">
            <a:extLst>
              <a:ext uri="{FF2B5EF4-FFF2-40B4-BE49-F238E27FC236}">
                <a16:creationId xmlns:a16="http://schemas.microsoft.com/office/drawing/2014/main" id="{D9B24DC2-EAA7-49F5-225D-A68B43106B97}"/>
              </a:ext>
            </a:extLst>
          </p:cNvPr>
          <p:cNvSpPr>
            <a:spLocks noGrp="1"/>
          </p:cNvSpPr>
          <p:nvPr/>
        </p:nvSpPr>
        <p:spPr>
          <a:xfrm flipV="1">
            <a:off x="8721429" y="1947135"/>
            <a:ext cx="2047241" cy="1559803"/>
          </a:xfrm>
          <a:prstGeom prst="line">
            <a:avLst/>
          </a:prstGeom>
          <a:noFill/>
          <a:ln w="16669">
            <a:solidFill>
              <a:srgbClr val="8B95A4"/>
            </a:solidFill>
            <a:tailEnd type="triangle" w="sm" len="sm"/>
          </a:ln>
        </p:spPr>
        <p:txBody>
          <a:bodyPr/>
          <a:lstStyle/>
          <a:p>
            <a:endParaRPr lang="en-US"/>
          </a:p>
        </p:txBody>
      </p:sp>
      <p:sp>
        <p:nvSpPr>
          <p:cNvPr id="119" name="edge_3_0_6">
            <a:extLst>
              <a:ext uri="{FF2B5EF4-FFF2-40B4-BE49-F238E27FC236}">
                <a16:creationId xmlns:a16="http://schemas.microsoft.com/office/drawing/2014/main" id="{A6168E7F-62F2-1DC2-8E60-5F36A61177A3}"/>
              </a:ext>
            </a:extLst>
          </p:cNvPr>
          <p:cNvSpPr>
            <a:spLocks noGrp="1"/>
          </p:cNvSpPr>
          <p:nvPr/>
        </p:nvSpPr>
        <p:spPr>
          <a:xfrm>
            <a:off x="8656602" y="2653916"/>
            <a:ext cx="2178695" cy="2857044"/>
          </a:xfrm>
          <a:prstGeom prst="line">
            <a:avLst/>
          </a:prstGeom>
          <a:noFill/>
          <a:ln w="16669">
            <a:solidFill>
              <a:srgbClr val="8B95A4"/>
            </a:solidFill>
            <a:tailEnd type="triangle" w="sm" len="sm"/>
          </a:ln>
        </p:spPr>
        <p:txBody>
          <a:bodyPr/>
          <a:lstStyle/>
          <a:p>
            <a:endParaRPr lang="en-US"/>
          </a:p>
        </p:txBody>
      </p:sp>
      <p:sp>
        <p:nvSpPr>
          <p:cNvPr id="117" name="edge_3_0_5">
            <a:extLst>
              <a:ext uri="{FF2B5EF4-FFF2-40B4-BE49-F238E27FC236}">
                <a16:creationId xmlns:a16="http://schemas.microsoft.com/office/drawing/2014/main" id="{995C4CB3-893C-48F4-5583-7AFB340D228F}"/>
              </a:ext>
            </a:extLst>
          </p:cNvPr>
          <p:cNvSpPr>
            <a:spLocks noGrp="1"/>
          </p:cNvSpPr>
          <p:nvPr/>
        </p:nvSpPr>
        <p:spPr>
          <a:xfrm>
            <a:off x="8685006" y="2629701"/>
            <a:ext cx="2121097" cy="2229872"/>
          </a:xfrm>
          <a:prstGeom prst="line">
            <a:avLst/>
          </a:prstGeom>
          <a:noFill/>
          <a:ln w="16669">
            <a:solidFill>
              <a:srgbClr val="8B95A4"/>
            </a:solidFill>
            <a:tailEnd type="triangle" w="sm" len="sm"/>
          </a:ln>
        </p:spPr>
        <p:txBody>
          <a:bodyPr/>
          <a:lstStyle/>
          <a:p>
            <a:endParaRPr lang="en-US"/>
          </a:p>
        </p:txBody>
      </p:sp>
      <p:sp>
        <p:nvSpPr>
          <p:cNvPr id="115" name="edge_3_0_4">
            <a:extLst>
              <a:ext uri="{FF2B5EF4-FFF2-40B4-BE49-F238E27FC236}">
                <a16:creationId xmlns:a16="http://schemas.microsoft.com/office/drawing/2014/main" id="{BC0451A5-766D-3DDF-BC53-EB40721E11AA}"/>
              </a:ext>
            </a:extLst>
          </p:cNvPr>
          <p:cNvSpPr>
            <a:spLocks noGrp="1"/>
          </p:cNvSpPr>
          <p:nvPr/>
        </p:nvSpPr>
        <p:spPr>
          <a:xfrm>
            <a:off x="8717584" y="2594013"/>
            <a:ext cx="2055037" cy="1625963"/>
          </a:xfrm>
          <a:prstGeom prst="line">
            <a:avLst/>
          </a:prstGeom>
          <a:noFill/>
          <a:ln w="16669">
            <a:solidFill>
              <a:srgbClr val="8B95A4"/>
            </a:solidFill>
            <a:tailEnd type="triangle" w="sm" len="sm"/>
          </a:ln>
        </p:spPr>
        <p:txBody>
          <a:bodyPr/>
          <a:lstStyle/>
          <a:p>
            <a:endParaRPr lang="en-US"/>
          </a:p>
        </p:txBody>
      </p:sp>
      <p:sp>
        <p:nvSpPr>
          <p:cNvPr id="113" name="edge_3_0_3">
            <a:extLst>
              <a:ext uri="{FF2B5EF4-FFF2-40B4-BE49-F238E27FC236}">
                <a16:creationId xmlns:a16="http://schemas.microsoft.com/office/drawing/2014/main" id="{1BED77F2-D2A3-A43D-31AF-87EF294811AA}"/>
              </a:ext>
            </a:extLst>
          </p:cNvPr>
          <p:cNvSpPr>
            <a:spLocks noGrp="1"/>
          </p:cNvSpPr>
          <p:nvPr/>
        </p:nvSpPr>
        <p:spPr>
          <a:xfrm>
            <a:off x="8751510" y="2542096"/>
            <a:ext cx="1986243" cy="1054964"/>
          </a:xfrm>
          <a:prstGeom prst="line">
            <a:avLst/>
          </a:prstGeom>
          <a:noFill/>
          <a:ln w="16669">
            <a:solidFill>
              <a:srgbClr val="8B95A4"/>
            </a:solidFill>
            <a:tailEnd type="triangle" w="sm" len="sm"/>
          </a:ln>
        </p:spPr>
        <p:txBody>
          <a:bodyPr/>
          <a:lstStyle/>
          <a:p>
            <a:endParaRPr lang="en-US"/>
          </a:p>
        </p:txBody>
      </p:sp>
      <p:sp>
        <p:nvSpPr>
          <p:cNvPr id="111" name="edge_3_0_2">
            <a:extLst>
              <a:ext uri="{FF2B5EF4-FFF2-40B4-BE49-F238E27FC236}">
                <a16:creationId xmlns:a16="http://schemas.microsoft.com/office/drawing/2014/main" id="{7EF94C19-56B1-E412-27C7-906E4BFD14BC}"/>
              </a:ext>
            </a:extLst>
          </p:cNvPr>
          <p:cNvSpPr>
            <a:spLocks noGrp="1"/>
          </p:cNvSpPr>
          <p:nvPr/>
        </p:nvSpPr>
        <p:spPr>
          <a:xfrm>
            <a:off x="8779632" y="2470960"/>
            <a:ext cx="1929218" cy="522938"/>
          </a:xfrm>
          <a:prstGeom prst="line">
            <a:avLst/>
          </a:prstGeom>
          <a:noFill/>
          <a:ln w="16669">
            <a:solidFill>
              <a:srgbClr val="8B95A4"/>
            </a:solidFill>
            <a:tailEnd type="triangle" w="sm" len="sm"/>
          </a:ln>
        </p:spPr>
        <p:txBody>
          <a:bodyPr/>
          <a:lstStyle/>
          <a:p>
            <a:endParaRPr lang="en-US"/>
          </a:p>
        </p:txBody>
      </p:sp>
      <p:sp>
        <p:nvSpPr>
          <p:cNvPr id="109" name="edge_3_0_1">
            <a:extLst>
              <a:ext uri="{FF2B5EF4-FFF2-40B4-BE49-F238E27FC236}">
                <a16:creationId xmlns:a16="http://schemas.microsoft.com/office/drawing/2014/main" id="{FC70A55C-3382-EE6F-EAEE-645A2DA89DF7}"/>
              </a:ext>
            </a:extLst>
          </p:cNvPr>
          <p:cNvSpPr>
            <a:spLocks noGrp="1"/>
          </p:cNvSpPr>
          <p:nvPr/>
        </p:nvSpPr>
        <p:spPr>
          <a:xfrm>
            <a:off x="8791554" y="2385018"/>
            <a:ext cx="1905042" cy="20935"/>
          </a:xfrm>
          <a:prstGeom prst="line">
            <a:avLst/>
          </a:prstGeom>
          <a:noFill/>
          <a:ln w="16669">
            <a:solidFill>
              <a:srgbClr val="8B95A4"/>
            </a:solidFill>
            <a:tailEnd type="triangle" w="sm" len="sm"/>
          </a:ln>
        </p:spPr>
        <p:txBody>
          <a:bodyPr/>
          <a:lstStyle/>
          <a:p>
            <a:endParaRPr lang="en-US"/>
          </a:p>
        </p:txBody>
      </p:sp>
      <p:sp>
        <p:nvSpPr>
          <p:cNvPr id="107" name="edge_3_0_0">
            <a:extLst>
              <a:ext uri="{FF2B5EF4-FFF2-40B4-BE49-F238E27FC236}">
                <a16:creationId xmlns:a16="http://schemas.microsoft.com/office/drawing/2014/main" id="{DA09EE54-84B0-803A-CB30-A55AE3F32FF6}"/>
              </a:ext>
            </a:extLst>
          </p:cNvPr>
          <p:cNvSpPr>
            <a:spLocks noGrp="1"/>
          </p:cNvSpPr>
          <p:nvPr/>
        </p:nvSpPr>
        <p:spPr>
          <a:xfrm flipV="1">
            <a:off x="8781408" y="1818731"/>
            <a:ext cx="1925616" cy="479640"/>
          </a:xfrm>
          <a:prstGeom prst="line">
            <a:avLst/>
          </a:prstGeom>
          <a:noFill/>
          <a:ln w="16669">
            <a:solidFill>
              <a:srgbClr val="8B95A4"/>
            </a:solidFill>
            <a:tailEnd type="triangle" w="sm" len="sm"/>
          </a:ln>
        </p:spPr>
        <p:txBody>
          <a:bodyPr/>
          <a:lstStyle/>
          <a:p>
            <a:endParaRPr lang="en-US"/>
          </a:p>
        </p:txBody>
      </p:sp>
      <p:sp>
        <p:nvSpPr>
          <p:cNvPr id="105" name="edge_2_3_2">
            <a:extLst>
              <a:ext uri="{FF2B5EF4-FFF2-40B4-BE49-F238E27FC236}">
                <a16:creationId xmlns:a16="http://schemas.microsoft.com/office/drawing/2014/main" id="{2A500E57-FC5A-A1E6-E7C8-CAF08D606982}"/>
              </a:ext>
            </a:extLst>
          </p:cNvPr>
          <p:cNvSpPr>
            <a:spLocks noGrp="1"/>
          </p:cNvSpPr>
          <p:nvPr/>
        </p:nvSpPr>
        <p:spPr>
          <a:xfrm flipV="1">
            <a:off x="6380088" y="5082906"/>
            <a:ext cx="1717870" cy="169750"/>
          </a:xfrm>
          <a:prstGeom prst="line">
            <a:avLst/>
          </a:prstGeom>
          <a:noFill/>
          <a:ln w="16669">
            <a:solidFill>
              <a:srgbClr val="8B95A4"/>
            </a:solidFill>
            <a:tailEnd type="triangle" w="sm" len="sm"/>
          </a:ln>
        </p:spPr>
        <p:txBody>
          <a:bodyPr/>
          <a:lstStyle/>
          <a:p>
            <a:endParaRPr lang="en-US"/>
          </a:p>
        </p:txBody>
      </p:sp>
      <p:sp>
        <p:nvSpPr>
          <p:cNvPr id="103" name="edge_2_3_1">
            <a:extLst>
              <a:ext uri="{FF2B5EF4-FFF2-40B4-BE49-F238E27FC236}">
                <a16:creationId xmlns:a16="http://schemas.microsoft.com/office/drawing/2014/main" id="{321662C0-0F3A-4782-182A-2B82F56FA497}"/>
              </a:ext>
            </a:extLst>
          </p:cNvPr>
          <p:cNvSpPr>
            <a:spLocks noGrp="1"/>
          </p:cNvSpPr>
          <p:nvPr/>
        </p:nvSpPr>
        <p:spPr>
          <a:xfrm flipV="1">
            <a:off x="6326067" y="3907268"/>
            <a:ext cx="1827413" cy="1191791"/>
          </a:xfrm>
          <a:prstGeom prst="line">
            <a:avLst/>
          </a:prstGeom>
          <a:noFill/>
          <a:ln w="16669">
            <a:solidFill>
              <a:srgbClr val="8B95A4"/>
            </a:solidFill>
            <a:tailEnd type="triangle" w="sm" len="sm"/>
          </a:ln>
        </p:spPr>
        <p:txBody>
          <a:bodyPr/>
          <a:lstStyle/>
          <a:p>
            <a:endParaRPr lang="en-US"/>
          </a:p>
        </p:txBody>
      </p:sp>
      <p:sp>
        <p:nvSpPr>
          <p:cNvPr id="101" name="edge_2_3_0">
            <a:extLst>
              <a:ext uri="{FF2B5EF4-FFF2-40B4-BE49-F238E27FC236}">
                <a16:creationId xmlns:a16="http://schemas.microsoft.com/office/drawing/2014/main" id="{474D9D97-BECF-AF9A-FCA4-B048FB9F71AA}"/>
              </a:ext>
            </a:extLst>
          </p:cNvPr>
          <p:cNvSpPr>
            <a:spLocks noGrp="1"/>
          </p:cNvSpPr>
          <p:nvPr/>
        </p:nvSpPr>
        <p:spPr>
          <a:xfrm flipV="1">
            <a:off x="6257773" y="2652500"/>
            <a:ext cx="1965898" cy="2369956"/>
          </a:xfrm>
          <a:prstGeom prst="line">
            <a:avLst/>
          </a:prstGeom>
          <a:noFill/>
          <a:ln w="16669">
            <a:solidFill>
              <a:srgbClr val="8B95A4"/>
            </a:solidFill>
            <a:tailEnd type="triangle" w="sm" len="sm"/>
          </a:ln>
        </p:spPr>
        <p:txBody>
          <a:bodyPr/>
          <a:lstStyle/>
          <a:p>
            <a:endParaRPr lang="en-US"/>
          </a:p>
        </p:txBody>
      </p:sp>
      <p:sp>
        <p:nvSpPr>
          <p:cNvPr id="99" name="edge_2_2_2">
            <a:extLst>
              <a:ext uri="{FF2B5EF4-FFF2-40B4-BE49-F238E27FC236}">
                <a16:creationId xmlns:a16="http://schemas.microsoft.com/office/drawing/2014/main" id="{B6C6401A-3F5A-3B12-981D-450FA7CA4652}"/>
              </a:ext>
            </a:extLst>
          </p:cNvPr>
          <p:cNvSpPr>
            <a:spLocks noGrp="1"/>
          </p:cNvSpPr>
          <p:nvPr/>
        </p:nvSpPr>
        <p:spPr>
          <a:xfrm>
            <a:off x="6363896" y="4347830"/>
            <a:ext cx="1750705" cy="588181"/>
          </a:xfrm>
          <a:prstGeom prst="line">
            <a:avLst/>
          </a:prstGeom>
          <a:noFill/>
          <a:ln w="16669">
            <a:solidFill>
              <a:srgbClr val="8B95A4"/>
            </a:solidFill>
            <a:tailEnd type="triangle" w="sm" len="sm"/>
          </a:ln>
        </p:spPr>
        <p:txBody>
          <a:bodyPr/>
          <a:lstStyle/>
          <a:p>
            <a:endParaRPr lang="en-US"/>
          </a:p>
        </p:txBody>
      </p:sp>
      <p:sp>
        <p:nvSpPr>
          <p:cNvPr id="97" name="edge_2_2_1">
            <a:extLst>
              <a:ext uri="{FF2B5EF4-FFF2-40B4-BE49-F238E27FC236}">
                <a16:creationId xmlns:a16="http://schemas.microsoft.com/office/drawing/2014/main" id="{665866EC-8B7F-B36C-135A-1D508C0D139D}"/>
              </a:ext>
            </a:extLst>
          </p:cNvPr>
          <p:cNvSpPr>
            <a:spLocks noGrp="1"/>
          </p:cNvSpPr>
          <p:nvPr/>
        </p:nvSpPr>
        <p:spPr>
          <a:xfrm flipV="1">
            <a:off x="6373924" y="3789616"/>
            <a:ext cx="1730370" cy="376167"/>
          </a:xfrm>
          <a:prstGeom prst="line">
            <a:avLst/>
          </a:prstGeom>
          <a:noFill/>
          <a:ln w="16669">
            <a:solidFill>
              <a:srgbClr val="8B95A4"/>
            </a:solidFill>
            <a:tailEnd type="triangle" w="sm" len="sm"/>
          </a:ln>
        </p:spPr>
        <p:txBody>
          <a:bodyPr/>
          <a:lstStyle/>
          <a:p>
            <a:endParaRPr lang="en-US"/>
          </a:p>
        </p:txBody>
      </p:sp>
      <p:sp>
        <p:nvSpPr>
          <p:cNvPr id="95" name="edge_2_2_0">
            <a:extLst>
              <a:ext uri="{FF2B5EF4-FFF2-40B4-BE49-F238E27FC236}">
                <a16:creationId xmlns:a16="http://schemas.microsoft.com/office/drawing/2014/main" id="{4B2F686E-97B4-22BF-1205-75BB8B228AE2}"/>
              </a:ext>
            </a:extLst>
          </p:cNvPr>
          <p:cNvSpPr>
            <a:spLocks noGrp="1"/>
          </p:cNvSpPr>
          <p:nvPr/>
        </p:nvSpPr>
        <p:spPr>
          <a:xfrm flipV="1">
            <a:off x="6310441" y="2596394"/>
            <a:ext cx="1859099" cy="1432902"/>
          </a:xfrm>
          <a:prstGeom prst="line">
            <a:avLst/>
          </a:prstGeom>
          <a:noFill/>
          <a:ln w="16669">
            <a:solidFill>
              <a:srgbClr val="8B95A4"/>
            </a:solidFill>
            <a:tailEnd type="triangle" w="sm" len="sm"/>
          </a:ln>
        </p:spPr>
        <p:txBody>
          <a:bodyPr/>
          <a:lstStyle/>
          <a:p>
            <a:endParaRPr lang="en-US"/>
          </a:p>
        </p:txBody>
      </p:sp>
      <p:sp>
        <p:nvSpPr>
          <p:cNvPr id="93" name="edge_2_1_2">
            <a:extLst>
              <a:ext uri="{FF2B5EF4-FFF2-40B4-BE49-F238E27FC236}">
                <a16:creationId xmlns:a16="http://schemas.microsoft.com/office/drawing/2014/main" id="{278AF48E-7399-B4C3-87BE-DF518EF55E64}"/>
              </a:ext>
            </a:extLst>
          </p:cNvPr>
          <p:cNvSpPr>
            <a:spLocks noGrp="1"/>
          </p:cNvSpPr>
          <p:nvPr/>
        </p:nvSpPr>
        <p:spPr>
          <a:xfrm>
            <a:off x="6310441" y="3400204"/>
            <a:ext cx="1859099" cy="1432902"/>
          </a:xfrm>
          <a:prstGeom prst="line">
            <a:avLst/>
          </a:prstGeom>
          <a:noFill/>
          <a:ln w="16669">
            <a:solidFill>
              <a:srgbClr val="8B95A4"/>
            </a:solidFill>
            <a:tailEnd type="triangle" w="sm" len="sm"/>
          </a:ln>
        </p:spPr>
        <p:txBody>
          <a:bodyPr/>
          <a:lstStyle/>
          <a:p>
            <a:endParaRPr lang="en-US"/>
          </a:p>
        </p:txBody>
      </p:sp>
      <p:sp>
        <p:nvSpPr>
          <p:cNvPr id="91" name="edge_2_1_1">
            <a:extLst>
              <a:ext uri="{FF2B5EF4-FFF2-40B4-BE49-F238E27FC236}">
                <a16:creationId xmlns:a16="http://schemas.microsoft.com/office/drawing/2014/main" id="{C1FB9859-F442-3244-E24B-E0A3B5DED7B2}"/>
              </a:ext>
            </a:extLst>
          </p:cNvPr>
          <p:cNvSpPr>
            <a:spLocks noGrp="1"/>
          </p:cNvSpPr>
          <p:nvPr/>
        </p:nvSpPr>
        <p:spPr>
          <a:xfrm>
            <a:off x="6373924" y="3263717"/>
            <a:ext cx="1730370" cy="376167"/>
          </a:xfrm>
          <a:prstGeom prst="line">
            <a:avLst/>
          </a:prstGeom>
          <a:noFill/>
          <a:ln w="16669">
            <a:solidFill>
              <a:srgbClr val="8B95A4"/>
            </a:solidFill>
            <a:tailEnd type="triangle" w="sm" len="sm"/>
          </a:ln>
        </p:spPr>
        <p:txBody>
          <a:bodyPr/>
          <a:lstStyle/>
          <a:p>
            <a:endParaRPr lang="en-US"/>
          </a:p>
        </p:txBody>
      </p:sp>
      <p:sp>
        <p:nvSpPr>
          <p:cNvPr id="89" name="edge_2_1_0">
            <a:extLst>
              <a:ext uri="{FF2B5EF4-FFF2-40B4-BE49-F238E27FC236}">
                <a16:creationId xmlns:a16="http://schemas.microsoft.com/office/drawing/2014/main" id="{3CF66E9C-B5DC-6E11-EF15-827BC2A02022}"/>
              </a:ext>
            </a:extLst>
          </p:cNvPr>
          <p:cNvSpPr>
            <a:spLocks noGrp="1"/>
          </p:cNvSpPr>
          <p:nvPr/>
        </p:nvSpPr>
        <p:spPr>
          <a:xfrm flipV="1">
            <a:off x="6363896" y="2493489"/>
            <a:ext cx="1750705" cy="588181"/>
          </a:xfrm>
          <a:prstGeom prst="line">
            <a:avLst/>
          </a:prstGeom>
          <a:noFill/>
          <a:ln w="16669">
            <a:solidFill>
              <a:srgbClr val="8B95A4"/>
            </a:solidFill>
            <a:tailEnd type="triangle" w="sm" len="sm"/>
          </a:ln>
        </p:spPr>
        <p:txBody>
          <a:bodyPr/>
          <a:lstStyle/>
          <a:p>
            <a:endParaRPr lang="en-US"/>
          </a:p>
        </p:txBody>
      </p:sp>
      <p:sp>
        <p:nvSpPr>
          <p:cNvPr id="87" name="edge_2_0_2">
            <a:extLst>
              <a:ext uri="{FF2B5EF4-FFF2-40B4-BE49-F238E27FC236}">
                <a16:creationId xmlns:a16="http://schemas.microsoft.com/office/drawing/2014/main" id="{7818C042-E322-B6C1-4004-4A918C37EE85}"/>
              </a:ext>
            </a:extLst>
          </p:cNvPr>
          <p:cNvSpPr>
            <a:spLocks noGrp="1"/>
          </p:cNvSpPr>
          <p:nvPr/>
        </p:nvSpPr>
        <p:spPr>
          <a:xfrm>
            <a:off x="6257773" y="2407044"/>
            <a:ext cx="1965898" cy="2369956"/>
          </a:xfrm>
          <a:prstGeom prst="line">
            <a:avLst/>
          </a:prstGeom>
          <a:noFill/>
          <a:ln w="16669">
            <a:solidFill>
              <a:srgbClr val="8B95A4"/>
            </a:solidFill>
            <a:tailEnd type="triangle" w="sm" len="sm"/>
          </a:ln>
        </p:spPr>
        <p:txBody>
          <a:bodyPr/>
          <a:lstStyle/>
          <a:p>
            <a:endParaRPr lang="en-US"/>
          </a:p>
        </p:txBody>
      </p:sp>
      <p:sp>
        <p:nvSpPr>
          <p:cNvPr id="85" name="edge_2_0_1">
            <a:extLst>
              <a:ext uri="{FF2B5EF4-FFF2-40B4-BE49-F238E27FC236}">
                <a16:creationId xmlns:a16="http://schemas.microsoft.com/office/drawing/2014/main" id="{D1365A92-334C-6079-29ED-D97C9529806A}"/>
              </a:ext>
            </a:extLst>
          </p:cNvPr>
          <p:cNvSpPr>
            <a:spLocks noGrp="1"/>
          </p:cNvSpPr>
          <p:nvPr/>
        </p:nvSpPr>
        <p:spPr>
          <a:xfrm>
            <a:off x="6326067" y="2330440"/>
            <a:ext cx="1827413" cy="1191791"/>
          </a:xfrm>
          <a:prstGeom prst="line">
            <a:avLst/>
          </a:prstGeom>
          <a:noFill/>
          <a:ln w="16669">
            <a:solidFill>
              <a:srgbClr val="8B95A4"/>
            </a:solidFill>
            <a:tailEnd type="triangle" w="sm" len="sm"/>
          </a:ln>
        </p:spPr>
        <p:txBody>
          <a:bodyPr/>
          <a:lstStyle/>
          <a:p>
            <a:endParaRPr lang="en-US"/>
          </a:p>
        </p:txBody>
      </p:sp>
      <p:sp>
        <p:nvSpPr>
          <p:cNvPr id="83" name="edge_2_0_0">
            <a:extLst>
              <a:ext uri="{FF2B5EF4-FFF2-40B4-BE49-F238E27FC236}">
                <a16:creationId xmlns:a16="http://schemas.microsoft.com/office/drawing/2014/main" id="{DA26DE5A-AE4B-C1CF-0972-B4A1EDCF6C01}"/>
              </a:ext>
            </a:extLst>
          </p:cNvPr>
          <p:cNvSpPr>
            <a:spLocks noGrp="1"/>
          </p:cNvSpPr>
          <p:nvPr/>
        </p:nvSpPr>
        <p:spPr>
          <a:xfrm>
            <a:off x="6380088" y="2176844"/>
            <a:ext cx="1717870" cy="169750"/>
          </a:xfrm>
          <a:prstGeom prst="line">
            <a:avLst/>
          </a:prstGeom>
          <a:noFill/>
          <a:ln w="16669">
            <a:solidFill>
              <a:srgbClr val="8B95A4"/>
            </a:solidFill>
            <a:tailEnd type="triangle" w="sm" len="sm"/>
          </a:ln>
        </p:spPr>
        <p:txBody>
          <a:bodyPr/>
          <a:lstStyle/>
          <a:p>
            <a:endParaRPr lang="en-US"/>
          </a:p>
        </p:txBody>
      </p:sp>
      <p:sp>
        <p:nvSpPr>
          <p:cNvPr id="81" name="edge_1_2_3">
            <a:extLst>
              <a:ext uri="{FF2B5EF4-FFF2-40B4-BE49-F238E27FC236}">
                <a16:creationId xmlns:a16="http://schemas.microsoft.com/office/drawing/2014/main" id="{E00E3A3A-3F0E-C0C0-211B-51284B3A9A61}"/>
              </a:ext>
            </a:extLst>
          </p:cNvPr>
          <p:cNvSpPr>
            <a:spLocks noGrp="1"/>
          </p:cNvSpPr>
          <p:nvPr/>
        </p:nvSpPr>
        <p:spPr>
          <a:xfrm>
            <a:off x="3884650" y="5080822"/>
            <a:ext cx="1803369" cy="172077"/>
          </a:xfrm>
          <a:prstGeom prst="line">
            <a:avLst/>
          </a:prstGeom>
          <a:noFill/>
          <a:ln w="16669">
            <a:solidFill>
              <a:srgbClr val="8B95A4"/>
            </a:solidFill>
            <a:tailEnd type="triangle" w="sm" len="sm"/>
          </a:ln>
        </p:spPr>
        <p:txBody>
          <a:bodyPr/>
          <a:lstStyle/>
          <a:p>
            <a:endParaRPr lang="en-US"/>
          </a:p>
        </p:txBody>
      </p:sp>
      <p:sp>
        <p:nvSpPr>
          <p:cNvPr id="79" name="edge_1_2_2">
            <a:extLst>
              <a:ext uri="{FF2B5EF4-FFF2-40B4-BE49-F238E27FC236}">
                <a16:creationId xmlns:a16="http://schemas.microsoft.com/office/drawing/2014/main" id="{ABC8DD35-8E5B-BBB3-3F00-F0DF8592D98F}"/>
              </a:ext>
            </a:extLst>
          </p:cNvPr>
          <p:cNvSpPr>
            <a:spLocks noGrp="1"/>
          </p:cNvSpPr>
          <p:nvPr/>
        </p:nvSpPr>
        <p:spPr>
          <a:xfrm flipV="1">
            <a:off x="3869464" y="4347381"/>
            <a:ext cx="1834161" cy="595052"/>
          </a:xfrm>
          <a:prstGeom prst="line">
            <a:avLst/>
          </a:prstGeom>
          <a:noFill/>
          <a:ln w="16669">
            <a:solidFill>
              <a:srgbClr val="8B95A4"/>
            </a:solidFill>
            <a:tailEnd type="triangle" w="sm" len="sm"/>
          </a:ln>
        </p:spPr>
        <p:txBody>
          <a:bodyPr/>
          <a:lstStyle/>
          <a:p>
            <a:endParaRPr lang="en-US"/>
          </a:p>
        </p:txBody>
      </p:sp>
      <p:sp>
        <p:nvSpPr>
          <p:cNvPr id="77" name="edge_1_2_1">
            <a:extLst>
              <a:ext uri="{FF2B5EF4-FFF2-40B4-BE49-F238E27FC236}">
                <a16:creationId xmlns:a16="http://schemas.microsoft.com/office/drawing/2014/main" id="{C09D742A-ACA1-1A7E-89B7-71E09D375297}"/>
              </a:ext>
            </a:extLst>
          </p:cNvPr>
          <p:cNvSpPr>
            <a:spLocks noGrp="1"/>
          </p:cNvSpPr>
          <p:nvPr/>
        </p:nvSpPr>
        <p:spPr>
          <a:xfrm flipV="1">
            <a:off x="3818374" y="3401293"/>
            <a:ext cx="1937761" cy="1442227"/>
          </a:xfrm>
          <a:prstGeom prst="line">
            <a:avLst/>
          </a:prstGeom>
          <a:noFill/>
          <a:ln w="16669">
            <a:solidFill>
              <a:srgbClr val="8B95A4"/>
            </a:solidFill>
            <a:tailEnd type="triangle" w="sm" len="sm"/>
          </a:ln>
        </p:spPr>
        <p:txBody>
          <a:bodyPr/>
          <a:lstStyle/>
          <a:p>
            <a:endParaRPr lang="en-US"/>
          </a:p>
        </p:txBody>
      </p:sp>
      <p:sp>
        <p:nvSpPr>
          <p:cNvPr id="75" name="edge_1_2_0">
            <a:extLst>
              <a:ext uri="{FF2B5EF4-FFF2-40B4-BE49-F238E27FC236}">
                <a16:creationId xmlns:a16="http://schemas.microsoft.com/office/drawing/2014/main" id="{439D4527-402E-E7E6-1235-8431F6986EAB}"/>
              </a:ext>
            </a:extLst>
          </p:cNvPr>
          <p:cNvSpPr>
            <a:spLocks noGrp="1"/>
          </p:cNvSpPr>
          <p:nvPr/>
        </p:nvSpPr>
        <p:spPr>
          <a:xfrm flipV="1">
            <a:off x="3766737" y="2410458"/>
            <a:ext cx="2042469" cy="2377683"/>
          </a:xfrm>
          <a:prstGeom prst="line">
            <a:avLst/>
          </a:prstGeom>
          <a:noFill/>
          <a:ln w="16669">
            <a:solidFill>
              <a:srgbClr val="8B95A4"/>
            </a:solidFill>
            <a:tailEnd type="triangle" w="sm" len="sm"/>
          </a:ln>
        </p:spPr>
        <p:txBody>
          <a:bodyPr/>
          <a:lstStyle/>
          <a:p>
            <a:endParaRPr lang="en-US"/>
          </a:p>
        </p:txBody>
      </p:sp>
      <p:sp>
        <p:nvSpPr>
          <p:cNvPr id="73" name="edge_1_1_3">
            <a:extLst>
              <a:ext uri="{FF2B5EF4-FFF2-40B4-BE49-F238E27FC236}">
                <a16:creationId xmlns:a16="http://schemas.microsoft.com/office/drawing/2014/main" id="{02235231-7457-01FD-5286-F8C4687804B5}"/>
              </a:ext>
            </a:extLst>
          </p:cNvPr>
          <p:cNvSpPr>
            <a:spLocks noGrp="1"/>
          </p:cNvSpPr>
          <p:nvPr/>
        </p:nvSpPr>
        <p:spPr>
          <a:xfrm>
            <a:off x="3833455" y="3897481"/>
            <a:ext cx="1907181" cy="1201087"/>
          </a:xfrm>
          <a:prstGeom prst="line">
            <a:avLst/>
          </a:prstGeom>
          <a:noFill/>
          <a:ln w="16669">
            <a:solidFill>
              <a:srgbClr val="8B95A4"/>
            </a:solidFill>
            <a:tailEnd type="triangle" w="sm" len="sm"/>
          </a:ln>
        </p:spPr>
        <p:txBody>
          <a:bodyPr/>
          <a:lstStyle/>
          <a:p>
            <a:endParaRPr lang="en-US"/>
          </a:p>
        </p:txBody>
      </p:sp>
      <p:sp>
        <p:nvSpPr>
          <p:cNvPr id="71" name="edge_1_1_2">
            <a:extLst>
              <a:ext uri="{FF2B5EF4-FFF2-40B4-BE49-F238E27FC236}">
                <a16:creationId xmlns:a16="http://schemas.microsoft.com/office/drawing/2014/main" id="{5BEBB739-DE87-A20C-73CC-DF06739D1550}"/>
              </a:ext>
            </a:extLst>
          </p:cNvPr>
          <p:cNvSpPr>
            <a:spLocks noGrp="1"/>
          </p:cNvSpPr>
          <p:nvPr/>
        </p:nvSpPr>
        <p:spPr>
          <a:xfrm>
            <a:off x="3878885" y="3785197"/>
            <a:ext cx="1815057" cy="381023"/>
          </a:xfrm>
          <a:prstGeom prst="line">
            <a:avLst/>
          </a:prstGeom>
          <a:noFill/>
          <a:ln w="16669">
            <a:solidFill>
              <a:srgbClr val="8B95A4"/>
            </a:solidFill>
            <a:tailEnd type="triangle" w="sm" len="sm"/>
          </a:ln>
        </p:spPr>
        <p:txBody>
          <a:bodyPr/>
          <a:lstStyle/>
          <a:p>
            <a:endParaRPr lang="en-US"/>
          </a:p>
        </p:txBody>
      </p:sp>
      <p:sp>
        <p:nvSpPr>
          <p:cNvPr id="69" name="edge_1_1_1">
            <a:extLst>
              <a:ext uri="{FF2B5EF4-FFF2-40B4-BE49-F238E27FC236}">
                <a16:creationId xmlns:a16="http://schemas.microsoft.com/office/drawing/2014/main" id="{B46E56D6-F1F5-1DEF-1831-6BCC01F2E58F}"/>
              </a:ext>
            </a:extLst>
          </p:cNvPr>
          <p:cNvSpPr>
            <a:spLocks noGrp="1"/>
          </p:cNvSpPr>
          <p:nvPr/>
        </p:nvSpPr>
        <p:spPr>
          <a:xfrm flipV="1">
            <a:off x="3878885" y="3263279"/>
            <a:ext cx="1815057" cy="381023"/>
          </a:xfrm>
          <a:prstGeom prst="line">
            <a:avLst/>
          </a:prstGeom>
          <a:noFill/>
          <a:ln w="16669">
            <a:solidFill>
              <a:srgbClr val="8B95A4"/>
            </a:solidFill>
            <a:tailEnd type="triangle" w="sm" len="sm"/>
          </a:ln>
        </p:spPr>
        <p:txBody>
          <a:bodyPr/>
          <a:lstStyle/>
          <a:p>
            <a:endParaRPr lang="en-US"/>
          </a:p>
        </p:txBody>
      </p:sp>
      <p:sp>
        <p:nvSpPr>
          <p:cNvPr id="67" name="edge_1_1_0">
            <a:extLst>
              <a:ext uri="{FF2B5EF4-FFF2-40B4-BE49-F238E27FC236}">
                <a16:creationId xmlns:a16="http://schemas.microsoft.com/office/drawing/2014/main" id="{621C38AE-64E1-3027-3D7E-710052FFEF0D}"/>
              </a:ext>
            </a:extLst>
          </p:cNvPr>
          <p:cNvSpPr>
            <a:spLocks noGrp="1"/>
          </p:cNvSpPr>
          <p:nvPr/>
        </p:nvSpPr>
        <p:spPr>
          <a:xfrm flipV="1">
            <a:off x="3833455" y="2330932"/>
            <a:ext cx="1907181" cy="1201087"/>
          </a:xfrm>
          <a:prstGeom prst="line">
            <a:avLst/>
          </a:prstGeom>
          <a:noFill/>
          <a:ln w="16669">
            <a:solidFill>
              <a:srgbClr val="8B95A4"/>
            </a:solidFill>
            <a:tailEnd type="triangle" w="sm" len="sm"/>
          </a:ln>
        </p:spPr>
        <p:txBody>
          <a:bodyPr/>
          <a:lstStyle/>
          <a:p>
            <a:endParaRPr lang="en-US"/>
          </a:p>
        </p:txBody>
      </p:sp>
      <p:sp>
        <p:nvSpPr>
          <p:cNvPr id="65" name="edge_1_0_3">
            <a:extLst>
              <a:ext uri="{FF2B5EF4-FFF2-40B4-BE49-F238E27FC236}">
                <a16:creationId xmlns:a16="http://schemas.microsoft.com/office/drawing/2014/main" id="{EACB1E77-8806-8A25-6B81-4C89F98EB097}"/>
              </a:ext>
            </a:extLst>
          </p:cNvPr>
          <p:cNvSpPr>
            <a:spLocks noGrp="1"/>
          </p:cNvSpPr>
          <p:nvPr/>
        </p:nvSpPr>
        <p:spPr>
          <a:xfrm>
            <a:off x="3766737" y="2641358"/>
            <a:ext cx="2042469" cy="2377683"/>
          </a:xfrm>
          <a:prstGeom prst="line">
            <a:avLst/>
          </a:prstGeom>
          <a:noFill/>
          <a:ln w="16669">
            <a:solidFill>
              <a:srgbClr val="8B95A4"/>
            </a:solidFill>
            <a:tailEnd type="triangle" w="sm" len="sm"/>
          </a:ln>
        </p:spPr>
        <p:txBody>
          <a:bodyPr/>
          <a:lstStyle/>
          <a:p>
            <a:endParaRPr lang="en-US"/>
          </a:p>
        </p:txBody>
      </p:sp>
      <p:sp>
        <p:nvSpPr>
          <p:cNvPr id="63" name="edge_1_0_2">
            <a:extLst>
              <a:ext uri="{FF2B5EF4-FFF2-40B4-BE49-F238E27FC236}">
                <a16:creationId xmlns:a16="http://schemas.microsoft.com/office/drawing/2014/main" id="{025C90B1-228B-FC5A-84FE-D7BFC9E047DE}"/>
              </a:ext>
            </a:extLst>
          </p:cNvPr>
          <p:cNvSpPr>
            <a:spLocks noGrp="1"/>
          </p:cNvSpPr>
          <p:nvPr/>
        </p:nvSpPr>
        <p:spPr>
          <a:xfrm>
            <a:off x="3818374" y="2585981"/>
            <a:ext cx="1937761" cy="1442227"/>
          </a:xfrm>
          <a:prstGeom prst="line">
            <a:avLst/>
          </a:prstGeom>
          <a:noFill/>
          <a:ln w="16669">
            <a:solidFill>
              <a:srgbClr val="8B95A4"/>
            </a:solidFill>
            <a:tailEnd type="triangle" w="sm" len="sm"/>
          </a:ln>
        </p:spPr>
        <p:txBody>
          <a:bodyPr/>
          <a:lstStyle/>
          <a:p>
            <a:endParaRPr lang="en-US"/>
          </a:p>
        </p:txBody>
      </p:sp>
      <p:sp>
        <p:nvSpPr>
          <p:cNvPr id="61" name="edge_1_0_1">
            <a:extLst>
              <a:ext uri="{FF2B5EF4-FFF2-40B4-BE49-F238E27FC236}">
                <a16:creationId xmlns:a16="http://schemas.microsoft.com/office/drawing/2014/main" id="{EFF5A286-0ED9-4E3E-7223-BE54CEE65820}"/>
              </a:ext>
            </a:extLst>
          </p:cNvPr>
          <p:cNvSpPr>
            <a:spLocks noGrp="1"/>
          </p:cNvSpPr>
          <p:nvPr/>
        </p:nvSpPr>
        <p:spPr>
          <a:xfrm>
            <a:off x="3869464" y="2487067"/>
            <a:ext cx="1834161" cy="595052"/>
          </a:xfrm>
          <a:prstGeom prst="line">
            <a:avLst/>
          </a:prstGeom>
          <a:noFill/>
          <a:ln w="16669">
            <a:solidFill>
              <a:srgbClr val="8B95A4"/>
            </a:solidFill>
            <a:tailEnd type="triangle" w="sm" len="sm"/>
          </a:ln>
        </p:spPr>
        <p:txBody>
          <a:bodyPr/>
          <a:lstStyle/>
          <a:p>
            <a:endParaRPr lang="en-US"/>
          </a:p>
        </p:txBody>
      </p:sp>
      <p:sp>
        <p:nvSpPr>
          <p:cNvPr id="59" name="edge_1_0_0">
            <a:extLst>
              <a:ext uri="{FF2B5EF4-FFF2-40B4-BE49-F238E27FC236}">
                <a16:creationId xmlns:a16="http://schemas.microsoft.com/office/drawing/2014/main" id="{6CD6E974-63B0-EBF6-CD8E-14FD0087E448}"/>
              </a:ext>
            </a:extLst>
          </p:cNvPr>
          <p:cNvSpPr>
            <a:spLocks noGrp="1"/>
          </p:cNvSpPr>
          <p:nvPr/>
        </p:nvSpPr>
        <p:spPr>
          <a:xfrm flipV="1">
            <a:off x="3884650" y="2176601"/>
            <a:ext cx="1803369" cy="172077"/>
          </a:xfrm>
          <a:prstGeom prst="line">
            <a:avLst/>
          </a:prstGeom>
          <a:noFill/>
          <a:ln w="16669">
            <a:solidFill>
              <a:srgbClr val="8B95A4"/>
            </a:solidFill>
            <a:tailEnd type="triangle" w="sm" len="sm"/>
          </a:ln>
        </p:spPr>
        <p:txBody>
          <a:bodyPr/>
          <a:lstStyle/>
          <a:p>
            <a:endParaRPr lang="en-US"/>
          </a:p>
        </p:txBody>
      </p:sp>
      <p:sp>
        <p:nvSpPr>
          <p:cNvPr id="57" name="edge_0_4_2">
            <a:extLst>
              <a:ext uri="{FF2B5EF4-FFF2-40B4-BE49-F238E27FC236}">
                <a16:creationId xmlns:a16="http://schemas.microsoft.com/office/drawing/2014/main" id="{FE12C6AF-EA64-AF01-E976-90CAA2D94967}"/>
              </a:ext>
            </a:extLst>
          </p:cNvPr>
          <p:cNvSpPr>
            <a:spLocks noGrp="1"/>
          </p:cNvSpPr>
          <p:nvPr/>
        </p:nvSpPr>
        <p:spPr>
          <a:xfrm flipV="1">
            <a:off x="1388121" y="5090977"/>
            <a:ext cx="1805354" cy="220501"/>
          </a:xfrm>
          <a:prstGeom prst="line">
            <a:avLst/>
          </a:prstGeom>
          <a:noFill/>
          <a:ln w="16669">
            <a:solidFill>
              <a:srgbClr val="8B95A4"/>
            </a:solidFill>
            <a:tailEnd type="triangle" w="sm" len="sm"/>
          </a:ln>
        </p:spPr>
        <p:txBody>
          <a:bodyPr/>
          <a:lstStyle/>
          <a:p>
            <a:endParaRPr lang="en-US"/>
          </a:p>
        </p:txBody>
      </p:sp>
      <p:sp>
        <p:nvSpPr>
          <p:cNvPr id="55" name="edge_0_4_1">
            <a:extLst>
              <a:ext uri="{FF2B5EF4-FFF2-40B4-BE49-F238E27FC236}">
                <a16:creationId xmlns:a16="http://schemas.microsoft.com/office/drawing/2014/main" id="{353E3C70-9902-68D5-727B-30C86D39DF31}"/>
              </a:ext>
            </a:extLst>
          </p:cNvPr>
          <p:cNvSpPr>
            <a:spLocks noGrp="1"/>
          </p:cNvSpPr>
          <p:nvPr/>
        </p:nvSpPr>
        <p:spPr>
          <a:xfrm flipV="1">
            <a:off x="1334399" y="3908159"/>
            <a:ext cx="1914289" cy="1256709"/>
          </a:xfrm>
          <a:prstGeom prst="line">
            <a:avLst/>
          </a:prstGeom>
          <a:noFill/>
          <a:ln w="16669">
            <a:solidFill>
              <a:srgbClr val="8B95A4"/>
            </a:solidFill>
            <a:tailEnd type="triangle" w="sm" len="sm"/>
          </a:ln>
        </p:spPr>
        <p:txBody>
          <a:bodyPr/>
          <a:lstStyle/>
          <a:p>
            <a:endParaRPr lang="en-US"/>
          </a:p>
        </p:txBody>
      </p:sp>
      <p:sp>
        <p:nvSpPr>
          <p:cNvPr id="53" name="edge_0_4_0">
            <a:extLst>
              <a:ext uri="{FF2B5EF4-FFF2-40B4-BE49-F238E27FC236}">
                <a16:creationId xmlns:a16="http://schemas.microsoft.com/office/drawing/2014/main" id="{EF993F36-8341-6292-A32E-9E20E3DAB059}"/>
              </a:ext>
            </a:extLst>
          </p:cNvPr>
          <p:cNvSpPr>
            <a:spLocks noGrp="1"/>
          </p:cNvSpPr>
          <p:nvPr/>
        </p:nvSpPr>
        <p:spPr>
          <a:xfrm flipV="1">
            <a:off x="1268261" y="2651138"/>
            <a:ext cx="2048403" cy="2439319"/>
          </a:xfrm>
          <a:prstGeom prst="line">
            <a:avLst/>
          </a:prstGeom>
          <a:noFill/>
          <a:ln w="16669">
            <a:solidFill>
              <a:srgbClr val="8B95A4"/>
            </a:solidFill>
            <a:tailEnd type="triangle" w="sm" len="sm"/>
          </a:ln>
        </p:spPr>
        <p:txBody>
          <a:bodyPr/>
          <a:lstStyle/>
          <a:p>
            <a:endParaRPr lang="en-US"/>
          </a:p>
        </p:txBody>
      </p:sp>
      <p:sp>
        <p:nvSpPr>
          <p:cNvPr id="51" name="edge_0_3_2">
            <a:extLst>
              <a:ext uri="{FF2B5EF4-FFF2-40B4-BE49-F238E27FC236}">
                <a16:creationId xmlns:a16="http://schemas.microsoft.com/office/drawing/2014/main" id="{BBC84141-1C5F-FE28-ACFF-85C5DF8253EC}"/>
              </a:ext>
            </a:extLst>
          </p:cNvPr>
          <p:cNvSpPr>
            <a:spLocks noGrp="1"/>
          </p:cNvSpPr>
          <p:nvPr/>
        </p:nvSpPr>
        <p:spPr>
          <a:xfrm>
            <a:off x="1383591" y="4603119"/>
            <a:ext cx="1814539" cy="373989"/>
          </a:xfrm>
          <a:prstGeom prst="line">
            <a:avLst/>
          </a:prstGeom>
          <a:noFill/>
          <a:ln w="16669">
            <a:solidFill>
              <a:srgbClr val="8B95A4"/>
            </a:solidFill>
            <a:tailEnd type="triangle" w="sm" len="sm"/>
          </a:ln>
        </p:spPr>
        <p:txBody>
          <a:bodyPr/>
          <a:lstStyle/>
          <a:p>
            <a:endParaRPr lang="en-US"/>
          </a:p>
        </p:txBody>
      </p:sp>
      <p:sp>
        <p:nvSpPr>
          <p:cNvPr id="49" name="edge_0_3_1">
            <a:extLst>
              <a:ext uri="{FF2B5EF4-FFF2-40B4-BE49-F238E27FC236}">
                <a16:creationId xmlns:a16="http://schemas.microsoft.com/office/drawing/2014/main" id="{D550EDC6-A1D8-A3D4-23E6-B2076D2CD76F}"/>
              </a:ext>
            </a:extLst>
          </p:cNvPr>
          <p:cNvSpPr>
            <a:spLocks noGrp="1"/>
          </p:cNvSpPr>
          <p:nvPr/>
        </p:nvSpPr>
        <p:spPr>
          <a:xfrm flipV="1">
            <a:off x="1373547" y="3824662"/>
            <a:ext cx="1834905" cy="602297"/>
          </a:xfrm>
          <a:prstGeom prst="line">
            <a:avLst/>
          </a:prstGeom>
          <a:noFill/>
          <a:ln w="16669">
            <a:solidFill>
              <a:srgbClr val="8B95A4"/>
            </a:solidFill>
            <a:tailEnd type="triangle" w="sm" len="sm"/>
          </a:ln>
        </p:spPr>
        <p:txBody>
          <a:bodyPr/>
          <a:lstStyle/>
          <a:p>
            <a:endParaRPr lang="en-US"/>
          </a:p>
        </p:txBody>
      </p:sp>
      <p:sp>
        <p:nvSpPr>
          <p:cNvPr id="47" name="edge_0_3_0">
            <a:extLst>
              <a:ext uri="{FF2B5EF4-FFF2-40B4-BE49-F238E27FC236}">
                <a16:creationId xmlns:a16="http://schemas.microsoft.com/office/drawing/2014/main" id="{54FDF514-1A21-CC17-FCC6-C112BCC2850E}"/>
              </a:ext>
            </a:extLst>
          </p:cNvPr>
          <p:cNvSpPr>
            <a:spLocks noGrp="1"/>
          </p:cNvSpPr>
          <p:nvPr/>
        </p:nvSpPr>
        <p:spPr>
          <a:xfrm flipV="1">
            <a:off x="1307398" y="2611443"/>
            <a:ext cx="1969041" cy="1698486"/>
          </a:xfrm>
          <a:prstGeom prst="line">
            <a:avLst/>
          </a:prstGeom>
          <a:noFill/>
          <a:ln w="16669">
            <a:solidFill>
              <a:srgbClr val="8B95A4"/>
            </a:solidFill>
            <a:tailEnd type="triangle" w="sm" len="sm"/>
          </a:ln>
        </p:spPr>
        <p:txBody>
          <a:bodyPr/>
          <a:lstStyle/>
          <a:p>
            <a:endParaRPr lang="en-US"/>
          </a:p>
        </p:txBody>
      </p:sp>
      <p:sp>
        <p:nvSpPr>
          <p:cNvPr id="45" name="edge_0_2_2">
            <a:extLst>
              <a:ext uri="{FF2B5EF4-FFF2-40B4-BE49-F238E27FC236}">
                <a16:creationId xmlns:a16="http://schemas.microsoft.com/office/drawing/2014/main" id="{4E86FEDE-FBE3-E4A2-F3C4-6240BAD8B0BC}"/>
              </a:ext>
            </a:extLst>
          </p:cNvPr>
          <p:cNvSpPr>
            <a:spLocks noGrp="1"/>
          </p:cNvSpPr>
          <p:nvPr/>
        </p:nvSpPr>
        <p:spPr>
          <a:xfrm>
            <a:off x="1350181" y="3876354"/>
            <a:ext cx="1882287" cy="1005802"/>
          </a:xfrm>
          <a:prstGeom prst="line">
            <a:avLst/>
          </a:prstGeom>
          <a:noFill/>
          <a:ln w="16669">
            <a:solidFill>
              <a:srgbClr val="8B95A4"/>
            </a:solidFill>
            <a:tailEnd type="triangle" w="sm" len="sm"/>
          </a:ln>
        </p:spPr>
        <p:txBody>
          <a:bodyPr/>
          <a:lstStyle/>
          <a:p>
            <a:endParaRPr lang="en-US"/>
          </a:p>
        </p:txBody>
      </p:sp>
      <p:sp>
        <p:nvSpPr>
          <p:cNvPr id="43" name="edge_0_2_1">
            <a:extLst>
              <a:ext uri="{FF2B5EF4-FFF2-40B4-BE49-F238E27FC236}">
                <a16:creationId xmlns:a16="http://schemas.microsoft.com/office/drawing/2014/main" id="{EA6F9F02-7880-29B2-D42D-21CC31385A33}"/>
              </a:ext>
            </a:extLst>
          </p:cNvPr>
          <p:cNvSpPr>
            <a:spLocks noGrp="1"/>
          </p:cNvSpPr>
          <p:nvPr/>
        </p:nvSpPr>
        <p:spPr>
          <a:xfrm>
            <a:off x="1390650" y="3714750"/>
            <a:ext cx="1800225" cy="1"/>
          </a:xfrm>
          <a:prstGeom prst="line">
            <a:avLst/>
          </a:prstGeom>
          <a:noFill/>
          <a:ln w="16669">
            <a:solidFill>
              <a:srgbClr val="8B95A4"/>
            </a:solidFill>
            <a:tailEnd type="triangle" w="sm" len="sm"/>
          </a:ln>
        </p:spPr>
        <p:txBody>
          <a:bodyPr/>
          <a:lstStyle/>
          <a:p>
            <a:endParaRPr lang="en-US"/>
          </a:p>
        </p:txBody>
      </p:sp>
      <p:sp>
        <p:nvSpPr>
          <p:cNvPr id="41" name="edge_0_2_0">
            <a:extLst>
              <a:ext uri="{FF2B5EF4-FFF2-40B4-BE49-F238E27FC236}">
                <a16:creationId xmlns:a16="http://schemas.microsoft.com/office/drawing/2014/main" id="{5705505A-0EDA-2223-6633-87E68496CD2B}"/>
              </a:ext>
            </a:extLst>
          </p:cNvPr>
          <p:cNvSpPr>
            <a:spLocks noGrp="1"/>
          </p:cNvSpPr>
          <p:nvPr/>
        </p:nvSpPr>
        <p:spPr>
          <a:xfrm flipV="1">
            <a:off x="1350181" y="2547343"/>
            <a:ext cx="1882287" cy="1005802"/>
          </a:xfrm>
          <a:prstGeom prst="line">
            <a:avLst/>
          </a:prstGeom>
          <a:noFill/>
          <a:ln w="16669">
            <a:solidFill>
              <a:srgbClr val="8B95A4"/>
            </a:solidFill>
            <a:tailEnd type="triangle" w="sm" len="sm"/>
          </a:ln>
        </p:spPr>
        <p:txBody>
          <a:bodyPr/>
          <a:lstStyle/>
          <a:p>
            <a:endParaRPr lang="en-US"/>
          </a:p>
        </p:txBody>
      </p:sp>
      <p:sp>
        <p:nvSpPr>
          <p:cNvPr id="39" name="edge_0_1_2">
            <a:extLst>
              <a:ext uri="{FF2B5EF4-FFF2-40B4-BE49-F238E27FC236}">
                <a16:creationId xmlns:a16="http://schemas.microsoft.com/office/drawing/2014/main" id="{40DAD50F-7ED6-97AE-7D2F-E399CBD1579F}"/>
              </a:ext>
            </a:extLst>
          </p:cNvPr>
          <p:cNvSpPr>
            <a:spLocks noGrp="1"/>
          </p:cNvSpPr>
          <p:nvPr/>
        </p:nvSpPr>
        <p:spPr>
          <a:xfrm>
            <a:off x="1307398" y="3119571"/>
            <a:ext cx="1969041" cy="1698486"/>
          </a:xfrm>
          <a:prstGeom prst="line">
            <a:avLst/>
          </a:prstGeom>
          <a:noFill/>
          <a:ln w="16669">
            <a:solidFill>
              <a:srgbClr val="8B95A4"/>
            </a:solidFill>
            <a:tailEnd type="triangle" w="sm" len="sm"/>
          </a:ln>
        </p:spPr>
        <p:txBody>
          <a:bodyPr/>
          <a:lstStyle/>
          <a:p>
            <a:endParaRPr lang="en-US"/>
          </a:p>
        </p:txBody>
      </p:sp>
      <p:sp>
        <p:nvSpPr>
          <p:cNvPr id="37" name="edge_0_1_1">
            <a:extLst>
              <a:ext uri="{FF2B5EF4-FFF2-40B4-BE49-F238E27FC236}">
                <a16:creationId xmlns:a16="http://schemas.microsoft.com/office/drawing/2014/main" id="{1F3D2606-DC3A-D601-3951-14ECA5FAFC41}"/>
              </a:ext>
            </a:extLst>
          </p:cNvPr>
          <p:cNvSpPr>
            <a:spLocks noGrp="1"/>
          </p:cNvSpPr>
          <p:nvPr/>
        </p:nvSpPr>
        <p:spPr>
          <a:xfrm>
            <a:off x="1373547" y="3002541"/>
            <a:ext cx="1834905" cy="602297"/>
          </a:xfrm>
          <a:prstGeom prst="line">
            <a:avLst/>
          </a:prstGeom>
          <a:noFill/>
          <a:ln w="16669">
            <a:solidFill>
              <a:srgbClr val="8B95A4"/>
            </a:solidFill>
            <a:tailEnd type="triangle" w="sm" len="sm"/>
          </a:ln>
        </p:spPr>
        <p:txBody>
          <a:bodyPr/>
          <a:lstStyle/>
          <a:p>
            <a:endParaRPr lang="en-US"/>
          </a:p>
        </p:txBody>
      </p:sp>
      <p:sp>
        <p:nvSpPr>
          <p:cNvPr id="35" name="edge_0_1_0">
            <a:extLst>
              <a:ext uri="{FF2B5EF4-FFF2-40B4-BE49-F238E27FC236}">
                <a16:creationId xmlns:a16="http://schemas.microsoft.com/office/drawing/2014/main" id="{989A000E-8830-802A-8D01-AA30F288B0F9}"/>
              </a:ext>
            </a:extLst>
          </p:cNvPr>
          <p:cNvSpPr>
            <a:spLocks noGrp="1"/>
          </p:cNvSpPr>
          <p:nvPr/>
        </p:nvSpPr>
        <p:spPr>
          <a:xfrm flipV="1">
            <a:off x="1383591" y="2452392"/>
            <a:ext cx="1814539" cy="373989"/>
          </a:xfrm>
          <a:prstGeom prst="line">
            <a:avLst/>
          </a:prstGeom>
          <a:noFill/>
          <a:ln w="16669">
            <a:solidFill>
              <a:srgbClr val="8B95A4"/>
            </a:solidFill>
            <a:tailEnd type="triangle" w="sm" len="sm"/>
          </a:ln>
        </p:spPr>
        <p:txBody>
          <a:bodyPr/>
          <a:lstStyle/>
          <a:p>
            <a:endParaRPr lang="en-US"/>
          </a:p>
        </p:txBody>
      </p:sp>
      <p:sp>
        <p:nvSpPr>
          <p:cNvPr id="33" name="edge_0_0_2">
            <a:extLst>
              <a:ext uri="{FF2B5EF4-FFF2-40B4-BE49-F238E27FC236}">
                <a16:creationId xmlns:a16="http://schemas.microsoft.com/office/drawing/2014/main" id="{953723CD-86DA-31B7-D939-E4A4B352304A}"/>
              </a:ext>
            </a:extLst>
          </p:cNvPr>
          <p:cNvSpPr>
            <a:spLocks noGrp="1"/>
          </p:cNvSpPr>
          <p:nvPr/>
        </p:nvSpPr>
        <p:spPr>
          <a:xfrm>
            <a:off x="1268261" y="2339043"/>
            <a:ext cx="2048403" cy="2439319"/>
          </a:xfrm>
          <a:prstGeom prst="line">
            <a:avLst/>
          </a:prstGeom>
          <a:noFill/>
          <a:ln w="16669">
            <a:solidFill>
              <a:srgbClr val="8B95A4"/>
            </a:solidFill>
            <a:tailEnd type="triangle" w="sm" len="sm"/>
          </a:ln>
        </p:spPr>
        <p:txBody>
          <a:bodyPr/>
          <a:lstStyle/>
          <a:p>
            <a:endParaRPr lang="en-US"/>
          </a:p>
        </p:txBody>
      </p:sp>
      <p:sp>
        <p:nvSpPr>
          <p:cNvPr id="31" name="edge_0_0_1">
            <a:extLst>
              <a:ext uri="{FF2B5EF4-FFF2-40B4-BE49-F238E27FC236}">
                <a16:creationId xmlns:a16="http://schemas.microsoft.com/office/drawing/2014/main" id="{FC0A953C-04E9-C85E-AFA8-4C833398D914}"/>
              </a:ext>
            </a:extLst>
          </p:cNvPr>
          <p:cNvSpPr>
            <a:spLocks noGrp="1"/>
          </p:cNvSpPr>
          <p:nvPr/>
        </p:nvSpPr>
        <p:spPr>
          <a:xfrm>
            <a:off x="1334399" y="2264632"/>
            <a:ext cx="1914289" cy="1256709"/>
          </a:xfrm>
          <a:prstGeom prst="line">
            <a:avLst/>
          </a:prstGeom>
          <a:noFill/>
          <a:ln w="16669">
            <a:solidFill>
              <a:srgbClr val="8B95A4"/>
            </a:solidFill>
            <a:tailEnd type="triangle" w="sm" len="sm"/>
          </a:ln>
        </p:spPr>
        <p:txBody>
          <a:bodyPr/>
          <a:lstStyle/>
          <a:p>
            <a:endParaRPr lang="en-US"/>
          </a:p>
        </p:txBody>
      </p:sp>
      <p:sp>
        <p:nvSpPr>
          <p:cNvPr id="29" name="edge_0_0_0">
            <a:extLst>
              <a:ext uri="{FF2B5EF4-FFF2-40B4-BE49-F238E27FC236}">
                <a16:creationId xmlns:a16="http://schemas.microsoft.com/office/drawing/2014/main" id="{3B17638B-DB37-9B70-E8A0-526DD0DADC35}"/>
              </a:ext>
            </a:extLst>
          </p:cNvPr>
          <p:cNvSpPr>
            <a:spLocks noGrp="1"/>
          </p:cNvSpPr>
          <p:nvPr/>
        </p:nvSpPr>
        <p:spPr>
          <a:xfrm>
            <a:off x="1388121" y="2118022"/>
            <a:ext cx="1805354" cy="220501"/>
          </a:xfrm>
          <a:prstGeom prst="line">
            <a:avLst/>
          </a:prstGeom>
          <a:noFill/>
          <a:ln w="16669">
            <a:solidFill>
              <a:srgbClr val="8B95A4"/>
            </a:solidFill>
            <a:tailEnd type="triangle" w="sm" len="sm"/>
          </a:ln>
        </p:spPr>
        <p:txBody>
          <a:bodyPr/>
          <a:lstStyle/>
          <a:p>
            <a:endParaRPr lang="en-US"/>
          </a:p>
        </p:txBody>
      </p:sp>
      <p:sp>
        <p:nvSpPr>
          <p:cNvPr id="238" name="mlp_title">
            <a:extLst>
              <a:ext uri="{FF2B5EF4-FFF2-40B4-BE49-F238E27FC236}">
                <a16:creationId xmlns:a16="http://schemas.microsoft.com/office/drawing/2014/main" id="{06151216-6794-21C2-2916-17FF1B71B573}"/>
              </a:ext>
            </a:extLst>
          </p:cNvPr>
          <p:cNvSpPr>
            <a:spLocks noGrp="1"/>
          </p:cNvSpPr>
          <p:nvPr/>
        </p:nvSpPr>
        <p:spPr>
          <a:xfrm>
            <a:off x="457200" y="266700"/>
            <a:ext cx="11277600" cy="590550"/>
          </a:xfrm>
          <a:prstGeom prst="rect">
            <a:avLst/>
          </a:prstGeom>
          <a:noFill/>
          <a:ln w="0">
            <a:noFill/>
          </a:ln>
        </p:spPr>
        <p:txBody>
          <a:bodyPr wrap="none" lIns="0" tIns="0" rIns="0" bIns="0" anchor="ctr">
            <a:noAutofit/>
          </a:bodyPr>
          <a:lstStyle/>
          <a:p>
            <a:pPr algn="ctr">
              <a:defRPr sz="3150" b="1">
                <a:solidFill>
                  <a:srgbClr val="111827"/>
                </a:solidFill>
                <a:latin typeface="Arial"/>
                <a:ea typeface="Arial"/>
                <a:cs typeface="Arial"/>
              </a:defRPr>
            </a:pPr>
            <a:r>
              <a:rPr lang="en-US" sz="3150" b="1">
                <a:solidFill>
                  <a:srgbClr val="111827"/>
                </a:solidFill>
                <a:latin typeface="Arial"/>
                <a:ea typeface="Arial"/>
                <a:cs typeface="Arial"/>
              </a:rPr>
              <a:t>Pop Quiz: What is the activation on Hidden 1 Neuron 2?</a:t>
            </a:r>
            <a:endParaRPr sz="3150" b="1">
              <a:solidFill>
                <a:srgbClr val="111827"/>
              </a:solidFill>
              <a:latin typeface="Arial"/>
              <a:ea typeface="Arial"/>
              <a:cs typeface="Arial"/>
            </a:endParaRPr>
          </a:p>
        </p:txBody>
      </p:sp>
      <p:sp>
        <p:nvSpPr>
          <p:cNvPr id="2" name="layer_label_0">
            <a:extLst>
              <a:ext uri="{FF2B5EF4-FFF2-40B4-BE49-F238E27FC236}">
                <a16:creationId xmlns:a16="http://schemas.microsoft.com/office/drawing/2014/main" id="{A10E4390-4234-3AA7-69BB-CDD4F84FF658}"/>
              </a:ext>
            </a:extLst>
          </p:cNvPr>
          <p:cNvSpPr>
            <a:spLocks noGrp="1"/>
          </p:cNvSpPr>
          <p:nvPr/>
        </p:nvSpPr>
        <p:spPr>
          <a:xfrm>
            <a:off x="19050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Input</a:t>
            </a:r>
          </a:p>
        </p:txBody>
      </p:sp>
      <p:sp>
        <p:nvSpPr>
          <p:cNvPr id="3" name="node_0_0">
            <a:extLst>
              <a:ext uri="{FF2B5EF4-FFF2-40B4-BE49-F238E27FC236}">
                <a16:creationId xmlns:a16="http://schemas.microsoft.com/office/drawing/2014/main" id="{794FECE2-C633-1F59-FFC4-57F1A28EE057}"/>
              </a:ext>
            </a:extLst>
          </p:cNvPr>
          <p:cNvSpPr>
            <a:spLocks noGrp="1"/>
          </p:cNvSpPr>
          <p:nvPr/>
        </p:nvSpPr>
        <p:spPr>
          <a:xfrm>
            <a:off x="714375" y="1743075"/>
            <a:ext cx="666750" cy="666750"/>
          </a:xfrm>
          <a:prstGeom prst="ellipse">
            <a:avLst/>
          </a:prstGeom>
          <a:solidFill>
            <a:srgbClr val="FFFFFF"/>
          </a:solidFill>
          <a:ln w="26670">
            <a:solidFill>
              <a:srgbClr val="111827"/>
            </a:solidFill>
          </a:ln>
        </p:spPr>
        <p:txBody>
          <a:bodyPr/>
          <a:lstStyle/>
          <a:p>
            <a:endParaRPr lang="en-US"/>
          </a:p>
        </p:txBody>
      </p:sp>
      <p:sp>
        <p:nvSpPr>
          <p:cNvPr id="4" name="node_0_1">
            <a:extLst>
              <a:ext uri="{FF2B5EF4-FFF2-40B4-BE49-F238E27FC236}">
                <a16:creationId xmlns:a16="http://schemas.microsoft.com/office/drawing/2014/main" id="{69F7CF06-8804-37F6-3BFC-3F63E240EBB9}"/>
              </a:ext>
            </a:extLst>
          </p:cNvPr>
          <p:cNvSpPr>
            <a:spLocks noGrp="1"/>
          </p:cNvSpPr>
          <p:nvPr/>
        </p:nvSpPr>
        <p:spPr>
          <a:xfrm>
            <a:off x="714375" y="2562225"/>
            <a:ext cx="666750" cy="666750"/>
          </a:xfrm>
          <a:prstGeom prst="ellipse">
            <a:avLst/>
          </a:prstGeom>
          <a:solidFill>
            <a:srgbClr val="FFFFFF"/>
          </a:solidFill>
          <a:ln w="26670">
            <a:solidFill>
              <a:srgbClr val="111827"/>
            </a:solidFill>
          </a:ln>
        </p:spPr>
        <p:txBody>
          <a:bodyPr/>
          <a:lstStyle/>
          <a:p>
            <a:endParaRPr lang="en-US"/>
          </a:p>
        </p:txBody>
      </p:sp>
      <p:sp>
        <p:nvSpPr>
          <p:cNvPr id="5" name="node_0_2">
            <a:extLst>
              <a:ext uri="{FF2B5EF4-FFF2-40B4-BE49-F238E27FC236}">
                <a16:creationId xmlns:a16="http://schemas.microsoft.com/office/drawing/2014/main" id="{381B6E74-B44C-D85A-D133-9EBEA86F9D55}"/>
              </a:ext>
            </a:extLst>
          </p:cNvPr>
          <p:cNvSpPr>
            <a:spLocks noGrp="1"/>
          </p:cNvSpPr>
          <p:nvPr/>
        </p:nvSpPr>
        <p:spPr>
          <a:xfrm>
            <a:off x="714375" y="3381375"/>
            <a:ext cx="666750" cy="666750"/>
          </a:xfrm>
          <a:prstGeom prst="ellipse">
            <a:avLst/>
          </a:prstGeom>
          <a:solidFill>
            <a:srgbClr val="FFFFFF"/>
          </a:solidFill>
          <a:ln w="26670">
            <a:solidFill>
              <a:srgbClr val="111827"/>
            </a:solidFill>
          </a:ln>
        </p:spPr>
        <p:txBody>
          <a:bodyPr/>
          <a:lstStyle/>
          <a:p>
            <a:endParaRPr lang="en-US"/>
          </a:p>
        </p:txBody>
      </p:sp>
      <p:sp>
        <p:nvSpPr>
          <p:cNvPr id="6" name="node_0_3">
            <a:extLst>
              <a:ext uri="{FF2B5EF4-FFF2-40B4-BE49-F238E27FC236}">
                <a16:creationId xmlns:a16="http://schemas.microsoft.com/office/drawing/2014/main" id="{BB2AC471-3B33-4E32-4769-FA93733ACCE1}"/>
              </a:ext>
            </a:extLst>
          </p:cNvPr>
          <p:cNvSpPr>
            <a:spLocks noGrp="1"/>
          </p:cNvSpPr>
          <p:nvPr/>
        </p:nvSpPr>
        <p:spPr>
          <a:xfrm>
            <a:off x="714375" y="4200525"/>
            <a:ext cx="666750" cy="666750"/>
          </a:xfrm>
          <a:prstGeom prst="ellipse">
            <a:avLst/>
          </a:prstGeom>
          <a:solidFill>
            <a:srgbClr val="FFFFFF"/>
          </a:solidFill>
          <a:ln w="26670">
            <a:solidFill>
              <a:srgbClr val="111827"/>
            </a:solidFill>
          </a:ln>
        </p:spPr>
        <p:txBody>
          <a:bodyPr/>
          <a:lstStyle/>
          <a:p>
            <a:endParaRPr lang="en-US"/>
          </a:p>
        </p:txBody>
      </p:sp>
      <p:sp>
        <p:nvSpPr>
          <p:cNvPr id="7" name="node_0_4">
            <a:extLst>
              <a:ext uri="{FF2B5EF4-FFF2-40B4-BE49-F238E27FC236}">
                <a16:creationId xmlns:a16="http://schemas.microsoft.com/office/drawing/2014/main" id="{8F23B718-E77A-9090-59FE-B508B61EBAF4}"/>
              </a:ext>
            </a:extLst>
          </p:cNvPr>
          <p:cNvSpPr>
            <a:spLocks noGrp="1"/>
          </p:cNvSpPr>
          <p:nvPr/>
        </p:nvSpPr>
        <p:spPr>
          <a:xfrm>
            <a:off x="714375" y="5019675"/>
            <a:ext cx="666750" cy="666750"/>
          </a:xfrm>
          <a:prstGeom prst="ellipse">
            <a:avLst/>
          </a:prstGeom>
          <a:solidFill>
            <a:srgbClr val="FFFFFF"/>
          </a:solidFill>
          <a:ln w="26670">
            <a:solidFill>
              <a:srgbClr val="111827"/>
            </a:solidFill>
          </a:ln>
        </p:spPr>
        <p:txBody>
          <a:bodyPr/>
          <a:lstStyle/>
          <a:p>
            <a:endParaRPr lang="en-US"/>
          </a:p>
        </p:txBody>
      </p:sp>
      <p:sp>
        <p:nvSpPr>
          <p:cNvPr id="8" name="layer_label_1">
            <a:extLst>
              <a:ext uri="{FF2B5EF4-FFF2-40B4-BE49-F238E27FC236}">
                <a16:creationId xmlns:a16="http://schemas.microsoft.com/office/drawing/2014/main" id="{9E9011A3-A691-A881-656D-069CCA56C6BB}"/>
              </a:ext>
            </a:extLst>
          </p:cNvPr>
          <p:cNvSpPr>
            <a:spLocks noGrp="1"/>
          </p:cNvSpPr>
          <p:nvPr/>
        </p:nvSpPr>
        <p:spPr>
          <a:xfrm>
            <a:off x="268605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Hidden 1</a:t>
            </a:r>
          </a:p>
        </p:txBody>
      </p:sp>
      <p:sp>
        <p:nvSpPr>
          <p:cNvPr id="9" name="node_1_0">
            <a:extLst>
              <a:ext uri="{FF2B5EF4-FFF2-40B4-BE49-F238E27FC236}">
                <a16:creationId xmlns:a16="http://schemas.microsoft.com/office/drawing/2014/main" id="{79D15516-BE3C-4B0B-61A3-AE1DB0E3C626}"/>
              </a:ext>
            </a:extLst>
          </p:cNvPr>
          <p:cNvSpPr>
            <a:spLocks noGrp="1"/>
          </p:cNvSpPr>
          <p:nvPr/>
        </p:nvSpPr>
        <p:spPr>
          <a:xfrm>
            <a:off x="3209925" y="2047875"/>
            <a:ext cx="666750" cy="666750"/>
          </a:xfrm>
          <a:prstGeom prst="ellipse">
            <a:avLst/>
          </a:prstGeom>
          <a:solidFill>
            <a:srgbClr val="FFFFFF"/>
          </a:solidFill>
          <a:ln w="26670">
            <a:solidFill>
              <a:srgbClr val="111827"/>
            </a:solidFill>
          </a:ln>
        </p:spPr>
        <p:txBody>
          <a:bodyPr/>
          <a:lstStyle/>
          <a:p>
            <a:endParaRPr lang="en-US"/>
          </a:p>
        </p:txBody>
      </p:sp>
      <p:sp>
        <p:nvSpPr>
          <p:cNvPr id="10" name="node_1_1">
            <a:extLst>
              <a:ext uri="{FF2B5EF4-FFF2-40B4-BE49-F238E27FC236}">
                <a16:creationId xmlns:a16="http://schemas.microsoft.com/office/drawing/2014/main" id="{23E66350-13A8-DB14-2652-2D7626FDC828}"/>
              </a:ext>
            </a:extLst>
          </p:cNvPr>
          <p:cNvSpPr>
            <a:spLocks noGrp="1"/>
          </p:cNvSpPr>
          <p:nvPr/>
        </p:nvSpPr>
        <p:spPr>
          <a:xfrm>
            <a:off x="3209925" y="3381375"/>
            <a:ext cx="666750" cy="666750"/>
          </a:xfrm>
          <a:prstGeom prst="ellipse">
            <a:avLst/>
          </a:prstGeom>
          <a:solidFill>
            <a:srgbClr val="FFFFFF"/>
          </a:solidFill>
          <a:ln w="26670">
            <a:solidFill>
              <a:srgbClr val="111827"/>
            </a:solidFill>
          </a:ln>
        </p:spPr>
        <p:txBody>
          <a:bodyPr/>
          <a:lstStyle/>
          <a:p>
            <a:endParaRPr lang="en-US" sz="2400" b="1"/>
          </a:p>
        </p:txBody>
      </p:sp>
      <p:sp>
        <p:nvSpPr>
          <p:cNvPr id="11" name="node_1_2">
            <a:extLst>
              <a:ext uri="{FF2B5EF4-FFF2-40B4-BE49-F238E27FC236}">
                <a16:creationId xmlns:a16="http://schemas.microsoft.com/office/drawing/2014/main" id="{4DF585EE-94D9-DAA5-731B-31E887431EB1}"/>
              </a:ext>
            </a:extLst>
          </p:cNvPr>
          <p:cNvSpPr>
            <a:spLocks noGrp="1"/>
          </p:cNvSpPr>
          <p:nvPr/>
        </p:nvSpPr>
        <p:spPr>
          <a:xfrm>
            <a:off x="3209925" y="4714875"/>
            <a:ext cx="666750" cy="666750"/>
          </a:xfrm>
          <a:prstGeom prst="ellipse">
            <a:avLst/>
          </a:prstGeom>
          <a:solidFill>
            <a:srgbClr val="FFFFFF"/>
          </a:solidFill>
          <a:ln w="26670">
            <a:solidFill>
              <a:srgbClr val="111827"/>
            </a:solidFill>
          </a:ln>
        </p:spPr>
        <p:txBody>
          <a:bodyPr/>
          <a:lstStyle/>
          <a:p>
            <a:endParaRPr lang="en-US"/>
          </a:p>
        </p:txBody>
      </p:sp>
      <p:sp>
        <p:nvSpPr>
          <p:cNvPr id="12" name="layer_label_2">
            <a:extLst>
              <a:ext uri="{FF2B5EF4-FFF2-40B4-BE49-F238E27FC236}">
                <a16:creationId xmlns:a16="http://schemas.microsoft.com/office/drawing/2014/main" id="{CEAEA364-F099-B8E5-B1BC-EBA02DDF2FDD}"/>
              </a:ext>
            </a:extLst>
          </p:cNvPr>
          <p:cNvSpPr>
            <a:spLocks noGrp="1"/>
          </p:cNvSpPr>
          <p:nvPr/>
        </p:nvSpPr>
        <p:spPr>
          <a:xfrm>
            <a:off x="518160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Hidden 2</a:t>
            </a:r>
          </a:p>
        </p:txBody>
      </p:sp>
      <p:sp>
        <p:nvSpPr>
          <p:cNvPr id="13" name="node_2_0">
            <a:extLst>
              <a:ext uri="{FF2B5EF4-FFF2-40B4-BE49-F238E27FC236}">
                <a16:creationId xmlns:a16="http://schemas.microsoft.com/office/drawing/2014/main" id="{E34A3F45-F33F-E4F3-2A0F-61A4CCD0D807}"/>
              </a:ext>
            </a:extLst>
          </p:cNvPr>
          <p:cNvSpPr>
            <a:spLocks noGrp="1"/>
          </p:cNvSpPr>
          <p:nvPr/>
        </p:nvSpPr>
        <p:spPr>
          <a:xfrm>
            <a:off x="5705475" y="1809750"/>
            <a:ext cx="666750" cy="666750"/>
          </a:xfrm>
          <a:prstGeom prst="ellipse">
            <a:avLst/>
          </a:prstGeom>
          <a:solidFill>
            <a:srgbClr val="FFFFFF"/>
          </a:solidFill>
          <a:ln w="26670">
            <a:solidFill>
              <a:srgbClr val="111827"/>
            </a:solidFill>
          </a:ln>
        </p:spPr>
        <p:txBody>
          <a:bodyPr/>
          <a:lstStyle/>
          <a:p>
            <a:endParaRPr lang="en-US"/>
          </a:p>
        </p:txBody>
      </p:sp>
      <p:sp>
        <p:nvSpPr>
          <p:cNvPr id="14" name="node_2_1">
            <a:extLst>
              <a:ext uri="{FF2B5EF4-FFF2-40B4-BE49-F238E27FC236}">
                <a16:creationId xmlns:a16="http://schemas.microsoft.com/office/drawing/2014/main" id="{2D303298-530E-AE4D-5387-F0DCA984F424}"/>
              </a:ext>
            </a:extLst>
          </p:cNvPr>
          <p:cNvSpPr>
            <a:spLocks noGrp="1"/>
          </p:cNvSpPr>
          <p:nvPr/>
        </p:nvSpPr>
        <p:spPr>
          <a:xfrm>
            <a:off x="5705475" y="2857500"/>
            <a:ext cx="666750" cy="666750"/>
          </a:xfrm>
          <a:prstGeom prst="ellipse">
            <a:avLst/>
          </a:prstGeom>
          <a:solidFill>
            <a:srgbClr val="FFFFFF"/>
          </a:solidFill>
          <a:ln w="26670">
            <a:solidFill>
              <a:srgbClr val="111827"/>
            </a:solidFill>
          </a:ln>
        </p:spPr>
        <p:txBody>
          <a:bodyPr/>
          <a:lstStyle/>
          <a:p>
            <a:endParaRPr lang="en-US"/>
          </a:p>
        </p:txBody>
      </p:sp>
      <p:sp>
        <p:nvSpPr>
          <p:cNvPr id="15" name="node_2_2">
            <a:extLst>
              <a:ext uri="{FF2B5EF4-FFF2-40B4-BE49-F238E27FC236}">
                <a16:creationId xmlns:a16="http://schemas.microsoft.com/office/drawing/2014/main" id="{0A1D386F-3433-ED25-78E8-11403D50B12B}"/>
              </a:ext>
            </a:extLst>
          </p:cNvPr>
          <p:cNvSpPr>
            <a:spLocks noGrp="1"/>
          </p:cNvSpPr>
          <p:nvPr/>
        </p:nvSpPr>
        <p:spPr>
          <a:xfrm>
            <a:off x="5705475" y="3905250"/>
            <a:ext cx="666750" cy="666750"/>
          </a:xfrm>
          <a:prstGeom prst="ellipse">
            <a:avLst/>
          </a:prstGeom>
          <a:solidFill>
            <a:srgbClr val="FFFFFF"/>
          </a:solidFill>
          <a:ln w="26670">
            <a:solidFill>
              <a:srgbClr val="111827"/>
            </a:solidFill>
          </a:ln>
        </p:spPr>
        <p:txBody>
          <a:bodyPr/>
          <a:lstStyle/>
          <a:p>
            <a:endParaRPr lang="en-US"/>
          </a:p>
        </p:txBody>
      </p:sp>
      <p:sp>
        <p:nvSpPr>
          <p:cNvPr id="16" name="node_2_3">
            <a:extLst>
              <a:ext uri="{FF2B5EF4-FFF2-40B4-BE49-F238E27FC236}">
                <a16:creationId xmlns:a16="http://schemas.microsoft.com/office/drawing/2014/main" id="{727E4C53-DDE2-8775-CD39-20A7A5B97F65}"/>
              </a:ext>
            </a:extLst>
          </p:cNvPr>
          <p:cNvSpPr>
            <a:spLocks noGrp="1"/>
          </p:cNvSpPr>
          <p:nvPr/>
        </p:nvSpPr>
        <p:spPr>
          <a:xfrm>
            <a:off x="5705475" y="4953000"/>
            <a:ext cx="666750" cy="666750"/>
          </a:xfrm>
          <a:prstGeom prst="ellipse">
            <a:avLst/>
          </a:prstGeom>
          <a:solidFill>
            <a:srgbClr val="FFFFFF"/>
          </a:solidFill>
          <a:ln w="26670">
            <a:solidFill>
              <a:srgbClr val="111827"/>
            </a:solidFill>
          </a:ln>
        </p:spPr>
        <p:txBody>
          <a:bodyPr/>
          <a:lstStyle/>
          <a:p>
            <a:endParaRPr lang="en-US"/>
          </a:p>
        </p:txBody>
      </p:sp>
      <p:sp>
        <p:nvSpPr>
          <p:cNvPr id="17" name="layer_label_3">
            <a:extLst>
              <a:ext uri="{FF2B5EF4-FFF2-40B4-BE49-F238E27FC236}">
                <a16:creationId xmlns:a16="http://schemas.microsoft.com/office/drawing/2014/main" id="{67BF0504-A58C-6A50-7CF7-5438878BD586}"/>
              </a:ext>
            </a:extLst>
          </p:cNvPr>
          <p:cNvSpPr>
            <a:spLocks noGrp="1"/>
          </p:cNvSpPr>
          <p:nvPr/>
        </p:nvSpPr>
        <p:spPr>
          <a:xfrm>
            <a:off x="7591425"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Hidden 3</a:t>
            </a:r>
          </a:p>
        </p:txBody>
      </p:sp>
      <p:sp>
        <p:nvSpPr>
          <p:cNvPr id="18" name="node_3_0">
            <a:extLst>
              <a:ext uri="{FF2B5EF4-FFF2-40B4-BE49-F238E27FC236}">
                <a16:creationId xmlns:a16="http://schemas.microsoft.com/office/drawing/2014/main" id="{15AC3545-97B4-939E-16F6-97B8B92B312E}"/>
              </a:ext>
            </a:extLst>
          </p:cNvPr>
          <p:cNvSpPr>
            <a:spLocks noGrp="1"/>
          </p:cNvSpPr>
          <p:nvPr/>
        </p:nvSpPr>
        <p:spPr>
          <a:xfrm>
            <a:off x="8115300" y="2047875"/>
            <a:ext cx="666750" cy="666750"/>
          </a:xfrm>
          <a:prstGeom prst="ellipse">
            <a:avLst/>
          </a:prstGeom>
          <a:solidFill>
            <a:srgbClr val="FFFFFF"/>
          </a:solidFill>
          <a:ln w="26670">
            <a:solidFill>
              <a:srgbClr val="111827"/>
            </a:solidFill>
          </a:ln>
        </p:spPr>
        <p:txBody>
          <a:bodyPr/>
          <a:lstStyle/>
          <a:p>
            <a:endParaRPr lang="en-US"/>
          </a:p>
        </p:txBody>
      </p:sp>
      <p:sp>
        <p:nvSpPr>
          <p:cNvPr id="19" name="node_3_1">
            <a:extLst>
              <a:ext uri="{FF2B5EF4-FFF2-40B4-BE49-F238E27FC236}">
                <a16:creationId xmlns:a16="http://schemas.microsoft.com/office/drawing/2014/main" id="{D390D4AA-D789-7EF3-E490-0C18D1D40744}"/>
              </a:ext>
            </a:extLst>
          </p:cNvPr>
          <p:cNvSpPr>
            <a:spLocks noGrp="1"/>
          </p:cNvSpPr>
          <p:nvPr/>
        </p:nvSpPr>
        <p:spPr>
          <a:xfrm>
            <a:off x="8115300" y="3381375"/>
            <a:ext cx="666750" cy="666750"/>
          </a:xfrm>
          <a:prstGeom prst="ellipse">
            <a:avLst/>
          </a:prstGeom>
          <a:solidFill>
            <a:srgbClr val="FFFFFF"/>
          </a:solidFill>
          <a:ln w="26670">
            <a:solidFill>
              <a:srgbClr val="111827"/>
            </a:solidFill>
          </a:ln>
        </p:spPr>
        <p:txBody>
          <a:bodyPr/>
          <a:lstStyle/>
          <a:p>
            <a:endParaRPr lang="en-US"/>
          </a:p>
        </p:txBody>
      </p:sp>
      <p:sp>
        <p:nvSpPr>
          <p:cNvPr id="20" name="node_3_2">
            <a:extLst>
              <a:ext uri="{FF2B5EF4-FFF2-40B4-BE49-F238E27FC236}">
                <a16:creationId xmlns:a16="http://schemas.microsoft.com/office/drawing/2014/main" id="{E93B7669-2CBA-2CD9-5414-5EAB21355F17}"/>
              </a:ext>
            </a:extLst>
          </p:cNvPr>
          <p:cNvSpPr>
            <a:spLocks noGrp="1"/>
          </p:cNvSpPr>
          <p:nvPr/>
        </p:nvSpPr>
        <p:spPr>
          <a:xfrm>
            <a:off x="8115300" y="4714875"/>
            <a:ext cx="666750" cy="666750"/>
          </a:xfrm>
          <a:prstGeom prst="ellipse">
            <a:avLst/>
          </a:prstGeom>
          <a:solidFill>
            <a:srgbClr val="FFFFFF"/>
          </a:solidFill>
          <a:ln w="26670">
            <a:solidFill>
              <a:srgbClr val="111827"/>
            </a:solidFill>
          </a:ln>
        </p:spPr>
        <p:txBody>
          <a:bodyPr/>
          <a:lstStyle/>
          <a:p>
            <a:endParaRPr lang="en-US"/>
          </a:p>
        </p:txBody>
      </p:sp>
      <p:sp>
        <p:nvSpPr>
          <p:cNvPr id="21" name="layer_label_4">
            <a:extLst>
              <a:ext uri="{FF2B5EF4-FFF2-40B4-BE49-F238E27FC236}">
                <a16:creationId xmlns:a16="http://schemas.microsoft.com/office/drawing/2014/main" id="{D4729A2B-6F4B-100E-62C0-9BF527C2CBEF}"/>
              </a:ext>
            </a:extLst>
          </p:cNvPr>
          <p:cNvSpPr>
            <a:spLocks noGrp="1"/>
          </p:cNvSpPr>
          <p:nvPr/>
        </p:nvSpPr>
        <p:spPr>
          <a:xfrm>
            <a:off x="1019175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Output</a:t>
            </a:r>
          </a:p>
        </p:txBody>
      </p:sp>
      <p:sp>
        <p:nvSpPr>
          <p:cNvPr id="22" name="node_4_0">
            <a:extLst>
              <a:ext uri="{FF2B5EF4-FFF2-40B4-BE49-F238E27FC236}">
                <a16:creationId xmlns:a16="http://schemas.microsoft.com/office/drawing/2014/main" id="{95032476-894D-93E8-FD74-D581C64A04C1}"/>
              </a:ext>
            </a:extLst>
          </p:cNvPr>
          <p:cNvSpPr>
            <a:spLocks noGrp="1"/>
          </p:cNvSpPr>
          <p:nvPr/>
        </p:nvSpPr>
        <p:spPr>
          <a:xfrm>
            <a:off x="10725150" y="1409700"/>
            <a:ext cx="647700" cy="647700"/>
          </a:xfrm>
          <a:prstGeom prst="ellipse">
            <a:avLst/>
          </a:prstGeom>
          <a:solidFill>
            <a:srgbClr val="FFFFFF"/>
          </a:solidFill>
          <a:ln w="26670">
            <a:solidFill>
              <a:srgbClr val="111827"/>
            </a:solidFill>
          </a:ln>
        </p:spPr>
        <p:txBody>
          <a:bodyPr/>
          <a:lstStyle/>
          <a:p>
            <a:endParaRPr lang="en-US"/>
          </a:p>
        </p:txBody>
      </p:sp>
      <p:sp>
        <p:nvSpPr>
          <p:cNvPr id="23" name="node_4_1">
            <a:extLst>
              <a:ext uri="{FF2B5EF4-FFF2-40B4-BE49-F238E27FC236}">
                <a16:creationId xmlns:a16="http://schemas.microsoft.com/office/drawing/2014/main" id="{7DEA4650-D4B9-770B-5527-74576FA9FDE3}"/>
              </a:ext>
            </a:extLst>
          </p:cNvPr>
          <p:cNvSpPr>
            <a:spLocks noGrp="1"/>
          </p:cNvSpPr>
          <p:nvPr/>
        </p:nvSpPr>
        <p:spPr>
          <a:xfrm>
            <a:off x="10725150" y="2085975"/>
            <a:ext cx="647700" cy="647700"/>
          </a:xfrm>
          <a:prstGeom prst="ellipse">
            <a:avLst/>
          </a:prstGeom>
          <a:solidFill>
            <a:srgbClr val="FFFFFF"/>
          </a:solidFill>
          <a:ln w="26670">
            <a:solidFill>
              <a:srgbClr val="111827"/>
            </a:solidFill>
          </a:ln>
        </p:spPr>
        <p:txBody>
          <a:bodyPr/>
          <a:lstStyle/>
          <a:p>
            <a:endParaRPr lang="en-US"/>
          </a:p>
        </p:txBody>
      </p:sp>
      <p:sp>
        <p:nvSpPr>
          <p:cNvPr id="24" name="node_4_2">
            <a:extLst>
              <a:ext uri="{FF2B5EF4-FFF2-40B4-BE49-F238E27FC236}">
                <a16:creationId xmlns:a16="http://schemas.microsoft.com/office/drawing/2014/main" id="{A461B40D-679C-DD4F-20FD-83A227D17D02}"/>
              </a:ext>
            </a:extLst>
          </p:cNvPr>
          <p:cNvSpPr>
            <a:spLocks noGrp="1"/>
          </p:cNvSpPr>
          <p:nvPr/>
        </p:nvSpPr>
        <p:spPr>
          <a:xfrm>
            <a:off x="10725150" y="2762250"/>
            <a:ext cx="647700" cy="647700"/>
          </a:xfrm>
          <a:prstGeom prst="ellipse">
            <a:avLst/>
          </a:prstGeom>
          <a:solidFill>
            <a:srgbClr val="FFFFFF"/>
          </a:solidFill>
          <a:ln w="26670">
            <a:solidFill>
              <a:srgbClr val="111827"/>
            </a:solidFill>
          </a:ln>
        </p:spPr>
        <p:txBody>
          <a:bodyPr/>
          <a:lstStyle/>
          <a:p>
            <a:endParaRPr lang="en-US"/>
          </a:p>
        </p:txBody>
      </p:sp>
      <p:sp>
        <p:nvSpPr>
          <p:cNvPr id="25" name="node_4_3">
            <a:extLst>
              <a:ext uri="{FF2B5EF4-FFF2-40B4-BE49-F238E27FC236}">
                <a16:creationId xmlns:a16="http://schemas.microsoft.com/office/drawing/2014/main" id="{1EC82AD1-2A0A-FBAB-0C36-A329955C517B}"/>
              </a:ext>
            </a:extLst>
          </p:cNvPr>
          <p:cNvSpPr>
            <a:spLocks noGrp="1"/>
          </p:cNvSpPr>
          <p:nvPr/>
        </p:nvSpPr>
        <p:spPr>
          <a:xfrm>
            <a:off x="10725150" y="3438525"/>
            <a:ext cx="647700" cy="647700"/>
          </a:xfrm>
          <a:prstGeom prst="ellipse">
            <a:avLst/>
          </a:prstGeom>
          <a:solidFill>
            <a:srgbClr val="FFFFFF"/>
          </a:solidFill>
          <a:ln w="26670">
            <a:solidFill>
              <a:srgbClr val="111827"/>
            </a:solidFill>
          </a:ln>
        </p:spPr>
        <p:txBody>
          <a:bodyPr/>
          <a:lstStyle/>
          <a:p>
            <a:endParaRPr lang="en-US"/>
          </a:p>
        </p:txBody>
      </p:sp>
      <p:sp>
        <p:nvSpPr>
          <p:cNvPr id="26" name="node_4_4">
            <a:extLst>
              <a:ext uri="{FF2B5EF4-FFF2-40B4-BE49-F238E27FC236}">
                <a16:creationId xmlns:a16="http://schemas.microsoft.com/office/drawing/2014/main" id="{9D4F8447-CC03-33C5-1936-054D514FBB53}"/>
              </a:ext>
            </a:extLst>
          </p:cNvPr>
          <p:cNvSpPr>
            <a:spLocks noGrp="1"/>
          </p:cNvSpPr>
          <p:nvPr/>
        </p:nvSpPr>
        <p:spPr>
          <a:xfrm>
            <a:off x="10725150" y="4114800"/>
            <a:ext cx="647700" cy="647700"/>
          </a:xfrm>
          <a:prstGeom prst="ellipse">
            <a:avLst/>
          </a:prstGeom>
          <a:solidFill>
            <a:srgbClr val="FFFFFF"/>
          </a:solidFill>
          <a:ln w="26670">
            <a:solidFill>
              <a:srgbClr val="111827"/>
            </a:solidFill>
          </a:ln>
        </p:spPr>
        <p:txBody>
          <a:bodyPr/>
          <a:lstStyle/>
          <a:p>
            <a:endParaRPr lang="en-US"/>
          </a:p>
        </p:txBody>
      </p:sp>
      <p:sp>
        <p:nvSpPr>
          <p:cNvPr id="27" name="node_4_5">
            <a:extLst>
              <a:ext uri="{FF2B5EF4-FFF2-40B4-BE49-F238E27FC236}">
                <a16:creationId xmlns:a16="http://schemas.microsoft.com/office/drawing/2014/main" id="{D9566DB3-8B63-644E-810E-099186455689}"/>
              </a:ext>
            </a:extLst>
          </p:cNvPr>
          <p:cNvSpPr>
            <a:spLocks noGrp="1"/>
          </p:cNvSpPr>
          <p:nvPr/>
        </p:nvSpPr>
        <p:spPr>
          <a:xfrm>
            <a:off x="10725150" y="4791075"/>
            <a:ext cx="647700" cy="647700"/>
          </a:xfrm>
          <a:prstGeom prst="ellipse">
            <a:avLst/>
          </a:prstGeom>
          <a:solidFill>
            <a:srgbClr val="FFFFFF"/>
          </a:solidFill>
          <a:ln w="26670">
            <a:solidFill>
              <a:srgbClr val="111827"/>
            </a:solidFill>
          </a:ln>
        </p:spPr>
        <p:txBody>
          <a:bodyPr/>
          <a:lstStyle/>
          <a:p>
            <a:endParaRPr lang="en-US"/>
          </a:p>
        </p:txBody>
      </p:sp>
      <p:sp>
        <p:nvSpPr>
          <p:cNvPr id="28" name="node_4_6">
            <a:extLst>
              <a:ext uri="{FF2B5EF4-FFF2-40B4-BE49-F238E27FC236}">
                <a16:creationId xmlns:a16="http://schemas.microsoft.com/office/drawing/2014/main" id="{861A3FC8-B162-0763-C452-79EC749EFF19}"/>
              </a:ext>
            </a:extLst>
          </p:cNvPr>
          <p:cNvSpPr>
            <a:spLocks noGrp="1"/>
          </p:cNvSpPr>
          <p:nvPr/>
        </p:nvSpPr>
        <p:spPr>
          <a:xfrm>
            <a:off x="10725150" y="5467350"/>
            <a:ext cx="647700" cy="647700"/>
          </a:xfrm>
          <a:prstGeom prst="ellipse">
            <a:avLst/>
          </a:prstGeom>
          <a:solidFill>
            <a:srgbClr val="FFFFFF"/>
          </a:solidFill>
          <a:ln w="26670">
            <a:solidFill>
              <a:srgbClr val="111827"/>
            </a:solidFill>
          </a:ln>
        </p:spPr>
        <p:txBody>
          <a:bodyPr/>
          <a:lstStyle/>
          <a:p>
            <a:endParaRPr lang="en-US"/>
          </a:p>
        </p:txBody>
      </p:sp>
      <p:sp>
        <p:nvSpPr>
          <p:cNvPr id="30" name="w_0_0_0">
            <a:extLst>
              <a:ext uri="{FF2B5EF4-FFF2-40B4-BE49-F238E27FC236}">
                <a16:creationId xmlns:a16="http://schemas.microsoft.com/office/drawing/2014/main" id="{BA327BB8-42E7-2C5A-4AE8-5F0473107A3F}"/>
              </a:ext>
            </a:extLst>
          </p:cNvPr>
          <p:cNvSpPr>
            <a:spLocks noGrp="1"/>
          </p:cNvSpPr>
          <p:nvPr/>
        </p:nvSpPr>
        <p:spPr>
          <a:xfrm>
            <a:off x="2206181" y="209854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2" name="w_0_0_1">
            <a:extLst>
              <a:ext uri="{FF2B5EF4-FFF2-40B4-BE49-F238E27FC236}">
                <a16:creationId xmlns:a16="http://schemas.microsoft.com/office/drawing/2014/main" id="{5C4E680F-D91D-FE5C-0A3D-33BBA2348F58}"/>
              </a:ext>
            </a:extLst>
          </p:cNvPr>
          <p:cNvSpPr>
            <a:spLocks noGrp="1"/>
          </p:cNvSpPr>
          <p:nvPr/>
        </p:nvSpPr>
        <p:spPr>
          <a:xfrm>
            <a:off x="2767679" y="3147251"/>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4" name="w_0_0_2">
            <a:extLst>
              <a:ext uri="{FF2B5EF4-FFF2-40B4-BE49-F238E27FC236}">
                <a16:creationId xmlns:a16="http://schemas.microsoft.com/office/drawing/2014/main" id="{2EC27D80-75A0-71FC-7D45-B7A55CD2B073}"/>
              </a:ext>
            </a:extLst>
          </p:cNvPr>
          <p:cNvSpPr>
            <a:spLocks noGrp="1"/>
          </p:cNvSpPr>
          <p:nvPr/>
        </p:nvSpPr>
        <p:spPr>
          <a:xfrm>
            <a:off x="2767679" y="41273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6" name="w_0_1_0">
            <a:extLst>
              <a:ext uri="{FF2B5EF4-FFF2-40B4-BE49-F238E27FC236}">
                <a16:creationId xmlns:a16="http://schemas.microsoft.com/office/drawing/2014/main" id="{379C3FAA-2A3F-23DD-D092-F3C1479F2A73}"/>
              </a:ext>
            </a:extLst>
          </p:cNvPr>
          <p:cNvSpPr>
            <a:spLocks noGrp="1"/>
          </p:cNvSpPr>
          <p:nvPr/>
        </p:nvSpPr>
        <p:spPr>
          <a:xfrm>
            <a:off x="1532382" y="263880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8" name="w_0_1_1">
            <a:extLst>
              <a:ext uri="{FF2B5EF4-FFF2-40B4-BE49-F238E27FC236}">
                <a16:creationId xmlns:a16="http://schemas.microsoft.com/office/drawing/2014/main" id="{6D81289C-35FE-5A84-4F1D-526CB7F11519}"/>
              </a:ext>
            </a:extLst>
          </p:cNvPr>
          <p:cNvSpPr>
            <a:spLocks noGrp="1"/>
          </p:cNvSpPr>
          <p:nvPr/>
        </p:nvSpPr>
        <p:spPr>
          <a:xfrm>
            <a:off x="1981581" y="310629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0" name="w_0_1_2">
            <a:extLst>
              <a:ext uri="{FF2B5EF4-FFF2-40B4-BE49-F238E27FC236}">
                <a16:creationId xmlns:a16="http://schemas.microsoft.com/office/drawing/2014/main" id="{2381101C-EB3C-9B7E-641D-4F6600B97E22}"/>
              </a:ext>
            </a:extLst>
          </p:cNvPr>
          <p:cNvSpPr>
            <a:spLocks noGrp="1"/>
          </p:cNvSpPr>
          <p:nvPr/>
        </p:nvSpPr>
        <p:spPr>
          <a:xfrm>
            <a:off x="2093881" y="376323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2" name="w_0_2_0">
            <a:extLst>
              <a:ext uri="{FF2B5EF4-FFF2-40B4-BE49-F238E27FC236}">
                <a16:creationId xmlns:a16="http://schemas.microsoft.com/office/drawing/2014/main" id="{5126906C-2C4F-E6EC-FD31-840BDE56A0B8}"/>
              </a:ext>
            </a:extLst>
          </p:cNvPr>
          <p:cNvSpPr>
            <a:spLocks noGrp="1"/>
          </p:cNvSpPr>
          <p:nvPr/>
        </p:nvSpPr>
        <p:spPr>
          <a:xfrm>
            <a:off x="2767679" y="260127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4" name="w_0_2_1">
            <a:extLst>
              <a:ext uri="{FF2B5EF4-FFF2-40B4-BE49-F238E27FC236}">
                <a16:creationId xmlns:a16="http://schemas.microsoft.com/office/drawing/2014/main" id="{A977E10E-DAF5-EA81-AEC6-7FAD0E036B9B}"/>
              </a:ext>
            </a:extLst>
          </p:cNvPr>
          <p:cNvSpPr>
            <a:spLocks noGrp="1"/>
          </p:cNvSpPr>
          <p:nvPr/>
        </p:nvSpPr>
        <p:spPr>
          <a:xfrm>
            <a:off x="1532382" y="3581400"/>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6" name="w_0_2_2">
            <a:extLst>
              <a:ext uri="{FF2B5EF4-FFF2-40B4-BE49-F238E27FC236}">
                <a16:creationId xmlns:a16="http://schemas.microsoft.com/office/drawing/2014/main" id="{B9888391-76B6-E25F-A3E1-E5D97288E50A}"/>
              </a:ext>
            </a:extLst>
          </p:cNvPr>
          <p:cNvSpPr>
            <a:spLocks noGrp="1"/>
          </p:cNvSpPr>
          <p:nvPr/>
        </p:nvSpPr>
        <p:spPr>
          <a:xfrm>
            <a:off x="2206181" y="426148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8" name="w_0_3_0">
            <a:extLst>
              <a:ext uri="{FF2B5EF4-FFF2-40B4-BE49-F238E27FC236}">
                <a16:creationId xmlns:a16="http://schemas.microsoft.com/office/drawing/2014/main" id="{36DA3194-7CB0-05A4-585D-E0B4FEF38674}"/>
              </a:ext>
            </a:extLst>
          </p:cNvPr>
          <p:cNvSpPr>
            <a:spLocks noGrp="1"/>
          </p:cNvSpPr>
          <p:nvPr/>
        </p:nvSpPr>
        <p:spPr>
          <a:xfrm>
            <a:off x="2093881" y="339956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0" name="w_0_3_1">
            <a:extLst>
              <a:ext uri="{FF2B5EF4-FFF2-40B4-BE49-F238E27FC236}">
                <a16:creationId xmlns:a16="http://schemas.microsoft.com/office/drawing/2014/main" id="{0AF65E8F-097C-25D1-32B3-B26BF82125C7}"/>
              </a:ext>
            </a:extLst>
          </p:cNvPr>
          <p:cNvSpPr>
            <a:spLocks noGrp="1"/>
          </p:cNvSpPr>
          <p:nvPr/>
        </p:nvSpPr>
        <p:spPr>
          <a:xfrm>
            <a:off x="1532382" y="420395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2" name="w_0_3_2">
            <a:extLst>
              <a:ext uri="{FF2B5EF4-FFF2-40B4-BE49-F238E27FC236}">
                <a16:creationId xmlns:a16="http://schemas.microsoft.com/office/drawing/2014/main" id="{270DC23D-8E81-6E34-83D6-462C30917652}"/>
              </a:ext>
            </a:extLst>
          </p:cNvPr>
          <p:cNvSpPr>
            <a:spLocks noGrp="1"/>
          </p:cNvSpPr>
          <p:nvPr/>
        </p:nvSpPr>
        <p:spPr>
          <a:xfrm>
            <a:off x="2767679" y="477859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4" name="w_0_4_0">
            <a:extLst>
              <a:ext uri="{FF2B5EF4-FFF2-40B4-BE49-F238E27FC236}">
                <a16:creationId xmlns:a16="http://schemas.microsoft.com/office/drawing/2014/main" id="{41250AE1-FEB0-1801-1BD8-45CFF78C8E48}"/>
              </a:ext>
            </a:extLst>
          </p:cNvPr>
          <p:cNvSpPr>
            <a:spLocks noGrp="1"/>
          </p:cNvSpPr>
          <p:nvPr/>
        </p:nvSpPr>
        <p:spPr>
          <a:xfrm>
            <a:off x="1869281" y="410527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6" name="w_0_4_1">
            <a:extLst>
              <a:ext uri="{FF2B5EF4-FFF2-40B4-BE49-F238E27FC236}">
                <a16:creationId xmlns:a16="http://schemas.microsoft.com/office/drawing/2014/main" id="{A7C50EC7-E804-6F50-D91A-462BA7F1E81A}"/>
              </a:ext>
            </a:extLst>
          </p:cNvPr>
          <p:cNvSpPr>
            <a:spLocks noGrp="1"/>
          </p:cNvSpPr>
          <p:nvPr/>
        </p:nvSpPr>
        <p:spPr>
          <a:xfrm>
            <a:off x="1532382" y="482650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8" name="w_0_4_2">
            <a:extLst>
              <a:ext uri="{FF2B5EF4-FFF2-40B4-BE49-F238E27FC236}">
                <a16:creationId xmlns:a16="http://schemas.microsoft.com/office/drawing/2014/main" id="{A83D8063-5B2D-3742-9075-52F58624ACE6}"/>
              </a:ext>
            </a:extLst>
          </p:cNvPr>
          <p:cNvSpPr>
            <a:spLocks noGrp="1"/>
          </p:cNvSpPr>
          <p:nvPr/>
        </p:nvSpPr>
        <p:spPr>
          <a:xfrm>
            <a:off x="2206181" y="506425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0" name="w_1_0_0">
            <a:extLst>
              <a:ext uri="{FF2B5EF4-FFF2-40B4-BE49-F238E27FC236}">
                <a16:creationId xmlns:a16="http://schemas.microsoft.com/office/drawing/2014/main" id="{43A19857-DDD3-E0AC-4D79-E84BE2126411}"/>
              </a:ext>
            </a:extLst>
          </p:cNvPr>
          <p:cNvSpPr>
            <a:spLocks noGrp="1"/>
          </p:cNvSpPr>
          <p:nvPr/>
        </p:nvSpPr>
        <p:spPr>
          <a:xfrm>
            <a:off x="4701731" y="212645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2" name="w_1_0_1">
            <a:extLst>
              <a:ext uri="{FF2B5EF4-FFF2-40B4-BE49-F238E27FC236}">
                <a16:creationId xmlns:a16="http://schemas.microsoft.com/office/drawing/2014/main" id="{ED471BE3-88B0-670C-D6FF-22707CF4686B}"/>
              </a:ext>
            </a:extLst>
          </p:cNvPr>
          <p:cNvSpPr>
            <a:spLocks noGrp="1"/>
          </p:cNvSpPr>
          <p:nvPr/>
        </p:nvSpPr>
        <p:spPr>
          <a:xfrm>
            <a:off x="5263229" y="284297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4" name="w_1_0_2">
            <a:extLst>
              <a:ext uri="{FF2B5EF4-FFF2-40B4-BE49-F238E27FC236}">
                <a16:creationId xmlns:a16="http://schemas.microsoft.com/office/drawing/2014/main" id="{4DF855DA-0A84-BC3E-443C-2B8C23D7E71F}"/>
              </a:ext>
            </a:extLst>
          </p:cNvPr>
          <p:cNvSpPr>
            <a:spLocks noGrp="1"/>
          </p:cNvSpPr>
          <p:nvPr/>
        </p:nvSpPr>
        <p:spPr>
          <a:xfrm>
            <a:off x="4252532" y="286083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6" name="w_1_0_3">
            <a:extLst>
              <a:ext uri="{FF2B5EF4-FFF2-40B4-BE49-F238E27FC236}">
                <a16:creationId xmlns:a16="http://schemas.microsoft.com/office/drawing/2014/main" id="{79BAEEA1-01C3-3ED8-A719-7AD7AD9280E1}"/>
              </a:ext>
            </a:extLst>
          </p:cNvPr>
          <p:cNvSpPr>
            <a:spLocks noGrp="1"/>
          </p:cNvSpPr>
          <p:nvPr/>
        </p:nvSpPr>
        <p:spPr>
          <a:xfrm>
            <a:off x="5263229" y="438316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8" name="w_1_1_0">
            <a:extLst>
              <a:ext uri="{FF2B5EF4-FFF2-40B4-BE49-F238E27FC236}">
                <a16:creationId xmlns:a16="http://schemas.microsoft.com/office/drawing/2014/main" id="{737425BE-05C3-5F23-D9FC-7B9C011578EC}"/>
              </a:ext>
            </a:extLst>
          </p:cNvPr>
          <p:cNvSpPr>
            <a:spLocks noGrp="1"/>
          </p:cNvSpPr>
          <p:nvPr/>
        </p:nvSpPr>
        <p:spPr>
          <a:xfrm>
            <a:off x="4814030" y="270914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0" name="w_1_1_1">
            <a:extLst>
              <a:ext uri="{FF2B5EF4-FFF2-40B4-BE49-F238E27FC236}">
                <a16:creationId xmlns:a16="http://schemas.microsoft.com/office/drawing/2014/main" id="{F0E15D64-48BE-5CCC-43A4-A0DA040F9C2A}"/>
              </a:ext>
            </a:extLst>
          </p:cNvPr>
          <p:cNvSpPr>
            <a:spLocks noGrp="1"/>
          </p:cNvSpPr>
          <p:nvPr/>
        </p:nvSpPr>
        <p:spPr>
          <a:xfrm>
            <a:off x="4027932" y="3455670"/>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2" name="w_1_1_2">
            <a:extLst>
              <a:ext uri="{FF2B5EF4-FFF2-40B4-BE49-F238E27FC236}">
                <a16:creationId xmlns:a16="http://schemas.microsoft.com/office/drawing/2014/main" id="{F5B26092-8859-1DC7-DFAC-60C144DC0E9E}"/>
              </a:ext>
            </a:extLst>
          </p:cNvPr>
          <p:cNvSpPr>
            <a:spLocks noGrp="1"/>
          </p:cNvSpPr>
          <p:nvPr/>
        </p:nvSpPr>
        <p:spPr>
          <a:xfrm>
            <a:off x="4701731" y="384857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4" name="w_1_1_3">
            <a:extLst>
              <a:ext uri="{FF2B5EF4-FFF2-40B4-BE49-F238E27FC236}">
                <a16:creationId xmlns:a16="http://schemas.microsoft.com/office/drawing/2014/main" id="{5723E46A-4213-7A2B-491E-CE21C483B3F4}"/>
              </a:ext>
            </a:extLst>
          </p:cNvPr>
          <p:cNvSpPr>
            <a:spLocks noGrp="1"/>
          </p:cNvSpPr>
          <p:nvPr/>
        </p:nvSpPr>
        <p:spPr>
          <a:xfrm>
            <a:off x="4140232" y="402931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6" name="w_1_2_0">
            <a:extLst>
              <a:ext uri="{FF2B5EF4-FFF2-40B4-BE49-F238E27FC236}">
                <a16:creationId xmlns:a16="http://schemas.microsoft.com/office/drawing/2014/main" id="{5504D49E-A2D9-246E-7F51-CCD19F0B715F}"/>
              </a:ext>
            </a:extLst>
          </p:cNvPr>
          <p:cNvSpPr>
            <a:spLocks noGrp="1"/>
          </p:cNvSpPr>
          <p:nvPr/>
        </p:nvSpPr>
        <p:spPr>
          <a:xfrm>
            <a:off x="4814030" y="330255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8" name="w_1_2_1">
            <a:extLst>
              <a:ext uri="{FF2B5EF4-FFF2-40B4-BE49-F238E27FC236}">
                <a16:creationId xmlns:a16="http://schemas.microsoft.com/office/drawing/2014/main" id="{C6E9C714-5DB9-2CEF-106B-09C8B82D512D}"/>
              </a:ext>
            </a:extLst>
          </p:cNvPr>
          <p:cNvSpPr>
            <a:spLocks noGrp="1"/>
          </p:cNvSpPr>
          <p:nvPr/>
        </p:nvSpPr>
        <p:spPr>
          <a:xfrm>
            <a:off x="5263229" y="354972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0" name="w_1_2_2">
            <a:extLst>
              <a:ext uri="{FF2B5EF4-FFF2-40B4-BE49-F238E27FC236}">
                <a16:creationId xmlns:a16="http://schemas.microsoft.com/office/drawing/2014/main" id="{EF9C5393-B0ED-2AA4-CD93-656AB2A44A71}"/>
              </a:ext>
            </a:extLst>
          </p:cNvPr>
          <p:cNvSpPr>
            <a:spLocks noGrp="1"/>
          </p:cNvSpPr>
          <p:nvPr/>
        </p:nvSpPr>
        <p:spPr>
          <a:xfrm>
            <a:off x="4027932" y="4720590"/>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2" name="w_1_2_3">
            <a:extLst>
              <a:ext uri="{FF2B5EF4-FFF2-40B4-BE49-F238E27FC236}">
                <a16:creationId xmlns:a16="http://schemas.microsoft.com/office/drawing/2014/main" id="{E6D1A242-2008-AC8E-F685-FE300E64F16F}"/>
              </a:ext>
            </a:extLst>
          </p:cNvPr>
          <p:cNvSpPr>
            <a:spLocks noGrp="1"/>
          </p:cNvSpPr>
          <p:nvPr/>
        </p:nvSpPr>
        <p:spPr>
          <a:xfrm>
            <a:off x="4814030" y="504705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4" name="w_2_0_0">
            <a:extLst>
              <a:ext uri="{FF2B5EF4-FFF2-40B4-BE49-F238E27FC236}">
                <a16:creationId xmlns:a16="http://schemas.microsoft.com/office/drawing/2014/main" id="{9CBE0A9F-3F85-80C1-84F0-023BAB02E683}"/>
              </a:ext>
            </a:extLst>
          </p:cNvPr>
          <p:cNvSpPr>
            <a:spLocks noGrp="1"/>
          </p:cNvSpPr>
          <p:nvPr/>
        </p:nvSpPr>
        <p:spPr>
          <a:xfrm>
            <a:off x="7153561" y="213121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6" name="w_2_0_1">
            <a:extLst>
              <a:ext uri="{FF2B5EF4-FFF2-40B4-BE49-F238E27FC236}">
                <a16:creationId xmlns:a16="http://schemas.microsoft.com/office/drawing/2014/main" id="{81F54F19-BE90-E150-997A-D8951F01973B}"/>
              </a:ext>
            </a:extLst>
          </p:cNvPr>
          <p:cNvSpPr>
            <a:spLocks noGrp="1"/>
          </p:cNvSpPr>
          <p:nvPr/>
        </p:nvSpPr>
        <p:spPr>
          <a:xfrm>
            <a:off x="7695771" y="316491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8" name="w_2_0_2">
            <a:extLst>
              <a:ext uri="{FF2B5EF4-FFF2-40B4-BE49-F238E27FC236}">
                <a16:creationId xmlns:a16="http://schemas.microsoft.com/office/drawing/2014/main" id="{8807064F-D69B-54C1-1B76-47DD59B57405}"/>
              </a:ext>
            </a:extLst>
          </p:cNvPr>
          <p:cNvSpPr>
            <a:spLocks noGrp="1"/>
          </p:cNvSpPr>
          <p:nvPr/>
        </p:nvSpPr>
        <p:spPr>
          <a:xfrm>
            <a:off x="7695771" y="414504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0" name="w_2_1_0">
            <a:extLst>
              <a:ext uri="{FF2B5EF4-FFF2-40B4-BE49-F238E27FC236}">
                <a16:creationId xmlns:a16="http://schemas.microsoft.com/office/drawing/2014/main" id="{C22EC668-F7B5-54E0-34F3-C9A0A8AACA7B}"/>
              </a:ext>
            </a:extLst>
          </p:cNvPr>
          <p:cNvSpPr>
            <a:spLocks noGrp="1"/>
          </p:cNvSpPr>
          <p:nvPr/>
        </p:nvSpPr>
        <p:spPr>
          <a:xfrm>
            <a:off x="6502908" y="286321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2" name="w_2_1_1">
            <a:extLst>
              <a:ext uri="{FF2B5EF4-FFF2-40B4-BE49-F238E27FC236}">
                <a16:creationId xmlns:a16="http://schemas.microsoft.com/office/drawing/2014/main" id="{8FF9D61B-6384-B594-4E39-5ACBD1F20E40}"/>
              </a:ext>
            </a:extLst>
          </p:cNvPr>
          <p:cNvSpPr>
            <a:spLocks noGrp="1"/>
          </p:cNvSpPr>
          <p:nvPr/>
        </p:nvSpPr>
        <p:spPr>
          <a:xfrm>
            <a:off x="7045119" y="330112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4" name="w_2_1_2">
            <a:extLst>
              <a:ext uri="{FF2B5EF4-FFF2-40B4-BE49-F238E27FC236}">
                <a16:creationId xmlns:a16="http://schemas.microsoft.com/office/drawing/2014/main" id="{1FC5DEC3-A3BC-794A-7F6B-BB9D7A517002}"/>
              </a:ext>
            </a:extLst>
          </p:cNvPr>
          <p:cNvSpPr>
            <a:spLocks noGrp="1"/>
          </p:cNvSpPr>
          <p:nvPr/>
        </p:nvSpPr>
        <p:spPr>
          <a:xfrm>
            <a:off x="7045119" y="392120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6" name="w_2_2_0">
            <a:extLst>
              <a:ext uri="{FF2B5EF4-FFF2-40B4-BE49-F238E27FC236}">
                <a16:creationId xmlns:a16="http://schemas.microsoft.com/office/drawing/2014/main" id="{1DBC5578-DC5B-8222-D77E-CA6C9C0602D2}"/>
              </a:ext>
            </a:extLst>
          </p:cNvPr>
          <p:cNvSpPr>
            <a:spLocks noGrp="1"/>
          </p:cNvSpPr>
          <p:nvPr/>
        </p:nvSpPr>
        <p:spPr>
          <a:xfrm>
            <a:off x="6502908" y="365950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8" name="w_2_2_1">
            <a:extLst>
              <a:ext uri="{FF2B5EF4-FFF2-40B4-BE49-F238E27FC236}">
                <a16:creationId xmlns:a16="http://schemas.microsoft.com/office/drawing/2014/main" id="{8550A1CD-EC62-A80C-7827-E38F668A11D6}"/>
              </a:ext>
            </a:extLst>
          </p:cNvPr>
          <p:cNvSpPr>
            <a:spLocks noGrp="1"/>
          </p:cNvSpPr>
          <p:nvPr/>
        </p:nvSpPr>
        <p:spPr>
          <a:xfrm>
            <a:off x="7695771" y="372022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0" name="w_2_2_2">
            <a:extLst>
              <a:ext uri="{FF2B5EF4-FFF2-40B4-BE49-F238E27FC236}">
                <a16:creationId xmlns:a16="http://schemas.microsoft.com/office/drawing/2014/main" id="{6995AF95-385C-A877-D386-D2174D7927A8}"/>
              </a:ext>
            </a:extLst>
          </p:cNvPr>
          <p:cNvSpPr>
            <a:spLocks noGrp="1"/>
          </p:cNvSpPr>
          <p:nvPr/>
        </p:nvSpPr>
        <p:spPr>
          <a:xfrm>
            <a:off x="7153561" y="451818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2" name="w_2_3_0">
            <a:extLst>
              <a:ext uri="{FF2B5EF4-FFF2-40B4-BE49-F238E27FC236}">
                <a16:creationId xmlns:a16="http://schemas.microsoft.com/office/drawing/2014/main" id="{5A8DEAD2-E474-EEB8-F093-347E1F1F1095}"/>
              </a:ext>
            </a:extLst>
          </p:cNvPr>
          <p:cNvSpPr>
            <a:spLocks noGrp="1"/>
          </p:cNvSpPr>
          <p:nvPr/>
        </p:nvSpPr>
        <p:spPr>
          <a:xfrm>
            <a:off x="6502908" y="445579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4" name="w_2_3_1">
            <a:extLst>
              <a:ext uri="{FF2B5EF4-FFF2-40B4-BE49-F238E27FC236}">
                <a16:creationId xmlns:a16="http://schemas.microsoft.com/office/drawing/2014/main" id="{165C9E4F-AC2A-952B-75E7-4C8BB8E56B18}"/>
              </a:ext>
            </a:extLst>
          </p:cNvPr>
          <p:cNvSpPr>
            <a:spLocks noGrp="1"/>
          </p:cNvSpPr>
          <p:nvPr/>
        </p:nvSpPr>
        <p:spPr>
          <a:xfrm>
            <a:off x="6502908" y="477583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6" name="w_2_3_2">
            <a:extLst>
              <a:ext uri="{FF2B5EF4-FFF2-40B4-BE49-F238E27FC236}">
                <a16:creationId xmlns:a16="http://schemas.microsoft.com/office/drawing/2014/main" id="{C2AAB419-4243-A832-DAB0-BF4ADEA17BC1}"/>
              </a:ext>
            </a:extLst>
          </p:cNvPr>
          <p:cNvSpPr>
            <a:spLocks noGrp="1"/>
          </p:cNvSpPr>
          <p:nvPr/>
        </p:nvSpPr>
        <p:spPr>
          <a:xfrm>
            <a:off x="7695771" y="497800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8" name="w_3_0_0">
            <a:extLst>
              <a:ext uri="{FF2B5EF4-FFF2-40B4-BE49-F238E27FC236}">
                <a16:creationId xmlns:a16="http://schemas.microsoft.com/office/drawing/2014/main" id="{AA86817F-9307-6DAB-2211-F463B0568C64}"/>
              </a:ext>
            </a:extLst>
          </p:cNvPr>
          <p:cNvSpPr>
            <a:spLocks noGrp="1"/>
          </p:cNvSpPr>
          <p:nvPr/>
        </p:nvSpPr>
        <p:spPr>
          <a:xfrm>
            <a:off x="9660541" y="19175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0" name="w_3_0_1">
            <a:extLst>
              <a:ext uri="{FF2B5EF4-FFF2-40B4-BE49-F238E27FC236}">
                <a16:creationId xmlns:a16="http://schemas.microsoft.com/office/drawing/2014/main" id="{BC1CBA9C-501C-BA5F-C3AB-5B4982F92935}"/>
              </a:ext>
            </a:extLst>
          </p:cNvPr>
          <p:cNvSpPr>
            <a:spLocks noGrp="1"/>
          </p:cNvSpPr>
          <p:nvPr/>
        </p:nvSpPr>
        <p:spPr>
          <a:xfrm>
            <a:off x="8958453" y="225475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2" name="w_3_0_2">
            <a:extLst>
              <a:ext uri="{FF2B5EF4-FFF2-40B4-BE49-F238E27FC236}">
                <a16:creationId xmlns:a16="http://schemas.microsoft.com/office/drawing/2014/main" id="{3F746E84-039C-5E21-0AD3-84F706E2B2CE}"/>
              </a:ext>
            </a:extLst>
          </p:cNvPr>
          <p:cNvSpPr>
            <a:spLocks noGrp="1"/>
          </p:cNvSpPr>
          <p:nvPr/>
        </p:nvSpPr>
        <p:spPr>
          <a:xfrm>
            <a:off x="10245614" y="276596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4" name="w_3_0_3">
            <a:extLst>
              <a:ext uri="{FF2B5EF4-FFF2-40B4-BE49-F238E27FC236}">
                <a16:creationId xmlns:a16="http://schemas.microsoft.com/office/drawing/2014/main" id="{BDD3F94A-D156-3F5E-8A08-5CAEA4A4627F}"/>
              </a:ext>
            </a:extLst>
          </p:cNvPr>
          <p:cNvSpPr>
            <a:spLocks noGrp="1"/>
          </p:cNvSpPr>
          <p:nvPr/>
        </p:nvSpPr>
        <p:spPr>
          <a:xfrm>
            <a:off x="9426512" y="28279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6" name="w_3_0_4">
            <a:extLst>
              <a:ext uri="{FF2B5EF4-FFF2-40B4-BE49-F238E27FC236}">
                <a16:creationId xmlns:a16="http://schemas.microsoft.com/office/drawing/2014/main" id="{42F16A1F-84BA-470F-2BA7-AF147B033E1E}"/>
              </a:ext>
            </a:extLst>
          </p:cNvPr>
          <p:cNvSpPr>
            <a:spLocks noGrp="1"/>
          </p:cNvSpPr>
          <p:nvPr/>
        </p:nvSpPr>
        <p:spPr>
          <a:xfrm>
            <a:off x="10245614" y="376008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8" name="w_3_0_5">
            <a:extLst>
              <a:ext uri="{FF2B5EF4-FFF2-40B4-BE49-F238E27FC236}">
                <a16:creationId xmlns:a16="http://schemas.microsoft.com/office/drawing/2014/main" id="{F5295A33-FCC6-C840-6BC8-AEED50DEA679}"/>
              </a:ext>
            </a:extLst>
          </p:cNvPr>
          <p:cNvSpPr>
            <a:spLocks noGrp="1"/>
          </p:cNvSpPr>
          <p:nvPr/>
        </p:nvSpPr>
        <p:spPr>
          <a:xfrm>
            <a:off x="9543526" y="351905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0" name="w_3_0_6">
            <a:extLst>
              <a:ext uri="{FF2B5EF4-FFF2-40B4-BE49-F238E27FC236}">
                <a16:creationId xmlns:a16="http://schemas.microsoft.com/office/drawing/2014/main" id="{CA21775A-4969-0991-38D7-F8C58C62E83E}"/>
              </a:ext>
            </a:extLst>
          </p:cNvPr>
          <p:cNvSpPr>
            <a:spLocks noGrp="1"/>
          </p:cNvSpPr>
          <p:nvPr/>
        </p:nvSpPr>
        <p:spPr>
          <a:xfrm>
            <a:off x="10245614" y="475421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2" name="w_3_1_0">
            <a:extLst>
              <a:ext uri="{FF2B5EF4-FFF2-40B4-BE49-F238E27FC236}">
                <a16:creationId xmlns:a16="http://schemas.microsoft.com/office/drawing/2014/main" id="{6475EAE0-735B-1300-4ADF-F9317D7BFD0F}"/>
              </a:ext>
            </a:extLst>
          </p:cNvPr>
          <p:cNvSpPr>
            <a:spLocks noGrp="1"/>
          </p:cNvSpPr>
          <p:nvPr/>
        </p:nvSpPr>
        <p:spPr>
          <a:xfrm>
            <a:off x="10245614" y="212521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4" name="w_3_1_1">
            <a:extLst>
              <a:ext uri="{FF2B5EF4-FFF2-40B4-BE49-F238E27FC236}">
                <a16:creationId xmlns:a16="http://schemas.microsoft.com/office/drawing/2014/main" id="{8B91CBC5-93C5-FAAD-BF14-5F65C01E24DA}"/>
              </a:ext>
            </a:extLst>
          </p:cNvPr>
          <p:cNvSpPr>
            <a:spLocks noGrp="1"/>
          </p:cNvSpPr>
          <p:nvPr/>
        </p:nvSpPr>
        <p:spPr>
          <a:xfrm>
            <a:off x="8958453" y="326821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6" name="w_3_1_2">
            <a:extLst>
              <a:ext uri="{FF2B5EF4-FFF2-40B4-BE49-F238E27FC236}">
                <a16:creationId xmlns:a16="http://schemas.microsoft.com/office/drawing/2014/main" id="{59C743C8-528E-CEA1-5605-EB6910D6D8A3}"/>
              </a:ext>
            </a:extLst>
          </p:cNvPr>
          <p:cNvSpPr>
            <a:spLocks noGrp="1"/>
          </p:cNvSpPr>
          <p:nvPr/>
        </p:nvSpPr>
        <p:spPr>
          <a:xfrm>
            <a:off x="10011585" y="3175921"/>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8" name="w_3_1_3">
            <a:extLst>
              <a:ext uri="{FF2B5EF4-FFF2-40B4-BE49-F238E27FC236}">
                <a16:creationId xmlns:a16="http://schemas.microsoft.com/office/drawing/2014/main" id="{11A4ED8F-014B-1372-F62A-12197CD9383A}"/>
              </a:ext>
            </a:extLst>
          </p:cNvPr>
          <p:cNvSpPr>
            <a:spLocks noGrp="1"/>
          </p:cNvSpPr>
          <p:nvPr/>
        </p:nvSpPr>
        <p:spPr>
          <a:xfrm>
            <a:off x="9075468" y="35949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0" name="w_3_1_4">
            <a:extLst>
              <a:ext uri="{FF2B5EF4-FFF2-40B4-BE49-F238E27FC236}">
                <a16:creationId xmlns:a16="http://schemas.microsoft.com/office/drawing/2014/main" id="{BEB774EB-B388-8BE1-6119-A3446B4D5A5A}"/>
              </a:ext>
            </a:extLst>
          </p:cNvPr>
          <p:cNvSpPr>
            <a:spLocks noGrp="1"/>
          </p:cNvSpPr>
          <p:nvPr/>
        </p:nvSpPr>
        <p:spPr>
          <a:xfrm>
            <a:off x="9777555" y="398316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2" name="w_3_1_5">
            <a:extLst>
              <a:ext uri="{FF2B5EF4-FFF2-40B4-BE49-F238E27FC236}">
                <a16:creationId xmlns:a16="http://schemas.microsoft.com/office/drawing/2014/main" id="{61AAAEB5-35B1-037C-8AEA-586A6A9CE95C}"/>
              </a:ext>
            </a:extLst>
          </p:cNvPr>
          <p:cNvSpPr>
            <a:spLocks noGrp="1"/>
          </p:cNvSpPr>
          <p:nvPr/>
        </p:nvSpPr>
        <p:spPr>
          <a:xfrm>
            <a:off x="9192482" y="404345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4" name="w_3_1_6">
            <a:extLst>
              <a:ext uri="{FF2B5EF4-FFF2-40B4-BE49-F238E27FC236}">
                <a16:creationId xmlns:a16="http://schemas.microsoft.com/office/drawing/2014/main" id="{982B9DC7-C2F3-B2F1-F9A4-E5ECE152BD6F}"/>
              </a:ext>
            </a:extLst>
          </p:cNvPr>
          <p:cNvSpPr>
            <a:spLocks noGrp="1"/>
          </p:cNvSpPr>
          <p:nvPr/>
        </p:nvSpPr>
        <p:spPr>
          <a:xfrm>
            <a:off x="9543526" y="454694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6" name="w_3_2_0">
            <a:extLst>
              <a:ext uri="{FF2B5EF4-FFF2-40B4-BE49-F238E27FC236}">
                <a16:creationId xmlns:a16="http://schemas.microsoft.com/office/drawing/2014/main" id="{D59DFDEC-E370-2AD4-7A86-054FD2D186C9}"/>
              </a:ext>
            </a:extLst>
          </p:cNvPr>
          <p:cNvSpPr>
            <a:spLocks noGrp="1"/>
          </p:cNvSpPr>
          <p:nvPr/>
        </p:nvSpPr>
        <p:spPr>
          <a:xfrm>
            <a:off x="9660541" y="322440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8" name="w_3_2_1">
            <a:extLst>
              <a:ext uri="{FF2B5EF4-FFF2-40B4-BE49-F238E27FC236}">
                <a16:creationId xmlns:a16="http://schemas.microsoft.com/office/drawing/2014/main" id="{12C4A236-A269-E050-574A-6FFA7CC3D9C6}"/>
              </a:ext>
            </a:extLst>
          </p:cNvPr>
          <p:cNvSpPr>
            <a:spLocks noGrp="1"/>
          </p:cNvSpPr>
          <p:nvPr/>
        </p:nvSpPr>
        <p:spPr>
          <a:xfrm>
            <a:off x="9426512" y="380676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0" name="w_3_2_2">
            <a:extLst>
              <a:ext uri="{FF2B5EF4-FFF2-40B4-BE49-F238E27FC236}">
                <a16:creationId xmlns:a16="http://schemas.microsoft.com/office/drawing/2014/main" id="{6FBEE836-6146-DA4A-5817-CCADC49961D4}"/>
              </a:ext>
            </a:extLst>
          </p:cNvPr>
          <p:cNvSpPr>
            <a:spLocks noGrp="1"/>
          </p:cNvSpPr>
          <p:nvPr/>
        </p:nvSpPr>
        <p:spPr>
          <a:xfrm>
            <a:off x="8958453" y="444398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2" name="w_3_2_3">
            <a:extLst>
              <a:ext uri="{FF2B5EF4-FFF2-40B4-BE49-F238E27FC236}">
                <a16:creationId xmlns:a16="http://schemas.microsoft.com/office/drawing/2014/main" id="{C05AD0CA-5208-7DAF-D9DD-84AC558FB55D}"/>
              </a:ext>
            </a:extLst>
          </p:cNvPr>
          <p:cNvSpPr>
            <a:spLocks noGrp="1"/>
          </p:cNvSpPr>
          <p:nvPr/>
        </p:nvSpPr>
        <p:spPr>
          <a:xfrm>
            <a:off x="9660541" y="425910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4" name="w_3_2_4">
            <a:extLst>
              <a:ext uri="{FF2B5EF4-FFF2-40B4-BE49-F238E27FC236}">
                <a16:creationId xmlns:a16="http://schemas.microsoft.com/office/drawing/2014/main" id="{85643DD9-D3D0-EB82-3736-A27885C2DD77}"/>
              </a:ext>
            </a:extLst>
          </p:cNvPr>
          <p:cNvSpPr>
            <a:spLocks noGrp="1"/>
          </p:cNvSpPr>
          <p:nvPr/>
        </p:nvSpPr>
        <p:spPr>
          <a:xfrm>
            <a:off x="9192482" y="471373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6" name="w_3_2_5">
            <a:extLst>
              <a:ext uri="{FF2B5EF4-FFF2-40B4-BE49-F238E27FC236}">
                <a16:creationId xmlns:a16="http://schemas.microsoft.com/office/drawing/2014/main" id="{30482F6C-0ADB-5270-A5F4-E67D8B90FAF7}"/>
              </a:ext>
            </a:extLst>
          </p:cNvPr>
          <p:cNvSpPr>
            <a:spLocks noGrp="1"/>
          </p:cNvSpPr>
          <p:nvPr/>
        </p:nvSpPr>
        <p:spPr>
          <a:xfrm>
            <a:off x="9777555" y="495190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8" name="w_3_2_6">
            <a:extLst>
              <a:ext uri="{FF2B5EF4-FFF2-40B4-BE49-F238E27FC236}">
                <a16:creationId xmlns:a16="http://schemas.microsoft.com/office/drawing/2014/main" id="{9A0E1839-B7B2-F690-B062-65A95C05DFC8}"/>
              </a:ext>
            </a:extLst>
          </p:cNvPr>
          <p:cNvSpPr>
            <a:spLocks noGrp="1"/>
          </p:cNvSpPr>
          <p:nvPr/>
        </p:nvSpPr>
        <p:spPr>
          <a:xfrm>
            <a:off x="10245614" y="546096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9" name="first_weight_0">
            <a:extLst>
              <a:ext uri="{FF2B5EF4-FFF2-40B4-BE49-F238E27FC236}">
                <a16:creationId xmlns:a16="http://schemas.microsoft.com/office/drawing/2014/main" id="{A00601F1-EA1F-1840-A87E-8097F90DB41D}"/>
              </a:ext>
            </a:extLst>
          </p:cNvPr>
          <p:cNvSpPr>
            <a:spLocks noGrp="1"/>
          </p:cNvSpPr>
          <p:nvPr/>
        </p:nvSpPr>
        <p:spPr>
          <a:xfrm>
            <a:off x="1579626" y="2362581"/>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lang="en-US" sz="2700" b="1">
                <a:solidFill>
                  <a:srgbClr val="000000"/>
                </a:solidFill>
                <a:latin typeface="Arial"/>
                <a:ea typeface="Arial"/>
                <a:cs typeface="Arial"/>
              </a:rPr>
              <a:t>3</a:t>
            </a:r>
            <a:endParaRPr sz="2700" b="1">
              <a:solidFill>
                <a:srgbClr val="000000"/>
              </a:solidFill>
              <a:latin typeface="Arial"/>
              <a:ea typeface="Arial"/>
              <a:cs typeface="Arial"/>
            </a:endParaRPr>
          </a:p>
        </p:txBody>
      </p:sp>
      <p:sp>
        <p:nvSpPr>
          <p:cNvPr id="150" name="first_weight_1">
            <a:extLst>
              <a:ext uri="{FF2B5EF4-FFF2-40B4-BE49-F238E27FC236}">
                <a16:creationId xmlns:a16="http://schemas.microsoft.com/office/drawing/2014/main" id="{98BDAE56-B87C-CAD1-2BAB-7844B5D0EFD8}"/>
              </a:ext>
            </a:extLst>
          </p:cNvPr>
          <p:cNvSpPr>
            <a:spLocks noGrp="1"/>
          </p:cNvSpPr>
          <p:nvPr/>
        </p:nvSpPr>
        <p:spPr>
          <a:xfrm>
            <a:off x="1579626" y="2919603"/>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a:t>
            </a:r>
            <a:r>
              <a:rPr lang="en-US" sz="2700" b="1">
                <a:solidFill>
                  <a:srgbClr val="000000"/>
                </a:solidFill>
                <a:latin typeface="Arial"/>
                <a:ea typeface="Arial"/>
                <a:cs typeface="Arial"/>
              </a:rPr>
              <a:t>2</a:t>
            </a:r>
            <a:endParaRPr sz="2700" b="1">
              <a:solidFill>
                <a:srgbClr val="000000"/>
              </a:solidFill>
              <a:latin typeface="Arial"/>
              <a:ea typeface="Arial"/>
              <a:cs typeface="Arial"/>
            </a:endParaRPr>
          </a:p>
        </p:txBody>
      </p:sp>
      <p:sp>
        <p:nvSpPr>
          <p:cNvPr id="151" name="first_weight_2">
            <a:extLst>
              <a:ext uri="{FF2B5EF4-FFF2-40B4-BE49-F238E27FC236}">
                <a16:creationId xmlns:a16="http://schemas.microsoft.com/office/drawing/2014/main" id="{C6A95B0A-F094-0208-262C-C869AF1A9552}"/>
              </a:ext>
            </a:extLst>
          </p:cNvPr>
          <p:cNvSpPr>
            <a:spLocks noGrp="1"/>
          </p:cNvSpPr>
          <p:nvPr/>
        </p:nvSpPr>
        <p:spPr>
          <a:xfrm>
            <a:off x="1579626" y="3476625"/>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1</a:t>
            </a:r>
          </a:p>
        </p:txBody>
      </p:sp>
      <p:sp>
        <p:nvSpPr>
          <p:cNvPr id="152" name="first_weight_3">
            <a:extLst>
              <a:ext uri="{FF2B5EF4-FFF2-40B4-BE49-F238E27FC236}">
                <a16:creationId xmlns:a16="http://schemas.microsoft.com/office/drawing/2014/main" id="{12001ED0-2761-9C04-0927-91A8C4606A7B}"/>
              </a:ext>
            </a:extLst>
          </p:cNvPr>
          <p:cNvSpPr>
            <a:spLocks noGrp="1"/>
          </p:cNvSpPr>
          <p:nvPr/>
        </p:nvSpPr>
        <p:spPr>
          <a:xfrm>
            <a:off x="1579626" y="4033647"/>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lang="en-US" sz="2700" b="1">
                <a:solidFill>
                  <a:srgbClr val="000000"/>
                </a:solidFill>
                <a:latin typeface="Arial"/>
                <a:ea typeface="Arial"/>
                <a:cs typeface="Arial"/>
              </a:rPr>
              <a:t>2</a:t>
            </a:r>
            <a:endParaRPr sz="2700" b="1">
              <a:solidFill>
                <a:srgbClr val="000000"/>
              </a:solidFill>
              <a:latin typeface="Arial"/>
              <a:ea typeface="Arial"/>
              <a:cs typeface="Arial"/>
            </a:endParaRPr>
          </a:p>
        </p:txBody>
      </p:sp>
      <p:sp>
        <p:nvSpPr>
          <p:cNvPr id="153" name="first_weight_4">
            <a:extLst>
              <a:ext uri="{FF2B5EF4-FFF2-40B4-BE49-F238E27FC236}">
                <a16:creationId xmlns:a16="http://schemas.microsoft.com/office/drawing/2014/main" id="{150A508B-D9A0-B524-9392-144DEE41FF32}"/>
              </a:ext>
            </a:extLst>
          </p:cNvPr>
          <p:cNvSpPr>
            <a:spLocks noGrp="1"/>
          </p:cNvSpPr>
          <p:nvPr/>
        </p:nvSpPr>
        <p:spPr>
          <a:xfrm>
            <a:off x="1579626" y="4590669"/>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lang="en-US" sz="2700" b="1">
                <a:solidFill>
                  <a:srgbClr val="000000"/>
                </a:solidFill>
                <a:latin typeface="Arial"/>
                <a:ea typeface="Arial"/>
                <a:cs typeface="Arial"/>
              </a:rPr>
              <a:t>5</a:t>
            </a:r>
            <a:endParaRPr sz="2700" b="1">
              <a:solidFill>
                <a:srgbClr val="000000"/>
              </a:solidFill>
              <a:latin typeface="Arial"/>
              <a:ea typeface="Arial"/>
              <a:cs typeface="Arial"/>
            </a:endParaRPr>
          </a:p>
        </p:txBody>
      </p:sp>
      <p:sp>
        <p:nvSpPr>
          <p:cNvPr id="154" name="act_0_0">
            <a:extLst>
              <a:ext uri="{FF2B5EF4-FFF2-40B4-BE49-F238E27FC236}">
                <a16:creationId xmlns:a16="http://schemas.microsoft.com/office/drawing/2014/main" id="{3E39964B-141E-71E1-D5E3-45E48ECB6A9C}"/>
              </a:ext>
            </a:extLst>
          </p:cNvPr>
          <p:cNvSpPr>
            <a:spLocks noGrp="1"/>
          </p:cNvSpPr>
          <p:nvPr/>
        </p:nvSpPr>
        <p:spPr>
          <a:xfrm>
            <a:off x="723900" y="18288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lang="en-US" sz="2850" b="1">
                <a:solidFill>
                  <a:srgbClr val="D71920"/>
                </a:solidFill>
                <a:latin typeface="Arial"/>
                <a:ea typeface="Arial"/>
                <a:cs typeface="Arial"/>
              </a:rPr>
              <a:t>-</a:t>
            </a:r>
            <a:r>
              <a:rPr sz="2850" b="1">
                <a:solidFill>
                  <a:srgbClr val="D71920"/>
                </a:solidFill>
                <a:latin typeface="Arial"/>
                <a:ea typeface="Arial"/>
                <a:cs typeface="Arial"/>
              </a:rPr>
              <a:t>2</a:t>
            </a:r>
          </a:p>
        </p:txBody>
      </p:sp>
      <p:sp>
        <p:nvSpPr>
          <p:cNvPr id="155" name="act_0_1">
            <a:extLst>
              <a:ext uri="{FF2B5EF4-FFF2-40B4-BE49-F238E27FC236}">
                <a16:creationId xmlns:a16="http://schemas.microsoft.com/office/drawing/2014/main" id="{44A7AA4E-16E1-E897-5352-8AB62464A18C}"/>
              </a:ext>
            </a:extLst>
          </p:cNvPr>
          <p:cNvSpPr>
            <a:spLocks noGrp="1"/>
          </p:cNvSpPr>
          <p:nvPr/>
        </p:nvSpPr>
        <p:spPr>
          <a:xfrm>
            <a:off x="723900" y="264795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lang="en-US" sz="2850" b="1">
                <a:solidFill>
                  <a:srgbClr val="D71920"/>
                </a:solidFill>
                <a:latin typeface="Arial"/>
                <a:ea typeface="Arial"/>
                <a:cs typeface="Arial"/>
              </a:rPr>
              <a:t>1</a:t>
            </a:r>
            <a:endParaRPr sz="2850" b="1">
              <a:solidFill>
                <a:srgbClr val="D71920"/>
              </a:solidFill>
              <a:latin typeface="Arial"/>
              <a:ea typeface="Arial"/>
              <a:cs typeface="Arial"/>
            </a:endParaRPr>
          </a:p>
        </p:txBody>
      </p:sp>
      <p:sp>
        <p:nvSpPr>
          <p:cNvPr id="156" name="act_0_2">
            <a:extLst>
              <a:ext uri="{FF2B5EF4-FFF2-40B4-BE49-F238E27FC236}">
                <a16:creationId xmlns:a16="http://schemas.microsoft.com/office/drawing/2014/main" id="{5D9A1509-B1D0-AE39-C89A-694BE133E274}"/>
              </a:ext>
            </a:extLst>
          </p:cNvPr>
          <p:cNvSpPr>
            <a:spLocks noGrp="1"/>
          </p:cNvSpPr>
          <p:nvPr/>
        </p:nvSpPr>
        <p:spPr>
          <a:xfrm>
            <a:off x="723900" y="34671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3</a:t>
            </a:r>
          </a:p>
        </p:txBody>
      </p:sp>
      <p:sp>
        <p:nvSpPr>
          <p:cNvPr id="157" name="act_0_3">
            <a:extLst>
              <a:ext uri="{FF2B5EF4-FFF2-40B4-BE49-F238E27FC236}">
                <a16:creationId xmlns:a16="http://schemas.microsoft.com/office/drawing/2014/main" id="{F795E0FB-2E0E-CE4F-15FD-175760496AD3}"/>
              </a:ext>
            </a:extLst>
          </p:cNvPr>
          <p:cNvSpPr>
            <a:spLocks noGrp="1"/>
          </p:cNvSpPr>
          <p:nvPr/>
        </p:nvSpPr>
        <p:spPr>
          <a:xfrm>
            <a:off x="723900" y="428625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lang="en-US" sz="2850" b="1">
                <a:solidFill>
                  <a:srgbClr val="D71920"/>
                </a:solidFill>
                <a:latin typeface="Arial"/>
                <a:ea typeface="Arial"/>
                <a:cs typeface="Arial"/>
              </a:rPr>
              <a:t>-</a:t>
            </a:r>
            <a:r>
              <a:rPr sz="2850" b="1">
                <a:solidFill>
                  <a:srgbClr val="D71920"/>
                </a:solidFill>
                <a:latin typeface="Arial"/>
                <a:ea typeface="Arial"/>
                <a:cs typeface="Arial"/>
              </a:rPr>
              <a:t>4</a:t>
            </a:r>
          </a:p>
        </p:txBody>
      </p:sp>
      <p:sp>
        <p:nvSpPr>
          <p:cNvPr id="158" name="act_0_4">
            <a:extLst>
              <a:ext uri="{FF2B5EF4-FFF2-40B4-BE49-F238E27FC236}">
                <a16:creationId xmlns:a16="http://schemas.microsoft.com/office/drawing/2014/main" id="{F3ACA056-B508-CFF1-5314-FE96E6764EE5}"/>
              </a:ext>
            </a:extLst>
          </p:cNvPr>
          <p:cNvSpPr>
            <a:spLocks noGrp="1"/>
          </p:cNvSpPr>
          <p:nvPr/>
        </p:nvSpPr>
        <p:spPr>
          <a:xfrm>
            <a:off x="723900" y="51054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2</a:t>
            </a:r>
          </a:p>
        </p:txBody>
      </p:sp>
      <p:sp>
        <p:nvSpPr>
          <p:cNvPr id="159" name="act_1_0">
            <a:extLst>
              <a:ext uri="{FF2B5EF4-FFF2-40B4-BE49-F238E27FC236}">
                <a16:creationId xmlns:a16="http://schemas.microsoft.com/office/drawing/2014/main" id="{E3D88F6A-7614-A4E4-D41A-11642AF8A972}"/>
              </a:ext>
            </a:extLst>
          </p:cNvPr>
          <p:cNvSpPr>
            <a:spLocks noGrp="1"/>
          </p:cNvSpPr>
          <p:nvPr/>
        </p:nvSpPr>
        <p:spPr>
          <a:xfrm>
            <a:off x="3219450" y="21336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4</a:t>
            </a:r>
          </a:p>
        </p:txBody>
      </p:sp>
      <p:sp>
        <p:nvSpPr>
          <p:cNvPr id="160" name="act_1_1">
            <a:extLst>
              <a:ext uri="{FF2B5EF4-FFF2-40B4-BE49-F238E27FC236}">
                <a16:creationId xmlns:a16="http://schemas.microsoft.com/office/drawing/2014/main" id="{CFC6594B-8D3D-FE16-D039-B8094D0D3A0A}"/>
              </a:ext>
            </a:extLst>
          </p:cNvPr>
          <p:cNvSpPr>
            <a:spLocks noGrp="1"/>
          </p:cNvSpPr>
          <p:nvPr/>
        </p:nvSpPr>
        <p:spPr>
          <a:xfrm>
            <a:off x="3219450" y="34671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endParaRPr sz="2850" b="1">
              <a:solidFill>
                <a:srgbClr val="D71920"/>
              </a:solidFill>
              <a:latin typeface="Arial"/>
              <a:ea typeface="Arial"/>
              <a:cs typeface="Arial"/>
            </a:endParaRPr>
          </a:p>
        </p:txBody>
      </p:sp>
      <p:sp>
        <p:nvSpPr>
          <p:cNvPr id="161" name="act_1_2">
            <a:extLst>
              <a:ext uri="{FF2B5EF4-FFF2-40B4-BE49-F238E27FC236}">
                <a16:creationId xmlns:a16="http://schemas.microsoft.com/office/drawing/2014/main" id="{34550BF2-031C-8756-B3EC-F91F1BAF34BD}"/>
              </a:ext>
            </a:extLst>
          </p:cNvPr>
          <p:cNvSpPr>
            <a:spLocks noGrp="1"/>
          </p:cNvSpPr>
          <p:nvPr/>
        </p:nvSpPr>
        <p:spPr>
          <a:xfrm>
            <a:off x="3219450" y="4800600"/>
            <a:ext cx="647700" cy="495300"/>
          </a:xfrm>
          <a:prstGeom prst="rect">
            <a:avLst/>
          </a:prstGeom>
          <a:noFill/>
          <a:ln w="0">
            <a:noFill/>
          </a:ln>
        </p:spPr>
        <p:txBody>
          <a:bodyPr wrap="none" lIns="0" tIns="0" rIns="0" bIns="0" anchor="ctr">
            <a:noAutofit/>
          </a:bodyPr>
          <a:lstStyle/>
          <a:p>
            <a:pPr algn="ctr">
              <a:defRPr sz="2850" b="1">
                <a:solidFill>
                  <a:srgbClr val="155ACB"/>
                </a:solidFill>
                <a:latin typeface="Arial"/>
                <a:ea typeface="Arial"/>
                <a:cs typeface="Arial"/>
              </a:defRPr>
            </a:pPr>
            <a:r>
              <a:rPr sz="2850" b="1">
                <a:solidFill>
                  <a:srgbClr val="155ACB"/>
                </a:solidFill>
                <a:latin typeface="Arial"/>
                <a:ea typeface="Arial"/>
                <a:cs typeface="Arial"/>
              </a:rPr>
              <a:t>−3</a:t>
            </a:r>
          </a:p>
        </p:txBody>
      </p:sp>
      <p:sp>
        <p:nvSpPr>
          <p:cNvPr id="162" name="act_2_0">
            <a:extLst>
              <a:ext uri="{FF2B5EF4-FFF2-40B4-BE49-F238E27FC236}">
                <a16:creationId xmlns:a16="http://schemas.microsoft.com/office/drawing/2014/main" id="{26C7A7C8-1DB9-024F-9EDC-81AF86AF589D}"/>
              </a:ext>
            </a:extLst>
          </p:cNvPr>
          <p:cNvSpPr>
            <a:spLocks noGrp="1"/>
          </p:cNvSpPr>
          <p:nvPr/>
        </p:nvSpPr>
        <p:spPr>
          <a:xfrm>
            <a:off x="5715000" y="1895475"/>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6</a:t>
            </a:r>
          </a:p>
        </p:txBody>
      </p:sp>
      <p:sp>
        <p:nvSpPr>
          <p:cNvPr id="163" name="act_2_1">
            <a:extLst>
              <a:ext uri="{FF2B5EF4-FFF2-40B4-BE49-F238E27FC236}">
                <a16:creationId xmlns:a16="http://schemas.microsoft.com/office/drawing/2014/main" id="{AB383A9C-2A82-E320-DAD4-6A705AC671F3}"/>
              </a:ext>
            </a:extLst>
          </p:cNvPr>
          <p:cNvSpPr>
            <a:spLocks noGrp="1"/>
          </p:cNvSpPr>
          <p:nvPr/>
        </p:nvSpPr>
        <p:spPr>
          <a:xfrm>
            <a:off x="5715000" y="2943225"/>
            <a:ext cx="647700" cy="495300"/>
          </a:xfrm>
          <a:prstGeom prst="rect">
            <a:avLst/>
          </a:prstGeom>
          <a:noFill/>
          <a:ln w="0">
            <a:noFill/>
          </a:ln>
        </p:spPr>
        <p:txBody>
          <a:bodyPr wrap="none" lIns="0" tIns="0" rIns="0" bIns="0" anchor="ctr">
            <a:noAutofit/>
          </a:bodyPr>
          <a:lstStyle/>
          <a:p>
            <a:pPr algn="ctr">
              <a:defRPr sz="2850" b="1">
                <a:solidFill>
                  <a:srgbClr val="155ACB"/>
                </a:solidFill>
                <a:latin typeface="Arial"/>
                <a:ea typeface="Arial"/>
                <a:cs typeface="Arial"/>
              </a:defRPr>
            </a:pPr>
            <a:r>
              <a:rPr sz="2850" b="1">
                <a:solidFill>
                  <a:srgbClr val="155ACB"/>
                </a:solidFill>
                <a:latin typeface="Arial"/>
                <a:ea typeface="Arial"/>
                <a:cs typeface="Arial"/>
              </a:rPr>
              <a:t>−2</a:t>
            </a:r>
          </a:p>
        </p:txBody>
      </p:sp>
      <p:sp>
        <p:nvSpPr>
          <p:cNvPr id="164" name="act_2_2">
            <a:extLst>
              <a:ext uri="{FF2B5EF4-FFF2-40B4-BE49-F238E27FC236}">
                <a16:creationId xmlns:a16="http://schemas.microsoft.com/office/drawing/2014/main" id="{E1097D34-D02C-6BCA-CA47-28CD609B882B}"/>
              </a:ext>
            </a:extLst>
          </p:cNvPr>
          <p:cNvSpPr>
            <a:spLocks noGrp="1"/>
          </p:cNvSpPr>
          <p:nvPr/>
        </p:nvSpPr>
        <p:spPr>
          <a:xfrm>
            <a:off x="5715000" y="3990975"/>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5</a:t>
            </a:r>
          </a:p>
        </p:txBody>
      </p:sp>
      <p:sp>
        <p:nvSpPr>
          <p:cNvPr id="165" name="act_2_3">
            <a:extLst>
              <a:ext uri="{FF2B5EF4-FFF2-40B4-BE49-F238E27FC236}">
                <a16:creationId xmlns:a16="http://schemas.microsoft.com/office/drawing/2014/main" id="{E7EE5556-B590-F455-B5CB-58694F3D6BDB}"/>
              </a:ext>
            </a:extLst>
          </p:cNvPr>
          <p:cNvSpPr>
            <a:spLocks noGrp="1"/>
          </p:cNvSpPr>
          <p:nvPr/>
        </p:nvSpPr>
        <p:spPr>
          <a:xfrm>
            <a:off x="5715000" y="5038725"/>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1</a:t>
            </a:r>
          </a:p>
        </p:txBody>
      </p:sp>
      <p:sp>
        <p:nvSpPr>
          <p:cNvPr id="166" name="act_3_0">
            <a:extLst>
              <a:ext uri="{FF2B5EF4-FFF2-40B4-BE49-F238E27FC236}">
                <a16:creationId xmlns:a16="http://schemas.microsoft.com/office/drawing/2014/main" id="{F697F765-BBEF-310E-76DF-F586B7936D5D}"/>
              </a:ext>
            </a:extLst>
          </p:cNvPr>
          <p:cNvSpPr>
            <a:spLocks noGrp="1"/>
          </p:cNvSpPr>
          <p:nvPr/>
        </p:nvSpPr>
        <p:spPr>
          <a:xfrm>
            <a:off x="8124825" y="21336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3</a:t>
            </a:r>
          </a:p>
        </p:txBody>
      </p:sp>
      <p:sp>
        <p:nvSpPr>
          <p:cNvPr id="167" name="act_3_1">
            <a:extLst>
              <a:ext uri="{FF2B5EF4-FFF2-40B4-BE49-F238E27FC236}">
                <a16:creationId xmlns:a16="http://schemas.microsoft.com/office/drawing/2014/main" id="{F5D94D99-3BDD-1491-4D89-BFBF295C411A}"/>
              </a:ext>
            </a:extLst>
          </p:cNvPr>
          <p:cNvSpPr>
            <a:spLocks noGrp="1"/>
          </p:cNvSpPr>
          <p:nvPr/>
        </p:nvSpPr>
        <p:spPr>
          <a:xfrm>
            <a:off x="8124825" y="3467100"/>
            <a:ext cx="647700" cy="495300"/>
          </a:xfrm>
          <a:prstGeom prst="rect">
            <a:avLst/>
          </a:prstGeom>
          <a:noFill/>
          <a:ln w="0">
            <a:noFill/>
          </a:ln>
        </p:spPr>
        <p:txBody>
          <a:bodyPr wrap="none" lIns="0" tIns="0" rIns="0" bIns="0" anchor="ctr">
            <a:noAutofit/>
          </a:bodyPr>
          <a:lstStyle/>
          <a:p>
            <a:pPr algn="ctr">
              <a:defRPr sz="2850" b="1">
                <a:solidFill>
                  <a:srgbClr val="155ACB"/>
                </a:solidFill>
                <a:latin typeface="Arial"/>
                <a:ea typeface="Arial"/>
                <a:cs typeface="Arial"/>
              </a:defRPr>
            </a:pPr>
            <a:r>
              <a:rPr sz="2850" b="1">
                <a:solidFill>
                  <a:srgbClr val="155ACB"/>
                </a:solidFill>
                <a:latin typeface="Arial"/>
                <a:ea typeface="Arial"/>
                <a:cs typeface="Arial"/>
              </a:rPr>
              <a:t>−1</a:t>
            </a:r>
          </a:p>
        </p:txBody>
      </p:sp>
      <p:sp>
        <p:nvSpPr>
          <p:cNvPr id="168" name="act_3_2">
            <a:extLst>
              <a:ext uri="{FF2B5EF4-FFF2-40B4-BE49-F238E27FC236}">
                <a16:creationId xmlns:a16="http://schemas.microsoft.com/office/drawing/2014/main" id="{D2998391-AEEB-911E-0C09-198CE04F17DA}"/>
              </a:ext>
            </a:extLst>
          </p:cNvPr>
          <p:cNvSpPr>
            <a:spLocks noGrp="1"/>
          </p:cNvSpPr>
          <p:nvPr/>
        </p:nvSpPr>
        <p:spPr>
          <a:xfrm>
            <a:off x="8124825" y="48006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2</a:t>
            </a:r>
          </a:p>
        </p:txBody>
      </p:sp>
      <p:sp>
        <p:nvSpPr>
          <p:cNvPr id="170" name="prob_1">
            <a:extLst>
              <a:ext uri="{FF2B5EF4-FFF2-40B4-BE49-F238E27FC236}">
                <a16:creationId xmlns:a16="http://schemas.microsoft.com/office/drawing/2014/main" id="{40328110-6E6B-78E2-3907-A5EFB9F8FC9A}"/>
              </a:ext>
            </a:extLst>
          </p:cNvPr>
          <p:cNvSpPr>
            <a:spLocks noGrp="1"/>
          </p:cNvSpPr>
          <p:nvPr/>
        </p:nvSpPr>
        <p:spPr>
          <a:xfrm>
            <a:off x="10734675" y="2181225"/>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endParaRPr sz="2325" b="1">
              <a:solidFill>
                <a:srgbClr val="D71920"/>
              </a:solidFill>
              <a:latin typeface="Arial"/>
              <a:ea typeface="Arial"/>
              <a:cs typeface="Arial"/>
            </a:endParaRPr>
          </a:p>
        </p:txBody>
      </p:sp>
      <p:sp>
        <p:nvSpPr>
          <p:cNvPr id="171" name="prob_2">
            <a:extLst>
              <a:ext uri="{FF2B5EF4-FFF2-40B4-BE49-F238E27FC236}">
                <a16:creationId xmlns:a16="http://schemas.microsoft.com/office/drawing/2014/main" id="{6EB77EC5-0A86-25E2-23A9-31E79053546A}"/>
              </a:ext>
            </a:extLst>
          </p:cNvPr>
          <p:cNvSpPr>
            <a:spLocks noGrp="1"/>
          </p:cNvSpPr>
          <p:nvPr/>
        </p:nvSpPr>
        <p:spPr>
          <a:xfrm>
            <a:off x="10734675" y="285750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endParaRPr sz="2325" b="1">
              <a:solidFill>
                <a:srgbClr val="D71920"/>
              </a:solidFill>
              <a:latin typeface="Arial"/>
              <a:ea typeface="Arial"/>
              <a:cs typeface="Arial"/>
            </a:endParaRPr>
          </a:p>
        </p:txBody>
      </p:sp>
      <p:sp>
        <p:nvSpPr>
          <p:cNvPr id="172" name="prob_3">
            <a:extLst>
              <a:ext uri="{FF2B5EF4-FFF2-40B4-BE49-F238E27FC236}">
                <a16:creationId xmlns:a16="http://schemas.microsoft.com/office/drawing/2014/main" id="{0C7A7B2F-E868-CA16-666D-571865F0A17E}"/>
              </a:ext>
            </a:extLst>
          </p:cNvPr>
          <p:cNvSpPr>
            <a:spLocks noGrp="1"/>
          </p:cNvSpPr>
          <p:nvPr/>
        </p:nvSpPr>
        <p:spPr>
          <a:xfrm>
            <a:off x="10734675" y="3533775"/>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endParaRPr sz="2325" b="1">
              <a:solidFill>
                <a:srgbClr val="D71920"/>
              </a:solidFill>
              <a:latin typeface="Arial"/>
              <a:ea typeface="Arial"/>
              <a:cs typeface="Arial"/>
            </a:endParaRPr>
          </a:p>
        </p:txBody>
      </p:sp>
      <p:sp>
        <p:nvSpPr>
          <p:cNvPr id="173" name="prob_4">
            <a:extLst>
              <a:ext uri="{FF2B5EF4-FFF2-40B4-BE49-F238E27FC236}">
                <a16:creationId xmlns:a16="http://schemas.microsoft.com/office/drawing/2014/main" id="{F43C1F25-FAFF-39E4-DADC-DFF468E22D39}"/>
              </a:ext>
            </a:extLst>
          </p:cNvPr>
          <p:cNvSpPr>
            <a:spLocks noGrp="1"/>
          </p:cNvSpPr>
          <p:nvPr/>
        </p:nvSpPr>
        <p:spPr>
          <a:xfrm>
            <a:off x="10734675" y="421005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endParaRPr sz="2325" b="1">
              <a:solidFill>
                <a:srgbClr val="D71920"/>
              </a:solidFill>
              <a:latin typeface="Arial"/>
              <a:ea typeface="Arial"/>
              <a:cs typeface="Arial"/>
            </a:endParaRPr>
          </a:p>
        </p:txBody>
      </p:sp>
      <p:sp>
        <p:nvSpPr>
          <p:cNvPr id="174" name="prob_5">
            <a:extLst>
              <a:ext uri="{FF2B5EF4-FFF2-40B4-BE49-F238E27FC236}">
                <a16:creationId xmlns:a16="http://schemas.microsoft.com/office/drawing/2014/main" id="{CD026A6C-0B73-7FB0-12C2-671BE6A1EDAC}"/>
              </a:ext>
            </a:extLst>
          </p:cNvPr>
          <p:cNvSpPr>
            <a:spLocks noGrp="1"/>
          </p:cNvSpPr>
          <p:nvPr/>
        </p:nvSpPr>
        <p:spPr>
          <a:xfrm>
            <a:off x="10734675" y="4886325"/>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endParaRPr sz="2325" b="1">
              <a:solidFill>
                <a:srgbClr val="D71920"/>
              </a:solidFill>
              <a:latin typeface="Arial"/>
              <a:ea typeface="Arial"/>
              <a:cs typeface="Arial"/>
            </a:endParaRPr>
          </a:p>
        </p:txBody>
      </p:sp>
      <p:sp>
        <p:nvSpPr>
          <p:cNvPr id="175" name="prob_6">
            <a:extLst>
              <a:ext uri="{FF2B5EF4-FFF2-40B4-BE49-F238E27FC236}">
                <a16:creationId xmlns:a16="http://schemas.microsoft.com/office/drawing/2014/main" id="{F4422C92-0452-5E81-6477-15F085AFAB77}"/>
              </a:ext>
            </a:extLst>
          </p:cNvPr>
          <p:cNvSpPr>
            <a:spLocks noGrp="1"/>
          </p:cNvSpPr>
          <p:nvPr/>
        </p:nvSpPr>
        <p:spPr>
          <a:xfrm>
            <a:off x="10734675" y="556260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endParaRPr sz="2325" b="1">
              <a:solidFill>
                <a:srgbClr val="D71920"/>
              </a:solidFill>
              <a:latin typeface="Arial"/>
              <a:ea typeface="Arial"/>
              <a:cs typeface="Arial"/>
            </a:endParaRPr>
          </a:p>
        </p:txBody>
      </p:sp>
      <p:sp>
        <p:nvSpPr>
          <p:cNvPr id="176" name="linear_label">
            <a:extLst>
              <a:ext uri="{FF2B5EF4-FFF2-40B4-BE49-F238E27FC236}">
                <a16:creationId xmlns:a16="http://schemas.microsoft.com/office/drawing/2014/main" id="{A13D2BB2-FB0D-1F6F-7F8C-F74EE2E6BE1E}"/>
              </a:ext>
            </a:extLst>
          </p:cNvPr>
          <p:cNvSpPr>
            <a:spLocks noGrp="1"/>
          </p:cNvSpPr>
          <p:nvPr/>
        </p:nvSpPr>
        <p:spPr>
          <a:xfrm>
            <a:off x="3857625" y="6219825"/>
            <a:ext cx="4619625" cy="352425"/>
          </a:xfrm>
          <a:prstGeom prst="rect">
            <a:avLst/>
          </a:prstGeom>
          <a:noFill/>
          <a:ln w="0">
            <a:noFill/>
          </a:ln>
        </p:spPr>
        <p:txBody>
          <a:bodyPr wrap="none" lIns="0" tIns="0" rIns="0" bIns="0" anchor="ctr">
            <a:noAutofit/>
          </a:bodyPr>
          <a:lstStyle/>
          <a:p>
            <a:pPr algn="ctr">
              <a:defRPr sz="1875" b="0">
                <a:solidFill>
                  <a:srgbClr val="6C7786"/>
                </a:solidFill>
                <a:latin typeface="Arial"/>
                <a:ea typeface="Arial"/>
                <a:cs typeface="Arial"/>
              </a:defRPr>
            </a:pPr>
            <a:r>
              <a:rPr sz="1875" b="0">
                <a:solidFill>
                  <a:srgbClr val="6C7786"/>
                </a:solidFill>
                <a:latin typeface="Arial"/>
                <a:ea typeface="Arial"/>
                <a:cs typeface="Arial"/>
              </a:rPr>
              <a:t>Linear hidden activations</a:t>
            </a:r>
          </a:p>
        </p:txBody>
      </p:sp>
      <p:sp>
        <p:nvSpPr>
          <p:cNvPr id="193" name="packet_1_0_0">
            <a:extLst>
              <a:ext uri="{FF2B5EF4-FFF2-40B4-BE49-F238E27FC236}">
                <a16:creationId xmlns:a16="http://schemas.microsoft.com/office/drawing/2014/main" id="{3BB3592E-C34A-FBB6-BDC1-ED07868E5E76}"/>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4" name="packet_1_0_1">
            <a:extLst>
              <a:ext uri="{FF2B5EF4-FFF2-40B4-BE49-F238E27FC236}">
                <a16:creationId xmlns:a16="http://schemas.microsoft.com/office/drawing/2014/main" id="{4E042F19-5D86-EEB2-D506-CBFC8A04E7AF}"/>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5" name="packet_1_0_2">
            <a:extLst>
              <a:ext uri="{FF2B5EF4-FFF2-40B4-BE49-F238E27FC236}">
                <a16:creationId xmlns:a16="http://schemas.microsoft.com/office/drawing/2014/main" id="{999DEC61-DDC1-29D8-5D2C-AD9826B23CB3}"/>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6" name="packet_1_0_3">
            <a:extLst>
              <a:ext uri="{FF2B5EF4-FFF2-40B4-BE49-F238E27FC236}">
                <a16:creationId xmlns:a16="http://schemas.microsoft.com/office/drawing/2014/main" id="{A8B98598-B402-E59A-028C-DD40EF45477E}"/>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201" name="packet_1_2_0">
            <a:extLst>
              <a:ext uri="{FF2B5EF4-FFF2-40B4-BE49-F238E27FC236}">
                <a16:creationId xmlns:a16="http://schemas.microsoft.com/office/drawing/2014/main" id="{01B121DC-FFED-69F8-A54E-2831A44DAE8C}"/>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2" name="packet_1_2_1">
            <a:extLst>
              <a:ext uri="{FF2B5EF4-FFF2-40B4-BE49-F238E27FC236}">
                <a16:creationId xmlns:a16="http://schemas.microsoft.com/office/drawing/2014/main" id="{F026214D-7D26-3C52-F75A-632B2DFAED64}"/>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3" name="packet_1_2_2">
            <a:extLst>
              <a:ext uri="{FF2B5EF4-FFF2-40B4-BE49-F238E27FC236}">
                <a16:creationId xmlns:a16="http://schemas.microsoft.com/office/drawing/2014/main" id="{4179EC30-3DB9-24F3-401E-36DB20D98432}"/>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4" name="packet_1_2_3">
            <a:extLst>
              <a:ext uri="{FF2B5EF4-FFF2-40B4-BE49-F238E27FC236}">
                <a16:creationId xmlns:a16="http://schemas.microsoft.com/office/drawing/2014/main" id="{A7405F7B-7834-DD43-5963-5F2C50B42A45}"/>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5" name="packet_2_0_0">
            <a:extLst>
              <a:ext uri="{FF2B5EF4-FFF2-40B4-BE49-F238E27FC236}">
                <a16:creationId xmlns:a16="http://schemas.microsoft.com/office/drawing/2014/main" id="{EEEFDE2A-1661-06B2-69D6-15018D3CB1F9}"/>
              </a:ext>
            </a:extLst>
          </p:cNvPr>
          <p:cNvSpPr>
            <a:spLocks noGrp="1"/>
          </p:cNvSpPr>
          <p:nvPr/>
        </p:nvSpPr>
        <p:spPr>
          <a:xfrm>
            <a:off x="5972175" y="2076450"/>
            <a:ext cx="133350" cy="133350"/>
          </a:xfrm>
          <a:prstGeom prst="ellipse">
            <a:avLst/>
          </a:prstGeom>
          <a:solidFill>
            <a:srgbClr val="F4A000"/>
          </a:solidFill>
          <a:ln w="9525">
            <a:solidFill>
              <a:srgbClr val="FFFFFF"/>
            </a:solidFill>
          </a:ln>
        </p:spPr>
        <p:txBody>
          <a:bodyPr/>
          <a:lstStyle/>
          <a:p>
            <a:endParaRPr lang="en-US"/>
          </a:p>
        </p:txBody>
      </p:sp>
      <p:sp>
        <p:nvSpPr>
          <p:cNvPr id="206" name="packet_2_0_1">
            <a:extLst>
              <a:ext uri="{FF2B5EF4-FFF2-40B4-BE49-F238E27FC236}">
                <a16:creationId xmlns:a16="http://schemas.microsoft.com/office/drawing/2014/main" id="{9634EE5A-0201-720A-2C49-FE7A74792B56}"/>
              </a:ext>
            </a:extLst>
          </p:cNvPr>
          <p:cNvSpPr>
            <a:spLocks noGrp="1"/>
          </p:cNvSpPr>
          <p:nvPr/>
        </p:nvSpPr>
        <p:spPr>
          <a:xfrm>
            <a:off x="5972175" y="2076450"/>
            <a:ext cx="133350" cy="133350"/>
          </a:xfrm>
          <a:prstGeom prst="ellipse">
            <a:avLst/>
          </a:prstGeom>
          <a:solidFill>
            <a:srgbClr val="F4A000"/>
          </a:solidFill>
          <a:ln w="9525">
            <a:solidFill>
              <a:srgbClr val="FFFFFF"/>
            </a:solidFill>
          </a:ln>
        </p:spPr>
        <p:txBody>
          <a:bodyPr/>
          <a:lstStyle/>
          <a:p>
            <a:endParaRPr lang="en-US"/>
          </a:p>
        </p:txBody>
      </p:sp>
      <p:sp>
        <p:nvSpPr>
          <p:cNvPr id="207" name="packet_2_0_2">
            <a:extLst>
              <a:ext uri="{FF2B5EF4-FFF2-40B4-BE49-F238E27FC236}">
                <a16:creationId xmlns:a16="http://schemas.microsoft.com/office/drawing/2014/main" id="{53D740C5-28FB-41F9-02B1-19FB80E63E41}"/>
              </a:ext>
            </a:extLst>
          </p:cNvPr>
          <p:cNvSpPr>
            <a:spLocks noGrp="1"/>
          </p:cNvSpPr>
          <p:nvPr/>
        </p:nvSpPr>
        <p:spPr>
          <a:xfrm>
            <a:off x="5972175" y="2076450"/>
            <a:ext cx="133350" cy="133350"/>
          </a:xfrm>
          <a:prstGeom prst="ellipse">
            <a:avLst/>
          </a:prstGeom>
          <a:solidFill>
            <a:srgbClr val="F4A000"/>
          </a:solidFill>
          <a:ln w="9525">
            <a:solidFill>
              <a:srgbClr val="FFFFFF"/>
            </a:solidFill>
          </a:ln>
        </p:spPr>
        <p:txBody>
          <a:bodyPr/>
          <a:lstStyle/>
          <a:p>
            <a:endParaRPr lang="en-US"/>
          </a:p>
        </p:txBody>
      </p:sp>
      <p:sp>
        <p:nvSpPr>
          <p:cNvPr id="208" name="packet_2_1_0">
            <a:extLst>
              <a:ext uri="{FF2B5EF4-FFF2-40B4-BE49-F238E27FC236}">
                <a16:creationId xmlns:a16="http://schemas.microsoft.com/office/drawing/2014/main" id="{5C5040F7-0A1A-D212-85FC-6B22E784B56A}"/>
              </a:ext>
            </a:extLst>
          </p:cNvPr>
          <p:cNvSpPr>
            <a:spLocks noGrp="1"/>
          </p:cNvSpPr>
          <p:nvPr/>
        </p:nvSpPr>
        <p:spPr>
          <a:xfrm>
            <a:off x="5972175" y="3124200"/>
            <a:ext cx="133350" cy="133350"/>
          </a:xfrm>
          <a:prstGeom prst="ellipse">
            <a:avLst/>
          </a:prstGeom>
          <a:solidFill>
            <a:srgbClr val="F4A000"/>
          </a:solidFill>
          <a:ln w="9525">
            <a:solidFill>
              <a:srgbClr val="FFFFFF"/>
            </a:solidFill>
          </a:ln>
        </p:spPr>
        <p:txBody>
          <a:bodyPr/>
          <a:lstStyle/>
          <a:p>
            <a:endParaRPr lang="en-US"/>
          </a:p>
        </p:txBody>
      </p:sp>
      <p:sp>
        <p:nvSpPr>
          <p:cNvPr id="209" name="packet_2_1_1">
            <a:extLst>
              <a:ext uri="{FF2B5EF4-FFF2-40B4-BE49-F238E27FC236}">
                <a16:creationId xmlns:a16="http://schemas.microsoft.com/office/drawing/2014/main" id="{F1A296B7-1E71-AFAD-7ED1-3C6ED7D2E858}"/>
              </a:ext>
            </a:extLst>
          </p:cNvPr>
          <p:cNvSpPr>
            <a:spLocks noGrp="1"/>
          </p:cNvSpPr>
          <p:nvPr/>
        </p:nvSpPr>
        <p:spPr>
          <a:xfrm>
            <a:off x="5972175" y="3124200"/>
            <a:ext cx="133350" cy="133350"/>
          </a:xfrm>
          <a:prstGeom prst="ellipse">
            <a:avLst/>
          </a:prstGeom>
          <a:solidFill>
            <a:srgbClr val="F4A000"/>
          </a:solidFill>
          <a:ln w="9525">
            <a:solidFill>
              <a:srgbClr val="FFFFFF"/>
            </a:solidFill>
          </a:ln>
        </p:spPr>
        <p:txBody>
          <a:bodyPr/>
          <a:lstStyle/>
          <a:p>
            <a:endParaRPr lang="en-US"/>
          </a:p>
        </p:txBody>
      </p:sp>
      <p:sp>
        <p:nvSpPr>
          <p:cNvPr id="210" name="packet_2_1_2">
            <a:extLst>
              <a:ext uri="{FF2B5EF4-FFF2-40B4-BE49-F238E27FC236}">
                <a16:creationId xmlns:a16="http://schemas.microsoft.com/office/drawing/2014/main" id="{78AFA5D5-896B-304F-51FD-5117E6ABA28B}"/>
              </a:ext>
            </a:extLst>
          </p:cNvPr>
          <p:cNvSpPr>
            <a:spLocks noGrp="1"/>
          </p:cNvSpPr>
          <p:nvPr/>
        </p:nvSpPr>
        <p:spPr>
          <a:xfrm>
            <a:off x="5972175" y="3124200"/>
            <a:ext cx="133350" cy="133350"/>
          </a:xfrm>
          <a:prstGeom prst="ellipse">
            <a:avLst/>
          </a:prstGeom>
          <a:solidFill>
            <a:srgbClr val="F4A000"/>
          </a:solidFill>
          <a:ln w="9525">
            <a:solidFill>
              <a:srgbClr val="FFFFFF"/>
            </a:solidFill>
          </a:ln>
        </p:spPr>
        <p:txBody>
          <a:bodyPr/>
          <a:lstStyle/>
          <a:p>
            <a:endParaRPr lang="en-US"/>
          </a:p>
        </p:txBody>
      </p:sp>
      <p:sp>
        <p:nvSpPr>
          <p:cNvPr id="211" name="packet_2_2_0">
            <a:extLst>
              <a:ext uri="{FF2B5EF4-FFF2-40B4-BE49-F238E27FC236}">
                <a16:creationId xmlns:a16="http://schemas.microsoft.com/office/drawing/2014/main" id="{7FAA2840-5518-4B80-449A-E78D5A9C1927}"/>
              </a:ext>
            </a:extLst>
          </p:cNvPr>
          <p:cNvSpPr>
            <a:spLocks noGrp="1"/>
          </p:cNvSpPr>
          <p:nvPr/>
        </p:nvSpPr>
        <p:spPr>
          <a:xfrm>
            <a:off x="5972175" y="4171950"/>
            <a:ext cx="133350" cy="133350"/>
          </a:xfrm>
          <a:prstGeom prst="ellipse">
            <a:avLst/>
          </a:prstGeom>
          <a:solidFill>
            <a:srgbClr val="F4A000"/>
          </a:solidFill>
          <a:ln w="9525">
            <a:solidFill>
              <a:srgbClr val="FFFFFF"/>
            </a:solidFill>
          </a:ln>
        </p:spPr>
        <p:txBody>
          <a:bodyPr/>
          <a:lstStyle/>
          <a:p>
            <a:endParaRPr lang="en-US"/>
          </a:p>
        </p:txBody>
      </p:sp>
      <p:sp>
        <p:nvSpPr>
          <p:cNvPr id="212" name="packet_2_2_1">
            <a:extLst>
              <a:ext uri="{FF2B5EF4-FFF2-40B4-BE49-F238E27FC236}">
                <a16:creationId xmlns:a16="http://schemas.microsoft.com/office/drawing/2014/main" id="{893F9BE1-82D7-EE83-EF6F-630AAEEE2554}"/>
              </a:ext>
            </a:extLst>
          </p:cNvPr>
          <p:cNvSpPr>
            <a:spLocks noGrp="1"/>
          </p:cNvSpPr>
          <p:nvPr/>
        </p:nvSpPr>
        <p:spPr>
          <a:xfrm>
            <a:off x="5972175" y="4171950"/>
            <a:ext cx="133350" cy="133350"/>
          </a:xfrm>
          <a:prstGeom prst="ellipse">
            <a:avLst/>
          </a:prstGeom>
          <a:solidFill>
            <a:srgbClr val="F4A000"/>
          </a:solidFill>
          <a:ln w="9525">
            <a:solidFill>
              <a:srgbClr val="FFFFFF"/>
            </a:solidFill>
          </a:ln>
        </p:spPr>
        <p:txBody>
          <a:bodyPr/>
          <a:lstStyle/>
          <a:p>
            <a:endParaRPr lang="en-US"/>
          </a:p>
        </p:txBody>
      </p:sp>
      <p:sp>
        <p:nvSpPr>
          <p:cNvPr id="213" name="packet_2_2_2">
            <a:extLst>
              <a:ext uri="{FF2B5EF4-FFF2-40B4-BE49-F238E27FC236}">
                <a16:creationId xmlns:a16="http://schemas.microsoft.com/office/drawing/2014/main" id="{AAE729AA-63FD-EC38-5D75-C40401709BB0}"/>
              </a:ext>
            </a:extLst>
          </p:cNvPr>
          <p:cNvSpPr>
            <a:spLocks noGrp="1"/>
          </p:cNvSpPr>
          <p:nvPr/>
        </p:nvSpPr>
        <p:spPr>
          <a:xfrm>
            <a:off x="5972175" y="4171950"/>
            <a:ext cx="133350" cy="133350"/>
          </a:xfrm>
          <a:prstGeom prst="ellipse">
            <a:avLst/>
          </a:prstGeom>
          <a:solidFill>
            <a:srgbClr val="F4A000"/>
          </a:solidFill>
          <a:ln w="9525">
            <a:solidFill>
              <a:srgbClr val="FFFFFF"/>
            </a:solidFill>
          </a:ln>
        </p:spPr>
        <p:txBody>
          <a:bodyPr/>
          <a:lstStyle/>
          <a:p>
            <a:endParaRPr lang="en-US"/>
          </a:p>
        </p:txBody>
      </p:sp>
      <p:sp>
        <p:nvSpPr>
          <p:cNvPr id="214" name="packet_2_3_0">
            <a:extLst>
              <a:ext uri="{FF2B5EF4-FFF2-40B4-BE49-F238E27FC236}">
                <a16:creationId xmlns:a16="http://schemas.microsoft.com/office/drawing/2014/main" id="{3C7ABB50-C4E3-BC05-63D8-565C3B3D9C5A}"/>
              </a:ext>
            </a:extLst>
          </p:cNvPr>
          <p:cNvSpPr>
            <a:spLocks noGrp="1"/>
          </p:cNvSpPr>
          <p:nvPr/>
        </p:nvSpPr>
        <p:spPr>
          <a:xfrm>
            <a:off x="5972175" y="5219700"/>
            <a:ext cx="133350" cy="133350"/>
          </a:xfrm>
          <a:prstGeom prst="ellipse">
            <a:avLst/>
          </a:prstGeom>
          <a:solidFill>
            <a:srgbClr val="F4A000"/>
          </a:solidFill>
          <a:ln w="9525">
            <a:solidFill>
              <a:srgbClr val="FFFFFF"/>
            </a:solidFill>
          </a:ln>
        </p:spPr>
        <p:txBody>
          <a:bodyPr/>
          <a:lstStyle/>
          <a:p>
            <a:endParaRPr lang="en-US"/>
          </a:p>
        </p:txBody>
      </p:sp>
      <p:sp>
        <p:nvSpPr>
          <p:cNvPr id="215" name="packet_2_3_1">
            <a:extLst>
              <a:ext uri="{FF2B5EF4-FFF2-40B4-BE49-F238E27FC236}">
                <a16:creationId xmlns:a16="http://schemas.microsoft.com/office/drawing/2014/main" id="{57C87021-415F-0703-7541-DCC862945527}"/>
              </a:ext>
            </a:extLst>
          </p:cNvPr>
          <p:cNvSpPr>
            <a:spLocks noGrp="1"/>
          </p:cNvSpPr>
          <p:nvPr/>
        </p:nvSpPr>
        <p:spPr>
          <a:xfrm>
            <a:off x="5972175" y="5219700"/>
            <a:ext cx="133350" cy="133350"/>
          </a:xfrm>
          <a:prstGeom prst="ellipse">
            <a:avLst/>
          </a:prstGeom>
          <a:solidFill>
            <a:srgbClr val="F4A000"/>
          </a:solidFill>
          <a:ln w="9525">
            <a:solidFill>
              <a:srgbClr val="FFFFFF"/>
            </a:solidFill>
          </a:ln>
        </p:spPr>
        <p:txBody>
          <a:bodyPr/>
          <a:lstStyle/>
          <a:p>
            <a:endParaRPr lang="en-US"/>
          </a:p>
        </p:txBody>
      </p:sp>
      <p:sp>
        <p:nvSpPr>
          <p:cNvPr id="216" name="packet_2_3_2">
            <a:extLst>
              <a:ext uri="{FF2B5EF4-FFF2-40B4-BE49-F238E27FC236}">
                <a16:creationId xmlns:a16="http://schemas.microsoft.com/office/drawing/2014/main" id="{11C8EEE7-3F46-88D6-9675-54E46894C149}"/>
              </a:ext>
            </a:extLst>
          </p:cNvPr>
          <p:cNvSpPr>
            <a:spLocks noGrp="1"/>
          </p:cNvSpPr>
          <p:nvPr/>
        </p:nvSpPr>
        <p:spPr>
          <a:xfrm>
            <a:off x="5972175" y="5219700"/>
            <a:ext cx="133350" cy="133350"/>
          </a:xfrm>
          <a:prstGeom prst="ellipse">
            <a:avLst/>
          </a:prstGeom>
          <a:solidFill>
            <a:srgbClr val="F4A000"/>
          </a:solidFill>
          <a:ln w="9525">
            <a:solidFill>
              <a:srgbClr val="FFFFFF"/>
            </a:solidFill>
          </a:ln>
        </p:spPr>
        <p:txBody>
          <a:bodyPr/>
          <a:lstStyle/>
          <a:p>
            <a:endParaRPr lang="en-US"/>
          </a:p>
        </p:txBody>
      </p:sp>
      <p:sp>
        <p:nvSpPr>
          <p:cNvPr id="217" name="packet_3_0_0">
            <a:extLst>
              <a:ext uri="{FF2B5EF4-FFF2-40B4-BE49-F238E27FC236}">
                <a16:creationId xmlns:a16="http://schemas.microsoft.com/office/drawing/2014/main" id="{9FAF81E3-118C-AB97-57D5-BC9AEEC46B9B}"/>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18" name="packet_3_0_1">
            <a:extLst>
              <a:ext uri="{FF2B5EF4-FFF2-40B4-BE49-F238E27FC236}">
                <a16:creationId xmlns:a16="http://schemas.microsoft.com/office/drawing/2014/main" id="{2D9F92CC-4EDB-260D-6FFE-EE070F96C4DD}"/>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19" name="packet_3_0_2">
            <a:extLst>
              <a:ext uri="{FF2B5EF4-FFF2-40B4-BE49-F238E27FC236}">
                <a16:creationId xmlns:a16="http://schemas.microsoft.com/office/drawing/2014/main" id="{27CC295D-41F1-D688-259B-35AF66FF2863}"/>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0" name="packet_3_0_3">
            <a:extLst>
              <a:ext uri="{FF2B5EF4-FFF2-40B4-BE49-F238E27FC236}">
                <a16:creationId xmlns:a16="http://schemas.microsoft.com/office/drawing/2014/main" id="{F573ED73-162B-BBCF-631D-0C2BC9627180}"/>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1" name="packet_3_0_4">
            <a:extLst>
              <a:ext uri="{FF2B5EF4-FFF2-40B4-BE49-F238E27FC236}">
                <a16:creationId xmlns:a16="http://schemas.microsoft.com/office/drawing/2014/main" id="{B8159952-829B-5975-C213-F93E8FAB6333}"/>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2" name="packet_3_0_5">
            <a:extLst>
              <a:ext uri="{FF2B5EF4-FFF2-40B4-BE49-F238E27FC236}">
                <a16:creationId xmlns:a16="http://schemas.microsoft.com/office/drawing/2014/main" id="{AE1B5DBD-B00E-7C19-F8F2-121F75F95C37}"/>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3" name="packet_3_0_6">
            <a:extLst>
              <a:ext uri="{FF2B5EF4-FFF2-40B4-BE49-F238E27FC236}">
                <a16:creationId xmlns:a16="http://schemas.microsoft.com/office/drawing/2014/main" id="{4756414B-B880-ACFF-690F-F1AC50E3FA90}"/>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4" name="packet_3_1_0">
            <a:extLst>
              <a:ext uri="{FF2B5EF4-FFF2-40B4-BE49-F238E27FC236}">
                <a16:creationId xmlns:a16="http://schemas.microsoft.com/office/drawing/2014/main" id="{3DFAE678-E0A3-DA9C-0BCD-561B8E8B7258}"/>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5" name="packet_3_1_1">
            <a:extLst>
              <a:ext uri="{FF2B5EF4-FFF2-40B4-BE49-F238E27FC236}">
                <a16:creationId xmlns:a16="http://schemas.microsoft.com/office/drawing/2014/main" id="{5A9DB5DD-712F-6E73-E80A-AFE74D1AC394}"/>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6" name="packet_3_1_2">
            <a:extLst>
              <a:ext uri="{FF2B5EF4-FFF2-40B4-BE49-F238E27FC236}">
                <a16:creationId xmlns:a16="http://schemas.microsoft.com/office/drawing/2014/main" id="{93DD4D3C-5FA2-FEA0-B5DA-241335D86BDB}"/>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7" name="packet_3_1_3">
            <a:extLst>
              <a:ext uri="{FF2B5EF4-FFF2-40B4-BE49-F238E27FC236}">
                <a16:creationId xmlns:a16="http://schemas.microsoft.com/office/drawing/2014/main" id="{3612A140-4E32-E9E2-CBF5-910ECADF4C6A}"/>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8" name="packet_3_1_4">
            <a:extLst>
              <a:ext uri="{FF2B5EF4-FFF2-40B4-BE49-F238E27FC236}">
                <a16:creationId xmlns:a16="http://schemas.microsoft.com/office/drawing/2014/main" id="{5FD474EB-DF69-4EF7-26D1-BC964B929CBC}"/>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9" name="packet_3_1_5">
            <a:extLst>
              <a:ext uri="{FF2B5EF4-FFF2-40B4-BE49-F238E27FC236}">
                <a16:creationId xmlns:a16="http://schemas.microsoft.com/office/drawing/2014/main" id="{8495BF01-6EBF-9E0A-4318-5B8B9A073CFE}"/>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30" name="packet_3_1_6">
            <a:extLst>
              <a:ext uri="{FF2B5EF4-FFF2-40B4-BE49-F238E27FC236}">
                <a16:creationId xmlns:a16="http://schemas.microsoft.com/office/drawing/2014/main" id="{F9266979-A338-A5D9-1CBA-8726841B05DC}"/>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31" name="packet_3_2_0">
            <a:extLst>
              <a:ext uri="{FF2B5EF4-FFF2-40B4-BE49-F238E27FC236}">
                <a16:creationId xmlns:a16="http://schemas.microsoft.com/office/drawing/2014/main" id="{B0F4A28D-9C51-AD1A-3BE1-8DB62DABF8E6}"/>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2" name="packet_3_2_1">
            <a:extLst>
              <a:ext uri="{FF2B5EF4-FFF2-40B4-BE49-F238E27FC236}">
                <a16:creationId xmlns:a16="http://schemas.microsoft.com/office/drawing/2014/main" id="{C3CE8C4D-C94A-155E-A438-CF050EE83468}"/>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3" name="packet_3_2_2">
            <a:extLst>
              <a:ext uri="{FF2B5EF4-FFF2-40B4-BE49-F238E27FC236}">
                <a16:creationId xmlns:a16="http://schemas.microsoft.com/office/drawing/2014/main" id="{08D55434-1A73-F7BB-9F7D-81BB4B85187B}"/>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4" name="packet_3_2_3">
            <a:extLst>
              <a:ext uri="{FF2B5EF4-FFF2-40B4-BE49-F238E27FC236}">
                <a16:creationId xmlns:a16="http://schemas.microsoft.com/office/drawing/2014/main" id="{5BE8DD90-7FE5-E511-3566-378F8A5D81BC}"/>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5" name="packet_3_2_4">
            <a:extLst>
              <a:ext uri="{FF2B5EF4-FFF2-40B4-BE49-F238E27FC236}">
                <a16:creationId xmlns:a16="http://schemas.microsoft.com/office/drawing/2014/main" id="{E4B1016F-A8FE-ACB5-0A8F-4AB08E0593CE}"/>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6" name="packet_3_2_5">
            <a:extLst>
              <a:ext uri="{FF2B5EF4-FFF2-40B4-BE49-F238E27FC236}">
                <a16:creationId xmlns:a16="http://schemas.microsoft.com/office/drawing/2014/main" id="{65F6A252-4B3B-6034-E1D3-EE66FAA776AF}"/>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7" name="packet_3_2_6">
            <a:extLst>
              <a:ext uri="{FF2B5EF4-FFF2-40B4-BE49-F238E27FC236}">
                <a16:creationId xmlns:a16="http://schemas.microsoft.com/office/drawing/2014/main" id="{53DE4C52-151F-EA86-CA25-6097EA2EC844}"/>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40" name="TextBox 239">
            <a:extLst>
              <a:ext uri="{FF2B5EF4-FFF2-40B4-BE49-F238E27FC236}">
                <a16:creationId xmlns:a16="http://schemas.microsoft.com/office/drawing/2014/main" id="{3F1CDA6D-0817-987F-D939-FE843AECC8AB}"/>
              </a:ext>
            </a:extLst>
          </p:cNvPr>
          <p:cNvSpPr txBox="1"/>
          <p:nvPr/>
        </p:nvSpPr>
        <p:spPr>
          <a:xfrm>
            <a:off x="3352524" y="3521341"/>
            <a:ext cx="453970" cy="461665"/>
          </a:xfrm>
          <a:prstGeom prst="rect">
            <a:avLst/>
          </a:prstGeom>
          <a:noFill/>
        </p:spPr>
        <p:txBody>
          <a:bodyPr wrap="none" rtlCol="0">
            <a:spAutoFit/>
          </a:bodyPr>
          <a:lstStyle/>
          <a:p>
            <a:r>
              <a:rPr lang="en-US" sz="2400"/>
              <a:t>-3</a:t>
            </a:r>
          </a:p>
        </p:txBody>
      </p:sp>
    </p:spTree>
    <p:extLst>
      <p:ext uri="{BB962C8B-B14F-4D97-AF65-F5344CB8AC3E}">
        <p14:creationId xmlns:p14="http://schemas.microsoft.com/office/powerpoint/2010/main" val="318039396"/>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4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C36D13-4890-294E-104C-58392E62EB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857925-F844-F74D-BA06-5A0505509998}"/>
              </a:ext>
            </a:extLst>
          </p:cNvPr>
          <p:cNvSpPr>
            <a:spLocks noGrp="1"/>
          </p:cNvSpPr>
          <p:nvPr>
            <p:ph type="title"/>
          </p:nvPr>
        </p:nvSpPr>
        <p:spPr>
          <a:xfrm>
            <a:off x="838200" y="2675839"/>
            <a:ext cx="10515600" cy="1325563"/>
          </a:xfrm>
        </p:spPr>
        <p:txBody>
          <a:bodyPr/>
          <a:lstStyle/>
          <a:p>
            <a:pPr algn="ctr"/>
            <a:r>
              <a:rPr lang="en-US"/>
              <a:t>First Exam Next Thursday</a:t>
            </a:r>
            <a:br>
              <a:rPr lang="en-US"/>
            </a:br>
            <a:r>
              <a:rPr lang="en-US"/>
              <a:t>Pease bring a Pencil!</a:t>
            </a:r>
          </a:p>
        </p:txBody>
      </p:sp>
    </p:spTree>
    <p:extLst>
      <p:ext uri="{BB962C8B-B14F-4D97-AF65-F5344CB8AC3E}">
        <p14:creationId xmlns:p14="http://schemas.microsoft.com/office/powerpoint/2010/main" val="11126421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4061B-65C7-86A7-ACB3-F2B781475EB5}"/>
            </a:ext>
          </a:extLst>
        </p:cNvPr>
        <p:cNvGrpSpPr/>
        <p:nvPr/>
      </p:nvGrpSpPr>
      <p:grpSpPr>
        <a:xfrm>
          <a:off x="0" y="0"/>
          <a:ext cx="0" cy="0"/>
          <a:chOff x="0" y="0"/>
          <a:chExt cx="0" cy="0"/>
        </a:xfrm>
      </p:grpSpPr>
      <p:sp>
        <p:nvSpPr>
          <p:cNvPr id="147" name="edge_3_2_6">
            <a:extLst>
              <a:ext uri="{FF2B5EF4-FFF2-40B4-BE49-F238E27FC236}">
                <a16:creationId xmlns:a16="http://schemas.microsoft.com/office/drawing/2014/main" id="{DF4ECD1F-7AC2-8118-17D2-68CA67A062AC}"/>
              </a:ext>
            </a:extLst>
          </p:cNvPr>
          <p:cNvSpPr>
            <a:spLocks noGrp="1"/>
          </p:cNvSpPr>
          <p:nvPr/>
        </p:nvSpPr>
        <p:spPr>
          <a:xfrm>
            <a:off x="8778382" y="5142452"/>
            <a:ext cx="1931753" cy="551930"/>
          </a:xfrm>
          <a:prstGeom prst="line">
            <a:avLst/>
          </a:prstGeom>
          <a:noFill/>
          <a:ln w="16669">
            <a:solidFill>
              <a:srgbClr val="8B95A4"/>
            </a:solidFill>
            <a:tailEnd type="triangle" w="sm" len="sm"/>
          </a:ln>
        </p:spPr>
        <p:txBody>
          <a:bodyPr/>
          <a:lstStyle/>
          <a:p>
            <a:endParaRPr lang="en-US"/>
          </a:p>
        </p:txBody>
      </p:sp>
      <p:sp>
        <p:nvSpPr>
          <p:cNvPr id="145" name="edge_3_2_5">
            <a:extLst>
              <a:ext uri="{FF2B5EF4-FFF2-40B4-BE49-F238E27FC236}">
                <a16:creationId xmlns:a16="http://schemas.microsoft.com/office/drawing/2014/main" id="{435970DD-A3AD-8199-1F33-BEFF8609CD0D}"/>
              </a:ext>
            </a:extLst>
          </p:cNvPr>
          <p:cNvSpPr>
            <a:spLocks noGrp="1"/>
          </p:cNvSpPr>
          <p:nvPr/>
        </p:nvSpPr>
        <p:spPr>
          <a:xfrm>
            <a:off x="8791462" y="5057039"/>
            <a:ext cx="1905228" cy="48852"/>
          </a:xfrm>
          <a:prstGeom prst="line">
            <a:avLst/>
          </a:prstGeom>
          <a:noFill/>
          <a:ln w="16669">
            <a:solidFill>
              <a:srgbClr val="8B95A4"/>
            </a:solidFill>
            <a:tailEnd type="triangle" w="sm" len="sm"/>
          </a:ln>
        </p:spPr>
        <p:txBody>
          <a:bodyPr/>
          <a:lstStyle/>
          <a:p>
            <a:endParaRPr lang="en-US"/>
          </a:p>
        </p:txBody>
      </p:sp>
      <p:sp>
        <p:nvSpPr>
          <p:cNvPr id="143" name="edge_3_2_4">
            <a:extLst>
              <a:ext uri="{FF2B5EF4-FFF2-40B4-BE49-F238E27FC236}">
                <a16:creationId xmlns:a16="http://schemas.microsoft.com/office/drawing/2014/main" id="{10A54E79-FB24-0BE7-90D2-A803DE42248B}"/>
              </a:ext>
            </a:extLst>
          </p:cNvPr>
          <p:cNvSpPr>
            <a:spLocks noGrp="1"/>
          </p:cNvSpPr>
          <p:nvPr/>
        </p:nvSpPr>
        <p:spPr>
          <a:xfrm flipV="1">
            <a:off x="8782524" y="4519089"/>
            <a:ext cx="1923354" cy="450896"/>
          </a:xfrm>
          <a:prstGeom prst="line">
            <a:avLst/>
          </a:prstGeom>
          <a:noFill/>
          <a:ln w="16669">
            <a:solidFill>
              <a:srgbClr val="8B95A4"/>
            </a:solidFill>
            <a:tailEnd type="triangle" w="sm" len="sm"/>
          </a:ln>
        </p:spPr>
        <p:txBody>
          <a:bodyPr/>
          <a:lstStyle/>
          <a:p>
            <a:endParaRPr lang="en-US"/>
          </a:p>
        </p:txBody>
      </p:sp>
      <p:sp>
        <p:nvSpPr>
          <p:cNvPr id="141" name="edge_3_2_3">
            <a:extLst>
              <a:ext uri="{FF2B5EF4-FFF2-40B4-BE49-F238E27FC236}">
                <a16:creationId xmlns:a16="http://schemas.microsoft.com/office/drawing/2014/main" id="{336495B5-9200-7608-0D73-384A706FDEC1}"/>
              </a:ext>
            </a:extLst>
          </p:cNvPr>
          <p:cNvSpPr>
            <a:spLocks noGrp="1"/>
          </p:cNvSpPr>
          <p:nvPr/>
        </p:nvSpPr>
        <p:spPr>
          <a:xfrm flipV="1">
            <a:off x="8756047" y="3918594"/>
            <a:ext cx="1977044" cy="977659"/>
          </a:xfrm>
          <a:prstGeom prst="line">
            <a:avLst/>
          </a:prstGeom>
          <a:noFill/>
          <a:ln w="16669">
            <a:solidFill>
              <a:srgbClr val="8B95A4"/>
            </a:solidFill>
            <a:tailEnd type="triangle" w="sm" len="sm"/>
          </a:ln>
        </p:spPr>
        <p:txBody>
          <a:bodyPr/>
          <a:lstStyle/>
          <a:p>
            <a:endParaRPr lang="en-US"/>
          </a:p>
        </p:txBody>
      </p:sp>
      <p:sp>
        <p:nvSpPr>
          <p:cNvPr id="139" name="edge_3_2_2">
            <a:extLst>
              <a:ext uri="{FF2B5EF4-FFF2-40B4-BE49-F238E27FC236}">
                <a16:creationId xmlns:a16="http://schemas.microsoft.com/office/drawing/2014/main" id="{1E3FE775-4866-B551-A30B-9D3C5A3012DC}"/>
              </a:ext>
            </a:extLst>
          </p:cNvPr>
          <p:cNvSpPr>
            <a:spLocks noGrp="1"/>
          </p:cNvSpPr>
          <p:nvPr/>
        </p:nvSpPr>
        <p:spPr>
          <a:xfrm flipV="1">
            <a:off x="8722392" y="3298378"/>
            <a:ext cx="2045287" cy="1543330"/>
          </a:xfrm>
          <a:prstGeom prst="line">
            <a:avLst/>
          </a:prstGeom>
          <a:noFill/>
          <a:ln w="16669">
            <a:solidFill>
              <a:srgbClr val="8B95A4"/>
            </a:solidFill>
            <a:tailEnd type="triangle" w="sm" len="sm"/>
          </a:ln>
        </p:spPr>
        <p:txBody>
          <a:bodyPr/>
          <a:lstStyle/>
          <a:p>
            <a:endParaRPr lang="en-US"/>
          </a:p>
        </p:txBody>
      </p:sp>
      <p:sp>
        <p:nvSpPr>
          <p:cNvPr id="137" name="edge_3_2_1">
            <a:extLst>
              <a:ext uri="{FF2B5EF4-FFF2-40B4-BE49-F238E27FC236}">
                <a16:creationId xmlns:a16="http://schemas.microsoft.com/office/drawing/2014/main" id="{86401659-C538-757E-E9D3-3A1620929B64}"/>
              </a:ext>
            </a:extLst>
          </p:cNvPr>
          <p:cNvSpPr>
            <a:spLocks noGrp="1"/>
          </p:cNvSpPr>
          <p:nvPr/>
        </p:nvSpPr>
        <p:spPr>
          <a:xfrm flipV="1">
            <a:off x="8689372" y="2660833"/>
            <a:ext cx="2112245" cy="2143193"/>
          </a:xfrm>
          <a:prstGeom prst="line">
            <a:avLst/>
          </a:prstGeom>
          <a:noFill/>
          <a:ln w="16669">
            <a:solidFill>
              <a:srgbClr val="8B95A4"/>
            </a:solidFill>
            <a:tailEnd type="triangle" w="sm" len="sm"/>
          </a:ln>
        </p:spPr>
        <p:txBody>
          <a:bodyPr/>
          <a:lstStyle/>
          <a:p>
            <a:endParaRPr lang="en-US"/>
          </a:p>
        </p:txBody>
      </p:sp>
      <p:sp>
        <p:nvSpPr>
          <p:cNvPr id="135" name="edge_3_2_0">
            <a:extLst>
              <a:ext uri="{FF2B5EF4-FFF2-40B4-BE49-F238E27FC236}">
                <a16:creationId xmlns:a16="http://schemas.microsoft.com/office/drawing/2014/main" id="{DD2EFEC6-8796-995E-6F23-7BC15DF5145F}"/>
              </a:ext>
            </a:extLst>
          </p:cNvPr>
          <p:cNvSpPr>
            <a:spLocks noGrp="1"/>
          </p:cNvSpPr>
          <p:nvPr/>
        </p:nvSpPr>
        <p:spPr>
          <a:xfrm flipV="1">
            <a:off x="8660321" y="2010834"/>
            <a:ext cx="2171155" cy="2767626"/>
          </a:xfrm>
          <a:prstGeom prst="line">
            <a:avLst/>
          </a:prstGeom>
          <a:noFill/>
          <a:ln w="16669">
            <a:solidFill>
              <a:srgbClr val="8B95A4"/>
            </a:solidFill>
            <a:tailEnd type="triangle" w="sm" len="sm"/>
          </a:ln>
        </p:spPr>
        <p:txBody>
          <a:bodyPr/>
          <a:lstStyle/>
          <a:p>
            <a:endParaRPr lang="en-US"/>
          </a:p>
        </p:txBody>
      </p:sp>
      <p:sp>
        <p:nvSpPr>
          <p:cNvPr id="133" name="edge_3_1_6">
            <a:extLst>
              <a:ext uri="{FF2B5EF4-FFF2-40B4-BE49-F238E27FC236}">
                <a16:creationId xmlns:a16="http://schemas.microsoft.com/office/drawing/2014/main" id="{F24BD85A-AC49-BACA-A192-EF7810F95310}"/>
              </a:ext>
            </a:extLst>
          </p:cNvPr>
          <p:cNvSpPr>
            <a:spLocks noGrp="1"/>
          </p:cNvSpPr>
          <p:nvPr/>
        </p:nvSpPr>
        <p:spPr>
          <a:xfrm>
            <a:off x="8716626" y="3928718"/>
            <a:ext cx="2056979" cy="1642570"/>
          </a:xfrm>
          <a:prstGeom prst="line">
            <a:avLst/>
          </a:prstGeom>
          <a:noFill/>
          <a:ln w="16669">
            <a:solidFill>
              <a:srgbClr val="8B95A4"/>
            </a:solidFill>
            <a:tailEnd type="triangle" w="sm" len="sm"/>
          </a:ln>
        </p:spPr>
        <p:txBody>
          <a:bodyPr/>
          <a:lstStyle/>
          <a:p>
            <a:endParaRPr lang="en-US"/>
          </a:p>
        </p:txBody>
      </p:sp>
      <p:sp>
        <p:nvSpPr>
          <p:cNvPr id="131" name="edge_3_1_5">
            <a:extLst>
              <a:ext uri="{FF2B5EF4-FFF2-40B4-BE49-F238E27FC236}">
                <a16:creationId xmlns:a16="http://schemas.microsoft.com/office/drawing/2014/main" id="{BB48CD67-DDDA-7C78-50E8-14C2F08948A8}"/>
              </a:ext>
            </a:extLst>
          </p:cNvPr>
          <p:cNvSpPr>
            <a:spLocks noGrp="1"/>
          </p:cNvSpPr>
          <p:nvPr/>
        </p:nvSpPr>
        <p:spPr>
          <a:xfrm>
            <a:off x="8750589" y="3877319"/>
            <a:ext cx="1988111" cy="1070522"/>
          </a:xfrm>
          <a:prstGeom prst="line">
            <a:avLst/>
          </a:prstGeom>
          <a:noFill/>
          <a:ln w="16669">
            <a:solidFill>
              <a:srgbClr val="8B95A4"/>
            </a:solidFill>
            <a:tailEnd type="triangle" w="sm" len="sm"/>
          </a:ln>
        </p:spPr>
        <p:txBody>
          <a:bodyPr/>
          <a:lstStyle/>
          <a:p>
            <a:endParaRPr lang="en-US"/>
          </a:p>
        </p:txBody>
      </p:sp>
      <p:sp>
        <p:nvSpPr>
          <p:cNvPr id="129" name="edge_3_1_4">
            <a:extLst>
              <a:ext uri="{FF2B5EF4-FFF2-40B4-BE49-F238E27FC236}">
                <a16:creationId xmlns:a16="http://schemas.microsoft.com/office/drawing/2014/main" id="{FA461759-A2D9-FD55-C28A-FAE56417D054}"/>
              </a:ext>
            </a:extLst>
          </p:cNvPr>
          <p:cNvSpPr>
            <a:spLocks noGrp="1"/>
          </p:cNvSpPr>
          <p:nvPr/>
        </p:nvSpPr>
        <p:spPr>
          <a:xfrm>
            <a:off x="8779013" y="3806712"/>
            <a:ext cx="1930472" cy="537421"/>
          </a:xfrm>
          <a:prstGeom prst="line">
            <a:avLst/>
          </a:prstGeom>
          <a:noFill/>
          <a:ln w="16669">
            <a:solidFill>
              <a:srgbClr val="8B95A4"/>
            </a:solidFill>
            <a:tailEnd type="triangle" w="sm" len="sm"/>
          </a:ln>
        </p:spPr>
        <p:txBody>
          <a:bodyPr/>
          <a:lstStyle/>
          <a:p>
            <a:endParaRPr lang="en-US"/>
          </a:p>
        </p:txBody>
      </p:sp>
      <p:sp>
        <p:nvSpPr>
          <p:cNvPr id="127" name="edge_3_1_3">
            <a:extLst>
              <a:ext uri="{FF2B5EF4-FFF2-40B4-BE49-F238E27FC236}">
                <a16:creationId xmlns:a16="http://schemas.microsoft.com/office/drawing/2014/main" id="{ACF19CCB-96F7-E221-2A40-21095D30B4F4}"/>
              </a:ext>
            </a:extLst>
          </p:cNvPr>
          <p:cNvSpPr>
            <a:spLocks noGrp="1"/>
          </p:cNvSpPr>
          <p:nvPr/>
        </p:nvSpPr>
        <p:spPr>
          <a:xfrm>
            <a:off x="8791518" y="3721029"/>
            <a:ext cx="1905117" cy="34892"/>
          </a:xfrm>
          <a:prstGeom prst="line">
            <a:avLst/>
          </a:prstGeom>
          <a:noFill/>
          <a:ln w="16669">
            <a:solidFill>
              <a:srgbClr val="8B95A4"/>
            </a:solidFill>
            <a:tailEnd type="triangle" w="sm" len="sm"/>
          </a:ln>
        </p:spPr>
        <p:txBody>
          <a:bodyPr/>
          <a:lstStyle/>
          <a:p>
            <a:endParaRPr lang="en-US"/>
          </a:p>
        </p:txBody>
      </p:sp>
      <p:sp>
        <p:nvSpPr>
          <p:cNvPr id="125" name="edge_3_1_2">
            <a:extLst>
              <a:ext uri="{FF2B5EF4-FFF2-40B4-BE49-F238E27FC236}">
                <a16:creationId xmlns:a16="http://schemas.microsoft.com/office/drawing/2014/main" id="{CD7BBD87-FB4D-3C9D-C251-225B9FA31E97}"/>
              </a:ext>
            </a:extLst>
          </p:cNvPr>
          <p:cNvSpPr>
            <a:spLocks noGrp="1"/>
          </p:cNvSpPr>
          <p:nvPr/>
        </p:nvSpPr>
        <p:spPr>
          <a:xfrm flipV="1">
            <a:off x="8781973" y="3168916"/>
            <a:ext cx="1924470" cy="465257"/>
          </a:xfrm>
          <a:prstGeom prst="line">
            <a:avLst/>
          </a:prstGeom>
          <a:noFill/>
          <a:ln w="16669">
            <a:solidFill>
              <a:srgbClr val="8B95A4"/>
            </a:solidFill>
            <a:tailEnd type="triangle" w="sm" len="sm"/>
          </a:ln>
        </p:spPr>
        <p:txBody>
          <a:bodyPr/>
          <a:lstStyle/>
          <a:p>
            <a:endParaRPr lang="en-US"/>
          </a:p>
        </p:txBody>
      </p:sp>
      <p:sp>
        <p:nvSpPr>
          <p:cNvPr id="123" name="edge_3_1_1">
            <a:extLst>
              <a:ext uri="{FF2B5EF4-FFF2-40B4-BE49-F238E27FC236}">
                <a16:creationId xmlns:a16="http://schemas.microsoft.com/office/drawing/2014/main" id="{C3356487-FE4D-EEF0-C45B-A69EF58621D3}"/>
              </a:ext>
            </a:extLst>
          </p:cNvPr>
          <p:cNvSpPr>
            <a:spLocks noGrp="1"/>
          </p:cNvSpPr>
          <p:nvPr/>
        </p:nvSpPr>
        <p:spPr>
          <a:xfrm flipV="1">
            <a:off x="8755149" y="2567896"/>
            <a:ext cx="1978863" cy="993056"/>
          </a:xfrm>
          <a:prstGeom prst="line">
            <a:avLst/>
          </a:prstGeom>
          <a:noFill/>
          <a:ln w="16669">
            <a:solidFill>
              <a:srgbClr val="8B95A4"/>
            </a:solidFill>
            <a:tailEnd type="triangle" w="sm" len="sm"/>
          </a:ln>
        </p:spPr>
        <p:txBody>
          <a:bodyPr/>
          <a:lstStyle/>
          <a:p>
            <a:endParaRPr lang="en-US"/>
          </a:p>
        </p:txBody>
      </p:sp>
      <p:sp>
        <p:nvSpPr>
          <p:cNvPr id="121" name="edge_3_1_0">
            <a:extLst>
              <a:ext uri="{FF2B5EF4-FFF2-40B4-BE49-F238E27FC236}">
                <a16:creationId xmlns:a16="http://schemas.microsoft.com/office/drawing/2014/main" id="{9A74FFA8-E0FF-4186-7721-94EBF9F3040F}"/>
              </a:ext>
            </a:extLst>
          </p:cNvPr>
          <p:cNvSpPr>
            <a:spLocks noGrp="1"/>
          </p:cNvSpPr>
          <p:nvPr/>
        </p:nvSpPr>
        <p:spPr>
          <a:xfrm flipV="1">
            <a:off x="8721429" y="1947135"/>
            <a:ext cx="2047241" cy="1559803"/>
          </a:xfrm>
          <a:prstGeom prst="line">
            <a:avLst/>
          </a:prstGeom>
          <a:noFill/>
          <a:ln w="16669">
            <a:solidFill>
              <a:srgbClr val="8B95A4"/>
            </a:solidFill>
            <a:tailEnd type="triangle" w="sm" len="sm"/>
          </a:ln>
        </p:spPr>
        <p:txBody>
          <a:bodyPr/>
          <a:lstStyle/>
          <a:p>
            <a:endParaRPr lang="en-US"/>
          </a:p>
        </p:txBody>
      </p:sp>
      <p:sp>
        <p:nvSpPr>
          <p:cNvPr id="119" name="edge_3_0_6">
            <a:extLst>
              <a:ext uri="{FF2B5EF4-FFF2-40B4-BE49-F238E27FC236}">
                <a16:creationId xmlns:a16="http://schemas.microsoft.com/office/drawing/2014/main" id="{71FCA772-55C1-B747-672F-DCEA265A85B6}"/>
              </a:ext>
            </a:extLst>
          </p:cNvPr>
          <p:cNvSpPr>
            <a:spLocks noGrp="1"/>
          </p:cNvSpPr>
          <p:nvPr/>
        </p:nvSpPr>
        <p:spPr>
          <a:xfrm>
            <a:off x="8656602" y="2653916"/>
            <a:ext cx="2178695" cy="2857044"/>
          </a:xfrm>
          <a:prstGeom prst="line">
            <a:avLst/>
          </a:prstGeom>
          <a:noFill/>
          <a:ln w="16669">
            <a:solidFill>
              <a:srgbClr val="8B95A4"/>
            </a:solidFill>
            <a:tailEnd type="triangle" w="sm" len="sm"/>
          </a:ln>
        </p:spPr>
        <p:txBody>
          <a:bodyPr/>
          <a:lstStyle/>
          <a:p>
            <a:endParaRPr lang="en-US"/>
          </a:p>
        </p:txBody>
      </p:sp>
      <p:sp>
        <p:nvSpPr>
          <p:cNvPr id="117" name="edge_3_0_5">
            <a:extLst>
              <a:ext uri="{FF2B5EF4-FFF2-40B4-BE49-F238E27FC236}">
                <a16:creationId xmlns:a16="http://schemas.microsoft.com/office/drawing/2014/main" id="{077EAEE3-69D6-ADBE-1D44-CEF453AC153C}"/>
              </a:ext>
            </a:extLst>
          </p:cNvPr>
          <p:cNvSpPr>
            <a:spLocks noGrp="1"/>
          </p:cNvSpPr>
          <p:nvPr/>
        </p:nvSpPr>
        <p:spPr>
          <a:xfrm>
            <a:off x="8685006" y="2629701"/>
            <a:ext cx="2121097" cy="2229872"/>
          </a:xfrm>
          <a:prstGeom prst="line">
            <a:avLst/>
          </a:prstGeom>
          <a:noFill/>
          <a:ln w="16669">
            <a:solidFill>
              <a:srgbClr val="8B95A4"/>
            </a:solidFill>
            <a:tailEnd type="triangle" w="sm" len="sm"/>
          </a:ln>
        </p:spPr>
        <p:txBody>
          <a:bodyPr/>
          <a:lstStyle/>
          <a:p>
            <a:endParaRPr lang="en-US"/>
          </a:p>
        </p:txBody>
      </p:sp>
      <p:sp>
        <p:nvSpPr>
          <p:cNvPr id="115" name="edge_3_0_4">
            <a:extLst>
              <a:ext uri="{FF2B5EF4-FFF2-40B4-BE49-F238E27FC236}">
                <a16:creationId xmlns:a16="http://schemas.microsoft.com/office/drawing/2014/main" id="{11C8A77D-4D2F-E964-744B-45A13F427FF2}"/>
              </a:ext>
            </a:extLst>
          </p:cNvPr>
          <p:cNvSpPr>
            <a:spLocks noGrp="1"/>
          </p:cNvSpPr>
          <p:nvPr/>
        </p:nvSpPr>
        <p:spPr>
          <a:xfrm>
            <a:off x="8717584" y="2594013"/>
            <a:ext cx="2055037" cy="1625963"/>
          </a:xfrm>
          <a:prstGeom prst="line">
            <a:avLst/>
          </a:prstGeom>
          <a:noFill/>
          <a:ln w="16669">
            <a:solidFill>
              <a:srgbClr val="8B95A4"/>
            </a:solidFill>
            <a:tailEnd type="triangle" w="sm" len="sm"/>
          </a:ln>
        </p:spPr>
        <p:txBody>
          <a:bodyPr/>
          <a:lstStyle/>
          <a:p>
            <a:endParaRPr lang="en-US"/>
          </a:p>
        </p:txBody>
      </p:sp>
      <p:sp>
        <p:nvSpPr>
          <p:cNvPr id="113" name="edge_3_0_3">
            <a:extLst>
              <a:ext uri="{FF2B5EF4-FFF2-40B4-BE49-F238E27FC236}">
                <a16:creationId xmlns:a16="http://schemas.microsoft.com/office/drawing/2014/main" id="{0B5D6D19-40D5-B5C4-1435-0D7849575591}"/>
              </a:ext>
            </a:extLst>
          </p:cNvPr>
          <p:cNvSpPr>
            <a:spLocks noGrp="1"/>
          </p:cNvSpPr>
          <p:nvPr/>
        </p:nvSpPr>
        <p:spPr>
          <a:xfrm>
            <a:off x="8751510" y="2542096"/>
            <a:ext cx="1986243" cy="1054964"/>
          </a:xfrm>
          <a:prstGeom prst="line">
            <a:avLst/>
          </a:prstGeom>
          <a:noFill/>
          <a:ln w="16669">
            <a:solidFill>
              <a:srgbClr val="8B95A4"/>
            </a:solidFill>
            <a:tailEnd type="triangle" w="sm" len="sm"/>
          </a:ln>
        </p:spPr>
        <p:txBody>
          <a:bodyPr/>
          <a:lstStyle/>
          <a:p>
            <a:endParaRPr lang="en-US"/>
          </a:p>
        </p:txBody>
      </p:sp>
      <p:sp>
        <p:nvSpPr>
          <p:cNvPr id="111" name="edge_3_0_2">
            <a:extLst>
              <a:ext uri="{FF2B5EF4-FFF2-40B4-BE49-F238E27FC236}">
                <a16:creationId xmlns:a16="http://schemas.microsoft.com/office/drawing/2014/main" id="{B9F315C1-E4D2-6625-9699-12F1E3928A83}"/>
              </a:ext>
            </a:extLst>
          </p:cNvPr>
          <p:cNvSpPr>
            <a:spLocks noGrp="1"/>
          </p:cNvSpPr>
          <p:nvPr/>
        </p:nvSpPr>
        <p:spPr>
          <a:xfrm>
            <a:off x="8779632" y="2470960"/>
            <a:ext cx="1929218" cy="522938"/>
          </a:xfrm>
          <a:prstGeom prst="line">
            <a:avLst/>
          </a:prstGeom>
          <a:noFill/>
          <a:ln w="16669">
            <a:solidFill>
              <a:srgbClr val="8B95A4"/>
            </a:solidFill>
            <a:tailEnd type="triangle" w="sm" len="sm"/>
          </a:ln>
        </p:spPr>
        <p:txBody>
          <a:bodyPr/>
          <a:lstStyle/>
          <a:p>
            <a:endParaRPr lang="en-US"/>
          </a:p>
        </p:txBody>
      </p:sp>
      <p:sp>
        <p:nvSpPr>
          <p:cNvPr id="109" name="edge_3_0_1">
            <a:extLst>
              <a:ext uri="{FF2B5EF4-FFF2-40B4-BE49-F238E27FC236}">
                <a16:creationId xmlns:a16="http://schemas.microsoft.com/office/drawing/2014/main" id="{59CA5A3F-6BE4-94C7-E79C-74B8AE7933E4}"/>
              </a:ext>
            </a:extLst>
          </p:cNvPr>
          <p:cNvSpPr>
            <a:spLocks noGrp="1"/>
          </p:cNvSpPr>
          <p:nvPr/>
        </p:nvSpPr>
        <p:spPr>
          <a:xfrm>
            <a:off x="8791554" y="2385018"/>
            <a:ext cx="1905042" cy="20935"/>
          </a:xfrm>
          <a:prstGeom prst="line">
            <a:avLst/>
          </a:prstGeom>
          <a:noFill/>
          <a:ln w="16669">
            <a:solidFill>
              <a:srgbClr val="8B95A4"/>
            </a:solidFill>
            <a:tailEnd type="triangle" w="sm" len="sm"/>
          </a:ln>
        </p:spPr>
        <p:txBody>
          <a:bodyPr/>
          <a:lstStyle/>
          <a:p>
            <a:endParaRPr lang="en-US"/>
          </a:p>
        </p:txBody>
      </p:sp>
      <p:sp>
        <p:nvSpPr>
          <p:cNvPr id="107" name="edge_3_0_0">
            <a:extLst>
              <a:ext uri="{FF2B5EF4-FFF2-40B4-BE49-F238E27FC236}">
                <a16:creationId xmlns:a16="http://schemas.microsoft.com/office/drawing/2014/main" id="{32F67A4E-B477-3781-69B8-96941BA829E1}"/>
              </a:ext>
            </a:extLst>
          </p:cNvPr>
          <p:cNvSpPr>
            <a:spLocks noGrp="1"/>
          </p:cNvSpPr>
          <p:nvPr/>
        </p:nvSpPr>
        <p:spPr>
          <a:xfrm flipV="1">
            <a:off x="8781408" y="1818731"/>
            <a:ext cx="1925616" cy="479640"/>
          </a:xfrm>
          <a:prstGeom prst="line">
            <a:avLst/>
          </a:prstGeom>
          <a:noFill/>
          <a:ln w="16669">
            <a:solidFill>
              <a:srgbClr val="8B95A4"/>
            </a:solidFill>
            <a:tailEnd type="triangle" w="sm" len="sm"/>
          </a:ln>
        </p:spPr>
        <p:txBody>
          <a:bodyPr/>
          <a:lstStyle/>
          <a:p>
            <a:endParaRPr lang="en-US"/>
          </a:p>
        </p:txBody>
      </p:sp>
      <p:sp>
        <p:nvSpPr>
          <p:cNvPr id="105" name="edge_2_3_2">
            <a:extLst>
              <a:ext uri="{FF2B5EF4-FFF2-40B4-BE49-F238E27FC236}">
                <a16:creationId xmlns:a16="http://schemas.microsoft.com/office/drawing/2014/main" id="{C6075B6A-C147-0115-B4FB-20743E592EA5}"/>
              </a:ext>
            </a:extLst>
          </p:cNvPr>
          <p:cNvSpPr>
            <a:spLocks noGrp="1"/>
          </p:cNvSpPr>
          <p:nvPr/>
        </p:nvSpPr>
        <p:spPr>
          <a:xfrm flipV="1">
            <a:off x="6380088" y="5082906"/>
            <a:ext cx="1717870" cy="169750"/>
          </a:xfrm>
          <a:prstGeom prst="line">
            <a:avLst/>
          </a:prstGeom>
          <a:noFill/>
          <a:ln w="16669">
            <a:solidFill>
              <a:srgbClr val="8B95A4"/>
            </a:solidFill>
            <a:tailEnd type="triangle" w="sm" len="sm"/>
          </a:ln>
        </p:spPr>
        <p:txBody>
          <a:bodyPr/>
          <a:lstStyle/>
          <a:p>
            <a:endParaRPr lang="en-US"/>
          </a:p>
        </p:txBody>
      </p:sp>
      <p:sp>
        <p:nvSpPr>
          <p:cNvPr id="103" name="edge_2_3_1">
            <a:extLst>
              <a:ext uri="{FF2B5EF4-FFF2-40B4-BE49-F238E27FC236}">
                <a16:creationId xmlns:a16="http://schemas.microsoft.com/office/drawing/2014/main" id="{5C9A0BC1-B8D8-8B7F-D9BF-935593B69BF6}"/>
              </a:ext>
            </a:extLst>
          </p:cNvPr>
          <p:cNvSpPr>
            <a:spLocks noGrp="1"/>
          </p:cNvSpPr>
          <p:nvPr/>
        </p:nvSpPr>
        <p:spPr>
          <a:xfrm flipV="1">
            <a:off x="6326067" y="3907268"/>
            <a:ext cx="1827413" cy="1191791"/>
          </a:xfrm>
          <a:prstGeom prst="line">
            <a:avLst/>
          </a:prstGeom>
          <a:noFill/>
          <a:ln w="16669">
            <a:solidFill>
              <a:srgbClr val="8B95A4"/>
            </a:solidFill>
            <a:tailEnd type="triangle" w="sm" len="sm"/>
          </a:ln>
        </p:spPr>
        <p:txBody>
          <a:bodyPr/>
          <a:lstStyle/>
          <a:p>
            <a:endParaRPr lang="en-US"/>
          </a:p>
        </p:txBody>
      </p:sp>
      <p:sp>
        <p:nvSpPr>
          <p:cNvPr id="101" name="edge_2_3_0">
            <a:extLst>
              <a:ext uri="{FF2B5EF4-FFF2-40B4-BE49-F238E27FC236}">
                <a16:creationId xmlns:a16="http://schemas.microsoft.com/office/drawing/2014/main" id="{B1CB9756-4E6A-8510-5532-DC9882801B93}"/>
              </a:ext>
            </a:extLst>
          </p:cNvPr>
          <p:cNvSpPr>
            <a:spLocks noGrp="1"/>
          </p:cNvSpPr>
          <p:nvPr/>
        </p:nvSpPr>
        <p:spPr>
          <a:xfrm flipV="1">
            <a:off x="6257773" y="2652500"/>
            <a:ext cx="1965898" cy="2369956"/>
          </a:xfrm>
          <a:prstGeom prst="line">
            <a:avLst/>
          </a:prstGeom>
          <a:noFill/>
          <a:ln w="16669">
            <a:solidFill>
              <a:srgbClr val="8B95A4"/>
            </a:solidFill>
            <a:tailEnd type="triangle" w="sm" len="sm"/>
          </a:ln>
        </p:spPr>
        <p:txBody>
          <a:bodyPr/>
          <a:lstStyle/>
          <a:p>
            <a:endParaRPr lang="en-US"/>
          </a:p>
        </p:txBody>
      </p:sp>
      <p:sp>
        <p:nvSpPr>
          <p:cNvPr id="99" name="edge_2_2_2">
            <a:extLst>
              <a:ext uri="{FF2B5EF4-FFF2-40B4-BE49-F238E27FC236}">
                <a16:creationId xmlns:a16="http://schemas.microsoft.com/office/drawing/2014/main" id="{FF9DB478-4E53-1D50-ED55-DB8FCA0C9135}"/>
              </a:ext>
            </a:extLst>
          </p:cNvPr>
          <p:cNvSpPr>
            <a:spLocks noGrp="1"/>
          </p:cNvSpPr>
          <p:nvPr/>
        </p:nvSpPr>
        <p:spPr>
          <a:xfrm>
            <a:off x="6363896" y="4347830"/>
            <a:ext cx="1750705" cy="588181"/>
          </a:xfrm>
          <a:prstGeom prst="line">
            <a:avLst/>
          </a:prstGeom>
          <a:noFill/>
          <a:ln w="16669">
            <a:solidFill>
              <a:srgbClr val="8B95A4"/>
            </a:solidFill>
            <a:tailEnd type="triangle" w="sm" len="sm"/>
          </a:ln>
        </p:spPr>
        <p:txBody>
          <a:bodyPr/>
          <a:lstStyle/>
          <a:p>
            <a:endParaRPr lang="en-US"/>
          </a:p>
        </p:txBody>
      </p:sp>
      <p:sp>
        <p:nvSpPr>
          <p:cNvPr id="97" name="edge_2_2_1">
            <a:extLst>
              <a:ext uri="{FF2B5EF4-FFF2-40B4-BE49-F238E27FC236}">
                <a16:creationId xmlns:a16="http://schemas.microsoft.com/office/drawing/2014/main" id="{ED05894A-6232-8882-5AFA-A24E5E9709CA}"/>
              </a:ext>
            </a:extLst>
          </p:cNvPr>
          <p:cNvSpPr>
            <a:spLocks noGrp="1"/>
          </p:cNvSpPr>
          <p:nvPr/>
        </p:nvSpPr>
        <p:spPr>
          <a:xfrm flipV="1">
            <a:off x="6373924" y="3789616"/>
            <a:ext cx="1730370" cy="376167"/>
          </a:xfrm>
          <a:prstGeom prst="line">
            <a:avLst/>
          </a:prstGeom>
          <a:noFill/>
          <a:ln w="16669">
            <a:solidFill>
              <a:srgbClr val="8B95A4"/>
            </a:solidFill>
            <a:tailEnd type="triangle" w="sm" len="sm"/>
          </a:ln>
        </p:spPr>
        <p:txBody>
          <a:bodyPr/>
          <a:lstStyle/>
          <a:p>
            <a:endParaRPr lang="en-US"/>
          </a:p>
        </p:txBody>
      </p:sp>
      <p:sp>
        <p:nvSpPr>
          <p:cNvPr id="95" name="edge_2_2_0">
            <a:extLst>
              <a:ext uri="{FF2B5EF4-FFF2-40B4-BE49-F238E27FC236}">
                <a16:creationId xmlns:a16="http://schemas.microsoft.com/office/drawing/2014/main" id="{64B03B1B-798F-EB92-DBC9-26B5C5B8DED6}"/>
              </a:ext>
            </a:extLst>
          </p:cNvPr>
          <p:cNvSpPr>
            <a:spLocks noGrp="1"/>
          </p:cNvSpPr>
          <p:nvPr/>
        </p:nvSpPr>
        <p:spPr>
          <a:xfrm flipV="1">
            <a:off x="6310441" y="2596394"/>
            <a:ext cx="1859099" cy="1432902"/>
          </a:xfrm>
          <a:prstGeom prst="line">
            <a:avLst/>
          </a:prstGeom>
          <a:noFill/>
          <a:ln w="16669">
            <a:solidFill>
              <a:srgbClr val="8B95A4"/>
            </a:solidFill>
            <a:tailEnd type="triangle" w="sm" len="sm"/>
          </a:ln>
        </p:spPr>
        <p:txBody>
          <a:bodyPr/>
          <a:lstStyle/>
          <a:p>
            <a:endParaRPr lang="en-US"/>
          </a:p>
        </p:txBody>
      </p:sp>
      <p:sp>
        <p:nvSpPr>
          <p:cNvPr id="93" name="edge_2_1_2">
            <a:extLst>
              <a:ext uri="{FF2B5EF4-FFF2-40B4-BE49-F238E27FC236}">
                <a16:creationId xmlns:a16="http://schemas.microsoft.com/office/drawing/2014/main" id="{BB9B6788-402A-AD04-32EB-12627A6832D0}"/>
              </a:ext>
            </a:extLst>
          </p:cNvPr>
          <p:cNvSpPr>
            <a:spLocks noGrp="1"/>
          </p:cNvSpPr>
          <p:nvPr/>
        </p:nvSpPr>
        <p:spPr>
          <a:xfrm>
            <a:off x="6310441" y="3400204"/>
            <a:ext cx="1859099" cy="1432902"/>
          </a:xfrm>
          <a:prstGeom prst="line">
            <a:avLst/>
          </a:prstGeom>
          <a:noFill/>
          <a:ln w="16669">
            <a:solidFill>
              <a:srgbClr val="8B95A4"/>
            </a:solidFill>
            <a:tailEnd type="triangle" w="sm" len="sm"/>
          </a:ln>
        </p:spPr>
        <p:txBody>
          <a:bodyPr/>
          <a:lstStyle/>
          <a:p>
            <a:endParaRPr lang="en-US"/>
          </a:p>
        </p:txBody>
      </p:sp>
      <p:sp>
        <p:nvSpPr>
          <p:cNvPr id="91" name="edge_2_1_1">
            <a:extLst>
              <a:ext uri="{FF2B5EF4-FFF2-40B4-BE49-F238E27FC236}">
                <a16:creationId xmlns:a16="http://schemas.microsoft.com/office/drawing/2014/main" id="{E388C693-7860-72A3-BC98-A2E00EA38528}"/>
              </a:ext>
            </a:extLst>
          </p:cNvPr>
          <p:cNvSpPr>
            <a:spLocks noGrp="1"/>
          </p:cNvSpPr>
          <p:nvPr/>
        </p:nvSpPr>
        <p:spPr>
          <a:xfrm>
            <a:off x="6373924" y="3263717"/>
            <a:ext cx="1730370" cy="376167"/>
          </a:xfrm>
          <a:prstGeom prst="line">
            <a:avLst/>
          </a:prstGeom>
          <a:noFill/>
          <a:ln w="16669">
            <a:solidFill>
              <a:srgbClr val="8B95A4"/>
            </a:solidFill>
            <a:tailEnd type="triangle" w="sm" len="sm"/>
          </a:ln>
        </p:spPr>
        <p:txBody>
          <a:bodyPr/>
          <a:lstStyle/>
          <a:p>
            <a:endParaRPr lang="en-US"/>
          </a:p>
        </p:txBody>
      </p:sp>
      <p:sp>
        <p:nvSpPr>
          <p:cNvPr id="89" name="edge_2_1_0">
            <a:extLst>
              <a:ext uri="{FF2B5EF4-FFF2-40B4-BE49-F238E27FC236}">
                <a16:creationId xmlns:a16="http://schemas.microsoft.com/office/drawing/2014/main" id="{A1A2B4FB-C4E7-D972-B912-43B7373B9636}"/>
              </a:ext>
            </a:extLst>
          </p:cNvPr>
          <p:cNvSpPr>
            <a:spLocks noGrp="1"/>
          </p:cNvSpPr>
          <p:nvPr/>
        </p:nvSpPr>
        <p:spPr>
          <a:xfrm flipV="1">
            <a:off x="6363896" y="2493489"/>
            <a:ext cx="1750705" cy="588181"/>
          </a:xfrm>
          <a:prstGeom prst="line">
            <a:avLst/>
          </a:prstGeom>
          <a:noFill/>
          <a:ln w="16669">
            <a:solidFill>
              <a:srgbClr val="8B95A4"/>
            </a:solidFill>
            <a:tailEnd type="triangle" w="sm" len="sm"/>
          </a:ln>
        </p:spPr>
        <p:txBody>
          <a:bodyPr/>
          <a:lstStyle/>
          <a:p>
            <a:endParaRPr lang="en-US"/>
          </a:p>
        </p:txBody>
      </p:sp>
      <p:sp>
        <p:nvSpPr>
          <p:cNvPr id="87" name="edge_2_0_2">
            <a:extLst>
              <a:ext uri="{FF2B5EF4-FFF2-40B4-BE49-F238E27FC236}">
                <a16:creationId xmlns:a16="http://schemas.microsoft.com/office/drawing/2014/main" id="{DEE71D9D-96C4-D280-B64F-E989B657998E}"/>
              </a:ext>
            </a:extLst>
          </p:cNvPr>
          <p:cNvSpPr>
            <a:spLocks noGrp="1"/>
          </p:cNvSpPr>
          <p:nvPr/>
        </p:nvSpPr>
        <p:spPr>
          <a:xfrm>
            <a:off x="6257773" y="2407044"/>
            <a:ext cx="1965898" cy="2369956"/>
          </a:xfrm>
          <a:prstGeom prst="line">
            <a:avLst/>
          </a:prstGeom>
          <a:noFill/>
          <a:ln w="16669">
            <a:solidFill>
              <a:srgbClr val="8B95A4"/>
            </a:solidFill>
            <a:tailEnd type="triangle" w="sm" len="sm"/>
          </a:ln>
        </p:spPr>
        <p:txBody>
          <a:bodyPr/>
          <a:lstStyle/>
          <a:p>
            <a:endParaRPr lang="en-US"/>
          </a:p>
        </p:txBody>
      </p:sp>
      <p:sp>
        <p:nvSpPr>
          <p:cNvPr id="85" name="edge_2_0_1">
            <a:extLst>
              <a:ext uri="{FF2B5EF4-FFF2-40B4-BE49-F238E27FC236}">
                <a16:creationId xmlns:a16="http://schemas.microsoft.com/office/drawing/2014/main" id="{4E1B33FD-1954-A379-375D-9915E6382B93}"/>
              </a:ext>
            </a:extLst>
          </p:cNvPr>
          <p:cNvSpPr>
            <a:spLocks noGrp="1"/>
          </p:cNvSpPr>
          <p:nvPr/>
        </p:nvSpPr>
        <p:spPr>
          <a:xfrm>
            <a:off x="6326067" y="2330440"/>
            <a:ext cx="1827413" cy="1191791"/>
          </a:xfrm>
          <a:prstGeom prst="line">
            <a:avLst/>
          </a:prstGeom>
          <a:noFill/>
          <a:ln w="16669">
            <a:solidFill>
              <a:srgbClr val="8B95A4"/>
            </a:solidFill>
            <a:tailEnd type="triangle" w="sm" len="sm"/>
          </a:ln>
        </p:spPr>
        <p:txBody>
          <a:bodyPr/>
          <a:lstStyle/>
          <a:p>
            <a:endParaRPr lang="en-US"/>
          </a:p>
        </p:txBody>
      </p:sp>
      <p:sp>
        <p:nvSpPr>
          <p:cNvPr id="83" name="edge_2_0_0">
            <a:extLst>
              <a:ext uri="{FF2B5EF4-FFF2-40B4-BE49-F238E27FC236}">
                <a16:creationId xmlns:a16="http://schemas.microsoft.com/office/drawing/2014/main" id="{E9CBF095-9F37-D892-DFF0-26F477F1EB00}"/>
              </a:ext>
            </a:extLst>
          </p:cNvPr>
          <p:cNvSpPr>
            <a:spLocks noGrp="1"/>
          </p:cNvSpPr>
          <p:nvPr/>
        </p:nvSpPr>
        <p:spPr>
          <a:xfrm>
            <a:off x="6380088" y="2176844"/>
            <a:ext cx="1717870" cy="169750"/>
          </a:xfrm>
          <a:prstGeom prst="line">
            <a:avLst/>
          </a:prstGeom>
          <a:noFill/>
          <a:ln w="16669">
            <a:solidFill>
              <a:srgbClr val="8B95A4"/>
            </a:solidFill>
            <a:tailEnd type="triangle" w="sm" len="sm"/>
          </a:ln>
        </p:spPr>
        <p:txBody>
          <a:bodyPr/>
          <a:lstStyle/>
          <a:p>
            <a:endParaRPr lang="en-US"/>
          </a:p>
        </p:txBody>
      </p:sp>
      <p:sp>
        <p:nvSpPr>
          <p:cNvPr id="81" name="edge_1_2_3">
            <a:extLst>
              <a:ext uri="{FF2B5EF4-FFF2-40B4-BE49-F238E27FC236}">
                <a16:creationId xmlns:a16="http://schemas.microsoft.com/office/drawing/2014/main" id="{B928464C-2D7A-5FA9-9659-385C7B1F0C2C}"/>
              </a:ext>
            </a:extLst>
          </p:cNvPr>
          <p:cNvSpPr>
            <a:spLocks noGrp="1"/>
          </p:cNvSpPr>
          <p:nvPr/>
        </p:nvSpPr>
        <p:spPr>
          <a:xfrm>
            <a:off x="3884650" y="5080822"/>
            <a:ext cx="1803369" cy="172077"/>
          </a:xfrm>
          <a:prstGeom prst="line">
            <a:avLst/>
          </a:prstGeom>
          <a:noFill/>
          <a:ln w="16669">
            <a:solidFill>
              <a:srgbClr val="8B95A4"/>
            </a:solidFill>
            <a:tailEnd type="triangle" w="sm" len="sm"/>
          </a:ln>
        </p:spPr>
        <p:txBody>
          <a:bodyPr/>
          <a:lstStyle/>
          <a:p>
            <a:endParaRPr lang="en-US"/>
          </a:p>
        </p:txBody>
      </p:sp>
      <p:sp>
        <p:nvSpPr>
          <p:cNvPr id="79" name="edge_1_2_2">
            <a:extLst>
              <a:ext uri="{FF2B5EF4-FFF2-40B4-BE49-F238E27FC236}">
                <a16:creationId xmlns:a16="http://schemas.microsoft.com/office/drawing/2014/main" id="{4C4F73F5-1B50-6A09-67AF-84C848DFF973}"/>
              </a:ext>
            </a:extLst>
          </p:cNvPr>
          <p:cNvSpPr>
            <a:spLocks noGrp="1"/>
          </p:cNvSpPr>
          <p:nvPr/>
        </p:nvSpPr>
        <p:spPr>
          <a:xfrm flipV="1">
            <a:off x="3869464" y="4347381"/>
            <a:ext cx="1834161" cy="595052"/>
          </a:xfrm>
          <a:prstGeom prst="line">
            <a:avLst/>
          </a:prstGeom>
          <a:noFill/>
          <a:ln w="16669">
            <a:solidFill>
              <a:srgbClr val="8B95A4"/>
            </a:solidFill>
            <a:tailEnd type="triangle" w="sm" len="sm"/>
          </a:ln>
        </p:spPr>
        <p:txBody>
          <a:bodyPr/>
          <a:lstStyle/>
          <a:p>
            <a:endParaRPr lang="en-US"/>
          </a:p>
        </p:txBody>
      </p:sp>
      <p:sp>
        <p:nvSpPr>
          <p:cNvPr id="77" name="edge_1_2_1">
            <a:extLst>
              <a:ext uri="{FF2B5EF4-FFF2-40B4-BE49-F238E27FC236}">
                <a16:creationId xmlns:a16="http://schemas.microsoft.com/office/drawing/2014/main" id="{9A830DFE-192A-4DB7-AED2-8374B82F3F09}"/>
              </a:ext>
            </a:extLst>
          </p:cNvPr>
          <p:cNvSpPr>
            <a:spLocks noGrp="1"/>
          </p:cNvSpPr>
          <p:nvPr/>
        </p:nvSpPr>
        <p:spPr>
          <a:xfrm flipV="1">
            <a:off x="3818374" y="3401293"/>
            <a:ext cx="1937761" cy="1442227"/>
          </a:xfrm>
          <a:prstGeom prst="line">
            <a:avLst/>
          </a:prstGeom>
          <a:noFill/>
          <a:ln w="16669">
            <a:solidFill>
              <a:srgbClr val="8B95A4"/>
            </a:solidFill>
            <a:tailEnd type="triangle" w="sm" len="sm"/>
          </a:ln>
        </p:spPr>
        <p:txBody>
          <a:bodyPr/>
          <a:lstStyle/>
          <a:p>
            <a:endParaRPr lang="en-US"/>
          </a:p>
        </p:txBody>
      </p:sp>
      <p:sp>
        <p:nvSpPr>
          <p:cNvPr id="75" name="edge_1_2_0">
            <a:extLst>
              <a:ext uri="{FF2B5EF4-FFF2-40B4-BE49-F238E27FC236}">
                <a16:creationId xmlns:a16="http://schemas.microsoft.com/office/drawing/2014/main" id="{5A428981-1866-C6BE-5C82-7648A6813019}"/>
              </a:ext>
            </a:extLst>
          </p:cNvPr>
          <p:cNvSpPr>
            <a:spLocks noGrp="1"/>
          </p:cNvSpPr>
          <p:nvPr/>
        </p:nvSpPr>
        <p:spPr>
          <a:xfrm flipV="1">
            <a:off x="3766737" y="2410458"/>
            <a:ext cx="2042469" cy="2377683"/>
          </a:xfrm>
          <a:prstGeom prst="line">
            <a:avLst/>
          </a:prstGeom>
          <a:noFill/>
          <a:ln w="16669">
            <a:solidFill>
              <a:srgbClr val="8B95A4"/>
            </a:solidFill>
            <a:tailEnd type="triangle" w="sm" len="sm"/>
          </a:ln>
        </p:spPr>
        <p:txBody>
          <a:bodyPr/>
          <a:lstStyle/>
          <a:p>
            <a:endParaRPr lang="en-US"/>
          </a:p>
        </p:txBody>
      </p:sp>
      <p:sp>
        <p:nvSpPr>
          <p:cNvPr id="73" name="edge_1_1_3">
            <a:extLst>
              <a:ext uri="{FF2B5EF4-FFF2-40B4-BE49-F238E27FC236}">
                <a16:creationId xmlns:a16="http://schemas.microsoft.com/office/drawing/2014/main" id="{167493E8-056C-C248-029C-75582DB099AC}"/>
              </a:ext>
            </a:extLst>
          </p:cNvPr>
          <p:cNvSpPr>
            <a:spLocks noGrp="1"/>
          </p:cNvSpPr>
          <p:nvPr/>
        </p:nvSpPr>
        <p:spPr>
          <a:xfrm>
            <a:off x="3833455" y="3897481"/>
            <a:ext cx="1907181" cy="1201087"/>
          </a:xfrm>
          <a:prstGeom prst="line">
            <a:avLst/>
          </a:prstGeom>
          <a:noFill/>
          <a:ln w="16669">
            <a:solidFill>
              <a:srgbClr val="8B95A4"/>
            </a:solidFill>
            <a:tailEnd type="triangle" w="sm" len="sm"/>
          </a:ln>
        </p:spPr>
        <p:txBody>
          <a:bodyPr/>
          <a:lstStyle/>
          <a:p>
            <a:endParaRPr lang="en-US"/>
          </a:p>
        </p:txBody>
      </p:sp>
      <p:sp>
        <p:nvSpPr>
          <p:cNvPr id="71" name="edge_1_1_2">
            <a:extLst>
              <a:ext uri="{FF2B5EF4-FFF2-40B4-BE49-F238E27FC236}">
                <a16:creationId xmlns:a16="http://schemas.microsoft.com/office/drawing/2014/main" id="{F4933BF0-FEAF-4E9C-FA76-7F56A2E4EB78}"/>
              </a:ext>
            </a:extLst>
          </p:cNvPr>
          <p:cNvSpPr>
            <a:spLocks noGrp="1"/>
          </p:cNvSpPr>
          <p:nvPr/>
        </p:nvSpPr>
        <p:spPr>
          <a:xfrm>
            <a:off x="3878885" y="3785197"/>
            <a:ext cx="1815057" cy="381023"/>
          </a:xfrm>
          <a:prstGeom prst="line">
            <a:avLst/>
          </a:prstGeom>
          <a:noFill/>
          <a:ln w="16669">
            <a:solidFill>
              <a:srgbClr val="8B95A4"/>
            </a:solidFill>
            <a:tailEnd type="triangle" w="sm" len="sm"/>
          </a:ln>
        </p:spPr>
        <p:txBody>
          <a:bodyPr/>
          <a:lstStyle/>
          <a:p>
            <a:endParaRPr lang="en-US"/>
          </a:p>
        </p:txBody>
      </p:sp>
      <p:sp>
        <p:nvSpPr>
          <p:cNvPr id="69" name="edge_1_1_1">
            <a:extLst>
              <a:ext uri="{FF2B5EF4-FFF2-40B4-BE49-F238E27FC236}">
                <a16:creationId xmlns:a16="http://schemas.microsoft.com/office/drawing/2014/main" id="{4F3211D4-76B4-97C0-3649-C52E9DB05558}"/>
              </a:ext>
            </a:extLst>
          </p:cNvPr>
          <p:cNvSpPr>
            <a:spLocks noGrp="1"/>
          </p:cNvSpPr>
          <p:nvPr/>
        </p:nvSpPr>
        <p:spPr>
          <a:xfrm flipV="1">
            <a:off x="3878885" y="3263279"/>
            <a:ext cx="1815057" cy="381023"/>
          </a:xfrm>
          <a:prstGeom prst="line">
            <a:avLst/>
          </a:prstGeom>
          <a:noFill/>
          <a:ln w="16669">
            <a:solidFill>
              <a:srgbClr val="8B95A4"/>
            </a:solidFill>
            <a:tailEnd type="triangle" w="sm" len="sm"/>
          </a:ln>
        </p:spPr>
        <p:txBody>
          <a:bodyPr/>
          <a:lstStyle/>
          <a:p>
            <a:endParaRPr lang="en-US"/>
          </a:p>
        </p:txBody>
      </p:sp>
      <p:sp>
        <p:nvSpPr>
          <p:cNvPr id="67" name="edge_1_1_0">
            <a:extLst>
              <a:ext uri="{FF2B5EF4-FFF2-40B4-BE49-F238E27FC236}">
                <a16:creationId xmlns:a16="http://schemas.microsoft.com/office/drawing/2014/main" id="{16135235-6D1D-B9EF-FC6F-964C18BFD8D8}"/>
              </a:ext>
            </a:extLst>
          </p:cNvPr>
          <p:cNvSpPr>
            <a:spLocks noGrp="1"/>
          </p:cNvSpPr>
          <p:nvPr/>
        </p:nvSpPr>
        <p:spPr>
          <a:xfrm flipV="1">
            <a:off x="3833455" y="2330932"/>
            <a:ext cx="1907181" cy="1201087"/>
          </a:xfrm>
          <a:prstGeom prst="line">
            <a:avLst/>
          </a:prstGeom>
          <a:noFill/>
          <a:ln w="16669">
            <a:solidFill>
              <a:srgbClr val="8B95A4"/>
            </a:solidFill>
            <a:tailEnd type="triangle" w="sm" len="sm"/>
          </a:ln>
        </p:spPr>
        <p:txBody>
          <a:bodyPr/>
          <a:lstStyle/>
          <a:p>
            <a:endParaRPr lang="en-US"/>
          </a:p>
        </p:txBody>
      </p:sp>
      <p:sp>
        <p:nvSpPr>
          <p:cNvPr id="65" name="edge_1_0_3">
            <a:extLst>
              <a:ext uri="{FF2B5EF4-FFF2-40B4-BE49-F238E27FC236}">
                <a16:creationId xmlns:a16="http://schemas.microsoft.com/office/drawing/2014/main" id="{EA2EEEAD-0290-C7F0-29A5-51387C83561F}"/>
              </a:ext>
            </a:extLst>
          </p:cNvPr>
          <p:cNvSpPr>
            <a:spLocks noGrp="1"/>
          </p:cNvSpPr>
          <p:nvPr/>
        </p:nvSpPr>
        <p:spPr>
          <a:xfrm>
            <a:off x="3766737" y="2641358"/>
            <a:ext cx="2042469" cy="2377683"/>
          </a:xfrm>
          <a:prstGeom prst="line">
            <a:avLst/>
          </a:prstGeom>
          <a:noFill/>
          <a:ln w="16669">
            <a:solidFill>
              <a:srgbClr val="8B95A4"/>
            </a:solidFill>
            <a:tailEnd type="triangle" w="sm" len="sm"/>
          </a:ln>
        </p:spPr>
        <p:txBody>
          <a:bodyPr/>
          <a:lstStyle/>
          <a:p>
            <a:endParaRPr lang="en-US"/>
          </a:p>
        </p:txBody>
      </p:sp>
      <p:sp>
        <p:nvSpPr>
          <p:cNvPr id="63" name="edge_1_0_2">
            <a:extLst>
              <a:ext uri="{FF2B5EF4-FFF2-40B4-BE49-F238E27FC236}">
                <a16:creationId xmlns:a16="http://schemas.microsoft.com/office/drawing/2014/main" id="{1009FCF8-B27F-A94D-0BDB-2508102893C1}"/>
              </a:ext>
            </a:extLst>
          </p:cNvPr>
          <p:cNvSpPr>
            <a:spLocks noGrp="1"/>
          </p:cNvSpPr>
          <p:nvPr/>
        </p:nvSpPr>
        <p:spPr>
          <a:xfrm>
            <a:off x="3818374" y="2585981"/>
            <a:ext cx="1937761" cy="1442227"/>
          </a:xfrm>
          <a:prstGeom prst="line">
            <a:avLst/>
          </a:prstGeom>
          <a:noFill/>
          <a:ln w="16669">
            <a:solidFill>
              <a:srgbClr val="8B95A4"/>
            </a:solidFill>
            <a:tailEnd type="triangle" w="sm" len="sm"/>
          </a:ln>
        </p:spPr>
        <p:txBody>
          <a:bodyPr/>
          <a:lstStyle/>
          <a:p>
            <a:endParaRPr lang="en-US"/>
          </a:p>
        </p:txBody>
      </p:sp>
      <p:sp>
        <p:nvSpPr>
          <p:cNvPr id="61" name="edge_1_0_1">
            <a:extLst>
              <a:ext uri="{FF2B5EF4-FFF2-40B4-BE49-F238E27FC236}">
                <a16:creationId xmlns:a16="http://schemas.microsoft.com/office/drawing/2014/main" id="{E129421A-A5B5-73E3-4C80-EB733EAC2E95}"/>
              </a:ext>
            </a:extLst>
          </p:cNvPr>
          <p:cNvSpPr>
            <a:spLocks noGrp="1"/>
          </p:cNvSpPr>
          <p:nvPr/>
        </p:nvSpPr>
        <p:spPr>
          <a:xfrm>
            <a:off x="3869464" y="2487067"/>
            <a:ext cx="1834161" cy="595052"/>
          </a:xfrm>
          <a:prstGeom prst="line">
            <a:avLst/>
          </a:prstGeom>
          <a:noFill/>
          <a:ln w="16669">
            <a:solidFill>
              <a:srgbClr val="8B95A4"/>
            </a:solidFill>
            <a:tailEnd type="triangle" w="sm" len="sm"/>
          </a:ln>
        </p:spPr>
        <p:txBody>
          <a:bodyPr/>
          <a:lstStyle/>
          <a:p>
            <a:endParaRPr lang="en-US"/>
          </a:p>
        </p:txBody>
      </p:sp>
      <p:sp>
        <p:nvSpPr>
          <p:cNvPr id="59" name="edge_1_0_0">
            <a:extLst>
              <a:ext uri="{FF2B5EF4-FFF2-40B4-BE49-F238E27FC236}">
                <a16:creationId xmlns:a16="http://schemas.microsoft.com/office/drawing/2014/main" id="{B071B6C7-48A6-CD89-2F73-34381BBA1E11}"/>
              </a:ext>
            </a:extLst>
          </p:cNvPr>
          <p:cNvSpPr>
            <a:spLocks noGrp="1"/>
          </p:cNvSpPr>
          <p:nvPr/>
        </p:nvSpPr>
        <p:spPr>
          <a:xfrm flipV="1">
            <a:off x="3884650" y="2176601"/>
            <a:ext cx="1803369" cy="172077"/>
          </a:xfrm>
          <a:prstGeom prst="line">
            <a:avLst/>
          </a:prstGeom>
          <a:noFill/>
          <a:ln w="16669">
            <a:solidFill>
              <a:srgbClr val="8B95A4"/>
            </a:solidFill>
            <a:tailEnd type="triangle" w="sm" len="sm"/>
          </a:ln>
        </p:spPr>
        <p:txBody>
          <a:bodyPr/>
          <a:lstStyle/>
          <a:p>
            <a:endParaRPr lang="en-US"/>
          </a:p>
        </p:txBody>
      </p:sp>
      <p:sp>
        <p:nvSpPr>
          <p:cNvPr id="57" name="edge_0_4_2">
            <a:extLst>
              <a:ext uri="{FF2B5EF4-FFF2-40B4-BE49-F238E27FC236}">
                <a16:creationId xmlns:a16="http://schemas.microsoft.com/office/drawing/2014/main" id="{D6E6762B-9393-A2E2-62DC-1E52EB5E9DFF}"/>
              </a:ext>
            </a:extLst>
          </p:cNvPr>
          <p:cNvSpPr>
            <a:spLocks noGrp="1"/>
          </p:cNvSpPr>
          <p:nvPr/>
        </p:nvSpPr>
        <p:spPr>
          <a:xfrm flipV="1">
            <a:off x="1388121" y="5090977"/>
            <a:ext cx="1805354" cy="220501"/>
          </a:xfrm>
          <a:prstGeom prst="line">
            <a:avLst/>
          </a:prstGeom>
          <a:noFill/>
          <a:ln w="16669">
            <a:solidFill>
              <a:srgbClr val="8B95A4"/>
            </a:solidFill>
            <a:tailEnd type="triangle" w="sm" len="sm"/>
          </a:ln>
        </p:spPr>
        <p:txBody>
          <a:bodyPr/>
          <a:lstStyle/>
          <a:p>
            <a:endParaRPr lang="en-US"/>
          </a:p>
        </p:txBody>
      </p:sp>
      <p:sp>
        <p:nvSpPr>
          <p:cNvPr id="55" name="edge_0_4_1">
            <a:extLst>
              <a:ext uri="{FF2B5EF4-FFF2-40B4-BE49-F238E27FC236}">
                <a16:creationId xmlns:a16="http://schemas.microsoft.com/office/drawing/2014/main" id="{5563AADB-AA52-094D-DEB7-E9D537B83363}"/>
              </a:ext>
            </a:extLst>
          </p:cNvPr>
          <p:cNvSpPr>
            <a:spLocks noGrp="1"/>
          </p:cNvSpPr>
          <p:nvPr/>
        </p:nvSpPr>
        <p:spPr>
          <a:xfrm flipV="1">
            <a:off x="1334399" y="3908159"/>
            <a:ext cx="1914289" cy="1256709"/>
          </a:xfrm>
          <a:prstGeom prst="line">
            <a:avLst/>
          </a:prstGeom>
          <a:noFill/>
          <a:ln w="16669">
            <a:solidFill>
              <a:srgbClr val="8B95A4"/>
            </a:solidFill>
            <a:tailEnd type="triangle" w="sm" len="sm"/>
          </a:ln>
        </p:spPr>
        <p:txBody>
          <a:bodyPr/>
          <a:lstStyle/>
          <a:p>
            <a:endParaRPr lang="en-US"/>
          </a:p>
        </p:txBody>
      </p:sp>
      <p:sp>
        <p:nvSpPr>
          <p:cNvPr id="53" name="edge_0_4_0">
            <a:extLst>
              <a:ext uri="{FF2B5EF4-FFF2-40B4-BE49-F238E27FC236}">
                <a16:creationId xmlns:a16="http://schemas.microsoft.com/office/drawing/2014/main" id="{4AEA6640-1779-F6DC-0C20-1E653C95BA29}"/>
              </a:ext>
            </a:extLst>
          </p:cNvPr>
          <p:cNvSpPr>
            <a:spLocks noGrp="1"/>
          </p:cNvSpPr>
          <p:nvPr/>
        </p:nvSpPr>
        <p:spPr>
          <a:xfrm flipV="1">
            <a:off x="1268261" y="2651138"/>
            <a:ext cx="2048403" cy="2439319"/>
          </a:xfrm>
          <a:prstGeom prst="line">
            <a:avLst/>
          </a:prstGeom>
          <a:noFill/>
          <a:ln w="16669">
            <a:solidFill>
              <a:srgbClr val="8B95A4"/>
            </a:solidFill>
            <a:tailEnd type="triangle" w="sm" len="sm"/>
          </a:ln>
        </p:spPr>
        <p:txBody>
          <a:bodyPr/>
          <a:lstStyle/>
          <a:p>
            <a:endParaRPr lang="en-US"/>
          </a:p>
        </p:txBody>
      </p:sp>
      <p:sp>
        <p:nvSpPr>
          <p:cNvPr id="51" name="edge_0_3_2">
            <a:extLst>
              <a:ext uri="{FF2B5EF4-FFF2-40B4-BE49-F238E27FC236}">
                <a16:creationId xmlns:a16="http://schemas.microsoft.com/office/drawing/2014/main" id="{BC0EAD21-E8DE-82DB-69C4-4B62A06E3460}"/>
              </a:ext>
            </a:extLst>
          </p:cNvPr>
          <p:cNvSpPr>
            <a:spLocks noGrp="1"/>
          </p:cNvSpPr>
          <p:nvPr/>
        </p:nvSpPr>
        <p:spPr>
          <a:xfrm>
            <a:off x="1383591" y="4603119"/>
            <a:ext cx="1814539" cy="373989"/>
          </a:xfrm>
          <a:prstGeom prst="line">
            <a:avLst/>
          </a:prstGeom>
          <a:noFill/>
          <a:ln w="16669">
            <a:solidFill>
              <a:srgbClr val="8B95A4"/>
            </a:solidFill>
            <a:tailEnd type="triangle" w="sm" len="sm"/>
          </a:ln>
        </p:spPr>
        <p:txBody>
          <a:bodyPr/>
          <a:lstStyle/>
          <a:p>
            <a:endParaRPr lang="en-US"/>
          </a:p>
        </p:txBody>
      </p:sp>
      <p:sp>
        <p:nvSpPr>
          <p:cNvPr id="49" name="edge_0_3_1">
            <a:extLst>
              <a:ext uri="{FF2B5EF4-FFF2-40B4-BE49-F238E27FC236}">
                <a16:creationId xmlns:a16="http://schemas.microsoft.com/office/drawing/2014/main" id="{8690BA18-6B28-48F7-4BAC-715411FDEA9C}"/>
              </a:ext>
            </a:extLst>
          </p:cNvPr>
          <p:cNvSpPr>
            <a:spLocks noGrp="1"/>
          </p:cNvSpPr>
          <p:nvPr/>
        </p:nvSpPr>
        <p:spPr>
          <a:xfrm flipV="1">
            <a:off x="1373547" y="3824662"/>
            <a:ext cx="1834905" cy="602297"/>
          </a:xfrm>
          <a:prstGeom prst="line">
            <a:avLst/>
          </a:prstGeom>
          <a:noFill/>
          <a:ln w="16669">
            <a:solidFill>
              <a:srgbClr val="8B95A4"/>
            </a:solidFill>
            <a:tailEnd type="triangle" w="sm" len="sm"/>
          </a:ln>
        </p:spPr>
        <p:txBody>
          <a:bodyPr/>
          <a:lstStyle/>
          <a:p>
            <a:endParaRPr lang="en-US"/>
          </a:p>
        </p:txBody>
      </p:sp>
      <p:sp>
        <p:nvSpPr>
          <p:cNvPr id="47" name="edge_0_3_0">
            <a:extLst>
              <a:ext uri="{FF2B5EF4-FFF2-40B4-BE49-F238E27FC236}">
                <a16:creationId xmlns:a16="http://schemas.microsoft.com/office/drawing/2014/main" id="{FE2FA9EE-3F7C-6F9A-3223-B8B73E456D13}"/>
              </a:ext>
            </a:extLst>
          </p:cNvPr>
          <p:cNvSpPr>
            <a:spLocks noGrp="1"/>
          </p:cNvSpPr>
          <p:nvPr/>
        </p:nvSpPr>
        <p:spPr>
          <a:xfrm flipV="1">
            <a:off x="1307398" y="2611443"/>
            <a:ext cx="1969041" cy="1698486"/>
          </a:xfrm>
          <a:prstGeom prst="line">
            <a:avLst/>
          </a:prstGeom>
          <a:noFill/>
          <a:ln w="16669">
            <a:solidFill>
              <a:srgbClr val="8B95A4"/>
            </a:solidFill>
            <a:tailEnd type="triangle" w="sm" len="sm"/>
          </a:ln>
        </p:spPr>
        <p:txBody>
          <a:bodyPr/>
          <a:lstStyle/>
          <a:p>
            <a:endParaRPr lang="en-US"/>
          </a:p>
        </p:txBody>
      </p:sp>
      <p:sp>
        <p:nvSpPr>
          <p:cNvPr id="45" name="edge_0_2_2">
            <a:extLst>
              <a:ext uri="{FF2B5EF4-FFF2-40B4-BE49-F238E27FC236}">
                <a16:creationId xmlns:a16="http://schemas.microsoft.com/office/drawing/2014/main" id="{295F0A20-C664-203F-2F8D-2FADFAF62DC3}"/>
              </a:ext>
            </a:extLst>
          </p:cNvPr>
          <p:cNvSpPr>
            <a:spLocks noGrp="1"/>
          </p:cNvSpPr>
          <p:nvPr/>
        </p:nvSpPr>
        <p:spPr>
          <a:xfrm>
            <a:off x="1350181" y="3876354"/>
            <a:ext cx="1882287" cy="1005802"/>
          </a:xfrm>
          <a:prstGeom prst="line">
            <a:avLst/>
          </a:prstGeom>
          <a:noFill/>
          <a:ln w="16669">
            <a:solidFill>
              <a:srgbClr val="8B95A4"/>
            </a:solidFill>
            <a:tailEnd type="triangle" w="sm" len="sm"/>
          </a:ln>
        </p:spPr>
        <p:txBody>
          <a:bodyPr/>
          <a:lstStyle/>
          <a:p>
            <a:endParaRPr lang="en-US"/>
          </a:p>
        </p:txBody>
      </p:sp>
      <p:sp>
        <p:nvSpPr>
          <p:cNvPr id="43" name="edge_0_2_1">
            <a:extLst>
              <a:ext uri="{FF2B5EF4-FFF2-40B4-BE49-F238E27FC236}">
                <a16:creationId xmlns:a16="http://schemas.microsoft.com/office/drawing/2014/main" id="{8387BFF9-FB5F-60DD-7DFB-09824275F48B}"/>
              </a:ext>
            </a:extLst>
          </p:cNvPr>
          <p:cNvSpPr>
            <a:spLocks noGrp="1"/>
          </p:cNvSpPr>
          <p:nvPr/>
        </p:nvSpPr>
        <p:spPr>
          <a:xfrm>
            <a:off x="1390650" y="3714750"/>
            <a:ext cx="1800225" cy="1"/>
          </a:xfrm>
          <a:prstGeom prst="line">
            <a:avLst/>
          </a:prstGeom>
          <a:noFill/>
          <a:ln w="16669">
            <a:solidFill>
              <a:srgbClr val="8B95A4"/>
            </a:solidFill>
            <a:tailEnd type="triangle" w="sm" len="sm"/>
          </a:ln>
        </p:spPr>
        <p:txBody>
          <a:bodyPr/>
          <a:lstStyle/>
          <a:p>
            <a:endParaRPr lang="en-US"/>
          </a:p>
        </p:txBody>
      </p:sp>
      <p:sp>
        <p:nvSpPr>
          <p:cNvPr id="41" name="edge_0_2_0">
            <a:extLst>
              <a:ext uri="{FF2B5EF4-FFF2-40B4-BE49-F238E27FC236}">
                <a16:creationId xmlns:a16="http://schemas.microsoft.com/office/drawing/2014/main" id="{5213E48F-E5D3-FE0A-F354-2236F9548FA8}"/>
              </a:ext>
            </a:extLst>
          </p:cNvPr>
          <p:cNvSpPr>
            <a:spLocks noGrp="1"/>
          </p:cNvSpPr>
          <p:nvPr/>
        </p:nvSpPr>
        <p:spPr>
          <a:xfrm flipV="1">
            <a:off x="1350181" y="2547343"/>
            <a:ext cx="1882287" cy="1005802"/>
          </a:xfrm>
          <a:prstGeom prst="line">
            <a:avLst/>
          </a:prstGeom>
          <a:noFill/>
          <a:ln w="16669">
            <a:solidFill>
              <a:srgbClr val="8B95A4"/>
            </a:solidFill>
            <a:tailEnd type="triangle" w="sm" len="sm"/>
          </a:ln>
        </p:spPr>
        <p:txBody>
          <a:bodyPr/>
          <a:lstStyle/>
          <a:p>
            <a:endParaRPr lang="en-US"/>
          </a:p>
        </p:txBody>
      </p:sp>
      <p:sp>
        <p:nvSpPr>
          <p:cNvPr id="39" name="edge_0_1_2">
            <a:extLst>
              <a:ext uri="{FF2B5EF4-FFF2-40B4-BE49-F238E27FC236}">
                <a16:creationId xmlns:a16="http://schemas.microsoft.com/office/drawing/2014/main" id="{5B886EE7-EFA6-31ED-0A48-4CAD372CEA9C}"/>
              </a:ext>
            </a:extLst>
          </p:cNvPr>
          <p:cNvSpPr>
            <a:spLocks noGrp="1"/>
          </p:cNvSpPr>
          <p:nvPr/>
        </p:nvSpPr>
        <p:spPr>
          <a:xfrm>
            <a:off x="1307398" y="3119571"/>
            <a:ext cx="1969041" cy="1698486"/>
          </a:xfrm>
          <a:prstGeom prst="line">
            <a:avLst/>
          </a:prstGeom>
          <a:noFill/>
          <a:ln w="16669">
            <a:solidFill>
              <a:srgbClr val="8B95A4"/>
            </a:solidFill>
            <a:tailEnd type="triangle" w="sm" len="sm"/>
          </a:ln>
        </p:spPr>
        <p:txBody>
          <a:bodyPr/>
          <a:lstStyle/>
          <a:p>
            <a:endParaRPr lang="en-US"/>
          </a:p>
        </p:txBody>
      </p:sp>
      <p:sp>
        <p:nvSpPr>
          <p:cNvPr id="37" name="edge_0_1_1">
            <a:extLst>
              <a:ext uri="{FF2B5EF4-FFF2-40B4-BE49-F238E27FC236}">
                <a16:creationId xmlns:a16="http://schemas.microsoft.com/office/drawing/2014/main" id="{3A8301AC-E192-93EF-7CF5-EF75BA6CAF26}"/>
              </a:ext>
            </a:extLst>
          </p:cNvPr>
          <p:cNvSpPr>
            <a:spLocks noGrp="1"/>
          </p:cNvSpPr>
          <p:nvPr/>
        </p:nvSpPr>
        <p:spPr>
          <a:xfrm>
            <a:off x="1373547" y="3002541"/>
            <a:ext cx="1834905" cy="602297"/>
          </a:xfrm>
          <a:prstGeom prst="line">
            <a:avLst/>
          </a:prstGeom>
          <a:noFill/>
          <a:ln w="16669">
            <a:solidFill>
              <a:srgbClr val="8B95A4"/>
            </a:solidFill>
            <a:tailEnd type="triangle" w="sm" len="sm"/>
          </a:ln>
        </p:spPr>
        <p:txBody>
          <a:bodyPr/>
          <a:lstStyle/>
          <a:p>
            <a:endParaRPr lang="en-US"/>
          </a:p>
        </p:txBody>
      </p:sp>
      <p:sp>
        <p:nvSpPr>
          <p:cNvPr id="35" name="edge_0_1_0">
            <a:extLst>
              <a:ext uri="{FF2B5EF4-FFF2-40B4-BE49-F238E27FC236}">
                <a16:creationId xmlns:a16="http://schemas.microsoft.com/office/drawing/2014/main" id="{5FF08BB2-9F38-F2D1-3A5E-2DA68A6EAC76}"/>
              </a:ext>
            </a:extLst>
          </p:cNvPr>
          <p:cNvSpPr>
            <a:spLocks noGrp="1"/>
          </p:cNvSpPr>
          <p:nvPr/>
        </p:nvSpPr>
        <p:spPr>
          <a:xfrm flipV="1">
            <a:off x="1383591" y="2452392"/>
            <a:ext cx="1814539" cy="373989"/>
          </a:xfrm>
          <a:prstGeom prst="line">
            <a:avLst/>
          </a:prstGeom>
          <a:noFill/>
          <a:ln w="16669">
            <a:solidFill>
              <a:srgbClr val="8B95A4"/>
            </a:solidFill>
            <a:tailEnd type="triangle" w="sm" len="sm"/>
          </a:ln>
        </p:spPr>
        <p:txBody>
          <a:bodyPr/>
          <a:lstStyle/>
          <a:p>
            <a:endParaRPr lang="en-US"/>
          </a:p>
        </p:txBody>
      </p:sp>
      <p:sp>
        <p:nvSpPr>
          <p:cNvPr id="33" name="edge_0_0_2">
            <a:extLst>
              <a:ext uri="{FF2B5EF4-FFF2-40B4-BE49-F238E27FC236}">
                <a16:creationId xmlns:a16="http://schemas.microsoft.com/office/drawing/2014/main" id="{F3465510-0AFC-72CC-71C9-11E17561EE67}"/>
              </a:ext>
            </a:extLst>
          </p:cNvPr>
          <p:cNvSpPr>
            <a:spLocks noGrp="1"/>
          </p:cNvSpPr>
          <p:nvPr/>
        </p:nvSpPr>
        <p:spPr>
          <a:xfrm>
            <a:off x="1268261" y="2339043"/>
            <a:ext cx="2048403" cy="2439319"/>
          </a:xfrm>
          <a:prstGeom prst="line">
            <a:avLst/>
          </a:prstGeom>
          <a:noFill/>
          <a:ln w="16669">
            <a:solidFill>
              <a:srgbClr val="8B95A4"/>
            </a:solidFill>
            <a:tailEnd type="triangle" w="sm" len="sm"/>
          </a:ln>
        </p:spPr>
        <p:txBody>
          <a:bodyPr/>
          <a:lstStyle/>
          <a:p>
            <a:endParaRPr lang="en-US"/>
          </a:p>
        </p:txBody>
      </p:sp>
      <p:sp>
        <p:nvSpPr>
          <p:cNvPr id="31" name="edge_0_0_1">
            <a:extLst>
              <a:ext uri="{FF2B5EF4-FFF2-40B4-BE49-F238E27FC236}">
                <a16:creationId xmlns:a16="http://schemas.microsoft.com/office/drawing/2014/main" id="{A8AFD887-8D8D-9F92-1712-A27916F243B9}"/>
              </a:ext>
            </a:extLst>
          </p:cNvPr>
          <p:cNvSpPr>
            <a:spLocks noGrp="1"/>
          </p:cNvSpPr>
          <p:nvPr/>
        </p:nvSpPr>
        <p:spPr>
          <a:xfrm>
            <a:off x="1334399" y="2264632"/>
            <a:ext cx="1914289" cy="1256709"/>
          </a:xfrm>
          <a:prstGeom prst="line">
            <a:avLst/>
          </a:prstGeom>
          <a:noFill/>
          <a:ln w="16669">
            <a:solidFill>
              <a:srgbClr val="8B95A4"/>
            </a:solidFill>
            <a:tailEnd type="triangle" w="sm" len="sm"/>
          </a:ln>
        </p:spPr>
        <p:txBody>
          <a:bodyPr/>
          <a:lstStyle/>
          <a:p>
            <a:endParaRPr lang="en-US"/>
          </a:p>
        </p:txBody>
      </p:sp>
      <p:sp>
        <p:nvSpPr>
          <p:cNvPr id="29" name="edge_0_0_0">
            <a:extLst>
              <a:ext uri="{FF2B5EF4-FFF2-40B4-BE49-F238E27FC236}">
                <a16:creationId xmlns:a16="http://schemas.microsoft.com/office/drawing/2014/main" id="{5F9311A7-FC12-E968-7314-57DF477E173D}"/>
              </a:ext>
            </a:extLst>
          </p:cNvPr>
          <p:cNvSpPr>
            <a:spLocks noGrp="1"/>
          </p:cNvSpPr>
          <p:nvPr/>
        </p:nvSpPr>
        <p:spPr>
          <a:xfrm>
            <a:off x="1388121" y="2118022"/>
            <a:ext cx="1805354" cy="220501"/>
          </a:xfrm>
          <a:prstGeom prst="line">
            <a:avLst/>
          </a:prstGeom>
          <a:noFill/>
          <a:ln w="16669">
            <a:solidFill>
              <a:srgbClr val="8B95A4"/>
            </a:solidFill>
            <a:tailEnd type="triangle" w="sm" len="sm"/>
          </a:ln>
        </p:spPr>
        <p:txBody>
          <a:bodyPr/>
          <a:lstStyle/>
          <a:p>
            <a:endParaRPr lang="en-US"/>
          </a:p>
        </p:txBody>
      </p:sp>
      <p:sp>
        <p:nvSpPr>
          <p:cNvPr id="238" name="mlp_title">
            <a:extLst>
              <a:ext uri="{FF2B5EF4-FFF2-40B4-BE49-F238E27FC236}">
                <a16:creationId xmlns:a16="http://schemas.microsoft.com/office/drawing/2014/main" id="{762DA68E-1610-5D3A-74AD-9F9ABFC7345C}"/>
              </a:ext>
            </a:extLst>
          </p:cNvPr>
          <p:cNvSpPr>
            <a:spLocks noGrp="1"/>
          </p:cNvSpPr>
          <p:nvPr/>
        </p:nvSpPr>
        <p:spPr>
          <a:xfrm>
            <a:off x="457200" y="266700"/>
            <a:ext cx="11277600" cy="590550"/>
          </a:xfrm>
          <a:prstGeom prst="rect">
            <a:avLst/>
          </a:prstGeom>
          <a:noFill/>
          <a:ln w="0">
            <a:noFill/>
          </a:ln>
        </p:spPr>
        <p:txBody>
          <a:bodyPr wrap="none" lIns="0" tIns="0" rIns="0" bIns="0" anchor="ctr">
            <a:noAutofit/>
          </a:bodyPr>
          <a:lstStyle/>
          <a:p>
            <a:pPr algn="ctr">
              <a:defRPr sz="3150" b="1">
                <a:solidFill>
                  <a:srgbClr val="111827"/>
                </a:solidFill>
                <a:latin typeface="Arial"/>
                <a:ea typeface="Arial"/>
                <a:cs typeface="Arial"/>
              </a:defRPr>
            </a:pPr>
            <a:r>
              <a:rPr lang="en-US" sz="3150" b="1">
                <a:solidFill>
                  <a:srgbClr val="111827"/>
                </a:solidFill>
                <a:latin typeface="Arial"/>
                <a:ea typeface="Arial"/>
                <a:cs typeface="Arial"/>
              </a:rPr>
              <a:t>Learning FITYMI: Pick random w’s, and randomly pick I/O to  </a:t>
            </a:r>
          </a:p>
          <a:p>
            <a:pPr algn="ctr">
              <a:defRPr sz="3150" b="1">
                <a:solidFill>
                  <a:srgbClr val="111827"/>
                </a:solidFill>
                <a:latin typeface="Arial"/>
                <a:ea typeface="Arial"/>
                <a:cs typeface="Arial"/>
              </a:defRPr>
            </a:pPr>
            <a:r>
              <a:rPr lang="en-US" sz="3150" b="1">
                <a:solidFill>
                  <a:srgbClr val="111827"/>
                </a:solidFill>
                <a:latin typeface="Arial"/>
                <a:ea typeface="Arial"/>
                <a:cs typeface="Arial"/>
              </a:rPr>
              <a:t>learn from x = -2,1,3,-4,2 input and output 0,0,0,0,0,1,0 </a:t>
            </a:r>
            <a:endParaRPr sz="3150" b="1">
              <a:solidFill>
                <a:srgbClr val="111827"/>
              </a:solidFill>
              <a:latin typeface="Arial"/>
              <a:ea typeface="Arial"/>
              <a:cs typeface="Arial"/>
            </a:endParaRPr>
          </a:p>
        </p:txBody>
      </p:sp>
      <p:sp>
        <p:nvSpPr>
          <p:cNvPr id="2" name="layer_label_0">
            <a:extLst>
              <a:ext uri="{FF2B5EF4-FFF2-40B4-BE49-F238E27FC236}">
                <a16:creationId xmlns:a16="http://schemas.microsoft.com/office/drawing/2014/main" id="{F2ED5115-9FF6-C41B-3328-1C6556A61B2F}"/>
              </a:ext>
            </a:extLst>
          </p:cNvPr>
          <p:cNvSpPr>
            <a:spLocks noGrp="1"/>
          </p:cNvSpPr>
          <p:nvPr/>
        </p:nvSpPr>
        <p:spPr>
          <a:xfrm>
            <a:off x="19050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Input</a:t>
            </a:r>
          </a:p>
        </p:txBody>
      </p:sp>
      <p:sp>
        <p:nvSpPr>
          <p:cNvPr id="3" name="node_0_0">
            <a:extLst>
              <a:ext uri="{FF2B5EF4-FFF2-40B4-BE49-F238E27FC236}">
                <a16:creationId xmlns:a16="http://schemas.microsoft.com/office/drawing/2014/main" id="{C88E51E4-C288-F118-CEAB-5FD263C650E1}"/>
              </a:ext>
            </a:extLst>
          </p:cNvPr>
          <p:cNvSpPr>
            <a:spLocks noGrp="1"/>
          </p:cNvSpPr>
          <p:nvPr/>
        </p:nvSpPr>
        <p:spPr>
          <a:xfrm>
            <a:off x="714375" y="1743075"/>
            <a:ext cx="666750" cy="666750"/>
          </a:xfrm>
          <a:prstGeom prst="ellipse">
            <a:avLst/>
          </a:prstGeom>
          <a:solidFill>
            <a:srgbClr val="FFFFFF"/>
          </a:solidFill>
          <a:ln w="26670">
            <a:solidFill>
              <a:srgbClr val="111827"/>
            </a:solidFill>
          </a:ln>
        </p:spPr>
        <p:txBody>
          <a:bodyPr/>
          <a:lstStyle/>
          <a:p>
            <a:endParaRPr lang="en-US"/>
          </a:p>
        </p:txBody>
      </p:sp>
      <p:sp>
        <p:nvSpPr>
          <p:cNvPr id="4" name="node_0_1">
            <a:extLst>
              <a:ext uri="{FF2B5EF4-FFF2-40B4-BE49-F238E27FC236}">
                <a16:creationId xmlns:a16="http://schemas.microsoft.com/office/drawing/2014/main" id="{96200FCE-D417-21A9-CC30-310367C75BD2}"/>
              </a:ext>
            </a:extLst>
          </p:cNvPr>
          <p:cNvSpPr>
            <a:spLocks noGrp="1"/>
          </p:cNvSpPr>
          <p:nvPr/>
        </p:nvSpPr>
        <p:spPr>
          <a:xfrm>
            <a:off x="714375" y="2562225"/>
            <a:ext cx="666750" cy="666750"/>
          </a:xfrm>
          <a:prstGeom prst="ellipse">
            <a:avLst/>
          </a:prstGeom>
          <a:solidFill>
            <a:srgbClr val="FFFFFF"/>
          </a:solidFill>
          <a:ln w="26670">
            <a:solidFill>
              <a:srgbClr val="111827"/>
            </a:solidFill>
          </a:ln>
        </p:spPr>
        <p:txBody>
          <a:bodyPr/>
          <a:lstStyle/>
          <a:p>
            <a:endParaRPr lang="en-US"/>
          </a:p>
        </p:txBody>
      </p:sp>
      <p:sp>
        <p:nvSpPr>
          <p:cNvPr id="5" name="node_0_2">
            <a:extLst>
              <a:ext uri="{FF2B5EF4-FFF2-40B4-BE49-F238E27FC236}">
                <a16:creationId xmlns:a16="http://schemas.microsoft.com/office/drawing/2014/main" id="{DDE499CA-D0A5-8911-B75A-FC69A8A95B9E}"/>
              </a:ext>
            </a:extLst>
          </p:cNvPr>
          <p:cNvSpPr>
            <a:spLocks noGrp="1"/>
          </p:cNvSpPr>
          <p:nvPr/>
        </p:nvSpPr>
        <p:spPr>
          <a:xfrm>
            <a:off x="714375" y="3381375"/>
            <a:ext cx="666750" cy="666750"/>
          </a:xfrm>
          <a:prstGeom prst="ellipse">
            <a:avLst/>
          </a:prstGeom>
          <a:solidFill>
            <a:srgbClr val="FFFFFF"/>
          </a:solidFill>
          <a:ln w="26670">
            <a:solidFill>
              <a:srgbClr val="111827"/>
            </a:solidFill>
          </a:ln>
        </p:spPr>
        <p:txBody>
          <a:bodyPr/>
          <a:lstStyle/>
          <a:p>
            <a:endParaRPr lang="en-US"/>
          </a:p>
        </p:txBody>
      </p:sp>
      <p:sp>
        <p:nvSpPr>
          <p:cNvPr id="6" name="node_0_3">
            <a:extLst>
              <a:ext uri="{FF2B5EF4-FFF2-40B4-BE49-F238E27FC236}">
                <a16:creationId xmlns:a16="http://schemas.microsoft.com/office/drawing/2014/main" id="{9BDD32AC-1E24-D15B-2E5F-F2C7F7CBA01A}"/>
              </a:ext>
            </a:extLst>
          </p:cNvPr>
          <p:cNvSpPr>
            <a:spLocks noGrp="1"/>
          </p:cNvSpPr>
          <p:nvPr/>
        </p:nvSpPr>
        <p:spPr>
          <a:xfrm>
            <a:off x="714375" y="4200525"/>
            <a:ext cx="666750" cy="666750"/>
          </a:xfrm>
          <a:prstGeom prst="ellipse">
            <a:avLst/>
          </a:prstGeom>
          <a:solidFill>
            <a:srgbClr val="FFFFFF"/>
          </a:solidFill>
          <a:ln w="26670">
            <a:solidFill>
              <a:srgbClr val="111827"/>
            </a:solidFill>
          </a:ln>
        </p:spPr>
        <p:txBody>
          <a:bodyPr/>
          <a:lstStyle/>
          <a:p>
            <a:endParaRPr lang="en-US"/>
          </a:p>
        </p:txBody>
      </p:sp>
      <p:sp>
        <p:nvSpPr>
          <p:cNvPr id="7" name="node_0_4">
            <a:extLst>
              <a:ext uri="{FF2B5EF4-FFF2-40B4-BE49-F238E27FC236}">
                <a16:creationId xmlns:a16="http://schemas.microsoft.com/office/drawing/2014/main" id="{4F412E80-0E99-3BCD-EA86-640866E93E4F}"/>
              </a:ext>
            </a:extLst>
          </p:cNvPr>
          <p:cNvSpPr>
            <a:spLocks noGrp="1"/>
          </p:cNvSpPr>
          <p:nvPr/>
        </p:nvSpPr>
        <p:spPr>
          <a:xfrm>
            <a:off x="714375" y="5019675"/>
            <a:ext cx="666750" cy="666750"/>
          </a:xfrm>
          <a:prstGeom prst="ellipse">
            <a:avLst/>
          </a:prstGeom>
          <a:solidFill>
            <a:srgbClr val="FFFFFF"/>
          </a:solidFill>
          <a:ln w="26670">
            <a:solidFill>
              <a:srgbClr val="111827"/>
            </a:solidFill>
          </a:ln>
        </p:spPr>
        <p:txBody>
          <a:bodyPr/>
          <a:lstStyle/>
          <a:p>
            <a:endParaRPr lang="en-US"/>
          </a:p>
        </p:txBody>
      </p:sp>
      <p:sp>
        <p:nvSpPr>
          <p:cNvPr id="8" name="layer_label_1">
            <a:extLst>
              <a:ext uri="{FF2B5EF4-FFF2-40B4-BE49-F238E27FC236}">
                <a16:creationId xmlns:a16="http://schemas.microsoft.com/office/drawing/2014/main" id="{662B3A47-0568-ECB2-6B84-F9846DDCB174}"/>
              </a:ext>
            </a:extLst>
          </p:cNvPr>
          <p:cNvSpPr>
            <a:spLocks noGrp="1"/>
          </p:cNvSpPr>
          <p:nvPr/>
        </p:nvSpPr>
        <p:spPr>
          <a:xfrm>
            <a:off x="268605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Hidden 1</a:t>
            </a:r>
          </a:p>
        </p:txBody>
      </p:sp>
      <p:sp>
        <p:nvSpPr>
          <p:cNvPr id="9" name="node_1_0">
            <a:extLst>
              <a:ext uri="{FF2B5EF4-FFF2-40B4-BE49-F238E27FC236}">
                <a16:creationId xmlns:a16="http://schemas.microsoft.com/office/drawing/2014/main" id="{8F37E57D-F42D-FD63-DD57-6E841F4C314C}"/>
              </a:ext>
            </a:extLst>
          </p:cNvPr>
          <p:cNvSpPr>
            <a:spLocks noGrp="1"/>
          </p:cNvSpPr>
          <p:nvPr/>
        </p:nvSpPr>
        <p:spPr>
          <a:xfrm>
            <a:off x="3209925" y="2047875"/>
            <a:ext cx="666750" cy="666750"/>
          </a:xfrm>
          <a:prstGeom prst="ellipse">
            <a:avLst/>
          </a:prstGeom>
          <a:solidFill>
            <a:srgbClr val="FFFFFF"/>
          </a:solidFill>
          <a:ln w="26670">
            <a:solidFill>
              <a:srgbClr val="111827"/>
            </a:solidFill>
          </a:ln>
        </p:spPr>
        <p:txBody>
          <a:bodyPr/>
          <a:lstStyle/>
          <a:p>
            <a:endParaRPr lang="en-US"/>
          </a:p>
        </p:txBody>
      </p:sp>
      <p:sp>
        <p:nvSpPr>
          <p:cNvPr id="10" name="node_1_1">
            <a:extLst>
              <a:ext uri="{FF2B5EF4-FFF2-40B4-BE49-F238E27FC236}">
                <a16:creationId xmlns:a16="http://schemas.microsoft.com/office/drawing/2014/main" id="{55BA2D9B-F78D-B038-2D87-F9D806F5A8C8}"/>
              </a:ext>
            </a:extLst>
          </p:cNvPr>
          <p:cNvSpPr>
            <a:spLocks noGrp="1"/>
          </p:cNvSpPr>
          <p:nvPr/>
        </p:nvSpPr>
        <p:spPr>
          <a:xfrm>
            <a:off x="3209925" y="3381375"/>
            <a:ext cx="666750" cy="666750"/>
          </a:xfrm>
          <a:prstGeom prst="ellipse">
            <a:avLst/>
          </a:prstGeom>
          <a:solidFill>
            <a:srgbClr val="FFFFFF"/>
          </a:solidFill>
          <a:ln w="26670">
            <a:solidFill>
              <a:srgbClr val="111827"/>
            </a:solidFill>
          </a:ln>
        </p:spPr>
        <p:txBody>
          <a:bodyPr/>
          <a:lstStyle/>
          <a:p>
            <a:endParaRPr lang="en-US"/>
          </a:p>
        </p:txBody>
      </p:sp>
      <p:sp>
        <p:nvSpPr>
          <p:cNvPr id="11" name="node_1_2">
            <a:extLst>
              <a:ext uri="{FF2B5EF4-FFF2-40B4-BE49-F238E27FC236}">
                <a16:creationId xmlns:a16="http://schemas.microsoft.com/office/drawing/2014/main" id="{D6CE2496-F94F-6B79-2A5C-669A3CC3EF9F}"/>
              </a:ext>
            </a:extLst>
          </p:cNvPr>
          <p:cNvSpPr>
            <a:spLocks noGrp="1"/>
          </p:cNvSpPr>
          <p:nvPr/>
        </p:nvSpPr>
        <p:spPr>
          <a:xfrm>
            <a:off x="3209925" y="4714875"/>
            <a:ext cx="666750" cy="666750"/>
          </a:xfrm>
          <a:prstGeom prst="ellipse">
            <a:avLst/>
          </a:prstGeom>
          <a:solidFill>
            <a:srgbClr val="FFFFFF"/>
          </a:solidFill>
          <a:ln w="26670">
            <a:solidFill>
              <a:srgbClr val="111827"/>
            </a:solidFill>
          </a:ln>
        </p:spPr>
        <p:txBody>
          <a:bodyPr/>
          <a:lstStyle/>
          <a:p>
            <a:endParaRPr lang="en-US"/>
          </a:p>
        </p:txBody>
      </p:sp>
      <p:sp>
        <p:nvSpPr>
          <p:cNvPr id="12" name="layer_label_2">
            <a:extLst>
              <a:ext uri="{FF2B5EF4-FFF2-40B4-BE49-F238E27FC236}">
                <a16:creationId xmlns:a16="http://schemas.microsoft.com/office/drawing/2014/main" id="{A3A0CB9D-7E85-755D-DCC2-99908E0A685E}"/>
              </a:ext>
            </a:extLst>
          </p:cNvPr>
          <p:cNvSpPr>
            <a:spLocks noGrp="1"/>
          </p:cNvSpPr>
          <p:nvPr/>
        </p:nvSpPr>
        <p:spPr>
          <a:xfrm>
            <a:off x="518160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Hidden 2</a:t>
            </a:r>
          </a:p>
        </p:txBody>
      </p:sp>
      <p:sp>
        <p:nvSpPr>
          <p:cNvPr id="13" name="node_2_0">
            <a:extLst>
              <a:ext uri="{FF2B5EF4-FFF2-40B4-BE49-F238E27FC236}">
                <a16:creationId xmlns:a16="http://schemas.microsoft.com/office/drawing/2014/main" id="{CBB49891-B786-313D-9D7D-0575CB830A36}"/>
              </a:ext>
            </a:extLst>
          </p:cNvPr>
          <p:cNvSpPr>
            <a:spLocks noGrp="1"/>
          </p:cNvSpPr>
          <p:nvPr/>
        </p:nvSpPr>
        <p:spPr>
          <a:xfrm>
            <a:off x="5705475" y="1809750"/>
            <a:ext cx="666750" cy="666750"/>
          </a:xfrm>
          <a:prstGeom prst="ellipse">
            <a:avLst/>
          </a:prstGeom>
          <a:solidFill>
            <a:srgbClr val="FFFFFF"/>
          </a:solidFill>
          <a:ln w="26670">
            <a:solidFill>
              <a:srgbClr val="111827"/>
            </a:solidFill>
          </a:ln>
        </p:spPr>
        <p:txBody>
          <a:bodyPr/>
          <a:lstStyle/>
          <a:p>
            <a:endParaRPr lang="en-US"/>
          </a:p>
        </p:txBody>
      </p:sp>
      <p:sp>
        <p:nvSpPr>
          <p:cNvPr id="14" name="node_2_1">
            <a:extLst>
              <a:ext uri="{FF2B5EF4-FFF2-40B4-BE49-F238E27FC236}">
                <a16:creationId xmlns:a16="http://schemas.microsoft.com/office/drawing/2014/main" id="{9DCD93A9-D12F-0106-158D-802B569E46F6}"/>
              </a:ext>
            </a:extLst>
          </p:cNvPr>
          <p:cNvSpPr>
            <a:spLocks noGrp="1"/>
          </p:cNvSpPr>
          <p:nvPr/>
        </p:nvSpPr>
        <p:spPr>
          <a:xfrm>
            <a:off x="5705475" y="2857500"/>
            <a:ext cx="666750" cy="666750"/>
          </a:xfrm>
          <a:prstGeom prst="ellipse">
            <a:avLst/>
          </a:prstGeom>
          <a:solidFill>
            <a:srgbClr val="FFFFFF"/>
          </a:solidFill>
          <a:ln w="26670">
            <a:solidFill>
              <a:srgbClr val="111827"/>
            </a:solidFill>
          </a:ln>
        </p:spPr>
        <p:txBody>
          <a:bodyPr/>
          <a:lstStyle/>
          <a:p>
            <a:endParaRPr lang="en-US"/>
          </a:p>
        </p:txBody>
      </p:sp>
      <p:sp>
        <p:nvSpPr>
          <p:cNvPr id="15" name="node_2_2">
            <a:extLst>
              <a:ext uri="{FF2B5EF4-FFF2-40B4-BE49-F238E27FC236}">
                <a16:creationId xmlns:a16="http://schemas.microsoft.com/office/drawing/2014/main" id="{36A32DF9-9C4A-62AF-9F30-9118A721E314}"/>
              </a:ext>
            </a:extLst>
          </p:cNvPr>
          <p:cNvSpPr>
            <a:spLocks noGrp="1"/>
          </p:cNvSpPr>
          <p:nvPr/>
        </p:nvSpPr>
        <p:spPr>
          <a:xfrm>
            <a:off x="5705475" y="3905250"/>
            <a:ext cx="666750" cy="666750"/>
          </a:xfrm>
          <a:prstGeom prst="ellipse">
            <a:avLst/>
          </a:prstGeom>
          <a:solidFill>
            <a:srgbClr val="FFFFFF"/>
          </a:solidFill>
          <a:ln w="26670">
            <a:solidFill>
              <a:srgbClr val="111827"/>
            </a:solidFill>
          </a:ln>
        </p:spPr>
        <p:txBody>
          <a:bodyPr/>
          <a:lstStyle/>
          <a:p>
            <a:endParaRPr lang="en-US"/>
          </a:p>
        </p:txBody>
      </p:sp>
      <p:sp>
        <p:nvSpPr>
          <p:cNvPr id="16" name="node_2_3">
            <a:extLst>
              <a:ext uri="{FF2B5EF4-FFF2-40B4-BE49-F238E27FC236}">
                <a16:creationId xmlns:a16="http://schemas.microsoft.com/office/drawing/2014/main" id="{8FB70859-E2A1-6731-AC35-31A90B18E09A}"/>
              </a:ext>
            </a:extLst>
          </p:cNvPr>
          <p:cNvSpPr>
            <a:spLocks noGrp="1"/>
          </p:cNvSpPr>
          <p:nvPr/>
        </p:nvSpPr>
        <p:spPr>
          <a:xfrm>
            <a:off x="5705475" y="4953000"/>
            <a:ext cx="666750" cy="666750"/>
          </a:xfrm>
          <a:prstGeom prst="ellipse">
            <a:avLst/>
          </a:prstGeom>
          <a:solidFill>
            <a:srgbClr val="FFFFFF"/>
          </a:solidFill>
          <a:ln w="26670">
            <a:solidFill>
              <a:srgbClr val="111827"/>
            </a:solidFill>
          </a:ln>
        </p:spPr>
        <p:txBody>
          <a:bodyPr/>
          <a:lstStyle/>
          <a:p>
            <a:endParaRPr lang="en-US"/>
          </a:p>
        </p:txBody>
      </p:sp>
      <p:sp>
        <p:nvSpPr>
          <p:cNvPr id="17" name="layer_label_3">
            <a:extLst>
              <a:ext uri="{FF2B5EF4-FFF2-40B4-BE49-F238E27FC236}">
                <a16:creationId xmlns:a16="http://schemas.microsoft.com/office/drawing/2014/main" id="{389D5E23-409C-2CA6-AAEA-ECF5CFA29520}"/>
              </a:ext>
            </a:extLst>
          </p:cNvPr>
          <p:cNvSpPr>
            <a:spLocks noGrp="1"/>
          </p:cNvSpPr>
          <p:nvPr/>
        </p:nvSpPr>
        <p:spPr>
          <a:xfrm>
            <a:off x="7591425"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Hidden 3</a:t>
            </a:r>
          </a:p>
        </p:txBody>
      </p:sp>
      <p:sp>
        <p:nvSpPr>
          <p:cNvPr id="18" name="node_3_0">
            <a:extLst>
              <a:ext uri="{FF2B5EF4-FFF2-40B4-BE49-F238E27FC236}">
                <a16:creationId xmlns:a16="http://schemas.microsoft.com/office/drawing/2014/main" id="{099A0D72-6842-6BCA-0BA9-BD0803A253E9}"/>
              </a:ext>
            </a:extLst>
          </p:cNvPr>
          <p:cNvSpPr>
            <a:spLocks noGrp="1"/>
          </p:cNvSpPr>
          <p:nvPr/>
        </p:nvSpPr>
        <p:spPr>
          <a:xfrm>
            <a:off x="8115300" y="2047875"/>
            <a:ext cx="666750" cy="666750"/>
          </a:xfrm>
          <a:prstGeom prst="ellipse">
            <a:avLst/>
          </a:prstGeom>
          <a:solidFill>
            <a:srgbClr val="FFFFFF"/>
          </a:solidFill>
          <a:ln w="26670">
            <a:solidFill>
              <a:srgbClr val="111827"/>
            </a:solidFill>
          </a:ln>
        </p:spPr>
        <p:txBody>
          <a:bodyPr/>
          <a:lstStyle/>
          <a:p>
            <a:endParaRPr lang="en-US"/>
          </a:p>
        </p:txBody>
      </p:sp>
      <p:sp>
        <p:nvSpPr>
          <p:cNvPr id="19" name="node_3_1">
            <a:extLst>
              <a:ext uri="{FF2B5EF4-FFF2-40B4-BE49-F238E27FC236}">
                <a16:creationId xmlns:a16="http://schemas.microsoft.com/office/drawing/2014/main" id="{5FD36627-2981-0691-A66C-8A7A41EF1F5D}"/>
              </a:ext>
            </a:extLst>
          </p:cNvPr>
          <p:cNvSpPr>
            <a:spLocks noGrp="1"/>
          </p:cNvSpPr>
          <p:nvPr/>
        </p:nvSpPr>
        <p:spPr>
          <a:xfrm>
            <a:off x="8115300" y="3381375"/>
            <a:ext cx="666750" cy="666750"/>
          </a:xfrm>
          <a:prstGeom prst="ellipse">
            <a:avLst/>
          </a:prstGeom>
          <a:solidFill>
            <a:srgbClr val="FFFFFF"/>
          </a:solidFill>
          <a:ln w="26670">
            <a:solidFill>
              <a:srgbClr val="111827"/>
            </a:solidFill>
          </a:ln>
        </p:spPr>
        <p:txBody>
          <a:bodyPr/>
          <a:lstStyle/>
          <a:p>
            <a:endParaRPr lang="en-US"/>
          </a:p>
        </p:txBody>
      </p:sp>
      <p:sp>
        <p:nvSpPr>
          <p:cNvPr id="20" name="node_3_2">
            <a:extLst>
              <a:ext uri="{FF2B5EF4-FFF2-40B4-BE49-F238E27FC236}">
                <a16:creationId xmlns:a16="http://schemas.microsoft.com/office/drawing/2014/main" id="{F5AED423-8AB0-9523-BB06-B8199160F6E8}"/>
              </a:ext>
            </a:extLst>
          </p:cNvPr>
          <p:cNvSpPr>
            <a:spLocks noGrp="1"/>
          </p:cNvSpPr>
          <p:nvPr/>
        </p:nvSpPr>
        <p:spPr>
          <a:xfrm>
            <a:off x="8115300" y="4714875"/>
            <a:ext cx="666750" cy="666750"/>
          </a:xfrm>
          <a:prstGeom prst="ellipse">
            <a:avLst/>
          </a:prstGeom>
          <a:solidFill>
            <a:srgbClr val="FFFFFF"/>
          </a:solidFill>
          <a:ln w="26670">
            <a:solidFill>
              <a:srgbClr val="111827"/>
            </a:solidFill>
          </a:ln>
        </p:spPr>
        <p:txBody>
          <a:bodyPr/>
          <a:lstStyle/>
          <a:p>
            <a:endParaRPr lang="en-US"/>
          </a:p>
        </p:txBody>
      </p:sp>
      <p:sp>
        <p:nvSpPr>
          <p:cNvPr id="21" name="layer_label_4">
            <a:extLst>
              <a:ext uri="{FF2B5EF4-FFF2-40B4-BE49-F238E27FC236}">
                <a16:creationId xmlns:a16="http://schemas.microsoft.com/office/drawing/2014/main" id="{514DC030-9B88-F6F5-1B2A-BB627DF19DE2}"/>
              </a:ext>
            </a:extLst>
          </p:cNvPr>
          <p:cNvSpPr>
            <a:spLocks noGrp="1"/>
          </p:cNvSpPr>
          <p:nvPr/>
        </p:nvSpPr>
        <p:spPr>
          <a:xfrm>
            <a:off x="10191750" y="990600"/>
            <a:ext cx="1714500" cy="381000"/>
          </a:xfrm>
          <a:prstGeom prst="rect">
            <a:avLst/>
          </a:prstGeom>
          <a:noFill/>
          <a:ln w="0">
            <a:noFill/>
          </a:ln>
        </p:spPr>
        <p:txBody>
          <a:bodyPr wrap="none" lIns="0" tIns="0" rIns="0" bIns="0" anchor="ctr">
            <a:noAutofit/>
          </a:bodyPr>
          <a:lstStyle/>
          <a:p>
            <a:pPr algn="ctr">
              <a:defRPr sz="2025" b="0">
                <a:solidFill>
                  <a:srgbClr val="111827"/>
                </a:solidFill>
                <a:latin typeface="Arial"/>
                <a:ea typeface="Arial"/>
                <a:cs typeface="Arial"/>
              </a:defRPr>
            </a:pPr>
            <a:r>
              <a:rPr sz="2025" b="0">
                <a:solidFill>
                  <a:srgbClr val="111827"/>
                </a:solidFill>
                <a:latin typeface="Arial"/>
                <a:ea typeface="Arial"/>
                <a:cs typeface="Arial"/>
              </a:rPr>
              <a:t>Output</a:t>
            </a:r>
          </a:p>
        </p:txBody>
      </p:sp>
      <p:sp>
        <p:nvSpPr>
          <p:cNvPr id="22" name="node_4_0">
            <a:extLst>
              <a:ext uri="{FF2B5EF4-FFF2-40B4-BE49-F238E27FC236}">
                <a16:creationId xmlns:a16="http://schemas.microsoft.com/office/drawing/2014/main" id="{06AE5191-B1AA-042F-FC98-C7664DF0A712}"/>
              </a:ext>
            </a:extLst>
          </p:cNvPr>
          <p:cNvSpPr>
            <a:spLocks noGrp="1"/>
          </p:cNvSpPr>
          <p:nvPr/>
        </p:nvSpPr>
        <p:spPr>
          <a:xfrm>
            <a:off x="10725150" y="1409700"/>
            <a:ext cx="647700" cy="647700"/>
          </a:xfrm>
          <a:prstGeom prst="ellipse">
            <a:avLst/>
          </a:prstGeom>
          <a:solidFill>
            <a:srgbClr val="FFFFFF"/>
          </a:solidFill>
          <a:ln w="26670">
            <a:solidFill>
              <a:srgbClr val="111827"/>
            </a:solidFill>
          </a:ln>
        </p:spPr>
        <p:txBody>
          <a:bodyPr/>
          <a:lstStyle/>
          <a:p>
            <a:endParaRPr lang="en-US"/>
          </a:p>
        </p:txBody>
      </p:sp>
      <p:sp>
        <p:nvSpPr>
          <p:cNvPr id="23" name="node_4_1">
            <a:extLst>
              <a:ext uri="{FF2B5EF4-FFF2-40B4-BE49-F238E27FC236}">
                <a16:creationId xmlns:a16="http://schemas.microsoft.com/office/drawing/2014/main" id="{846D3E5D-AEA8-8FF3-621E-5E402754DC72}"/>
              </a:ext>
            </a:extLst>
          </p:cNvPr>
          <p:cNvSpPr>
            <a:spLocks noGrp="1"/>
          </p:cNvSpPr>
          <p:nvPr/>
        </p:nvSpPr>
        <p:spPr>
          <a:xfrm>
            <a:off x="10725150" y="2085975"/>
            <a:ext cx="647700" cy="647700"/>
          </a:xfrm>
          <a:prstGeom prst="ellipse">
            <a:avLst/>
          </a:prstGeom>
          <a:solidFill>
            <a:srgbClr val="FFFFFF"/>
          </a:solidFill>
          <a:ln w="26670">
            <a:solidFill>
              <a:srgbClr val="111827"/>
            </a:solidFill>
          </a:ln>
        </p:spPr>
        <p:txBody>
          <a:bodyPr/>
          <a:lstStyle/>
          <a:p>
            <a:endParaRPr lang="en-US"/>
          </a:p>
        </p:txBody>
      </p:sp>
      <p:sp>
        <p:nvSpPr>
          <p:cNvPr id="24" name="node_4_2">
            <a:extLst>
              <a:ext uri="{FF2B5EF4-FFF2-40B4-BE49-F238E27FC236}">
                <a16:creationId xmlns:a16="http://schemas.microsoft.com/office/drawing/2014/main" id="{827BE8AF-A3B8-0C01-957D-DFA5F762C00A}"/>
              </a:ext>
            </a:extLst>
          </p:cNvPr>
          <p:cNvSpPr>
            <a:spLocks noGrp="1"/>
          </p:cNvSpPr>
          <p:nvPr/>
        </p:nvSpPr>
        <p:spPr>
          <a:xfrm>
            <a:off x="10725150" y="2762250"/>
            <a:ext cx="647700" cy="647700"/>
          </a:xfrm>
          <a:prstGeom prst="ellipse">
            <a:avLst/>
          </a:prstGeom>
          <a:solidFill>
            <a:srgbClr val="FFFFFF"/>
          </a:solidFill>
          <a:ln w="26670">
            <a:solidFill>
              <a:srgbClr val="111827"/>
            </a:solidFill>
          </a:ln>
        </p:spPr>
        <p:txBody>
          <a:bodyPr/>
          <a:lstStyle/>
          <a:p>
            <a:endParaRPr lang="en-US"/>
          </a:p>
        </p:txBody>
      </p:sp>
      <p:sp>
        <p:nvSpPr>
          <p:cNvPr id="25" name="node_4_3">
            <a:extLst>
              <a:ext uri="{FF2B5EF4-FFF2-40B4-BE49-F238E27FC236}">
                <a16:creationId xmlns:a16="http://schemas.microsoft.com/office/drawing/2014/main" id="{EAE403CB-70C3-AEAA-3ABA-43B855F4E0A6}"/>
              </a:ext>
            </a:extLst>
          </p:cNvPr>
          <p:cNvSpPr>
            <a:spLocks noGrp="1"/>
          </p:cNvSpPr>
          <p:nvPr/>
        </p:nvSpPr>
        <p:spPr>
          <a:xfrm>
            <a:off x="10725150" y="3438525"/>
            <a:ext cx="647700" cy="647700"/>
          </a:xfrm>
          <a:prstGeom prst="ellipse">
            <a:avLst/>
          </a:prstGeom>
          <a:solidFill>
            <a:srgbClr val="FFFFFF"/>
          </a:solidFill>
          <a:ln w="26670">
            <a:solidFill>
              <a:srgbClr val="111827"/>
            </a:solidFill>
          </a:ln>
        </p:spPr>
        <p:txBody>
          <a:bodyPr/>
          <a:lstStyle/>
          <a:p>
            <a:endParaRPr lang="en-US"/>
          </a:p>
        </p:txBody>
      </p:sp>
      <p:sp>
        <p:nvSpPr>
          <p:cNvPr id="26" name="node_4_4">
            <a:extLst>
              <a:ext uri="{FF2B5EF4-FFF2-40B4-BE49-F238E27FC236}">
                <a16:creationId xmlns:a16="http://schemas.microsoft.com/office/drawing/2014/main" id="{F7093CA3-DFEE-C937-FDD0-33B0886D0D89}"/>
              </a:ext>
            </a:extLst>
          </p:cNvPr>
          <p:cNvSpPr>
            <a:spLocks noGrp="1"/>
          </p:cNvSpPr>
          <p:nvPr/>
        </p:nvSpPr>
        <p:spPr>
          <a:xfrm>
            <a:off x="10725150" y="4114800"/>
            <a:ext cx="647700" cy="647700"/>
          </a:xfrm>
          <a:prstGeom prst="ellipse">
            <a:avLst/>
          </a:prstGeom>
          <a:solidFill>
            <a:srgbClr val="FFFFFF"/>
          </a:solidFill>
          <a:ln w="26670">
            <a:solidFill>
              <a:srgbClr val="111827"/>
            </a:solidFill>
          </a:ln>
        </p:spPr>
        <p:txBody>
          <a:bodyPr/>
          <a:lstStyle/>
          <a:p>
            <a:endParaRPr lang="en-US"/>
          </a:p>
        </p:txBody>
      </p:sp>
      <p:sp>
        <p:nvSpPr>
          <p:cNvPr id="27" name="node_4_5">
            <a:extLst>
              <a:ext uri="{FF2B5EF4-FFF2-40B4-BE49-F238E27FC236}">
                <a16:creationId xmlns:a16="http://schemas.microsoft.com/office/drawing/2014/main" id="{915ACEA6-52B2-B799-FE6B-88779CEF184E}"/>
              </a:ext>
            </a:extLst>
          </p:cNvPr>
          <p:cNvSpPr>
            <a:spLocks noGrp="1"/>
          </p:cNvSpPr>
          <p:nvPr/>
        </p:nvSpPr>
        <p:spPr>
          <a:xfrm>
            <a:off x="10725150" y="4791075"/>
            <a:ext cx="647700" cy="647700"/>
          </a:xfrm>
          <a:prstGeom prst="ellipse">
            <a:avLst/>
          </a:prstGeom>
          <a:solidFill>
            <a:srgbClr val="FFFFFF"/>
          </a:solidFill>
          <a:ln w="26670">
            <a:solidFill>
              <a:srgbClr val="111827"/>
            </a:solidFill>
          </a:ln>
        </p:spPr>
        <p:txBody>
          <a:bodyPr/>
          <a:lstStyle/>
          <a:p>
            <a:endParaRPr lang="en-US"/>
          </a:p>
        </p:txBody>
      </p:sp>
      <p:sp>
        <p:nvSpPr>
          <p:cNvPr id="28" name="node_4_6">
            <a:extLst>
              <a:ext uri="{FF2B5EF4-FFF2-40B4-BE49-F238E27FC236}">
                <a16:creationId xmlns:a16="http://schemas.microsoft.com/office/drawing/2014/main" id="{6CCFD7C0-95D4-5DA2-A52A-724827F8E6D0}"/>
              </a:ext>
            </a:extLst>
          </p:cNvPr>
          <p:cNvSpPr>
            <a:spLocks noGrp="1"/>
          </p:cNvSpPr>
          <p:nvPr/>
        </p:nvSpPr>
        <p:spPr>
          <a:xfrm>
            <a:off x="10725150" y="5467350"/>
            <a:ext cx="647700" cy="647700"/>
          </a:xfrm>
          <a:prstGeom prst="ellipse">
            <a:avLst/>
          </a:prstGeom>
          <a:solidFill>
            <a:srgbClr val="FFFFFF"/>
          </a:solidFill>
          <a:ln w="26670">
            <a:solidFill>
              <a:srgbClr val="111827"/>
            </a:solidFill>
          </a:ln>
        </p:spPr>
        <p:txBody>
          <a:bodyPr/>
          <a:lstStyle/>
          <a:p>
            <a:endParaRPr lang="en-US"/>
          </a:p>
        </p:txBody>
      </p:sp>
      <p:sp>
        <p:nvSpPr>
          <p:cNvPr id="30" name="w_0_0_0">
            <a:extLst>
              <a:ext uri="{FF2B5EF4-FFF2-40B4-BE49-F238E27FC236}">
                <a16:creationId xmlns:a16="http://schemas.microsoft.com/office/drawing/2014/main" id="{73637DA2-C8F1-0454-2E82-89362E4D935F}"/>
              </a:ext>
            </a:extLst>
          </p:cNvPr>
          <p:cNvSpPr>
            <a:spLocks noGrp="1"/>
          </p:cNvSpPr>
          <p:nvPr/>
        </p:nvSpPr>
        <p:spPr>
          <a:xfrm>
            <a:off x="2206181" y="209854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2" name="w_0_0_1">
            <a:extLst>
              <a:ext uri="{FF2B5EF4-FFF2-40B4-BE49-F238E27FC236}">
                <a16:creationId xmlns:a16="http://schemas.microsoft.com/office/drawing/2014/main" id="{66E62B2A-60CB-6F58-D133-11C7F9768EBD}"/>
              </a:ext>
            </a:extLst>
          </p:cNvPr>
          <p:cNvSpPr>
            <a:spLocks noGrp="1"/>
          </p:cNvSpPr>
          <p:nvPr/>
        </p:nvSpPr>
        <p:spPr>
          <a:xfrm>
            <a:off x="2767679" y="3147251"/>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4" name="w_0_0_2">
            <a:extLst>
              <a:ext uri="{FF2B5EF4-FFF2-40B4-BE49-F238E27FC236}">
                <a16:creationId xmlns:a16="http://schemas.microsoft.com/office/drawing/2014/main" id="{25EE35D5-9484-A182-2C46-FE2C063D85FC}"/>
              </a:ext>
            </a:extLst>
          </p:cNvPr>
          <p:cNvSpPr>
            <a:spLocks noGrp="1"/>
          </p:cNvSpPr>
          <p:nvPr/>
        </p:nvSpPr>
        <p:spPr>
          <a:xfrm>
            <a:off x="2767679" y="41273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6" name="w_0_1_0">
            <a:extLst>
              <a:ext uri="{FF2B5EF4-FFF2-40B4-BE49-F238E27FC236}">
                <a16:creationId xmlns:a16="http://schemas.microsoft.com/office/drawing/2014/main" id="{C4E6F703-D709-A24F-920F-53373CA006D4}"/>
              </a:ext>
            </a:extLst>
          </p:cNvPr>
          <p:cNvSpPr>
            <a:spLocks noGrp="1"/>
          </p:cNvSpPr>
          <p:nvPr/>
        </p:nvSpPr>
        <p:spPr>
          <a:xfrm>
            <a:off x="1532382" y="263880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38" name="w_0_1_1">
            <a:extLst>
              <a:ext uri="{FF2B5EF4-FFF2-40B4-BE49-F238E27FC236}">
                <a16:creationId xmlns:a16="http://schemas.microsoft.com/office/drawing/2014/main" id="{49F40700-852A-B2B7-8751-DE787DCA9B07}"/>
              </a:ext>
            </a:extLst>
          </p:cNvPr>
          <p:cNvSpPr>
            <a:spLocks noGrp="1"/>
          </p:cNvSpPr>
          <p:nvPr/>
        </p:nvSpPr>
        <p:spPr>
          <a:xfrm>
            <a:off x="1981581" y="310629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0" name="w_0_1_2">
            <a:extLst>
              <a:ext uri="{FF2B5EF4-FFF2-40B4-BE49-F238E27FC236}">
                <a16:creationId xmlns:a16="http://schemas.microsoft.com/office/drawing/2014/main" id="{62942569-CDA6-CA47-2C34-594D201671B5}"/>
              </a:ext>
            </a:extLst>
          </p:cNvPr>
          <p:cNvSpPr>
            <a:spLocks noGrp="1"/>
          </p:cNvSpPr>
          <p:nvPr/>
        </p:nvSpPr>
        <p:spPr>
          <a:xfrm>
            <a:off x="2093881" y="376323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2" name="w_0_2_0">
            <a:extLst>
              <a:ext uri="{FF2B5EF4-FFF2-40B4-BE49-F238E27FC236}">
                <a16:creationId xmlns:a16="http://schemas.microsoft.com/office/drawing/2014/main" id="{769BFA97-A1E4-3AE6-0ED9-943151FD833C}"/>
              </a:ext>
            </a:extLst>
          </p:cNvPr>
          <p:cNvSpPr>
            <a:spLocks noGrp="1"/>
          </p:cNvSpPr>
          <p:nvPr/>
        </p:nvSpPr>
        <p:spPr>
          <a:xfrm>
            <a:off x="2767679" y="260127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4" name="w_0_2_1">
            <a:extLst>
              <a:ext uri="{FF2B5EF4-FFF2-40B4-BE49-F238E27FC236}">
                <a16:creationId xmlns:a16="http://schemas.microsoft.com/office/drawing/2014/main" id="{AC9B8282-5FE4-39BC-4EA1-F2302D5614DD}"/>
              </a:ext>
            </a:extLst>
          </p:cNvPr>
          <p:cNvSpPr>
            <a:spLocks noGrp="1"/>
          </p:cNvSpPr>
          <p:nvPr/>
        </p:nvSpPr>
        <p:spPr>
          <a:xfrm>
            <a:off x="1532382" y="3581400"/>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6" name="w_0_2_2">
            <a:extLst>
              <a:ext uri="{FF2B5EF4-FFF2-40B4-BE49-F238E27FC236}">
                <a16:creationId xmlns:a16="http://schemas.microsoft.com/office/drawing/2014/main" id="{3D8195F9-0C07-7C48-B428-C657B8864B1F}"/>
              </a:ext>
            </a:extLst>
          </p:cNvPr>
          <p:cNvSpPr>
            <a:spLocks noGrp="1"/>
          </p:cNvSpPr>
          <p:nvPr/>
        </p:nvSpPr>
        <p:spPr>
          <a:xfrm>
            <a:off x="2206181" y="426148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48" name="w_0_3_0">
            <a:extLst>
              <a:ext uri="{FF2B5EF4-FFF2-40B4-BE49-F238E27FC236}">
                <a16:creationId xmlns:a16="http://schemas.microsoft.com/office/drawing/2014/main" id="{951EE271-70DD-58BD-BFF6-6789B7C14A46}"/>
              </a:ext>
            </a:extLst>
          </p:cNvPr>
          <p:cNvSpPr>
            <a:spLocks noGrp="1"/>
          </p:cNvSpPr>
          <p:nvPr/>
        </p:nvSpPr>
        <p:spPr>
          <a:xfrm>
            <a:off x="2093881" y="339956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0" name="w_0_3_1">
            <a:extLst>
              <a:ext uri="{FF2B5EF4-FFF2-40B4-BE49-F238E27FC236}">
                <a16:creationId xmlns:a16="http://schemas.microsoft.com/office/drawing/2014/main" id="{DE433875-CAD0-9402-7E16-83DE4FE8318C}"/>
              </a:ext>
            </a:extLst>
          </p:cNvPr>
          <p:cNvSpPr>
            <a:spLocks noGrp="1"/>
          </p:cNvSpPr>
          <p:nvPr/>
        </p:nvSpPr>
        <p:spPr>
          <a:xfrm>
            <a:off x="1532382" y="420395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2" name="w_0_3_2">
            <a:extLst>
              <a:ext uri="{FF2B5EF4-FFF2-40B4-BE49-F238E27FC236}">
                <a16:creationId xmlns:a16="http://schemas.microsoft.com/office/drawing/2014/main" id="{8E212966-AC5A-61F9-0E58-25B39083263A}"/>
              </a:ext>
            </a:extLst>
          </p:cNvPr>
          <p:cNvSpPr>
            <a:spLocks noGrp="1"/>
          </p:cNvSpPr>
          <p:nvPr/>
        </p:nvSpPr>
        <p:spPr>
          <a:xfrm>
            <a:off x="2767679" y="477859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4" name="w_0_4_0">
            <a:extLst>
              <a:ext uri="{FF2B5EF4-FFF2-40B4-BE49-F238E27FC236}">
                <a16:creationId xmlns:a16="http://schemas.microsoft.com/office/drawing/2014/main" id="{0407DE47-C609-B3FF-DC38-C15B1BBACB94}"/>
              </a:ext>
            </a:extLst>
          </p:cNvPr>
          <p:cNvSpPr>
            <a:spLocks noGrp="1"/>
          </p:cNvSpPr>
          <p:nvPr/>
        </p:nvSpPr>
        <p:spPr>
          <a:xfrm>
            <a:off x="1869281" y="410527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6" name="w_0_4_1">
            <a:extLst>
              <a:ext uri="{FF2B5EF4-FFF2-40B4-BE49-F238E27FC236}">
                <a16:creationId xmlns:a16="http://schemas.microsoft.com/office/drawing/2014/main" id="{EF67B218-769C-895D-E259-556355AA273E}"/>
              </a:ext>
            </a:extLst>
          </p:cNvPr>
          <p:cNvSpPr>
            <a:spLocks noGrp="1"/>
          </p:cNvSpPr>
          <p:nvPr/>
        </p:nvSpPr>
        <p:spPr>
          <a:xfrm>
            <a:off x="1532382" y="482650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58" name="w_0_4_2">
            <a:extLst>
              <a:ext uri="{FF2B5EF4-FFF2-40B4-BE49-F238E27FC236}">
                <a16:creationId xmlns:a16="http://schemas.microsoft.com/office/drawing/2014/main" id="{5D191DE7-E94F-269C-5EB9-2DBA684426BA}"/>
              </a:ext>
            </a:extLst>
          </p:cNvPr>
          <p:cNvSpPr>
            <a:spLocks noGrp="1"/>
          </p:cNvSpPr>
          <p:nvPr/>
        </p:nvSpPr>
        <p:spPr>
          <a:xfrm>
            <a:off x="2206181" y="506425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0" name="w_1_0_0">
            <a:extLst>
              <a:ext uri="{FF2B5EF4-FFF2-40B4-BE49-F238E27FC236}">
                <a16:creationId xmlns:a16="http://schemas.microsoft.com/office/drawing/2014/main" id="{25D09D94-5449-5E3D-2F1C-32CB26C20C9F}"/>
              </a:ext>
            </a:extLst>
          </p:cNvPr>
          <p:cNvSpPr>
            <a:spLocks noGrp="1"/>
          </p:cNvSpPr>
          <p:nvPr/>
        </p:nvSpPr>
        <p:spPr>
          <a:xfrm>
            <a:off x="4701731" y="212645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2" name="w_1_0_1">
            <a:extLst>
              <a:ext uri="{FF2B5EF4-FFF2-40B4-BE49-F238E27FC236}">
                <a16:creationId xmlns:a16="http://schemas.microsoft.com/office/drawing/2014/main" id="{DF6B7AFE-A7C3-29ED-AAEC-DC6D368B6066}"/>
              </a:ext>
            </a:extLst>
          </p:cNvPr>
          <p:cNvSpPr>
            <a:spLocks noGrp="1"/>
          </p:cNvSpPr>
          <p:nvPr/>
        </p:nvSpPr>
        <p:spPr>
          <a:xfrm>
            <a:off x="5263229" y="284297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4" name="w_1_0_2">
            <a:extLst>
              <a:ext uri="{FF2B5EF4-FFF2-40B4-BE49-F238E27FC236}">
                <a16:creationId xmlns:a16="http://schemas.microsoft.com/office/drawing/2014/main" id="{BBA8A878-94E2-2B67-FF20-74B40D00C934}"/>
              </a:ext>
            </a:extLst>
          </p:cNvPr>
          <p:cNvSpPr>
            <a:spLocks noGrp="1"/>
          </p:cNvSpPr>
          <p:nvPr/>
        </p:nvSpPr>
        <p:spPr>
          <a:xfrm>
            <a:off x="4252532" y="286083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6" name="w_1_0_3">
            <a:extLst>
              <a:ext uri="{FF2B5EF4-FFF2-40B4-BE49-F238E27FC236}">
                <a16:creationId xmlns:a16="http://schemas.microsoft.com/office/drawing/2014/main" id="{8F044A22-2723-BDA3-A083-682318D6858D}"/>
              </a:ext>
            </a:extLst>
          </p:cNvPr>
          <p:cNvSpPr>
            <a:spLocks noGrp="1"/>
          </p:cNvSpPr>
          <p:nvPr/>
        </p:nvSpPr>
        <p:spPr>
          <a:xfrm>
            <a:off x="5263229" y="438316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68" name="w_1_1_0">
            <a:extLst>
              <a:ext uri="{FF2B5EF4-FFF2-40B4-BE49-F238E27FC236}">
                <a16:creationId xmlns:a16="http://schemas.microsoft.com/office/drawing/2014/main" id="{531996AF-B0E5-3624-9C41-2B96E6EDE379}"/>
              </a:ext>
            </a:extLst>
          </p:cNvPr>
          <p:cNvSpPr>
            <a:spLocks noGrp="1"/>
          </p:cNvSpPr>
          <p:nvPr/>
        </p:nvSpPr>
        <p:spPr>
          <a:xfrm>
            <a:off x="4814030" y="270914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0" name="w_1_1_1">
            <a:extLst>
              <a:ext uri="{FF2B5EF4-FFF2-40B4-BE49-F238E27FC236}">
                <a16:creationId xmlns:a16="http://schemas.microsoft.com/office/drawing/2014/main" id="{3A89F9A2-16EF-3778-D5DE-2BE41467BF8A}"/>
              </a:ext>
            </a:extLst>
          </p:cNvPr>
          <p:cNvSpPr>
            <a:spLocks noGrp="1"/>
          </p:cNvSpPr>
          <p:nvPr/>
        </p:nvSpPr>
        <p:spPr>
          <a:xfrm>
            <a:off x="4027932" y="3455670"/>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2" name="w_1_1_2">
            <a:extLst>
              <a:ext uri="{FF2B5EF4-FFF2-40B4-BE49-F238E27FC236}">
                <a16:creationId xmlns:a16="http://schemas.microsoft.com/office/drawing/2014/main" id="{C1F78494-CD22-D6C2-69B3-FFE2FEFCD51B}"/>
              </a:ext>
            </a:extLst>
          </p:cNvPr>
          <p:cNvSpPr>
            <a:spLocks noGrp="1"/>
          </p:cNvSpPr>
          <p:nvPr/>
        </p:nvSpPr>
        <p:spPr>
          <a:xfrm>
            <a:off x="4701731" y="384857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4" name="w_1_1_3">
            <a:extLst>
              <a:ext uri="{FF2B5EF4-FFF2-40B4-BE49-F238E27FC236}">
                <a16:creationId xmlns:a16="http://schemas.microsoft.com/office/drawing/2014/main" id="{76D6FEB7-0215-B89B-4E27-A58CCC5E958F}"/>
              </a:ext>
            </a:extLst>
          </p:cNvPr>
          <p:cNvSpPr>
            <a:spLocks noGrp="1"/>
          </p:cNvSpPr>
          <p:nvPr/>
        </p:nvSpPr>
        <p:spPr>
          <a:xfrm>
            <a:off x="4140232" y="402931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6" name="w_1_2_0">
            <a:extLst>
              <a:ext uri="{FF2B5EF4-FFF2-40B4-BE49-F238E27FC236}">
                <a16:creationId xmlns:a16="http://schemas.microsoft.com/office/drawing/2014/main" id="{F89EB089-451B-08E9-CF5C-6A9A7FB345BA}"/>
              </a:ext>
            </a:extLst>
          </p:cNvPr>
          <p:cNvSpPr>
            <a:spLocks noGrp="1"/>
          </p:cNvSpPr>
          <p:nvPr/>
        </p:nvSpPr>
        <p:spPr>
          <a:xfrm>
            <a:off x="4814030" y="3302556"/>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78" name="w_1_2_1">
            <a:extLst>
              <a:ext uri="{FF2B5EF4-FFF2-40B4-BE49-F238E27FC236}">
                <a16:creationId xmlns:a16="http://schemas.microsoft.com/office/drawing/2014/main" id="{07C6C52A-4F85-34BB-4579-5BEA3C7EFFA1}"/>
              </a:ext>
            </a:extLst>
          </p:cNvPr>
          <p:cNvSpPr>
            <a:spLocks noGrp="1"/>
          </p:cNvSpPr>
          <p:nvPr/>
        </p:nvSpPr>
        <p:spPr>
          <a:xfrm>
            <a:off x="5263229" y="354972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0" name="w_1_2_2">
            <a:extLst>
              <a:ext uri="{FF2B5EF4-FFF2-40B4-BE49-F238E27FC236}">
                <a16:creationId xmlns:a16="http://schemas.microsoft.com/office/drawing/2014/main" id="{255B4F0E-140C-8DD0-E183-E20096DA2894}"/>
              </a:ext>
            </a:extLst>
          </p:cNvPr>
          <p:cNvSpPr>
            <a:spLocks noGrp="1"/>
          </p:cNvSpPr>
          <p:nvPr/>
        </p:nvSpPr>
        <p:spPr>
          <a:xfrm>
            <a:off x="4027932" y="4720590"/>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2" name="w_1_2_3">
            <a:extLst>
              <a:ext uri="{FF2B5EF4-FFF2-40B4-BE49-F238E27FC236}">
                <a16:creationId xmlns:a16="http://schemas.microsoft.com/office/drawing/2014/main" id="{ED50B8BD-3D30-2D76-09A8-E5519D2285DA}"/>
              </a:ext>
            </a:extLst>
          </p:cNvPr>
          <p:cNvSpPr>
            <a:spLocks noGrp="1"/>
          </p:cNvSpPr>
          <p:nvPr/>
        </p:nvSpPr>
        <p:spPr>
          <a:xfrm>
            <a:off x="4814030" y="504705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4" name="w_2_0_0">
            <a:extLst>
              <a:ext uri="{FF2B5EF4-FFF2-40B4-BE49-F238E27FC236}">
                <a16:creationId xmlns:a16="http://schemas.microsoft.com/office/drawing/2014/main" id="{FBEE4293-6560-A313-80A3-E83CB2F2F16E}"/>
              </a:ext>
            </a:extLst>
          </p:cNvPr>
          <p:cNvSpPr>
            <a:spLocks noGrp="1"/>
          </p:cNvSpPr>
          <p:nvPr/>
        </p:nvSpPr>
        <p:spPr>
          <a:xfrm>
            <a:off x="7153561" y="213121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6" name="w_2_0_1">
            <a:extLst>
              <a:ext uri="{FF2B5EF4-FFF2-40B4-BE49-F238E27FC236}">
                <a16:creationId xmlns:a16="http://schemas.microsoft.com/office/drawing/2014/main" id="{DAE8D30A-9DB6-3A78-7D4B-413EE7211CFC}"/>
              </a:ext>
            </a:extLst>
          </p:cNvPr>
          <p:cNvSpPr>
            <a:spLocks noGrp="1"/>
          </p:cNvSpPr>
          <p:nvPr/>
        </p:nvSpPr>
        <p:spPr>
          <a:xfrm>
            <a:off x="7695771" y="316491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88" name="w_2_0_2">
            <a:extLst>
              <a:ext uri="{FF2B5EF4-FFF2-40B4-BE49-F238E27FC236}">
                <a16:creationId xmlns:a16="http://schemas.microsoft.com/office/drawing/2014/main" id="{14C4604A-C3B9-4E30-ADB4-6167D73241C7}"/>
              </a:ext>
            </a:extLst>
          </p:cNvPr>
          <p:cNvSpPr>
            <a:spLocks noGrp="1"/>
          </p:cNvSpPr>
          <p:nvPr/>
        </p:nvSpPr>
        <p:spPr>
          <a:xfrm>
            <a:off x="7695771" y="414504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0" name="w_2_1_0">
            <a:extLst>
              <a:ext uri="{FF2B5EF4-FFF2-40B4-BE49-F238E27FC236}">
                <a16:creationId xmlns:a16="http://schemas.microsoft.com/office/drawing/2014/main" id="{3B53F1CB-7FAB-C43D-5F1D-3CA6B56D454A}"/>
              </a:ext>
            </a:extLst>
          </p:cNvPr>
          <p:cNvSpPr>
            <a:spLocks noGrp="1"/>
          </p:cNvSpPr>
          <p:nvPr/>
        </p:nvSpPr>
        <p:spPr>
          <a:xfrm>
            <a:off x="6502908" y="286321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2" name="w_2_1_1">
            <a:extLst>
              <a:ext uri="{FF2B5EF4-FFF2-40B4-BE49-F238E27FC236}">
                <a16:creationId xmlns:a16="http://schemas.microsoft.com/office/drawing/2014/main" id="{C776E1F8-4F77-CE8F-2476-B63E5464EC12}"/>
              </a:ext>
            </a:extLst>
          </p:cNvPr>
          <p:cNvSpPr>
            <a:spLocks noGrp="1"/>
          </p:cNvSpPr>
          <p:nvPr/>
        </p:nvSpPr>
        <p:spPr>
          <a:xfrm>
            <a:off x="7045119" y="330112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4" name="w_2_1_2">
            <a:extLst>
              <a:ext uri="{FF2B5EF4-FFF2-40B4-BE49-F238E27FC236}">
                <a16:creationId xmlns:a16="http://schemas.microsoft.com/office/drawing/2014/main" id="{A8B08051-B38A-F90D-33DD-9A6D76E436A0}"/>
              </a:ext>
            </a:extLst>
          </p:cNvPr>
          <p:cNvSpPr>
            <a:spLocks noGrp="1"/>
          </p:cNvSpPr>
          <p:nvPr/>
        </p:nvSpPr>
        <p:spPr>
          <a:xfrm>
            <a:off x="7045119" y="392120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6" name="w_2_2_0">
            <a:extLst>
              <a:ext uri="{FF2B5EF4-FFF2-40B4-BE49-F238E27FC236}">
                <a16:creationId xmlns:a16="http://schemas.microsoft.com/office/drawing/2014/main" id="{16F7B070-6D26-2621-73A6-897564A1DFE6}"/>
              </a:ext>
            </a:extLst>
          </p:cNvPr>
          <p:cNvSpPr>
            <a:spLocks noGrp="1"/>
          </p:cNvSpPr>
          <p:nvPr/>
        </p:nvSpPr>
        <p:spPr>
          <a:xfrm>
            <a:off x="6502908" y="365950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98" name="w_2_2_1">
            <a:extLst>
              <a:ext uri="{FF2B5EF4-FFF2-40B4-BE49-F238E27FC236}">
                <a16:creationId xmlns:a16="http://schemas.microsoft.com/office/drawing/2014/main" id="{1888D919-DF85-E444-4720-F0FF73A7708D}"/>
              </a:ext>
            </a:extLst>
          </p:cNvPr>
          <p:cNvSpPr>
            <a:spLocks noGrp="1"/>
          </p:cNvSpPr>
          <p:nvPr/>
        </p:nvSpPr>
        <p:spPr>
          <a:xfrm>
            <a:off x="7695771" y="3720227"/>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0" name="w_2_2_2">
            <a:extLst>
              <a:ext uri="{FF2B5EF4-FFF2-40B4-BE49-F238E27FC236}">
                <a16:creationId xmlns:a16="http://schemas.microsoft.com/office/drawing/2014/main" id="{9B3A03AB-3CAA-BA6C-7037-4398195798AA}"/>
              </a:ext>
            </a:extLst>
          </p:cNvPr>
          <p:cNvSpPr>
            <a:spLocks noGrp="1"/>
          </p:cNvSpPr>
          <p:nvPr/>
        </p:nvSpPr>
        <p:spPr>
          <a:xfrm>
            <a:off x="7153561" y="451818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2" name="w_2_3_0">
            <a:extLst>
              <a:ext uri="{FF2B5EF4-FFF2-40B4-BE49-F238E27FC236}">
                <a16:creationId xmlns:a16="http://schemas.microsoft.com/office/drawing/2014/main" id="{F86C1D3F-6795-F415-D358-2FC93E7E5B53}"/>
              </a:ext>
            </a:extLst>
          </p:cNvPr>
          <p:cNvSpPr>
            <a:spLocks noGrp="1"/>
          </p:cNvSpPr>
          <p:nvPr/>
        </p:nvSpPr>
        <p:spPr>
          <a:xfrm>
            <a:off x="6502908" y="445579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4" name="w_2_3_1">
            <a:extLst>
              <a:ext uri="{FF2B5EF4-FFF2-40B4-BE49-F238E27FC236}">
                <a16:creationId xmlns:a16="http://schemas.microsoft.com/office/drawing/2014/main" id="{F76A77B8-FADE-B3E2-663B-0F44DD0F8EFD}"/>
              </a:ext>
            </a:extLst>
          </p:cNvPr>
          <p:cNvSpPr>
            <a:spLocks noGrp="1"/>
          </p:cNvSpPr>
          <p:nvPr/>
        </p:nvSpPr>
        <p:spPr>
          <a:xfrm>
            <a:off x="6502908" y="477583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6" name="w_2_3_2">
            <a:extLst>
              <a:ext uri="{FF2B5EF4-FFF2-40B4-BE49-F238E27FC236}">
                <a16:creationId xmlns:a16="http://schemas.microsoft.com/office/drawing/2014/main" id="{F237C371-5349-E21B-B141-C62FFBC42E66}"/>
              </a:ext>
            </a:extLst>
          </p:cNvPr>
          <p:cNvSpPr>
            <a:spLocks noGrp="1"/>
          </p:cNvSpPr>
          <p:nvPr/>
        </p:nvSpPr>
        <p:spPr>
          <a:xfrm>
            <a:off x="7695771" y="497800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08" name="w_3_0_0">
            <a:extLst>
              <a:ext uri="{FF2B5EF4-FFF2-40B4-BE49-F238E27FC236}">
                <a16:creationId xmlns:a16="http://schemas.microsoft.com/office/drawing/2014/main" id="{2ABD5AC8-F74F-8BAD-798C-2AE520F4F6F5}"/>
              </a:ext>
            </a:extLst>
          </p:cNvPr>
          <p:cNvSpPr>
            <a:spLocks noGrp="1"/>
          </p:cNvSpPr>
          <p:nvPr/>
        </p:nvSpPr>
        <p:spPr>
          <a:xfrm>
            <a:off x="9660541" y="19175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0" name="w_3_0_1">
            <a:extLst>
              <a:ext uri="{FF2B5EF4-FFF2-40B4-BE49-F238E27FC236}">
                <a16:creationId xmlns:a16="http://schemas.microsoft.com/office/drawing/2014/main" id="{A571E722-25A3-5361-CB32-73DCE3F7A3AF}"/>
              </a:ext>
            </a:extLst>
          </p:cNvPr>
          <p:cNvSpPr>
            <a:spLocks noGrp="1"/>
          </p:cNvSpPr>
          <p:nvPr/>
        </p:nvSpPr>
        <p:spPr>
          <a:xfrm>
            <a:off x="8958453" y="225475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2" name="w_3_0_2">
            <a:extLst>
              <a:ext uri="{FF2B5EF4-FFF2-40B4-BE49-F238E27FC236}">
                <a16:creationId xmlns:a16="http://schemas.microsoft.com/office/drawing/2014/main" id="{37487F75-7CEC-15F9-6280-7A4C345C5A39}"/>
              </a:ext>
            </a:extLst>
          </p:cNvPr>
          <p:cNvSpPr>
            <a:spLocks noGrp="1"/>
          </p:cNvSpPr>
          <p:nvPr/>
        </p:nvSpPr>
        <p:spPr>
          <a:xfrm>
            <a:off x="10245614" y="276596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4" name="w_3_0_3">
            <a:extLst>
              <a:ext uri="{FF2B5EF4-FFF2-40B4-BE49-F238E27FC236}">
                <a16:creationId xmlns:a16="http://schemas.microsoft.com/office/drawing/2014/main" id="{C6C5E5A6-B51E-0E8D-B058-D3C22807A3A1}"/>
              </a:ext>
            </a:extLst>
          </p:cNvPr>
          <p:cNvSpPr>
            <a:spLocks noGrp="1"/>
          </p:cNvSpPr>
          <p:nvPr/>
        </p:nvSpPr>
        <p:spPr>
          <a:xfrm>
            <a:off x="9426512" y="28279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6" name="w_3_0_4">
            <a:extLst>
              <a:ext uri="{FF2B5EF4-FFF2-40B4-BE49-F238E27FC236}">
                <a16:creationId xmlns:a16="http://schemas.microsoft.com/office/drawing/2014/main" id="{34062D11-B8C3-2DFD-23F8-4AE10843301D}"/>
              </a:ext>
            </a:extLst>
          </p:cNvPr>
          <p:cNvSpPr>
            <a:spLocks noGrp="1"/>
          </p:cNvSpPr>
          <p:nvPr/>
        </p:nvSpPr>
        <p:spPr>
          <a:xfrm>
            <a:off x="10245614" y="376008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18" name="w_3_0_5">
            <a:extLst>
              <a:ext uri="{FF2B5EF4-FFF2-40B4-BE49-F238E27FC236}">
                <a16:creationId xmlns:a16="http://schemas.microsoft.com/office/drawing/2014/main" id="{3D67CF78-011C-9EDB-7C71-9467E0C63D93}"/>
              </a:ext>
            </a:extLst>
          </p:cNvPr>
          <p:cNvSpPr>
            <a:spLocks noGrp="1"/>
          </p:cNvSpPr>
          <p:nvPr/>
        </p:nvSpPr>
        <p:spPr>
          <a:xfrm>
            <a:off x="9543526" y="351905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0" name="w_3_0_6">
            <a:extLst>
              <a:ext uri="{FF2B5EF4-FFF2-40B4-BE49-F238E27FC236}">
                <a16:creationId xmlns:a16="http://schemas.microsoft.com/office/drawing/2014/main" id="{3983AEC1-0D88-1E7C-31DF-221855FC7998}"/>
              </a:ext>
            </a:extLst>
          </p:cNvPr>
          <p:cNvSpPr>
            <a:spLocks noGrp="1"/>
          </p:cNvSpPr>
          <p:nvPr/>
        </p:nvSpPr>
        <p:spPr>
          <a:xfrm>
            <a:off x="10245614" y="475421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2" name="w_3_1_0">
            <a:extLst>
              <a:ext uri="{FF2B5EF4-FFF2-40B4-BE49-F238E27FC236}">
                <a16:creationId xmlns:a16="http://schemas.microsoft.com/office/drawing/2014/main" id="{1796BD84-C57B-2B54-AD72-53D35E4FFD7D}"/>
              </a:ext>
            </a:extLst>
          </p:cNvPr>
          <p:cNvSpPr>
            <a:spLocks noGrp="1"/>
          </p:cNvSpPr>
          <p:nvPr/>
        </p:nvSpPr>
        <p:spPr>
          <a:xfrm>
            <a:off x="10245614" y="212521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4" name="w_3_1_1">
            <a:extLst>
              <a:ext uri="{FF2B5EF4-FFF2-40B4-BE49-F238E27FC236}">
                <a16:creationId xmlns:a16="http://schemas.microsoft.com/office/drawing/2014/main" id="{3212AD84-038E-8222-33E3-43DD1FC12A95}"/>
              </a:ext>
            </a:extLst>
          </p:cNvPr>
          <p:cNvSpPr>
            <a:spLocks noGrp="1"/>
          </p:cNvSpPr>
          <p:nvPr/>
        </p:nvSpPr>
        <p:spPr>
          <a:xfrm>
            <a:off x="8958453" y="326821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6" name="w_3_1_2">
            <a:extLst>
              <a:ext uri="{FF2B5EF4-FFF2-40B4-BE49-F238E27FC236}">
                <a16:creationId xmlns:a16="http://schemas.microsoft.com/office/drawing/2014/main" id="{680EB0F9-2749-E5C1-7259-206FD1702234}"/>
              </a:ext>
            </a:extLst>
          </p:cNvPr>
          <p:cNvSpPr>
            <a:spLocks noGrp="1"/>
          </p:cNvSpPr>
          <p:nvPr/>
        </p:nvSpPr>
        <p:spPr>
          <a:xfrm>
            <a:off x="10011585" y="3175921"/>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28" name="w_3_1_3">
            <a:extLst>
              <a:ext uri="{FF2B5EF4-FFF2-40B4-BE49-F238E27FC236}">
                <a16:creationId xmlns:a16="http://schemas.microsoft.com/office/drawing/2014/main" id="{E0E32E12-AB5F-8FD2-7B24-630F908B942C}"/>
              </a:ext>
            </a:extLst>
          </p:cNvPr>
          <p:cNvSpPr>
            <a:spLocks noGrp="1"/>
          </p:cNvSpPr>
          <p:nvPr/>
        </p:nvSpPr>
        <p:spPr>
          <a:xfrm>
            <a:off x="9075468" y="359497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0" name="w_3_1_4">
            <a:extLst>
              <a:ext uri="{FF2B5EF4-FFF2-40B4-BE49-F238E27FC236}">
                <a16:creationId xmlns:a16="http://schemas.microsoft.com/office/drawing/2014/main" id="{37285197-A84A-2556-1655-CE64A2F8CC26}"/>
              </a:ext>
            </a:extLst>
          </p:cNvPr>
          <p:cNvSpPr>
            <a:spLocks noGrp="1"/>
          </p:cNvSpPr>
          <p:nvPr/>
        </p:nvSpPr>
        <p:spPr>
          <a:xfrm>
            <a:off x="9777555" y="398316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2" name="w_3_1_5">
            <a:extLst>
              <a:ext uri="{FF2B5EF4-FFF2-40B4-BE49-F238E27FC236}">
                <a16:creationId xmlns:a16="http://schemas.microsoft.com/office/drawing/2014/main" id="{FCFDE268-002C-7192-43DB-D37E8E6E7A50}"/>
              </a:ext>
            </a:extLst>
          </p:cNvPr>
          <p:cNvSpPr>
            <a:spLocks noGrp="1"/>
          </p:cNvSpPr>
          <p:nvPr/>
        </p:nvSpPr>
        <p:spPr>
          <a:xfrm>
            <a:off x="9192482" y="404345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4" name="w_3_1_6">
            <a:extLst>
              <a:ext uri="{FF2B5EF4-FFF2-40B4-BE49-F238E27FC236}">
                <a16:creationId xmlns:a16="http://schemas.microsoft.com/office/drawing/2014/main" id="{9D00715E-AC18-31A3-624E-4ADD2EAFB5E6}"/>
              </a:ext>
            </a:extLst>
          </p:cNvPr>
          <p:cNvSpPr>
            <a:spLocks noGrp="1"/>
          </p:cNvSpPr>
          <p:nvPr/>
        </p:nvSpPr>
        <p:spPr>
          <a:xfrm>
            <a:off x="9543526" y="4546949"/>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6" name="w_3_2_0">
            <a:extLst>
              <a:ext uri="{FF2B5EF4-FFF2-40B4-BE49-F238E27FC236}">
                <a16:creationId xmlns:a16="http://schemas.microsoft.com/office/drawing/2014/main" id="{0E8214B9-E8A6-18DF-480E-77518D3124FE}"/>
              </a:ext>
            </a:extLst>
          </p:cNvPr>
          <p:cNvSpPr>
            <a:spLocks noGrp="1"/>
          </p:cNvSpPr>
          <p:nvPr/>
        </p:nvSpPr>
        <p:spPr>
          <a:xfrm>
            <a:off x="9660541" y="3224403"/>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38" name="w_3_2_1">
            <a:extLst>
              <a:ext uri="{FF2B5EF4-FFF2-40B4-BE49-F238E27FC236}">
                <a16:creationId xmlns:a16="http://schemas.microsoft.com/office/drawing/2014/main" id="{51FA8BD6-98AC-EF6A-59F5-387438328043}"/>
              </a:ext>
            </a:extLst>
          </p:cNvPr>
          <p:cNvSpPr>
            <a:spLocks noGrp="1"/>
          </p:cNvSpPr>
          <p:nvPr/>
        </p:nvSpPr>
        <p:spPr>
          <a:xfrm>
            <a:off x="9426512" y="380676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0" name="w_3_2_2">
            <a:extLst>
              <a:ext uri="{FF2B5EF4-FFF2-40B4-BE49-F238E27FC236}">
                <a16:creationId xmlns:a16="http://schemas.microsoft.com/office/drawing/2014/main" id="{3BC246B5-1574-ADBA-CD16-E5FFDAB36532}"/>
              </a:ext>
            </a:extLst>
          </p:cNvPr>
          <p:cNvSpPr>
            <a:spLocks noGrp="1"/>
          </p:cNvSpPr>
          <p:nvPr/>
        </p:nvSpPr>
        <p:spPr>
          <a:xfrm>
            <a:off x="8958453" y="444398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2" name="w_3_2_3">
            <a:extLst>
              <a:ext uri="{FF2B5EF4-FFF2-40B4-BE49-F238E27FC236}">
                <a16:creationId xmlns:a16="http://schemas.microsoft.com/office/drawing/2014/main" id="{FBE15231-06EB-D8CD-7CB7-E217CDF9E05E}"/>
              </a:ext>
            </a:extLst>
          </p:cNvPr>
          <p:cNvSpPr>
            <a:spLocks noGrp="1"/>
          </p:cNvSpPr>
          <p:nvPr/>
        </p:nvSpPr>
        <p:spPr>
          <a:xfrm>
            <a:off x="9660541" y="4259104"/>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4" name="w_3_2_4">
            <a:extLst>
              <a:ext uri="{FF2B5EF4-FFF2-40B4-BE49-F238E27FC236}">
                <a16:creationId xmlns:a16="http://schemas.microsoft.com/office/drawing/2014/main" id="{726A946C-ACED-715A-1EDD-0F7B8BDDADB8}"/>
              </a:ext>
            </a:extLst>
          </p:cNvPr>
          <p:cNvSpPr>
            <a:spLocks noGrp="1"/>
          </p:cNvSpPr>
          <p:nvPr/>
        </p:nvSpPr>
        <p:spPr>
          <a:xfrm>
            <a:off x="9192482" y="4713732"/>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6" name="w_3_2_5">
            <a:extLst>
              <a:ext uri="{FF2B5EF4-FFF2-40B4-BE49-F238E27FC236}">
                <a16:creationId xmlns:a16="http://schemas.microsoft.com/office/drawing/2014/main" id="{8DDDB624-1ED2-BFB1-85E0-FB8C5B60EB5D}"/>
              </a:ext>
            </a:extLst>
          </p:cNvPr>
          <p:cNvSpPr>
            <a:spLocks noGrp="1"/>
          </p:cNvSpPr>
          <p:nvPr/>
        </p:nvSpPr>
        <p:spPr>
          <a:xfrm>
            <a:off x="9777555" y="4951905"/>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8" name="w_3_2_6">
            <a:extLst>
              <a:ext uri="{FF2B5EF4-FFF2-40B4-BE49-F238E27FC236}">
                <a16:creationId xmlns:a16="http://schemas.microsoft.com/office/drawing/2014/main" id="{45AB34EB-60D2-11B2-DF9B-DCE1DF043E54}"/>
              </a:ext>
            </a:extLst>
          </p:cNvPr>
          <p:cNvSpPr>
            <a:spLocks noGrp="1"/>
          </p:cNvSpPr>
          <p:nvPr/>
        </p:nvSpPr>
        <p:spPr>
          <a:xfrm>
            <a:off x="10245614" y="5460968"/>
            <a:ext cx="228600" cy="266700"/>
          </a:xfrm>
          <a:prstGeom prst="rect">
            <a:avLst/>
          </a:prstGeom>
          <a:solidFill>
            <a:srgbClr val="FFFFFF"/>
          </a:solidFill>
          <a:ln w="0">
            <a:noFill/>
          </a:ln>
        </p:spPr>
        <p:txBody>
          <a:bodyPr wrap="none" lIns="0" tIns="0" rIns="0" bIns="0" anchor="ctr">
            <a:noAutofit/>
          </a:bodyPr>
          <a:lstStyle/>
          <a:p>
            <a:pPr algn="ctr">
              <a:defRPr sz="1800" b="0">
                <a:solidFill>
                  <a:srgbClr val="566170"/>
                </a:solidFill>
                <a:latin typeface="Arial"/>
                <a:ea typeface="Arial"/>
                <a:cs typeface="Arial"/>
              </a:defRPr>
            </a:pPr>
            <a:r>
              <a:rPr sz="1800" b="0">
                <a:solidFill>
                  <a:srgbClr val="566170"/>
                </a:solidFill>
                <a:latin typeface="Arial"/>
                <a:ea typeface="Arial"/>
                <a:cs typeface="Arial"/>
              </a:rPr>
              <a:t>w</a:t>
            </a:r>
          </a:p>
        </p:txBody>
      </p:sp>
      <p:sp>
        <p:nvSpPr>
          <p:cNvPr id="149" name="first_weight_0">
            <a:extLst>
              <a:ext uri="{FF2B5EF4-FFF2-40B4-BE49-F238E27FC236}">
                <a16:creationId xmlns:a16="http://schemas.microsoft.com/office/drawing/2014/main" id="{2899DD32-63B4-7FD6-3421-D445929C9FDE}"/>
              </a:ext>
            </a:extLst>
          </p:cNvPr>
          <p:cNvSpPr>
            <a:spLocks noGrp="1"/>
          </p:cNvSpPr>
          <p:nvPr/>
        </p:nvSpPr>
        <p:spPr>
          <a:xfrm>
            <a:off x="1579626" y="2362581"/>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2</a:t>
            </a:r>
          </a:p>
        </p:txBody>
      </p:sp>
      <p:sp>
        <p:nvSpPr>
          <p:cNvPr id="150" name="first_weight_1">
            <a:extLst>
              <a:ext uri="{FF2B5EF4-FFF2-40B4-BE49-F238E27FC236}">
                <a16:creationId xmlns:a16="http://schemas.microsoft.com/office/drawing/2014/main" id="{93898AFF-450F-5457-7A17-3ADD4D9E786E}"/>
              </a:ext>
            </a:extLst>
          </p:cNvPr>
          <p:cNvSpPr>
            <a:spLocks noGrp="1"/>
          </p:cNvSpPr>
          <p:nvPr/>
        </p:nvSpPr>
        <p:spPr>
          <a:xfrm>
            <a:off x="1579626" y="2919603"/>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−1</a:t>
            </a:r>
          </a:p>
        </p:txBody>
      </p:sp>
      <p:sp>
        <p:nvSpPr>
          <p:cNvPr id="151" name="first_weight_2">
            <a:extLst>
              <a:ext uri="{FF2B5EF4-FFF2-40B4-BE49-F238E27FC236}">
                <a16:creationId xmlns:a16="http://schemas.microsoft.com/office/drawing/2014/main" id="{86E2E6A1-2EF8-FA60-110A-C43CCC2701EC}"/>
              </a:ext>
            </a:extLst>
          </p:cNvPr>
          <p:cNvSpPr>
            <a:spLocks noGrp="1"/>
          </p:cNvSpPr>
          <p:nvPr/>
        </p:nvSpPr>
        <p:spPr>
          <a:xfrm>
            <a:off x="1579626" y="3476625"/>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1</a:t>
            </a:r>
          </a:p>
        </p:txBody>
      </p:sp>
      <p:sp>
        <p:nvSpPr>
          <p:cNvPr id="152" name="first_weight_3">
            <a:extLst>
              <a:ext uri="{FF2B5EF4-FFF2-40B4-BE49-F238E27FC236}">
                <a16:creationId xmlns:a16="http://schemas.microsoft.com/office/drawing/2014/main" id="{68436FCA-87BE-7AAE-50F2-030AC965B294}"/>
              </a:ext>
            </a:extLst>
          </p:cNvPr>
          <p:cNvSpPr>
            <a:spLocks noGrp="1"/>
          </p:cNvSpPr>
          <p:nvPr/>
        </p:nvSpPr>
        <p:spPr>
          <a:xfrm>
            <a:off x="1579626" y="4033647"/>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3</a:t>
            </a:r>
          </a:p>
        </p:txBody>
      </p:sp>
      <p:sp>
        <p:nvSpPr>
          <p:cNvPr id="153" name="first_weight_4">
            <a:extLst>
              <a:ext uri="{FF2B5EF4-FFF2-40B4-BE49-F238E27FC236}">
                <a16:creationId xmlns:a16="http://schemas.microsoft.com/office/drawing/2014/main" id="{B8E9C55E-D732-F236-4622-4E413AF7F20D}"/>
              </a:ext>
            </a:extLst>
          </p:cNvPr>
          <p:cNvSpPr>
            <a:spLocks noGrp="1"/>
          </p:cNvSpPr>
          <p:nvPr/>
        </p:nvSpPr>
        <p:spPr>
          <a:xfrm>
            <a:off x="1579626" y="4590669"/>
            <a:ext cx="533400" cy="476250"/>
          </a:xfrm>
          <a:prstGeom prst="rect">
            <a:avLst/>
          </a:prstGeom>
          <a:solidFill>
            <a:srgbClr val="FFFFFF"/>
          </a:solidFill>
          <a:ln w="0">
            <a:noFill/>
          </a:ln>
        </p:spPr>
        <p:txBody>
          <a:bodyPr wrap="none" lIns="0" tIns="0" rIns="0" bIns="0" anchor="ctr">
            <a:noAutofit/>
          </a:bodyPr>
          <a:lstStyle/>
          <a:p>
            <a:pPr algn="ctr">
              <a:defRPr sz="2700" b="1">
                <a:solidFill>
                  <a:srgbClr val="000000"/>
                </a:solidFill>
                <a:latin typeface="Arial"/>
                <a:ea typeface="Arial"/>
                <a:cs typeface="Arial"/>
              </a:defRPr>
            </a:pPr>
            <a:r>
              <a:rPr sz="2700" b="1">
                <a:solidFill>
                  <a:srgbClr val="000000"/>
                </a:solidFill>
                <a:latin typeface="Arial"/>
                <a:ea typeface="Arial"/>
                <a:cs typeface="Arial"/>
              </a:rPr>
              <a:t>−2</a:t>
            </a:r>
          </a:p>
        </p:txBody>
      </p:sp>
      <p:sp>
        <p:nvSpPr>
          <p:cNvPr id="154" name="act_0_0">
            <a:extLst>
              <a:ext uri="{FF2B5EF4-FFF2-40B4-BE49-F238E27FC236}">
                <a16:creationId xmlns:a16="http://schemas.microsoft.com/office/drawing/2014/main" id="{110BCFC0-3C12-2330-792F-9EA53E279B51}"/>
              </a:ext>
            </a:extLst>
          </p:cNvPr>
          <p:cNvSpPr>
            <a:spLocks noGrp="1"/>
          </p:cNvSpPr>
          <p:nvPr/>
        </p:nvSpPr>
        <p:spPr>
          <a:xfrm>
            <a:off x="723900" y="18288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2</a:t>
            </a:r>
          </a:p>
        </p:txBody>
      </p:sp>
      <p:sp>
        <p:nvSpPr>
          <p:cNvPr id="155" name="act_0_1">
            <a:extLst>
              <a:ext uri="{FF2B5EF4-FFF2-40B4-BE49-F238E27FC236}">
                <a16:creationId xmlns:a16="http://schemas.microsoft.com/office/drawing/2014/main" id="{6F1BB5CA-F831-6F8A-F05F-69A281E39A91}"/>
              </a:ext>
            </a:extLst>
          </p:cNvPr>
          <p:cNvSpPr>
            <a:spLocks noGrp="1"/>
          </p:cNvSpPr>
          <p:nvPr/>
        </p:nvSpPr>
        <p:spPr>
          <a:xfrm>
            <a:off x="723900" y="264795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1</a:t>
            </a:r>
          </a:p>
        </p:txBody>
      </p:sp>
      <p:sp>
        <p:nvSpPr>
          <p:cNvPr id="156" name="act_0_2">
            <a:extLst>
              <a:ext uri="{FF2B5EF4-FFF2-40B4-BE49-F238E27FC236}">
                <a16:creationId xmlns:a16="http://schemas.microsoft.com/office/drawing/2014/main" id="{9134A792-53A3-9431-00D4-C5D5A5274776}"/>
              </a:ext>
            </a:extLst>
          </p:cNvPr>
          <p:cNvSpPr>
            <a:spLocks noGrp="1"/>
          </p:cNvSpPr>
          <p:nvPr/>
        </p:nvSpPr>
        <p:spPr>
          <a:xfrm>
            <a:off x="723900" y="34671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3</a:t>
            </a:r>
          </a:p>
        </p:txBody>
      </p:sp>
      <p:sp>
        <p:nvSpPr>
          <p:cNvPr id="157" name="act_0_3">
            <a:extLst>
              <a:ext uri="{FF2B5EF4-FFF2-40B4-BE49-F238E27FC236}">
                <a16:creationId xmlns:a16="http://schemas.microsoft.com/office/drawing/2014/main" id="{A231A0EC-1D1F-E066-CAA7-F70FBDB96F33}"/>
              </a:ext>
            </a:extLst>
          </p:cNvPr>
          <p:cNvSpPr>
            <a:spLocks noGrp="1"/>
          </p:cNvSpPr>
          <p:nvPr/>
        </p:nvSpPr>
        <p:spPr>
          <a:xfrm>
            <a:off x="723900" y="428625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4</a:t>
            </a:r>
          </a:p>
        </p:txBody>
      </p:sp>
      <p:sp>
        <p:nvSpPr>
          <p:cNvPr id="158" name="act_0_4">
            <a:extLst>
              <a:ext uri="{FF2B5EF4-FFF2-40B4-BE49-F238E27FC236}">
                <a16:creationId xmlns:a16="http://schemas.microsoft.com/office/drawing/2014/main" id="{9217465B-8DA1-F72B-D347-2A0050A9A6BE}"/>
              </a:ext>
            </a:extLst>
          </p:cNvPr>
          <p:cNvSpPr>
            <a:spLocks noGrp="1"/>
          </p:cNvSpPr>
          <p:nvPr/>
        </p:nvSpPr>
        <p:spPr>
          <a:xfrm>
            <a:off x="723900" y="51054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2</a:t>
            </a:r>
          </a:p>
        </p:txBody>
      </p:sp>
      <p:sp>
        <p:nvSpPr>
          <p:cNvPr id="159" name="act_1_0">
            <a:extLst>
              <a:ext uri="{FF2B5EF4-FFF2-40B4-BE49-F238E27FC236}">
                <a16:creationId xmlns:a16="http://schemas.microsoft.com/office/drawing/2014/main" id="{E805461A-79FF-D71F-B8E4-49FAED6C6BF2}"/>
              </a:ext>
            </a:extLst>
          </p:cNvPr>
          <p:cNvSpPr>
            <a:spLocks noGrp="1"/>
          </p:cNvSpPr>
          <p:nvPr/>
        </p:nvSpPr>
        <p:spPr>
          <a:xfrm>
            <a:off x="3219450" y="21336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4</a:t>
            </a:r>
          </a:p>
        </p:txBody>
      </p:sp>
      <p:sp>
        <p:nvSpPr>
          <p:cNvPr id="160" name="act_1_1">
            <a:extLst>
              <a:ext uri="{FF2B5EF4-FFF2-40B4-BE49-F238E27FC236}">
                <a16:creationId xmlns:a16="http://schemas.microsoft.com/office/drawing/2014/main" id="{2ABF8684-FA0A-DCCF-8EBC-BA4D182D7A57}"/>
              </a:ext>
            </a:extLst>
          </p:cNvPr>
          <p:cNvSpPr>
            <a:spLocks noGrp="1"/>
          </p:cNvSpPr>
          <p:nvPr/>
        </p:nvSpPr>
        <p:spPr>
          <a:xfrm>
            <a:off x="3219450" y="34671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14</a:t>
            </a:r>
          </a:p>
        </p:txBody>
      </p:sp>
      <p:sp>
        <p:nvSpPr>
          <p:cNvPr id="161" name="act_1_2">
            <a:extLst>
              <a:ext uri="{FF2B5EF4-FFF2-40B4-BE49-F238E27FC236}">
                <a16:creationId xmlns:a16="http://schemas.microsoft.com/office/drawing/2014/main" id="{0545FD3D-DEB3-D79B-1125-5B11858E9AB9}"/>
              </a:ext>
            </a:extLst>
          </p:cNvPr>
          <p:cNvSpPr>
            <a:spLocks noGrp="1"/>
          </p:cNvSpPr>
          <p:nvPr/>
        </p:nvSpPr>
        <p:spPr>
          <a:xfrm>
            <a:off x="3219450" y="4800600"/>
            <a:ext cx="647700" cy="495300"/>
          </a:xfrm>
          <a:prstGeom prst="rect">
            <a:avLst/>
          </a:prstGeom>
          <a:noFill/>
          <a:ln w="0">
            <a:noFill/>
          </a:ln>
        </p:spPr>
        <p:txBody>
          <a:bodyPr wrap="none" lIns="0" tIns="0" rIns="0" bIns="0" anchor="ctr">
            <a:noAutofit/>
          </a:bodyPr>
          <a:lstStyle/>
          <a:p>
            <a:pPr algn="ctr">
              <a:defRPr sz="2850" b="1">
                <a:solidFill>
                  <a:srgbClr val="155ACB"/>
                </a:solidFill>
                <a:latin typeface="Arial"/>
                <a:ea typeface="Arial"/>
                <a:cs typeface="Arial"/>
              </a:defRPr>
            </a:pPr>
            <a:r>
              <a:rPr sz="2850" b="1">
                <a:solidFill>
                  <a:srgbClr val="155ACB"/>
                </a:solidFill>
                <a:latin typeface="Arial"/>
                <a:ea typeface="Arial"/>
                <a:cs typeface="Arial"/>
              </a:rPr>
              <a:t>−3</a:t>
            </a:r>
          </a:p>
        </p:txBody>
      </p:sp>
      <p:sp>
        <p:nvSpPr>
          <p:cNvPr id="162" name="act_2_0">
            <a:extLst>
              <a:ext uri="{FF2B5EF4-FFF2-40B4-BE49-F238E27FC236}">
                <a16:creationId xmlns:a16="http://schemas.microsoft.com/office/drawing/2014/main" id="{3100E14E-CDB6-37F1-A3C8-35494150A420}"/>
              </a:ext>
            </a:extLst>
          </p:cNvPr>
          <p:cNvSpPr>
            <a:spLocks noGrp="1"/>
          </p:cNvSpPr>
          <p:nvPr/>
        </p:nvSpPr>
        <p:spPr>
          <a:xfrm>
            <a:off x="5715000" y="1895475"/>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6</a:t>
            </a:r>
          </a:p>
        </p:txBody>
      </p:sp>
      <p:sp>
        <p:nvSpPr>
          <p:cNvPr id="163" name="act_2_1">
            <a:extLst>
              <a:ext uri="{FF2B5EF4-FFF2-40B4-BE49-F238E27FC236}">
                <a16:creationId xmlns:a16="http://schemas.microsoft.com/office/drawing/2014/main" id="{D9CDF3D9-1269-8D8D-2294-8F38C8FA0177}"/>
              </a:ext>
            </a:extLst>
          </p:cNvPr>
          <p:cNvSpPr>
            <a:spLocks noGrp="1"/>
          </p:cNvSpPr>
          <p:nvPr/>
        </p:nvSpPr>
        <p:spPr>
          <a:xfrm>
            <a:off x="5715000" y="2943225"/>
            <a:ext cx="647700" cy="495300"/>
          </a:xfrm>
          <a:prstGeom prst="rect">
            <a:avLst/>
          </a:prstGeom>
          <a:noFill/>
          <a:ln w="0">
            <a:noFill/>
          </a:ln>
        </p:spPr>
        <p:txBody>
          <a:bodyPr wrap="none" lIns="0" tIns="0" rIns="0" bIns="0" anchor="ctr">
            <a:noAutofit/>
          </a:bodyPr>
          <a:lstStyle/>
          <a:p>
            <a:pPr algn="ctr">
              <a:defRPr sz="2850" b="1">
                <a:solidFill>
                  <a:srgbClr val="155ACB"/>
                </a:solidFill>
                <a:latin typeface="Arial"/>
                <a:ea typeface="Arial"/>
                <a:cs typeface="Arial"/>
              </a:defRPr>
            </a:pPr>
            <a:r>
              <a:rPr sz="2850" b="1">
                <a:solidFill>
                  <a:srgbClr val="155ACB"/>
                </a:solidFill>
                <a:latin typeface="Arial"/>
                <a:ea typeface="Arial"/>
                <a:cs typeface="Arial"/>
              </a:rPr>
              <a:t>−2</a:t>
            </a:r>
          </a:p>
        </p:txBody>
      </p:sp>
      <p:sp>
        <p:nvSpPr>
          <p:cNvPr id="164" name="act_2_2">
            <a:extLst>
              <a:ext uri="{FF2B5EF4-FFF2-40B4-BE49-F238E27FC236}">
                <a16:creationId xmlns:a16="http://schemas.microsoft.com/office/drawing/2014/main" id="{58789F19-1744-15F1-4E47-1C63231CDF83}"/>
              </a:ext>
            </a:extLst>
          </p:cNvPr>
          <p:cNvSpPr>
            <a:spLocks noGrp="1"/>
          </p:cNvSpPr>
          <p:nvPr/>
        </p:nvSpPr>
        <p:spPr>
          <a:xfrm>
            <a:off x="5715000" y="3990975"/>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5</a:t>
            </a:r>
          </a:p>
        </p:txBody>
      </p:sp>
      <p:sp>
        <p:nvSpPr>
          <p:cNvPr id="165" name="act_2_3">
            <a:extLst>
              <a:ext uri="{FF2B5EF4-FFF2-40B4-BE49-F238E27FC236}">
                <a16:creationId xmlns:a16="http://schemas.microsoft.com/office/drawing/2014/main" id="{7A413653-748C-05D4-655A-EAA0F00456F9}"/>
              </a:ext>
            </a:extLst>
          </p:cNvPr>
          <p:cNvSpPr>
            <a:spLocks noGrp="1"/>
          </p:cNvSpPr>
          <p:nvPr/>
        </p:nvSpPr>
        <p:spPr>
          <a:xfrm>
            <a:off x="5715000" y="5038725"/>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1</a:t>
            </a:r>
          </a:p>
        </p:txBody>
      </p:sp>
      <p:sp>
        <p:nvSpPr>
          <p:cNvPr id="166" name="act_3_0">
            <a:extLst>
              <a:ext uri="{FF2B5EF4-FFF2-40B4-BE49-F238E27FC236}">
                <a16:creationId xmlns:a16="http://schemas.microsoft.com/office/drawing/2014/main" id="{7C3261DB-0777-C1E0-2845-0C3592916C8F}"/>
              </a:ext>
            </a:extLst>
          </p:cNvPr>
          <p:cNvSpPr>
            <a:spLocks noGrp="1"/>
          </p:cNvSpPr>
          <p:nvPr/>
        </p:nvSpPr>
        <p:spPr>
          <a:xfrm>
            <a:off x="8124825" y="21336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3</a:t>
            </a:r>
          </a:p>
        </p:txBody>
      </p:sp>
      <p:sp>
        <p:nvSpPr>
          <p:cNvPr id="167" name="act_3_1">
            <a:extLst>
              <a:ext uri="{FF2B5EF4-FFF2-40B4-BE49-F238E27FC236}">
                <a16:creationId xmlns:a16="http://schemas.microsoft.com/office/drawing/2014/main" id="{B8C593DE-6DFD-03EB-4DE2-C7441B2C2CC2}"/>
              </a:ext>
            </a:extLst>
          </p:cNvPr>
          <p:cNvSpPr>
            <a:spLocks noGrp="1"/>
          </p:cNvSpPr>
          <p:nvPr/>
        </p:nvSpPr>
        <p:spPr>
          <a:xfrm>
            <a:off x="8124825" y="3467100"/>
            <a:ext cx="647700" cy="495300"/>
          </a:xfrm>
          <a:prstGeom prst="rect">
            <a:avLst/>
          </a:prstGeom>
          <a:noFill/>
          <a:ln w="0">
            <a:noFill/>
          </a:ln>
        </p:spPr>
        <p:txBody>
          <a:bodyPr wrap="none" lIns="0" tIns="0" rIns="0" bIns="0" anchor="ctr">
            <a:noAutofit/>
          </a:bodyPr>
          <a:lstStyle/>
          <a:p>
            <a:pPr algn="ctr">
              <a:defRPr sz="2850" b="1">
                <a:solidFill>
                  <a:srgbClr val="155ACB"/>
                </a:solidFill>
                <a:latin typeface="Arial"/>
                <a:ea typeface="Arial"/>
                <a:cs typeface="Arial"/>
              </a:defRPr>
            </a:pPr>
            <a:r>
              <a:rPr sz="2850" b="1">
                <a:solidFill>
                  <a:srgbClr val="155ACB"/>
                </a:solidFill>
                <a:latin typeface="Arial"/>
                <a:ea typeface="Arial"/>
                <a:cs typeface="Arial"/>
              </a:rPr>
              <a:t>−1</a:t>
            </a:r>
          </a:p>
        </p:txBody>
      </p:sp>
      <p:sp>
        <p:nvSpPr>
          <p:cNvPr id="168" name="act_3_2">
            <a:extLst>
              <a:ext uri="{FF2B5EF4-FFF2-40B4-BE49-F238E27FC236}">
                <a16:creationId xmlns:a16="http://schemas.microsoft.com/office/drawing/2014/main" id="{BAC160EE-65D1-13F7-5558-84214760C7DE}"/>
              </a:ext>
            </a:extLst>
          </p:cNvPr>
          <p:cNvSpPr>
            <a:spLocks noGrp="1"/>
          </p:cNvSpPr>
          <p:nvPr/>
        </p:nvSpPr>
        <p:spPr>
          <a:xfrm>
            <a:off x="8124825" y="4800600"/>
            <a:ext cx="647700" cy="495300"/>
          </a:xfrm>
          <a:prstGeom prst="rect">
            <a:avLst/>
          </a:prstGeom>
          <a:noFill/>
          <a:ln w="0">
            <a:noFill/>
          </a:ln>
        </p:spPr>
        <p:txBody>
          <a:bodyPr wrap="none" lIns="0" tIns="0" rIns="0" bIns="0" anchor="ctr">
            <a:noAutofit/>
          </a:bodyPr>
          <a:lstStyle/>
          <a:p>
            <a:pPr algn="ctr">
              <a:defRPr sz="2850" b="1">
                <a:solidFill>
                  <a:srgbClr val="D71920"/>
                </a:solidFill>
                <a:latin typeface="Arial"/>
                <a:ea typeface="Arial"/>
                <a:cs typeface="Arial"/>
              </a:defRPr>
            </a:pPr>
            <a:r>
              <a:rPr sz="2850" b="1">
                <a:solidFill>
                  <a:srgbClr val="D71920"/>
                </a:solidFill>
                <a:latin typeface="Arial"/>
                <a:ea typeface="Arial"/>
                <a:cs typeface="Arial"/>
              </a:rPr>
              <a:t>2</a:t>
            </a:r>
          </a:p>
        </p:txBody>
      </p:sp>
      <p:sp>
        <p:nvSpPr>
          <p:cNvPr id="169" name="prob_0">
            <a:extLst>
              <a:ext uri="{FF2B5EF4-FFF2-40B4-BE49-F238E27FC236}">
                <a16:creationId xmlns:a16="http://schemas.microsoft.com/office/drawing/2014/main" id="{A805E979-9EEC-698B-F944-7D2475973C28}"/>
              </a:ext>
            </a:extLst>
          </p:cNvPr>
          <p:cNvSpPr>
            <a:spLocks noGrp="1"/>
          </p:cNvSpPr>
          <p:nvPr/>
        </p:nvSpPr>
        <p:spPr>
          <a:xfrm>
            <a:off x="10734675" y="150495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0.05</a:t>
            </a:r>
          </a:p>
        </p:txBody>
      </p:sp>
      <p:sp>
        <p:nvSpPr>
          <p:cNvPr id="170" name="prob_1">
            <a:extLst>
              <a:ext uri="{FF2B5EF4-FFF2-40B4-BE49-F238E27FC236}">
                <a16:creationId xmlns:a16="http://schemas.microsoft.com/office/drawing/2014/main" id="{6B235E88-D9E8-3AD5-C708-1AE95482EE56}"/>
              </a:ext>
            </a:extLst>
          </p:cNvPr>
          <p:cNvSpPr>
            <a:spLocks noGrp="1"/>
          </p:cNvSpPr>
          <p:nvPr/>
        </p:nvSpPr>
        <p:spPr>
          <a:xfrm>
            <a:off x="10734675" y="2181225"/>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0.10</a:t>
            </a:r>
          </a:p>
        </p:txBody>
      </p:sp>
      <p:sp>
        <p:nvSpPr>
          <p:cNvPr id="171" name="prob_2">
            <a:extLst>
              <a:ext uri="{FF2B5EF4-FFF2-40B4-BE49-F238E27FC236}">
                <a16:creationId xmlns:a16="http://schemas.microsoft.com/office/drawing/2014/main" id="{D4A4F181-E229-A8A7-43CB-D25B8FAD8ED3}"/>
              </a:ext>
            </a:extLst>
          </p:cNvPr>
          <p:cNvSpPr>
            <a:spLocks noGrp="1"/>
          </p:cNvSpPr>
          <p:nvPr/>
        </p:nvSpPr>
        <p:spPr>
          <a:xfrm>
            <a:off x="10734675" y="285750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0.20</a:t>
            </a:r>
          </a:p>
        </p:txBody>
      </p:sp>
      <p:sp>
        <p:nvSpPr>
          <p:cNvPr id="172" name="prob_3">
            <a:extLst>
              <a:ext uri="{FF2B5EF4-FFF2-40B4-BE49-F238E27FC236}">
                <a16:creationId xmlns:a16="http://schemas.microsoft.com/office/drawing/2014/main" id="{577DAAB6-F1E4-D76F-DD4D-E9A2DFBE85D1}"/>
              </a:ext>
            </a:extLst>
          </p:cNvPr>
          <p:cNvSpPr>
            <a:spLocks noGrp="1"/>
          </p:cNvSpPr>
          <p:nvPr/>
        </p:nvSpPr>
        <p:spPr>
          <a:xfrm>
            <a:off x="10734675" y="3533775"/>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0.30</a:t>
            </a:r>
          </a:p>
        </p:txBody>
      </p:sp>
      <p:sp>
        <p:nvSpPr>
          <p:cNvPr id="173" name="prob_4">
            <a:extLst>
              <a:ext uri="{FF2B5EF4-FFF2-40B4-BE49-F238E27FC236}">
                <a16:creationId xmlns:a16="http://schemas.microsoft.com/office/drawing/2014/main" id="{DF5943D0-1D97-3B80-65B6-6230F9E3BB61}"/>
              </a:ext>
            </a:extLst>
          </p:cNvPr>
          <p:cNvSpPr>
            <a:spLocks noGrp="1"/>
          </p:cNvSpPr>
          <p:nvPr/>
        </p:nvSpPr>
        <p:spPr>
          <a:xfrm>
            <a:off x="10734675" y="421005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0.15</a:t>
            </a:r>
          </a:p>
        </p:txBody>
      </p:sp>
      <p:sp>
        <p:nvSpPr>
          <p:cNvPr id="174" name="prob_5">
            <a:extLst>
              <a:ext uri="{FF2B5EF4-FFF2-40B4-BE49-F238E27FC236}">
                <a16:creationId xmlns:a16="http://schemas.microsoft.com/office/drawing/2014/main" id="{DC76873D-69FC-75B1-4F6A-459D6932AAFE}"/>
              </a:ext>
            </a:extLst>
          </p:cNvPr>
          <p:cNvSpPr>
            <a:spLocks noGrp="1"/>
          </p:cNvSpPr>
          <p:nvPr/>
        </p:nvSpPr>
        <p:spPr>
          <a:xfrm>
            <a:off x="10734675" y="4886325"/>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0.12</a:t>
            </a:r>
          </a:p>
        </p:txBody>
      </p:sp>
      <p:sp>
        <p:nvSpPr>
          <p:cNvPr id="175" name="prob_6">
            <a:extLst>
              <a:ext uri="{FF2B5EF4-FFF2-40B4-BE49-F238E27FC236}">
                <a16:creationId xmlns:a16="http://schemas.microsoft.com/office/drawing/2014/main" id="{02FAE3D9-55A5-0762-BE9F-E8E4AE41E7E7}"/>
              </a:ext>
            </a:extLst>
          </p:cNvPr>
          <p:cNvSpPr>
            <a:spLocks noGrp="1"/>
          </p:cNvSpPr>
          <p:nvPr/>
        </p:nvSpPr>
        <p:spPr>
          <a:xfrm>
            <a:off x="10734675" y="5562600"/>
            <a:ext cx="628650" cy="457200"/>
          </a:xfrm>
          <a:prstGeom prst="rect">
            <a:avLst/>
          </a:prstGeom>
          <a:noFill/>
          <a:ln w="0">
            <a:noFill/>
          </a:ln>
        </p:spPr>
        <p:txBody>
          <a:bodyPr wrap="none" lIns="0" tIns="0" rIns="0" bIns="0" anchor="ctr">
            <a:noAutofit/>
          </a:bodyPr>
          <a:lstStyle/>
          <a:p>
            <a:pPr algn="ctr">
              <a:defRPr sz="2325" b="1">
                <a:solidFill>
                  <a:srgbClr val="D71920"/>
                </a:solidFill>
                <a:latin typeface="Arial"/>
                <a:ea typeface="Arial"/>
                <a:cs typeface="Arial"/>
              </a:defRPr>
            </a:pPr>
            <a:r>
              <a:rPr sz="2325" b="1">
                <a:solidFill>
                  <a:srgbClr val="D71920"/>
                </a:solidFill>
                <a:latin typeface="Arial"/>
                <a:ea typeface="Arial"/>
                <a:cs typeface="Arial"/>
              </a:rPr>
              <a:t>0.08</a:t>
            </a:r>
          </a:p>
        </p:txBody>
      </p:sp>
      <p:sp>
        <p:nvSpPr>
          <p:cNvPr id="176" name="linear_label">
            <a:extLst>
              <a:ext uri="{FF2B5EF4-FFF2-40B4-BE49-F238E27FC236}">
                <a16:creationId xmlns:a16="http://schemas.microsoft.com/office/drawing/2014/main" id="{93BDA460-EE09-D735-6034-43B48BF9AAEE}"/>
              </a:ext>
            </a:extLst>
          </p:cNvPr>
          <p:cNvSpPr>
            <a:spLocks noGrp="1"/>
          </p:cNvSpPr>
          <p:nvPr/>
        </p:nvSpPr>
        <p:spPr>
          <a:xfrm>
            <a:off x="3857625" y="6219825"/>
            <a:ext cx="4619625" cy="352425"/>
          </a:xfrm>
          <a:prstGeom prst="rect">
            <a:avLst/>
          </a:prstGeom>
          <a:noFill/>
          <a:ln w="0">
            <a:noFill/>
          </a:ln>
        </p:spPr>
        <p:txBody>
          <a:bodyPr wrap="none" lIns="0" tIns="0" rIns="0" bIns="0" anchor="ctr">
            <a:noAutofit/>
          </a:bodyPr>
          <a:lstStyle/>
          <a:p>
            <a:pPr algn="ctr">
              <a:defRPr sz="1875" b="0">
                <a:solidFill>
                  <a:srgbClr val="6C7786"/>
                </a:solidFill>
                <a:latin typeface="Arial"/>
                <a:ea typeface="Arial"/>
                <a:cs typeface="Arial"/>
              </a:defRPr>
            </a:pPr>
            <a:r>
              <a:rPr sz="1875" b="0">
                <a:solidFill>
                  <a:srgbClr val="6C7786"/>
                </a:solidFill>
                <a:latin typeface="Arial"/>
                <a:ea typeface="Arial"/>
                <a:cs typeface="Arial"/>
              </a:rPr>
              <a:t>Linear hidden activations</a:t>
            </a:r>
          </a:p>
        </p:txBody>
      </p:sp>
      <p:sp>
        <p:nvSpPr>
          <p:cNvPr id="177" name="softmax_label">
            <a:extLst>
              <a:ext uri="{FF2B5EF4-FFF2-40B4-BE49-F238E27FC236}">
                <a16:creationId xmlns:a16="http://schemas.microsoft.com/office/drawing/2014/main" id="{2CC7D6EE-A316-64DB-A0D4-47DDF3A70FB1}"/>
              </a:ext>
            </a:extLst>
          </p:cNvPr>
          <p:cNvSpPr>
            <a:spLocks noGrp="1"/>
          </p:cNvSpPr>
          <p:nvPr/>
        </p:nvSpPr>
        <p:spPr>
          <a:xfrm>
            <a:off x="6191250" y="6229350"/>
            <a:ext cx="5715000" cy="361950"/>
          </a:xfrm>
          <a:prstGeom prst="rect">
            <a:avLst/>
          </a:prstGeom>
          <a:noFill/>
          <a:ln w="0">
            <a:noFill/>
          </a:ln>
        </p:spPr>
        <p:txBody>
          <a:bodyPr wrap="none" lIns="0" tIns="0" rIns="0" bIns="0" anchor="ctr">
            <a:noAutofit/>
          </a:bodyPr>
          <a:lstStyle/>
          <a:p>
            <a:pPr algn="ctr">
              <a:defRPr sz="1875" b="0">
                <a:solidFill>
                  <a:srgbClr val="111827"/>
                </a:solidFill>
                <a:latin typeface="Arial"/>
                <a:ea typeface="Arial"/>
                <a:cs typeface="Arial"/>
              </a:defRPr>
            </a:pPr>
            <a:r>
              <a:rPr sz="1875" b="0">
                <a:solidFill>
                  <a:srgbClr val="111827"/>
                </a:solidFill>
                <a:latin typeface="Arial"/>
                <a:ea typeface="Arial"/>
                <a:cs typeface="Arial"/>
              </a:rPr>
              <a:t>Softmax output: probabilities sum to 1.00</a:t>
            </a:r>
          </a:p>
        </p:txBody>
      </p:sp>
      <p:sp>
        <p:nvSpPr>
          <p:cNvPr id="178" name="packet_0_0_0">
            <a:extLst>
              <a:ext uri="{FF2B5EF4-FFF2-40B4-BE49-F238E27FC236}">
                <a16:creationId xmlns:a16="http://schemas.microsoft.com/office/drawing/2014/main" id="{5D78C327-D0D1-9ABF-1F08-12BB7EFFBFA4}"/>
              </a:ext>
            </a:extLst>
          </p:cNvPr>
          <p:cNvSpPr>
            <a:spLocks noGrp="1"/>
          </p:cNvSpPr>
          <p:nvPr/>
        </p:nvSpPr>
        <p:spPr>
          <a:xfrm>
            <a:off x="981075" y="2009775"/>
            <a:ext cx="133350" cy="133350"/>
          </a:xfrm>
          <a:prstGeom prst="ellipse">
            <a:avLst/>
          </a:prstGeom>
          <a:solidFill>
            <a:srgbClr val="F4A000"/>
          </a:solidFill>
          <a:ln w="9525">
            <a:solidFill>
              <a:srgbClr val="FFFFFF"/>
            </a:solidFill>
          </a:ln>
        </p:spPr>
        <p:txBody>
          <a:bodyPr/>
          <a:lstStyle/>
          <a:p>
            <a:endParaRPr lang="en-US"/>
          </a:p>
        </p:txBody>
      </p:sp>
      <p:sp>
        <p:nvSpPr>
          <p:cNvPr id="179" name="packet_0_0_1">
            <a:extLst>
              <a:ext uri="{FF2B5EF4-FFF2-40B4-BE49-F238E27FC236}">
                <a16:creationId xmlns:a16="http://schemas.microsoft.com/office/drawing/2014/main" id="{6014AB1A-611D-3507-8D4B-18DBFB4BEAAD}"/>
              </a:ext>
            </a:extLst>
          </p:cNvPr>
          <p:cNvSpPr>
            <a:spLocks noGrp="1"/>
          </p:cNvSpPr>
          <p:nvPr/>
        </p:nvSpPr>
        <p:spPr>
          <a:xfrm>
            <a:off x="981075" y="2009775"/>
            <a:ext cx="133350" cy="133350"/>
          </a:xfrm>
          <a:prstGeom prst="ellipse">
            <a:avLst/>
          </a:prstGeom>
          <a:solidFill>
            <a:srgbClr val="F4A000"/>
          </a:solidFill>
          <a:ln w="9525">
            <a:solidFill>
              <a:srgbClr val="FFFFFF"/>
            </a:solidFill>
          </a:ln>
        </p:spPr>
        <p:txBody>
          <a:bodyPr/>
          <a:lstStyle/>
          <a:p>
            <a:endParaRPr lang="en-US"/>
          </a:p>
        </p:txBody>
      </p:sp>
      <p:sp>
        <p:nvSpPr>
          <p:cNvPr id="180" name="packet_0_0_2">
            <a:extLst>
              <a:ext uri="{FF2B5EF4-FFF2-40B4-BE49-F238E27FC236}">
                <a16:creationId xmlns:a16="http://schemas.microsoft.com/office/drawing/2014/main" id="{6C1D9BDA-5312-1457-DA17-5E0E19728522}"/>
              </a:ext>
            </a:extLst>
          </p:cNvPr>
          <p:cNvSpPr>
            <a:spLocks noGrp="1"/>
          </p:cNvSpPr>
          <p:nvPr/>
        </p:nvSpPr>
        <p:spPr>
          <a:xfrm>
            <a:off x="981075" y="2009775"/>
            <a:ext cx="133350" cy="133350"/>
          </a:xfrm>
          <a:prstGeom prst="ellipse">
            <a:avLst/>
          </a:prstGeom>
          <a:solidFill>
            <a:srgbClr val="F4A000"/>
          </a:solidFill>
          <a:ln w="9525">
            <a:solidFill>
              <a:srgbClr val="FFFFFF"/>
            </a:solidFill>
          </a:ln>
        </p:spPr>
        <p:txBody>
          <a:bodyPr/>
          <a:lstStyle/>
          <a:p>
            <a:endParaRPr lang="en-US"/>
          </a:p>
        </p:txBody>
      </p:sp>
      <p:sp>
        <p:nvSpPr>
          <p:cNvPr id="181" name="packet_0_1_0">
            <a:extLst>
              <a:ext uri="{FF2B5EF4-FFF2-40B4-BE49-F238E27FC236}">
                <a16:creationId xmlns:a16="http://schemas.microsoft.com/office/drawing/2014/main" id="{7DBE2FD0-1788-4DCD-0794-66F8499354A7}"/>
              </a:ext>
            </a:extLst>
          </p:cNvPr>
          <p:cNvSpPr>
            <a:spLocks noGrp="1"/>
          </p:cNvSpPr>
          <p:nvPr/>
        </p:nvSpPr>
        <p:spPr>
          <a:xfrm>
            <a:off x="981075" y="2828925"/>
            <a:ext cx="133350" cy="133350"/>
          </a:xfrm>
          <a:prstGeom prst="ellipse">
            <a:avLst/>
          </a:prstGeom>
          <a:solidFill>
            <a:srgbClr val="F4A000"/>
          </a:solidFill>
          <a:ln w="9525">
            <a:solidFill>
              <a:srgbClr val="FFFFFF"/>
            </a:solidFill>
          </a:ln>
        </p:spPr>
        <p:txBody>
          <a:bodyPr/>
          <a:lstStyle/>
          <a:p>
            <a:endParaRPr lang="en-US"/>
          </a:p>
        </p:txBody>
      </p:sp>
      <p:sp>
        <p:nvSpPr>
          <p:cNvPr id="182" name="packet_0_1_1">
            <a:extLst>
              <a:ext uri="{FF2B5EF4-FFF2-40B4-BE49-F238E27FC236}">
                <a16:creationId xmlns:a16="http://schemas.microsoft.com/office/drawing/2014/main" id="{4ED4CA26-552A-7D48-EF41-389187F8D64F}"/>
              </a:ext>
            </a:extLst>
          </p:cNvPr>
          <p:cNvSpPr>
            <a:spLocks noGrp="1"/>
          </p:cNvSpPr>
          <p:nvPr/>
        </p:nvSpPr>
        <p:spPr>
          <a:xfrm>
            <a:off x="981075" y="2828925"/>
            <a:ext cx="133350" cy="133350"/>
          </a:xfrm>
          <a:prstGeom prst="ellipse">
            <a:avLst/>
          </a:prstGeom>
          <a:solidFill>
            <a:srgbClr val="F4A000"/>
          </a:solidFill>
          <a:ln w="9525">
            <a:solidFill>
              <a:srgbClr val="FFFFFF"/>
            </a:solidFill>
          </a:ln>
        </p:spPr>
        <p:txBody>
          <a:bodyPr/>
          <a:lstStyle/>
          <a:p>
            <a:endParaRPr lang="en-US"/>
          </a:p>
        </p:txBody>
      </p:sp>
      <p:sp>
        <p:nvSpPr>
          <p:cNvPr id="183" name="packet_0_1_2">
            <a:extLst>
              <a:ext uri="{FF2B5EF4-FFF2-40B4-BE49-F238E27FC236}">
                <a16:creationId xmlns:a16="http://schemas.microsoft.com/office/drawing/2014/main" id="{8729D82D-AD7C-2A56-616B-BCBA72FC9A39}"/>
              </a:ext>
            </a:extLst>
          </p:cNvPr>
          <p:cNvSpPr>
            <a:spLocks noGrp="1"/>
          </p:cNvSpPr>
          <p:nvPr/>
        </p:nvSpPr>
        <p:spPr>
          <a:xfrm>
            <a:off x="981075" y="2828925"/>
            <a:ext cx="133350" cy="133350"/>
          </a:xfrm>
          <a:prstGeom prst="ellipse">
            <a:avLst/>
          </a:prstGeom>
          <a:solidFill>
            <a:srgbClr val="F4A000"/>
          </a:solidFill>
          <a:ln w="9525">
            <a:solidFill>
              <a:srgbClr val="FFFFFF"/>
            </a:solidFill>
          </a:ln>
        </p:spPr>
        <p:txBody>
          <a:bodyPr/>
          <a:lstStyle/>
          <a:p>
            <a:endParaRPr lang="en-US"/>
          </a:p>
        </p:txBody>
      </p:sp>
      <p:sp>
        <p:nvSpPr>
          <p:cNvPr id="184" name="packet_0_2_0">
            <a:extLst>
              <a:ext uri="{FF2B5EF4-FFF2-40B4-BE49-F238E27FC236}">
                <a16:creationId xmlns:a16="http://schemas.microsoft.com/office/drawing/2014/main" id="{44295DA4-93A0-2D57-54E6-DC52E37B8B59}"/>
              </a:ext>
            </a:extLst>
          </p:cNvPr>
          <p:cNvSpPr>
            <a:spLocks noGrp="1"/>
          </p:cNvSpPr>
          <p:nvPr/>
        </p:nvSpPr>
        <p:spPr>
          <a:xfrm>
            <a:off x="981075" y="3648075"/>
            <a:ext cx="133350" cy="133350"/>
          </a:xfrm>
          <a:prstGeom prst="ellipse">
            <a:avLst/>
          </a:prstGeom>
          <a:solidFill>
            <a:srgbClr val="F4A000"/>
          </a:solidFill>
          <a:ln w="9525">
            <a:solidFill>
              <a:srgbClr val="FFFFFF"/>
            </a:solidFill>
          </a:ln>
        </p:spPr>
        <p:txBody>
          <a:bodyPr/>
          <a:lstStyle/>
          <a:p>
            <a:endParaRPr lang="en-US"/>
          </a:p>
        </p:txBody>
      </p:sp>
      <p:sp>
        <p:nvSpPr>
          <p:cNvPr id="185" name="packet_0_2_1">
            <a:extLst>
              <a:ext uri="{FF2B5EF4-FFF2-40B4-BE49-F238E27FC236}">
                <a16:creationId xmlns:a16="http://schemas.microsoft.com/office/drawing/2014/main" id="{42FF1CA6-2CBE-73E2-853B-B7114E613116}"/>
              </a:ext>
            </a:extLst>
          </p:cNvPr>
          <p:cNvSpPr>
            <a:spLocks noGrp="1"/>
          </p:cNvSpPr>
          <p:nvPr/>
        </p:nvSpPr>
        <p:spPr>
          <a:xfrm>
            <a:off x="981075" y="3648075"/>
            <a:ext cx="133350" cy="133350"/>
          </a:xfrm>
          <a:prstGeom prst="ellipse">
            <a:avLst/>
          </a:prstGeom>
          <a:solidFill>
            <a:srgbClr val="F4A000"/>
          </a:solidFill>
          <a:ln w="9525">
            <a:solidFill>
              <a:srgbClr val="FFFFFF"/>
            </a:solidFill>
          </a:ln>
        </p:spPr>
        <p:txBody>
          <a:bodyPr/>
          <a:lstStyle/>
          <a:p>
            <a:endParaRPr lang="en-US"/>
          </a:p>
        </p:txBody>
      </p:sp>
      <p:sp>
        <p:nvSpPr>
          <p:cNvPr id="186" name="packet_0_2_2">
            <a:extLst>
              <a:ext uri="{FF2B5EF4-FFF2-40B4-BE49-F238E27FC236}">
                <a16:creationId xmlns:a16="http://schemas.microsoft.com/office/drawing/2014/main" id="{2E72AC22-BDDC-A854-6B9D-4F97A94003A0}"/>
              </a:ext>
            </a:extLst>
          </p:cNvPr>
          <p:cNvSpPr>
            <a:spLocks noGrp="1"/>
          </p:cNvSpPr>
          <p:nvPr/>
        </p:nvSpPr>
        <p:spPr>
          <a:xfrm>
            <a:off x="981075" y="3648075"/>
            <a:ext cx="133350" cy="133350"/>
          </a:xfrm>
          <a:prstGeom prst="ellipse">
            <a:avLst/>
          </a:prstGeom>
          <a:solidFill>
            <a:srgbClr val="F4A000"/>
          </a:solidFill>
          <a:ln w="9525">
            <a:solidFill>
              <a:srgbClr val="FFFFFF"/>
            </a:solidFill>
          </a:ln>
        </p:spPr>
        <p:txBody>
          <a:bodyPr/>
          <a:lstStyle/>
          <a:p>
            <a:endParaRPr lang="en-US"/>
          </a:p>
        </p:txBody>
      </p:sp>
      <p:sp>
        <p:nvSpPr>
          <p:cNvPr id="187" name="packet_0_3_0">
            <a:extLst>
              <a:ext uri="{FF2B5EF4-FFF2-40B4-BE49-F238E27FC236}">
                <a16:creationId xmlns:a16="http://schemas.microsoft.com/office/drawing/2014/main" id="{84F6CCE0-CD1C-22B0-1978-1231B1081942}"/>
              </a:ext>
            </a:extLst>
          </p:cNvPr>
          <p:cNvSpPr>
            <a:spLocks noGrp="1"/>
          </p:cNvSpPr>
          <p:nvPr/>
        </p:nvSpPr>
        <p:spPr>
          <a:xfrm>
            <a:off x="981075" y="4467225"/>
            <a:ext cx="133350" cy="133350"/>
          </a:xfrm>
          <a:prstGeom prst="ellipse">
            <a:avLst/>
          </a:prstGeom>
          <a:solidFill>
            <a:srgbClr val="F4A000"/>
          </a:solidFill>
          <a:ln w="9525">
            <a:solidFill>
              <a:srgbClr val="FFFFFF"/>
            </a:solidFill>
          </a:ln>
        </p:spPr>
        <p:txBody>
          <a:bodyPr/>
          <a:lstStyle/>
          <a:p>
            <a:endParaRPr lang="en-US"/>
          </a:p>
        </p:txBody>
      </p:sp>
      <p:sp>
        <p:nvSpPr>
          <p:cNvPr id="188" name="packet_0_3_1">
            <a:extLst>
              <a:ext uri="{FF2B5EF4-FFF2-40B4-BE49-F238E27FC236}">
                <a16:creationId xmlns:a16="http://schemas.microsoft.com/office/drawing/2014/main" id="{521EB49F-B04D-C71D-3654-F452D84E6AC2}"/>
              </a:ext>
            </a:extLst>
          </p:cNvPr>
          <p:cNvSpPr>
            <a:spLocks noGrp="1"/>
          </p:cNvSpPr>
          <p:nvPr/>
        </p:nvSpPr>
        <p:spPr>
          <a:xfrm>
            <a:off x="981075" y="4467225"/>
            <a:ext cx="133350" cy="133350"/>
          </a:xfrm>
          <a:prstGeom prst="ellipse">
            <a:avLst/>
          </a:prstGeom>
          <a:solidFill>
            <a:srgbClr val="F4A000"/>
          </a:solidFill>
          <a:ln w="9525">
            <a:solidFill>
              <a:srgbClr val="FFFFFF"/>
            </a:solidFill>
          </a:ln>
        </p:spPr>
        <p:txBody>
          <a:bodyPr/>
          <a:lstStyle/>
          <a:p>
            <a:endParaRPr lang="en-US"/>
          </a:p>
        </p:txBody>
      </p:sp>
      <p:sp>
        <p:nvSpPr>
          <p:cNvPr id="189" name="packet_0_3_2">
            <a:extLst>
              <a:ext uri="{FF2B5EF4-FFF2-40B4-BE49-F238E27FC236}">
                <a16:creationId xmlns:a16="http://schemas.microsoft.com/office/drawing/2014/main" id="{6393E7D3-60C5-B389-DC9D-0717E32C240E}"/>
              </a:ext>
            </a:extLst>
          </p:cNvPr>
          <p:cNvSpPr>
            <a:spLocks noGrp="1"/>
          </p:cNvSpPr>
          <p:nvPr/>
        </p:nvSpPr>
        <p:spPr>
          <a:xfrm>
            <a:off x="981075" y="4467225"/>
            <a:ext cx="133350" cy="133350"/>
          </a:xfrm>
          <a:prstGeom prst="ellipse">
            <a:avLst/>
          </a:prstGeom>
          <a:solidFill>
            <a:srgbClr val="F4A000"/>
          </a:solidFill>
          <a:ln w="9525">
            <a:solidFill>
              <a:srgbClr val="FFFFFF"/>
            </a:solidFill>
          </a:ln>
        </p:spPr>
        <p:txBody>
          <a:bodyPr/>
          <a:lstStyle/>
          <a:p>
            <a:endParaRPr lang="en-US"/>
          </a:p>
        </p:txBody>
      </p:sp>
      <p:sp>
        <p:nvSpPr>
          <p:cNvPr id="190" name="packet_0_4_0">
            <a:extLst>
              <a:ext uri="{FF2B5EF4-FFF2-40B4-BE49-F238E27FC236}">
                <a16:creationId xmlns:a16="http://schemas.microsoft.com/office/drawing/2014/main" id="{F85133EA-DF31-2011-CB97-F04BEE25A4D7}"/>
              </a:ext>
            </a:extLst>
          </p:cNvPr>
          <p:cNvSpPr>
            <a:spLocks noGrp="1"/>
          </p:cNvSpPr>
          <p:nvPr/>
        </p:nvSpPr>
        <p:spPr>
          <a:xfrm>
            <a:off x="981075" y="5286375"/>
            <a:ext cx="133350" cy="133350"/>
          </a:xfrm>
          <a:prstGeom prst="ellipse">
            <a:avLst/>
          </a:prstGeom>
          <a:solidFill>
            <a:srgbClr val="F4A000"/>
          </a:solidFill>
          <a:ln w="9525">
            <a:solidFill>
              <a:srgbClr val="FFFFFF"/>
            </a:solidFill>
          </a:ln>
        </p:spPr>
        <p:txBody>
          <a:bodyPr/>
          <a:lstStyle/>
          <a:p>
            <a:endParaRPr lang="en-US"/>
          </a:p>
        </p:txBody>
      </p:sp>
      <p:sp>
        <p:nvSpPr>
          <p:cNvPr id="191" name="packet_0_4_1">
            <a:extLst>
              <a:ext uri="{FF2B5EF4-FFF2-40B4-BE49-F238E27FC236}">
                <a16:creationId xmlns:a16="http://schemas.microsoft.com/office/drawing/2014/main" id="{05CF3066-03DF-541A-DB68-36DEA395543B}"/>
              </a:ext>
            </a:extLst>
          </p:cNvPr>
          <p:cNvSpPr>
            <a:spLocks noGrp="1"/>
          </p:cNvSpPr>
          <p:nvPr/>
        </p:nvSpPr>
        <p:spPr>
          <a:xfrm>
            <a:off x="981075" y="5286375"/>
            <a:ext cx="133350" cy="133350"/>
          </a:xfrm>
          <a:prstGeom prst="ellipse">
            <a:avLst/>
          </a:prstGeom>
          <a:solidFill>
            <a:srgbClr val="F4A000"/>
          </a:solidFill>
          <a:ln w="9525">
            <a:solidFill>
              <a:srgbClr val="FFFFFF"/>
            </a:solidFill>
          </a:ln>
        </p:spPr>
        <p:txBody>
          <a:bodyPr/>
          <a:lstStyle/>
          <a:p>
            <a:endParaRPr lang="en-US"/>
          </a:p>
        </p:txBody>
      </p:sp>
      <p:sp>
        <p:nvSpPr>
          <p:cNvPr id="192" name="packet_0_4_2">
            <a:extLst>
              <a:ext uri="{FF2B5EF4-FFF2-40B4-BE49-F238E27FC236}">
                <a16:creationId xmlns:a16="http://schemas.microsoft.com/office/drawing/2014/main" id="{2367195B-4FFC-AF65-ED15-6C5B01A47104}"/>
              </a:ext>
            </a:extLst>
          </p:cNvPr>
          <p:cNvSpPr>
            <a:spLocks noGrp="1"/>
          </p:cNvSpPr>
          <p:nvPr/>
        </p:nvSpPr>
        <p:spPr>
          <a:xfrm>
            <a:off x="981075" y="5286375"/>
            <a:ext cx="133350" cy="133350"/>
          </a:xfrm>
          <a:prstGeom prst="ellipse">
            <a:avLst/>
          </a:prstGeom>
          <a:solidFill>
            <a:srgbClr val="F4A000"/>
          </a:solidFill>
          <a:ln w="9525">
            <a:solidFill>
              <a:srgbClr val="FFFFFF"/>
            </a:solidFill>
          </a:ln>
        </p:spPr>
        <p:txBody>
          <a:bodyPr/>
          <a:lstStyle/>
          <a:p>
            <a:endParaRPr lang="en-US"/>
          </a:p>
        </p:txBody>
      </p:sp>
      <p:sp>
        <p:nvSpPr>
          <p:cNvPr id="193" name="packet_1_0_0">
            <a:extLst>
              <a:ext uri="{FF2B5EF4-FFF2-40B4-BE49-F238E27FC236}">
                <a16:creationId xmlns:a16="http://schemas.microsoft.com/office/drawing/2014/main" id="{335CFEA5-268A-EFBB-0E72-B2F72BE5837B}"/>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4" name="packet_1_0_1">
            <a:extLst>
              <a:ext uri="{FF2B5EF4-FFF2-40B4-BE49-F238E27FC236}">
                <a16:creationId xmlns:a16="http://schemas.microsoft.com/office/drawing/2014/main" id="{C4036CA1-E90D-EA43-BC7B-73E1EF184004}"/>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5" name="packet_1_0_2">
            <a:extLst>
              <a:ext uri="{FF2B5EF4-FFF2-40B4-BE49-F238E27FC236}">
                <a16:creationId xmlns:a16="http://schemas.microsoft.com/office/drawing/2014/main" id="{CDC93D73-EEC7-27C0-E59B-1EC3F0F3B17B}"/>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6" name="packet_1_0_3">
            <a:extLst>
              <a:ext uri="{FF2B5EF4-FFF2-40B4-BE49-F238E27FC236}">
                <a16:creationId xmlns:a16="http://schemas.microsoft.com/office/drawing/2014/main" id="{340B5AC1-345C-8826-A566-1FCBC773DB41}"/>
              </a:ext>
            </a:extLst>
          </p:cNvPr>
          <p:cNvSpPr>
            <a:spLocks noGrp="1"/>
          </p:cNvSpPr>
          <p:nvPr/>
        </p:nvSpPr>
        <p:spPr>
          <a:xfrm>
            <a:off x="3476625" y="2314575"/>
            <a:ext cx="133350" cy="133350"/>
          </a:xfrm>
          <a:prstGeom prst="ellipse">
            <a:avLst/>
          </a:prstGeom>
          <a:solidFill>
            <a:srgbClr val="F4A000"/>
          </a:solidFill>
          <a:ln w="9525">
            <a:solidFill>
              <a:srgbClr val="FFFFFF"/>
            </a:solidFill>
          </a:ln>
        </p:spPr>
        <p:txBody>
          <a:bodyPr/>
          <a:lstStyle/>
          <a:p>
            <a:endParaRPr lang="en-US"/>
          </a:p>
        </p:txBody>
      </p:sp>
      <p:sp>
        <p:nvSpPr>
          <p:cNvPr id="197" name="packet_1_1_0">
            <a:extLst>
              <a:ext uri="{FF2B5EF4-FFF2-40B4-BE49-F238E27FC236}">
                <a16:creationId xmlns:a16="http://schemas.microsoft.com/office/drawing/2014/main" id="{51EC0D9D-4069-BB59-730C-6C9B83074EEE}"/>
              </a:ext>
            </a:extLst>
          </p:cNvPr>
          <p:cNvSpPr>
            <a:spLocks noGrp="1"/>
          </p:cNvSpPr>
          <p:nvPr/>
        </p:nvSpPr>
        <p:spPr>
          <a:xfrm>
            <a:off x="3476625" y="3648075"/>
            <a:ext cx="133350" cy="133350"/>
          </a:xfrm>
          <a:prstGeom prst="ellipse">
            <a:avLst/>
          </a:prstGeom>
          <a:solidFill>
            <a:srgbClr val="F4A000"/>
          </a:solidFill>
          <a:ln w="9525">
            <a:solidFill>
              <a:srgbClr val="FFFFFF"/>
            </a:solidFill>
          </a:ln>
        </p:spPr>
        <p:txBody>
          <a:bodyPr/>
          <a:lstStyle/>
          <a:p>
            <a:endParaRPr lang="en-US"/>
          </a:p>
        </p:txBody>
      </p:sp>
      <p:sp>
        <p:nvSpPr>
          <p:cNvPr id="198" name="packet_1_1_1">
            <a:extLst>
              <a:ext uri="{FF2B5EF4-FFF2-40B4-BE49-F238E27FC236}">
                <a16:creationId xmlns:a16="http://schemas.microsoft.com/office/drawing/2014/main" id="{F629912A-764A-6068-E592-AAB1D47D8621}"/>
              </a:ext>
            </a:extLst>
          </p:cNvPr>
          <p:cNvSpPr>
            <a:spLocks noGrp="1"/>
          </p:cNvSpPr>
          <p:nvPr/>
        </p:nvSpPr>
        <p:spPr>
          <a:xfrm>
            <a:off x="3476625" y="3648075"/>
            <a:ext cx="133350" cy="133350"/>
          </a:xfrm>
          <a:prstGeom prst="ellipse">
            <a:avLst/>
          </a:prstGeom>
          <a:solidFill>
            <a:srgbClr val="F4A000"/>
          </a:solidFill>
          <a:ln w="9525">
            <a:solidFill>
              <a:srgbClr val="FFFFFF"/>
            </a:solidFill>
          </a:ln>
        </p:spPr>
        <p:txBody>
          <a:bodyPr/>
          <a:lstStyle/>
          <a:p>
            <a:endParaRPr lang="en-US"/>
          </a:p>
        </p:txBody>
      </p:sp>
      <p:sp>
        <p:nvSpPr>
          <p:cNvPr id="199" name="packet_1_1_2">
            <a:extLst>
              <a:ext uri="{FF2B5EF4-FFF2-40B4-BE49-F238E27FC236}">
                <a16:creationId xmlns:a16="http://schemas.microsoft.com/office/drawing/2014/main" id="{0EED3A04-E1A8-DF7A-31F5-D8DEAAAB6342}"/>
              </a:ext>
            </a:extLst>
          </p:cNvPr>
          <p:cNvSpPr>
            <a:spLocks noGrp="1"/>
          </p:cNvSpPr>
          <p:nvPr/>
        </p:nvSpPr>
        <p:spPr>
          <a:xfrm>
            <a:off x="3476625" y="3648075"/>
            <a:ext cx="133350" cy="133350"/>
          </a:xfrm>
          <a:prstGeom prst="ellipse">
            <a:avLst/>
          </a:prstGeom>
          <a:solidFill>
            <a:srgbClr val="F4A000"/>
          </a:solidFill>
          <a:ln w="9525">
            <a:solidFill>
              <a:srgbClr val="FFFFFF"/>
            </a:solidFill>
          </a:ln>
        </p:spPr>
        <p:txBody>
          <a:bodyPr/>
          <a:lstStyle/>
          <a:p>
            <a:endParaRPr lang="en-US"/>
          </a:p>
        </p:txBody>
      </p:sp>
      <p:sp>
        <p:nvSpPr>
          <p:cNvPr id="200" name="packet_1_1_3">
            <a:extLst>
              <a:ext uri="{FF2B5EF4-FFF2-40B4-BE49-F238E27FC236}">
                <a16:creationId xmlns:a16="http://schemas.microsoft.com/office/drawing/2014/main" id="{117353CF-733F-FEDC-01AA-1B77677F1939}"/>
              </a:ext>
            </a:extLst>
          </p:cNvPr>
          <p:cNvSpPr>
            <a:spLocks noGrp="1"/>
          </p:cNvSpPr>
          <p:nvPr/>
        </p:nvSpPr>
        <p:spPr>
          <a:xfrm>
            <a:off x="3476625" y="3648075"/>
            <a:ext cx="133350" cy="133350"/>
          </a:xfrm>
          <a:prstGeom prst="ellipse">
            <a:avLst/>
          </a:prstGeom>
          <a:solidFill>
            <a:srgbClr val="F4A000"/>
          </a:solidFill>
          <a:ln w="9525">
            <a:solidFill>
              <a:srgbClr val="FFFFFF"/>
            </a:solidFill>
          </a:ln>
        </p:spPr>
        <p:txBody>
          <a:bodyPr/>
          <a:lstStyle/>
          <a:p>
            <a:endParaRPr lang="en-US"/>
          </a:p>
        </p:txBody>
      </p:sp>
      <p:sp>
        <p:nvSpPr>
          <p:cNvPr id="201" name="packet_1_2_0">
            <a:extLst>
              <a:ext uri="{FF2B5EF4-FFF2-40B4-BE49-F238E27FC236}">
                <a16:creationId xmlns:a16="http://schemas.microsoft.com/office/drawing/2014/main" id="{8BF78248-9E06-804F-7A90-6653DC91A36A}"/>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2" name="packet_1_2_1">
            <a:extLst>
              <a:ext uri="{FF2B5EF4-FFF2-40B4-BE49-F238E27FC236}">
                <a16:creationId xmlns:a16="http://schemas.microsoft.com/office/drawing/2014/main" id="{A67187B5-35DB-8F69-FB83-D95D01FF6D59}"/>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3" name="packet_1_2_2">
            <a:extLst>
              <a:ext uri="{FF2B5EF4-FFF2-40B4-BE49-F238E27FC236}">
                <a16:creationId xmlns:a16="http://schemas.microsoft.com/office/drawing/2014/main" id="{6AB0AC9A-3108-8DA9-793F-7AC91DA9E1AD}"/>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4" name="packet_1_2_3">
            <a:extLst>
              <a:ext uri="{FF2B5EF4-FFF2-40B4-BE49-F238E27FC236}">
                <a16:creationId xmlns:a16="http://schemas.microsoft.com/office/drawing/2014/main" id="{A25F0650-93BB-D0DB-3FC7-BBC5411AB206}"/>
              </a:ext>
            </a:extLst>
          </p:cNvPr>
          <p:cNvSpPr>
            <a:spLocks noGrp="1"/>
          </p:cNvSpPr>
          <p:nvPr/>
        </p:nvSpPr>
        <p:spPr>
          <a:xfrm>
            <a:off x="3476625" y="4981575"/>
            <a:ext cx="133350" cy="133350"/>
          </a:xfrm>
          <a:prstGeom prst="ellipse">
            <a:avLst/>
          </a:prstGeom>
          <a:solidFill>
            <a:srgbClr val="F4A000"/>
          </a:solidFill>
          <a:ln w="9525">
            <a:solidFill>
              <a:srgbClr val="FFFFFF"/>
            </a:solidFill>
          </a:ln>
        </p:spPr>
        <p:txBody>
          <a:bodyPr/>
          <a:lstStyle/>
          <a:p>
            <a:endParaRPr lang="en-US"/>
          </a:p>
        </p:txBody>
      </p:sp>
      <p:sp>
        <p:nvSpPr>
          <p:cNvPr id="205" name="packet_2_0_0">
            <a:extLst>
              <a:ext uri="{FF2B5EF4-FFF2-40B4-BE49-F238E27FC236}">
                <a16:creationId xmlns:a16="http://schemas.microsoft.com/office/drawing/2014/main" id="{C25E821D-5A8D-A933-DFF4-C5CDBAE4B985}"/>
              </a:ext>
            </a:extLst>
          </p:cNvPr>
          <p:cNvSpPr>
            <a:spLocks noGrp="1"/>
          </p:cNvSpPr>
          <p:nvPr/>
        </p:nvSpPr>
        <p:spPr>
          <a:xfrm>
            <a:off x="5972175" y="2076450"/>
            <a:ext cx="133350" cy="133350"/>
          </a:xfrm>
          <a:prstGeom prst="ellipse">
            <a:avLst/>
          </a:prstGeom>
          <a:solidFill>
            <a:srgbClr val="F4A000"/>
          </a:solidFill>
          <a:ln w="9525">
            <a:solidFill>
              <a:srgbClr val="FFFFFF"/>
            </a:solidFill>
          </a:ln>
        </p:spPr>
        <p:txBody>
          <a:bodyPr/>
          <a:lstStyle/>
          <a:p>
            <a:endParaRPr lang="en-US"/>
          </a:p>
        </p:txBody>
      </p:sp>
      <p:sp>
        <p:nvSpPr>
          <p:cNvPr id="206" name="packet_2_0_1">
            <a:extLst>
              <a:ext uri="{FF2B5EF4-FFF2-40B4-BE49-F238E27FC236}">
                <a16:creationId xmlns:a16="http://schemas.microsoft.com/office/drawing/2014/main" id="{5C919663-A4C6-F4B3-0D75-03DD30342E2F}"/>
              </a:ext>
            </a:extLst>
          </p:cNvPr>
          <p:cNvSpPr>
            <a:spLocks noGrp="1"/>
          </p:cNvSpPr>
          <p:nvPr/>
        </p:nvSpPr>
        <p:spPr>
          <a:xfrm>
            <a:off x="5972175" y="2076450"/>
            <a:ext cx="133350" cy="133350"/>
          </a:xfrm>
          <a:prstGeom prst="ellipse">
            <a:avLst/>
          </a:prstGeom>
          <a:solidFill>
            <a:srgbClr val="F4A000"/>
          </a:solidFill>
          <a:ln w="9525">
            <a:solidFill>
              <a:srgbClr val="FFFFFF"/>
            </a:solidFill>
          </a:ln>
        </p:spPr>
        <p:txBody>
          <a:bodyPr/>
          <a:lstStyle/>
          <a:p>
            <a:endParaRPr lang="en-US"/>
          </a:p>
        </p:txBody>
      </p:sp>
      <p:sp>
        <p:nvSpPr>
          <p:cNvPr id="207" name="packet_2_0_2">
            <a:extLst>
              <a:ext uri="{FF2B5EF4-FFF2-40B4-BE49-F238E27FC236}">
                <a16:creationId xmlns:a16="http://schemas.microsoft.com/office/drawing/2014/main" id="{9772C903-D61B-0F9A-CB4D-D8D4CDC191B7}"/>
              </a:ext>
            </a:extLst>
          </p:cNvPr>
          <p:cNvSpPr>
            <a:spLocks noGrp="1"/>
          </p:cNvSpPr>
          <p:nvPr/>
        </p:nvSpPr>
        <p:spPr>
          <a:xfrm>
            <a:off x="5972175" y="2076450"/>
            <a:ext cx="133350" cy="133350"/>
          </a:xfrm>
          <a:prstGeom prst="ellipse">
            <a:avLst/>
          </a:prstGeom>
          <a:solidFill>
            <a:srgbClr val="F4A000"/>
          </a:solidFill>
          <a:ln w="9525">
            <a:solidFill>
              <a:srgbClr val="FFFFFF"/>
            </a:solidFill>
          </a:ln>
        </p:spPr>
        <p:txBody>
          <a:bodyPr/>
          <a:lstStyle/>
          <a:p>
            <a:endParaRPr lang="en-US"/>
          </a:p>
        </p:txBody>
      </p:sp>
      <p:sp>
        <p:nvSpPr>
          <p:cNvPr id="208" name="packet_2_1_0">
            <a:extLst>
              <a:ext uri="{FF2B5EF4-FFF2-40B4-BE49-F238E27FC236}">
                <a16:creationId xmlns:a16="http://schemas.microsoft.com/office/drawing/2014/main" id="{F51BBEFF-3D1E-6F6E-B4C5-1EC2EFF76B7D}"/>
              </a:ext>
            </a:extLst>
          </p:cNvPr>
          <p:cNvSpPr>
            <a:spLocks noGrp="1"/>
          </p:cNvSpPr>
          <p:nvPr/>
        </p:nvSpPr>
        <p:spPr>
          <a:xfrm>
            <a:off x="5972175" y="3124200"/>
            <a:ext cx="133350" cy="133350"/>
          </a:xfrm>
          <a:prstGeom prst="ellipse">
            <a:avLst/>
          </a:prstGeom>
          <a:solidFill>
            <a:srgbClr val="F4A000"/>
          </a:solidFill>
          <a:ln w="9525">
            <a:solidFill>
              <a:srgbClr val="FFFFFF"/>
            </a:solidFill>
          </a:ln>
        </p:spPr>
        <p:txBody>
          <a:bodyPr/>
          <a:lstStyle/>
          <a:p>
            <a:endParaRPr lang="en-US"/>
          </a:p>
        </p:txBody>
      </p:sp>
      <p:sp>
        <p:nvSpPr>
          <p:cNvPr id="209" name="packet_2_1_1">
            <a:extLst>
              <a:ext uri="{FF2B5EF4-FFF2-40B4-BE49-F238E27FC236}">
                <a16:creationId xmlns:a16="http://schemas.microsoft.com/office/drawing/2014/main" id="{4CE45F0F-917C-81E4-06E3-23CB395DF6F1}"/>
              </a:ext>
            </a:extLst>
          </p:cNvPr>
          <p:cNvSpPr>
            <a:spLocks noGrp="1"/>
          </p:cNvSpPr>
          <p:nvPr/>
        </p:nvSpPr>
        <p:spPr>
          <a:xfrm>
            <a:off x="5972175" y="3124200"/>
            <a:ext cx="133350" cy="133350"/>
          </a:xfrm>
          <a:prstGeom prst="ellipse">
            <a:avLst/>
          </a:prstGeom>
          <a:solidFill>
            <a:srgbClr val="F4A000"/>
          </a:solidFill>
          <a:ln w="9525">
            <a:solidFill>
              <a:srgbClr val="FFFFFF"/>
            </a:solidFill>
          </a:ln>
        </p:spPr>
        <p:txBody>
          <a:bodyPr/>
          <a:lstStyle/>
          <a:p>
            <a:endParaRPr lang="en-US"/>
          </a:p>
        </p:txBody>
      </p:sp>
      <p:sp>
        <p:nvSpPr>
          <p:cNvPr id="210" name="packet_2_1_2">
            <a:extLst>
              <a:ext uri="{FF2B5EF4-FFF2-40B4-BE49-F238E27FC236}">
                <a16:creationId xmlns:a16="http://schemas.microsoft.com/office/drawing/2014/main" id="{3E99C73B-9B00-7AC2-361B-9D144D1B751F}"/>
              </a:ext>
            </a:extLst>
          </p:cNvPr>
          <p:cNvSpPr>
            <a:spLocks noGrp="1"/>
          </p:cNvSpPr>
          <p:nvPr/>
        </p:nvSpPr>
        <p:spPr>
          <a:xfrm>
            <a:off x="5972175" y="3124200"/>
            <a:ext cx="133350" cy="133350"/>
          </a:xfrm>
          <a:prstGeom prst="ellipse">
            <a:avLst/>
          </a:prstGeom>
          <a:solidFill>
            <a:srgbClr val="F4A000"/>
          </a:solidFill>
          <a:ln w="9525">
            <a:solidFill>
              <a:srgbClr val="FFFFFF"/>
            </a:solidFill>
          </a:ln>
        </p:spPr>
        <p:txBody>
          <a:bodyPr/>
          <a:lstStyle/>
          <a:p>
            <a:endParaRPr lang="en-US"/>
          </a:p>
        </p:txBody>
      </p:sp>
      <p:sp>
        <p:nvSpPr>
          <p:cNvPr id="211" name="packet_2_2_0">
            <a:extLst>
              <a:ext uri="{FF2B5EF4-FFF2-40B4-BE49-F238E27FC236}">
                <a16:creationId xmlns:a16="http://schemas.microsoft.com/office/drawing/2014/main" id="{023F193E-7308-1AD9-E83E-5CA3AD7FE8D5}"/>
              </a:ext>
            </a:extLst>
          </p:cNvPr>
          <p:cNvSpPr>
            <a:spLocks noGrp="1"/>
          </p:cNvSpPr>
          <p:nvPr/>
        </p:nvSpPr>
        <p:spPr>
          <a:xfrm>
            <a:off x="5972175" y="4171950"/>
            <a:ext cx="133350" cy="133350"/>
          </a:xfrm>
          <a:prstGeom prst="ellipse">
            <a:avLst/>
          </a:prstGeom>
          <a:solidFill>
            <a:srgbClr val="F4A000"/>
          </a:solidFill>
          <a:ln w="9525">
            <a:solidFill>
              <a:srgbClr val="FFFFFF"/>
            </a:solidFill>
          </a:ln>
        </p:spPr>
        <p:txBody>
          <a:bodyPr/>
          <a:lstStyle/>
          <a:p>
            <a:endParaRPr lang="en-US"/>
          </a:p>
        </p:txBody>
      </p:sp>
      <p:sp>
        <p:nvSpPr>
          <p:cNvPr id="212" name="packet_2_2_1">
            <a:extLst>
              <a:ext uri="{FF2B5EF4-FFF2-40B4-BE49-F238E27FC236}">
                <a16:creationId xmlns:a16="http://schemas.microsoft.com/office/drawing/2014/main" id="{08D2BA37-2D4E-AD64-A117-FEA37E775412}"/>
              </a:ext>
            </a:extLst>
          </p:cNvPr>
          <p:cNvSpPr>
            <a:spLocks noGrp="1"/>
          </p:cNvSpPr>
          <p:nvPr/>
        </p:nvSpPr>
        <p:spPr>
          <a:xfrm>
            <a:off x="5972175" y="4171950"/>
            <a:ext cx="133350" cy="133350"/>
          </a:xfrm>
          <a:prstGeom prst="ellipse">
            <a:avLst/>
          </a:prstGeom>
          <a:solidFill>
            <a:srgbClr val="F4A000"/>
          </a:solidFill>
          <a:ln w="9525">
            <a:solidFill>
              <a:srgbClr val="FFFFFF"/>
            </a:solidFill>
          </a:ln>
        </p:spPr>
        <p:txBody>
          <a:bodyPr/>
          <a:lstStyle/>
          <a:p>
            <a:endParaRPr lang="en-US"/>
          </a:p>
        </p:txBody>
      </p:sp>
      <p:sp>
        <p:nvSpPr>
          <p:cNvPr id="213" name="packet_2_2_2">
            <a:extLst>
              <a:ext uri="{FF2B5EF4-FFF2-40B4-BE49-F238E27FC236}">
                <a16:creationId xmlns:a16="http://schemas.microsoft.com/office/drawing/2014/main" id="{B2DE2372-21F0-A82E-F594-1EDAC4B1E545}"/>
              </a:ext>
            </a:extLst>
          </p:cNvPr>
          <p:cNvSpPr>
            <a:spLocks noGrp="1"/>
          </p:cNvSpPr>
          <p:nvPr/>
        </p:nvSpPr>
        <p:spPr>
          <a:xfrm>
            <a:off x="5972175" y="4171950"/>
            <a:ext cx="133350" cy="133350"/>
          </a:xfrm>
          <a:prstGeom prst="ellipse">
            <a:avLst/>
          </a:prstGeom>
          <a:solidFill>
            <a:srgbClr val="F4A000"/>
          </a:solidFill>
          <a:ln w="9525">
            <a:solidFill>
              <a:srgbClr val="FFFFFF"/>
            </a:solidFill>
          </a:ln>
        </p:spPr>
        <p:txBody>
          <a:bodyPr/>
          <a:lstStyle/>
          <a:p>
            <a:endParaRPr lang="en-US"/>
          </a:p>
        </p:txBody>
      </p:sp>
      <p:sp>
        <p:nvSpPr>
          <p:cNvPr id="214" name="packet_2_3_0">
            <a:extLst>
              <a:ext uri="{FF2B5EF4-FFF2-40B4-BE49-F238E27FC236}">
                <a16:creationId xmlns:a16="http://schemas.microsoft.com/office/drawing/2014/main" id="{EA95B389-314C-C1D1-F240-1E800A0AEDD5}"/>
              </a:ext>
            </a:extLst>
          </p:cNvPr>
          <p:cNvSpPr>
            <a:spLocks noGrp="1"/>
          </p:cNvSpPr>
          <p:nvPr/>
        </p:nvSpPr>
        <p:spPr>
          <a:xfrm>
            <a:off x="5972175" y="5219700"/>
            <a:ext cx="133350" cy="133350"/>
          </a:xfrm>
          <a:prstGeom prst="ellipse">
            <a:avLst/>
          </a:prstGeom>
          <a:solidFill>
            <a:srgbClr val="F4A000"/>
          </a:solidFill>
          <a:ln w="9525">
            <a:solidFill>
              <a:srgbClr val="FFFFFF"/>
            </a:solidFill>
          </a:ln>
        </p:spPr>
        <p:txBody>
          <a:bodyPr/>
          <a:lstStyle/>
          <a:p>
            <a:endParaRPr lang="en-US"/>
          </a:p>
        </p:txBody>
      </p:sp>
      <p:sp>
        <p:nvSpPr>
          <p:cNvPr id="215" name="packet_2_3_1">
            <a:extLst>
              <a:ext uri="{FF2B5EF4-FFF2-40B4-BE49-F238E27FC236}">
                <a16:creationId xmlns:a16="http://schemas.microsoft.com/office/drawing/2014/main" id="{DD8EEE42-9877-F230-6EEC-D71FB8A4CF7F}"/>
              </a:ext>
            </a:extLst>
          </p:cNvPr>
          <p:cNvSpPr>
            <a:spLocks noGrp="1"/>
          </p:cNvSpPr>
          <p:nvPr/>
        </p:nvSpPr>
        <p:spPr>
          <a:xfrm>
            <a:off x="5972175" y="5219700"/>
            <a:ext cx="133350" cy="133350"/>
          </a:xfrm>
          <a:prstGeom prst="ellipse">
            <a:avLst/>
          </a:prstGeom>
          <a:solidFill>
            <a:srgbClr val="F4A000"/>
          </a:solidFill>
          <a:ln w="9525">
            <a:solidFill>
              <a:srgbClr val="FFFFFF"/>
            </a:solidFill>
          </a:ln>
        </p:spPr>
        <p:txBody>
          <a:bodyPr/>
          <a:lstStyle/>
          <a:p>
            <a:endParaRPr lang="en-US"/>
          </a:p>
        </p:txBody>
      </p:sp>
      <p:sp>
        <p:nvSpPr>
          <p:cNvPr id="216" name="packet_2_3_2">
            <a:extLst>
              <a:ext uri="{FF2B5EF4-FFF2-40B4-BE49-F238E27FC236}">
                <a16:creationId xmlns:a16="http://schemas.microsoft.com/office/drawing/2014/main" id="{52082C47-F2C6-E484-10F1-EC4AA4555BC1}"/>
              </a:ext>
            </a:extLst>
          </p:cNvPr>
          <p:cNvSpPr>
            <a:spLocks noGrp="1"/>
          </p:cNvSpPr>
          <p:nvPr/>
        </p:nvSpPr>
        <p:spPr>
          <a:xfrm>
            <a:off x="5972175" y="5219700"/>
            <a:ext cx="133350" cy="133350"/>
          </a:xfrm>
          <a:prstGeom prst="ellipse">
            <a:avLst/>
          </a:prstGeom>
          <a:solidFill>
            <a:srgbClr val="F4A000"/>
          </a:solidFill>
          <a:ln w="9525">
            <a:solidFill>
              <a:srgbClr val="FFFFFF"/>
            </a:solidFill>
          </a:ln>
        </p:spPr>
        <p:txBody>
          <a:bodyPr/>
          <a:lstStyle/>
          <a:p>
            <a:endParaRPr lang="en-US"/>
          </a:p>
        </p:txBody>
      </p:sp>
      <p:sp>
        <p:nvSpPr>
          <p:cNvPr id="217" name="packet_3_0_0">
            <a:extLst>
              <a:ext uri="{FF2B5EF4-FFF2-40B4-BE49-F238E27FC236}">
                <a16:creationId xmlns:a16="http://schemas.microsoft.com/office/drawing/2014/main" id="{332FC7B3-2F9F-1CB3-A7CC-8DBD88703CC6}"/>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18" name="packet_3_0_1">
            <a:extLst>
              <a:ext uri="{FF2B5EF4-FFF2-40B4-BE49-F238E27FC236}">
                <a16:creationId xmlns:a16="http://schemas.microsoft.com/office/drawing/2014/main" id="{AD0FAB95-1D43-B2FB-E44B-E4B893781F83}"/>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19" name="packet_3_0_2">
            <a:extLst>
              <a:ext uri="{FF2B5EF4-FFF2-40B4-BE49-F238E27FC236}">
                <a16:creationId xmlns:a16="http://schemas.microsoft.com/office/drawing/2014/main" id="{C0C19E17-9B75-D81B-D5CD-207B7A3EB408}"/>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0" name="packet_3_0_3">
            <a:extLst>
              <a:ext uri="{FF2B5EF4-FFF2-40B4-BE49-F238E27FC236}">
                <a16:creationId xmlns:a16="http://schemas.microsoft.com/office/drawing/2014/main" id="{F27EF020-EA3D-FBA9-1BF7-B33B8D88ED54}"/>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1" name="packet_3_0_4">
            <a:extLst>
              <a:ext uri="{FF2B5EF4-FFF2-40B4-BE49-F238E27FC236}">
                <a16:creationId xmlns:a16="http://schemas.microsoft.com/office/drawing/2014/main" id="{18E562C3-33D3-9043-C442-44BF4F718AD6}"/>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2" name="packet_3_0_5">
            <a:extLst>
              <a:ext uri="{FF2B5EF4-FFF2-40B4-BE49-F238E27FC236}">
                <a16:creationId xmlns:a16="http://schemas.microsoft.com/office/drawing/2014/main" id="{6E9CBFBA-4408-D148-7E51-A6B94C6C9F86}"/>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3" name="packet_3_0_6">
            <a:extLst>
              <a:ext uri="{FF2B5EF4-FFF2-40B4-BE49-F238E27FC236}">
                <a16:creationId xmlns:a16="http://schemas.microsoft.com/office/drawing/2014/main" id="{1138CDF6-95A7-29B3-1A12-986DB41FDD83}"/>
              </a:ext>
            </a:extLst>
          </p:cNvPr>
          <p:cNvSpPr>
            <a:spLocks noGrp="1"/>
          </p:cNvSpPr>
          <p:nvPr/>
        </p:nvSpPr>
        <p:spPr>
          <a:xfrm>
            <a:off x="8382000" y="2314575"/>
            <a:ext cx="133350" cy="133350"/>
          </a:xfrm>
          <a:prstGeom prst="ellipse">
            <a:avLst/>
          </a:prstGeom>
          <a:solidFill>
            <a:srgbClr val="F4A000"/>
          </a:solidFill>
          <a:ln w="9525">
            <a:solidFill>
              <a:srgbClr val="FFFFFF"/>
            </a:solidFill>
          </a:ln>
        </p:spPr>
        <p:txBody>
          <a:bodyPr/>
          <a:lstStyle/>
          <a:p>
            <a:endParaRPr lang="en-US"/>
          </a:p>
        </p:txBody>
      </p:sp>
      <p:sp>
        <p:nvSpPr>
          <p:cNvPr id="224" name="packet_3_1_0">
            <a:extLst>
              <a:ext uri="{FF2B5EF4-FFF2-40B4-BE49-F238E27FC236}">
                <a16:creationId xmlns:a16="http://schemas.microsoft.com/office/drawing/2014/main" id="{04C7418D-D93E-6B0D-0327-FE540BADAD9D}"/>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5" name="packet_3_1_1">
            <a:extLst>
              <a:ext uri="{FF2B5EF4-FFF2-40B4-BE49-F238E27FC236}">
                <a16:creationId xmlns:a16="http://schemas.microsoft.com/office/drawing/2014/main" id="{1ADA5ECB-2F00-44CD-22CC-CBA98A8BD6E2}"/>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6" name="packet_3_1_2">
            <a:extLst>
              <a:ext uri="{FF2B5EF4-FFF2-40B4-BE49-F238E27FC236}">
                <a16:creationId xmlns:a16="http://schemas.microsoft.com/office/drawing/2014/main" id="{BBF61285-1E78-C8C2-C059-37664BCB80CE}"/>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7" name="packet_3_1_3">
            <a:extLst>
              <a:ext uri="{FF2B5EF4-FFF2-40B4-BE49-F238E27FC236}">
                <a16:creationId xmlns:a16="http://schemas.microsoft.com/office/drawing/2014/main" id="{7589A5F6-D8DF-753C-63FD-E950C66C3016}"/>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8" name="packet_3_1_4">
            <a:extLst>
              <a:ext uri="{FF2B5EF4-FFF2-40B4-BE49-F238E27FC236}">
                <a16:creationId xmlns:a16="http://schemas.microsoft.com/office/drawing/2014/main" id="{C1CCF3D1-9166-168D-2D04-989EAE01BBB2}"/>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29" name="packet_3_1_5">
            <a:extLst>
              <a:ext uri="{FF2B5EF4-FFF2-40B4-BE49-F238E27FC236}">
                <a16:creationId xmlns:a16="http://schemas.microsoft.com/office/drawing/2014/main" id="{1FF1FA1F-26B2-0AB8-01C0-FC8C35CACA07}"/>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30" name="packet_3_1_6">
            <a:extLst>
              <a:ext uri="{FF2B5EF4-FFF2-40B4-BE49-F238E27FC236}">
                <a16:creationId xmlns:a16="http://schemas.microsoft.com/office/drawing/2014/main" id="{D20AD207-55DE-E456-B5AB-EA0246FCC4BA}"/>
              </a:ext>
            </a:extLst>
          </p:cNvPr>
          <p:cNvSpPr>
            <a:spLocks noGrp="1"/>
          </p:cNvSpPr>
          <p:nvPr/>
        </p:nvSpPr>
        <p:spPr>
          <a:xfrm>
            <a:off x="8382000" y="3648075"/>
            <a:ext cx="133350" cy="133350"/>
          </a:xfrm>
          <a:prstGeom prst="ellipse">
            <a:avLst/>
          </a:prstGeom>
          <a:solidFill>
            <a:srgbClr val="F4A000"/>
          </a:solidFill>
          <a:ln w="9525">
            <a:solidFill>
              <a:srgbClr val="FFFFFF"/>
            </a:solidFill>
          </a:ln>
        </p:spPr>
        <p:txBody>
          <a:bodyPr/>
          <a:lstStyle/>
          <a:p>
            <a:endParaRPr lang="en-US"/>
          </a:p>
        </p:txBody>
      </p:sp>
      <p:sp>
        <p:nvSpPr>
          <p:cNvPr id="231" name="packet_3_2_0">
            <a:extLst>
              <a:ext uri="{FF2B5EF4-FFF2-40B4-BE49-F238E27FC236}">
                <a16:creationId xmlns:a16="http://schemas.microsoft.com/office/drawing/2014/main" id="{C242A468-9313-9CBA-B2CB-FAB8A4B3E385}"/>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2" name="packet_3_2_1">
            <a:extLst>
              <a:ext uri="{FF2B5EF4-FFF2-40B4-BE49-F238E27FC236}">
                <a16:creationId xmlns:a16="http://schemas.microsoft.com/office/drawing/2014/main" id="{33625C0E-5FDA-5F12-C767-40250C35B5D5}"/>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3" name="packet_3_2_2">
            <a:extLst>
              <a:ext uri="{FF2B5EF4-FFF2-40B4-BE49-F238E27FC236}">
                <a16:creationId xmlns:a16="http://schemas.microsoft.com/office/drawing/2014/main" id="{E442D791-69FC-F1ED-E309-C86B22819DBF}"/>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4" name="packet_3_2_3">
            <a:extLst>
              <a:ext uri="{FF2B5EF4-FFF2-40B4-BE49-F238E27FC236}">
                <a16:creationId xmlns:a16="http://schemas.microsoft.com/office/drawing/2014/main" id="{F7026274-3371-39CA-CB0A-0FC6A903F33E}"/>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5" name="packet_3_2_4">
            <a:extLst>
              <a:ext uri="{FF2B5EF4-FFF2-40B4-BE49-F238E27FC236}">
                <a16:creationId xmlns:a16="http://schemas.microsoft.com/office/drawing/2014/main" id="{F638BB5D-2B51-9B1C-67CD-FC0742829E83}"/>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6" name="packet_3_2_5">
            <a:extLst>
              <a:ext uri="{FF2B5EF4-FFF2-40B4-BE49-F238E27FC236}">
                <a16:creationId xmlns:a16="http://schemas.microsoft.com/office/drawing/2014/main" id="{C0B65912-87E1-3D70-A700-F7F145DBFAA2}"/>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7" name="packet_3_2_6">
            <a:extLst>
              <a:ext uri="{FF2B5EF4-FFF2-40B4-BE49-F238E27FC236}">
                <a16:creationId xmlns:a16="http://schemas.microsoft.com/office/drawing/2014/main" id="{595BA164-6E24-BCC4-77E9-21C6F4DAA030}"/>
              </a:ext>
            </a:extLst>
          </p:cNvPr>
          <p:cNvSpPr>
            <a:spLocks noGrp="1"/>
          </p:cNvSpPr>
          <p:nvPr/>
        </p:nvSpPr>
        <p:spPr>
          <a:xfrm>
            <a:off x="8382000" y="4981575"/>
            <a:ext cx="133350" cy="133350"/>
          </a:xfrm>
          <a:prstGeom prst="ellipse">
            <a:avLst/>
          </a:prstGeom>
          <a:solidFill>
            <a:srgbClr val="F4A000"/>
          </a:solidFill>
          <a:ln w="9525">
            <a:solidFill>
              <a:srgbClr val="FFFFFF"/>
            </a:solidFill>
          </a:ln>
        </p:spPr>
        <p:txBody>
          <a:bodyPr/>
          <a:lstStyle/>
          <a:p>
            <a:endParaRPr lang="en-US"/>
          </a:p>
        </p:txBody>
      </p:sp>
      <p:sp>
        <p:nvSpPr>
          <p:cNvPr id="239" name="TextBox 238">
            <a:extLst>
              <a:ext uri="{FF2B5EF4-FFF2-40B4-BE49-F238E27FC236}">
                <a16:creationId xmlns:a16="http://schemas.microsoft.com/office/drawing/2014/main" id="{0E15202D-96E6-717D-9D79-FAE59931502B}"/>
              </a:ext>
            </a:extLst>
          </p:cNvPr>
          <p:cNvSpPr txBox="1"/>
          <p:nvPr/>
        </p:nvSpPr>
        <p:spPr>
          <a:xfrm>
            <a:off x="457200" y="990599"/>
            <a:ext cx="11544300" cy="6863417"/>
          </a:xfrm>
          <a:prstGeom prst="rect">
            <a:avLst/>
          </a:prstGeom>
          <a:solidFill>
            <a:srgbClr val="FFFF00"/>
          </a:solidFill>
        </p:spPr>
        <p:txBody>
          <a:bodyPr wrap="square" rtlCol="0">
            <a:spAutoFit/>
          </a:bodyPr>
          <a:lstStyle/>
          <a:p>
            <a:r>
              <a:rPr lang="en-US" sz="4400"/>
              <a:t>WRONG!!!!!! The actual pdf at the output should be 0,0,0,0,0,1,0. Change w’s to make the output pdf closer to the true one!!~!! Using SGD, now called Backpropagation!</a:t>
            </a:r>
          </a:p>
          <a:p>
            <a:endParaRPr lang="en-US" sz="4400"/>
          </a:p>
          <a:p>
            <a:r>
              <a:rPr lang="en-US" sz="4400"/>
              <a:t>And repeat this over and over again with billions of I/O pairs! That’s what’s done at data centers </a:t>
            </a:r>
            <a:r>
              <a:rPr lang="en-US" sz="4400">
                <a:sym typeface="Wingdings" pitchFamily="2" charset="2"/>
              </a:rPr>
              <a:t></a:t>
            </a:r>
            <a:endParaRPr lang="en-US" sz="4400"/>
          </a:p>
          <a:p>
            <a:endParaRPr lang="en-US" sz="4400"/>
          </a:p>
          <a:p>
            <a:endParaRPr lang="en-US" sz="4400"/>
          </a:p>
        </p:txBody>
      </p:sp>
    </p:spTree>
    <p:extLst>
      <p:ext uri="{BB962C8B-B14F-4D97-AF65-F5344CB8AC3E}">
        <p14:creationId xmlns:p14="http://schemas.microsoft.com/office/powerpoint/2010/main" val="395691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250" fill="hold"/>
                                        <p:tgtEl>
                                          <p:spTgt spid="31"/>
                                        </p:tgtEl>
                                      </p:cBhvr>
                                    </p:animEffect>
                                  </p:childTnLst>
                                </p:cTn>
                              </p:par>
                              <p:par>
                                <p:cTn id="8" presetID="10" presetClass="entr" presetSubtype="0" fill="hold" nodeType="withEffect">
                                  <p:stCondLst>
                                    <p:cond delay="200"/>
                                  </p:stCondLst>
                                  <p:childTnLst>
                                    <p:set>
                                      <p:cBhvr>
                                        <p:cTn id="9" dur="1" fill="hold">
                                          <p:stCondLst>
                                            <p:cond delay="0"/>
                                          </p:stCondLst>
                                        </p:cTn>
                                        <p:tgtEl>
                                          <p:spTgt spid="149"/>
                                        </p:tgtEl>
                                        <p:attrNameLst>
                                          <p:attrName>style.visibility</p:attrName>
                                        </p:attrNameLst>
                                      </p:cBhvr>
                                      <p:to>
                                        <p:strVal val="visible"/>
                                      </p:to>
                                    </p:set>
                                    <p:animEffect transition="in" filter="fade">
                                      <p:cBhvr>
                                        <p:cTn id="10" dur="200" fill="hold"/>
                                        <p:tgtEl>
                                          <p:spTgt spid="149"/>
                                        </p:tgtEl>
                                      </p:cBhvr>
                                    </p:animEffect>
                                  </p:childTnLst>
                                </p:cTn>
                              </p:par>
                              <p:par>
                                <p:cTn id="11" presetID="10" presetClass="entr" presetSubtype="0" fill="hold" nodeType="withEffect">
                                  <p:stCondLst>
                                    <p:cond delay="9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250" fill="hold"/>
                                        <p:tgtEl>
                                          <p:spTgt spid="37"/>
                                        </p:tgtEl>
                                      </p:cBhvr>
                                    </p:animEffect>
                                  </p:childTnLst>
                                </p:cTn>
                              </p:par>
                              <p:par>
                                <p:cTn id="14" presetID="10" presetClass="entr" presetSubtype="0" fill="hold" nodeType="withEffect">
                                  <p:stCondLst>
                                    <p:cond delay="290"/>
                                  </p:stCondLst>
                                  <p:childTnLst>
                                    <p:set>
                                      <p:cBhvr>
                                        <p:cTn id="15" dur="1" fill="hold">
                                          <p:stCondLst>
                                            <p:cond delay="0"/>
                                          </p:stCondLst>
                                        </p:cTn>
                                        <p:tgtEl>
                                          <p:spTgt spid="150"/>
                                        </p:tgtEl>
                                        <p:attrNameLst>
                                          <p:attrName>style.visibility</p:attrName>
                                        </p:attrNameLst>
                                      </p:cBhvr>
                                      <p:to>
                                        <p:strVal val="visible"/>
                                      </p:to>
                                    </p:set>
                                    <p:animEffect transition="in" filter="fade">
                                      <p:cBhvr>
                                        <p:cTn id="16" dur="200" fill="hold"/>
                                        <p:tgtEl>
                                          <p:spTgt spid="150"/>
                                        </p:tgtEl>
                                      </p:cBhvr>
                                    </p:animEffect>
                                  </p:childTnLst>
                                </p:cTn>
                              </p:par>
                              <p:par>
                                <p:cTn id="17" presetID="10" presetClass="entr" presetSubtype="0" fill="hold" nodeType="withEffect">
                                  <p:stCondLst>
                                    <p:cond delay="180"/>
                                  </p:stCondLst>
                                  <p:childTnLst>
                                    <p:set>
                                      <p:cBhvr>
                                        <p:cTn id="18" dur="1" fill="hold">
                                          <p:stCondLst>
                                            <p:cond delay="0"/>
                                          </p:stCondLst>
                                        </p:cTn>
                                        <p:tgtEl>
                                          <p:spTgt spid="43"/>
                                        </p:tgtEl>
                                        <p:attrNameLst>
                                          <p:attrName>style.visibility</p:attrName>
                                        </p:attrNameLst>
                                      </p:cBhvr>
                                      <p:to>
                                        <p:strVal val="visible"/>
                                      </p:to>
                                    </p:set>
                                    <p:animEffect transition="in" filter="fade">
                                      <p:cBhvr>
                                        <p:cTn id="19" dur="250" fill="hold"/>
                                        <p:tgtEl>
                                          <p:spTgt spid="43"/>
                                        </p:tgtEl>
                                      </p:cBhvr>
                                    </p:animEffect>
                                  </p:childTnLst>
                                </p:cTn>
                              </p:par>
                              <p:par>
                                <p:cTn id="20" presetID="10" presetClass="entr" presetSubtype="0" fill="hold" nodeType="withEffect">
                                  <p:stCondLst>
                                    <p:cond delay="380"/>
                                  </p:stCondLst>
                                  <p:childTnLst>
                                    <p:set>
                                      <p:cBhvr>
                                        <p:cTn id="21" dur="1" fill="hold">
                                          <p:stCondLst>
                                            <p:cond delay="0"/>
                                          </p:stCondLst>
                                        </p:cTn>
                                        <p:tgtEl>
                                          <p:spTgt spid="151"/>
                                        </p:tgtEl>
                                        <p:attrNameLst>
                                          <p:attrName>style.visibility</p:attrName>
                                        </p:attrNameLst>
                                      </p:cBhvr>
                                      <p:to>
                                        <p:strVal val="visible"/>
                                      </p:to>
                                    </p:set>
                                    <p:animEffect transition="in" filter="fade">
                                      <p:cBhvr>
                                        <p:cTn id="22" dur="200" fill="hold"/>
                                        <p:tgtEl>
                                          <p:spTgt spid="151"/>
                                        </p:tgtEl>
                                      </p:cBhvr>
                                    </p:animEffect>
                                  </p:childTnLst>
                                </p:cTn>
                              </p:par>
                              <p:par>
                                <p:cTn id="23" presetID="10" presetClass="entr" presetSubtype="0" fill="hold" nodeType="withEffect">
                                  <p:stCondLst>
                                    <p:cond delay="270"/>
                                  </p:stCondLst>
                                  <p:childTnLst>
                                    <p:set>
                                      <p:cBhvr>
                                        <p:cTn id="24" dur="1" fill="hold">
                                          <p:stCondLst>
                                            <p:cond delay="0"/>
                                          </p:stCondLst>
                                        </p:cTn>
                                        <p:tgtEl>
                                          <p:spTgt spid="49"/>
                                        </p:tgtEl>
                                        <p:attrNameLst>
                                          <p:attrName>style.visibility</p:attrName>
                                        </p:attrNameLst>
                                      </p:cBhvr>
                                      <p:to>
                                        <p:strVal val="visible"/>
                                      </p:to>
                                    </p:set>
                                    <p:animEffect transition="in" filter="fade">
                                      <p:cBhvr>
                                        <p:cTn id="25" dur="250" fill="hold"/>
                                        <p:tgtEl>
                                          <p:spTgt spid="49"/>
                                        </p:tgtEl>
                                      </p:cBhvr>
                                    </p:animEffect>
                                  </p:childTnLst>
                                </p:cTn>
                              </p:par>
                              <p:par>
                                <p:cTn id="26" presetID="10" presetClass="entr" presetSubtype="0" fill="hold" nodeType="withEffect">
                                  <p:stCondLst>
                                    <p:cond delay="470"/>
                                  </p:stCondLst>
                                  <p:childTnLst>
                                    <p:set>
                                      <p:cBhvr>
                                        <p:cTn id="27" dur="1" fill="hold">
                                          <p:stCondLst>
                                            <p:cond delay="0"/>
                                          </p:stCondLst>
                                        </p:cTn>
                                        <p:tgtEl>
                                          <p:spTgt spid="152"/>
                                        </p:tgtEl>
                                        <p:attrNameLst>
                                          <p:attrName>style.visibility</p:attrName>
                                        </p:attrNameLst>
                                      </p:cBhvr>
                                      <p:to>
                                        <p:strVal val="visible"/>
                                      </p:to>
                                    </p:set>
                                    <p:animEffect transition="in" filter="fade">
                                      <p:cBhvr>
                                        <p:cTn id="28" dur="200" fill="hold"/>
                                        <p:tgtEl>
                                          <p:spTgt spid="152"/>
                                        </p:tgtEl>
                                      </p:cBhvr>
                                    </p:animEffect>
                                  </p:childTnLst>
                                </p:cTn>
                              </p:par>
                              <p:par>
                                <p:cTn id="29" presetID="10" presetClass="entr" presetSubtype="0" fill="hold" nodeType="withEffect">
                                  <p:stCondLst>
                                    <p:cond delay="360"/>
                                  </p:stCondLst>
                                  <p:childTnLst>
                                    <p:set>
                                      <p:cBhvr>
                                        <p:cTn id="30" dur="1" fill="hold">
                                          <p:stCondLst>
                                            <p:cond delay="0"/>
                                          </p:stCondLst>
                                        </p:cTn>
                                        <p:tgtEl>
                                          <p:spTgt spid="55"/>
                                        </p:tgtEl>
                                        <p:attrNameLst>
                                          <p:attrName>style.visibility</p:attrName>
                                        </p:attrNameLst>
                                      </p:cBhvr>
                                      <p:to>
                                        <p:strVal val="visible"/>
                                      </p:to>
                                    </p:set>
                                    <p:animEffect transition="in" filter="fade">
                                      <p:cBhvr>
                                        <p:cTn id="31" dur="250" fill="hold"/>
                                        <p:tgtEl>
                                          <p:spTgt spid="55"/>
                                        </p:tgtEl>
                                      </p:cBhvr>
                                    </p:animEffect>
                                  </p:childTnLst>
                                </p:cTn>
                              </p:par>
                              <p:par>
                                <p:cTn id="32" presetID="10" presetClass="entr" presetSubtype="0" fill="hold" nodeType="withEffect">
                                  <p:stCondLst>
                                    <p:cond delay="560"/>
                                  </p:stCondLst>
                                  <p:childTnLst>
                                    <p:set>
                                      <p:cBhvr>
                                        <p:cTn id="33" dur="1" fill="hold">
                                          <p:stCondLst>
                                            <p:cond delay="0"/>
                                          </p:stCondLst>
                                        </p:cTn>
                                        <p:tgtEl>
                                          <p:spTgt spid="153"/>
                                        </p:tgtEl>
                                        <p:attrNameLst>
                                          <p:attrName>style.visibility</p:attrName>
                                        </p:attrNameLst>
                                      </p:cBhvr>
                                      <p:to>
                                        <p:strVal val="visible"/>
                                      </p:to>
                                    </p:set>
                                    <p:animEffect transition="in" filter="fade">
                                      <p:cBhvr>
                                        <p:cTn id="34" dur="200" fill="hold"/>
                                        <p:tgtEl>
                                          <p:spTgt spid="15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xit" presetSubtype="0" fill="hold" nodeType="clickEffect">
                                  <p:stCondLst>
                                    <p:cond delay="0"/>
                                  </p:stCondLst>
                                  <p:childTnLst>
                                    <p:animEffect transition="out" filter="fade">
                                      <p:cBhvr>
                                        <p:cTn id="38" dur="200" fill="hold"/>
                                        <p:tgtEl>
                                          <p:spTgt spid="149"/>
                                        </p:tgtEl>
                                      </p:cBhvr>
                                    </p:animEffect>
                                    <p:set>
                                      <p:cBhvr>
                                        <p:cTn id="39" dur="1" fill="hold">
                                          <p:stCondLst>
                                            <p:cond delay="200"/>
                                          </p:stCondLst>
                                        </p:cTn>
                                        <p:tgtEl>
                                          <p:spTgt spid="149"/>
                                        </p:tgtEl>
                                        <p:attrNameLst>
                                          <p:attrName>style.visibility</p:attrName>
                                        </p:attrNameLst>
                                      </p:cBhvr>
                                      <p:to>
                                        <p:strVal val="hidden"/>
                                      </p:to>
                                    </p:set>
                                  </p:childTnLst>
                                </p:cTn>
                              </p:par>
                              <p:par>
                                <p:cTn id="40" presetID="10" presetClass="exit" presetSubtype="0" fill="hold" nodeType="withEffect">
                                  <p:stCondLst>
                                    <p:cond delay="0"/>
                                  </p:stCondLst>
                                  <p:childTnLst>
                                    <p:animEffect transition="out" filter="fade">
                                      <p:cBhvr>
                                        <p:cTn id="41" dur="200" fill="hold"/>
                                        <p:tgtEl>
                                          <p:spTgt spid="150"/>
                                        </p:tgtEl>
                                      </p:cBhvr>
                                    </p:animEffect>
                                    <p:set>
                                      <p:cBhvr>
                                        <p:cTn id="42" dur="1" fill="hold">
                                          <p:stCondLst>
                                            <p:cond delay="200"/>
                                          </p:stCondLst>
                                        </p:cTn>
                                        <p:tgtEl>
                                          <p:spTgt spid="150"/>
                                        </p:tgtEl>
                                        <p:attrNameLst>
                                          <p:attrName>style.visibility</p:attrName>
                                        </p:attrNameLst>
                                      </p:cBhvr>
                                      <p:to>
                                        <p:strVal val="hidden"/>
                                      </p:to>
                                    </p:set>
                                  </p:childTnLst>
                                </p:cTn>
                              </p:par>
                              <p:par>
                                <p:cTn id="43" presetID="10" presetClass="exit" presetSubtype="0" fill="hold" nodeType="withEffect">
                                  <p:stCondLst>
                                    <p:cond delay="0"/>
                                  </p:stCondLst>
                                  <p:childTnLst>
                                    <p:animEffect transition="out" filter="fade">
                                      <p:cBhvr>
                                        <p:cTn id="44" dur="200" fill="hold"/>
                                        <p:tgtEl>
                                          <p:spTgt spid="151"/>
                                        </p:tgtEl>
                                      </p:cBhvr>
                                    </p:animEffect>
                                    <p:set>
                                      <p:cBhvr>
                                        <p:cTn id="45" dur="1" fill="hold">
                                          <p:stCondLst>
                                            <p:cond delay="200"/>
                                          </p:stCondLst>
                                        </p:cTn>
                                        <p:tgtEl>
                                          <p:spTgt spid="151"/>
                                        </p:tgtEl>
                                        <p:attrNameLst>
                                          <p:attrName>style.visibility</p:attrName>
                                        </p:attrNameLst>
                                      </p:cBhvr>
                                      <p:to>
                                        <p:strVal val="hidden"/>
                                      </p:to>
                                    </p:set>
                                  </p:childTnLst>
                                </p:cTn>
                              </p:par>
                              <p:par>
                                <p:cTn id="46" presetID="10" presetClass="exit" presetSubtype="0" fill="hold" nodeType="withEffect">
                                  <p:stCondLst>
                                    <p:cond delay="0"/>
                                  </p:stCondLst>
                                  <p:childTnLst>
                                    <p:animEffect transition="out" filter="fade">
                                      <p:cBhvr>
                                        <p:cTn id="47" dur="200" fill="hold"/>
                                        <p:tgtEl>
                                          <p:spTgt spid="152"/>
                                        </p:tgtEl>
                                      </p:cBhvr>
                                    </p:animEffect>
                                    <p:set>
                                      <p:cBhvr>
                                        <p:cTn id="48" dur="1" fill="hold">
                                          <p:stCondLst>
                                            <p:cond delay="200"/>
                                          </p:stCondLst>
                                        </p:cTn>
                                        <p:tgtEl>
                                          <p:spTgt spid="152"/>
                                        </p:tgtEl>
                                        <p:attrNameLst>
                                          <p:attrName>style.visibility</p:attrName>
                                        </p:attrNameLst>
                                      </p:cBhvr>
                                      <p:to>
                                        <p:strVal val="hidden"/>
                                      </p:to>
                                    </p:set>
                                  </p:childTnLst>
                                </p:cTn>
                              </p:par>
                              <p:par>
                                <p:cTn id="49" presetID="10" presetClass="exit" presetSubtype="0" fill="hold" nodeType="withEffect">
                                  <p:stCondLst>
                                    <p:cond delay="0"/>
                                  </p:stCondLst>
                                  <p:childTnLst>
                                    <p:animEffect transition="out" filter="fade">
                                      <p:cBhvr>
                                        <p:cTn id="50" dur="200" fill="hold"/>
                                        <p:tgtEl>
                                          <p:spTgt spid="153"/>
                                        </p:tgtEl>
                                      </p:cBhvr>
                                    </p:animEffect>
                                    <p:set>
                                      <p:cBhvr>
                                        <p:cTn id="51" dur="1" fill="hold">
                                          <p:stCondLst>
                                            <p:cond delay="200"/>
                                          </p:stCondLst>
                                        </p:cTn>
                                        <p:tgtEl>
                                          <p:spTgt spid="153"/>
                                        </p:tgtEl>
                                        <p:attrNameLst>
                                          <p:attrName>style.visibility</p:attrName>
                                        </p:attrNameLst>
                                      </p:cBhvr>
                                      <p:to>
                                        <p:strVal val="hidden"/>
                                      </p:to>
                                    </p:set>
                                  </p:childTnLst>
                                </p:cTn>
                              </p:par>
                              <p:par>
                                <p:cTn id="52" presetID="10" presetClass="entr" presetSubtype="0" fill="hold" nodeType="withEffect">
                                  <p:stCondLst>
                                    <p:cond delay="200"/>
                                  </p:stCondLst>
                                  <p:childTnLst>
                                    <p:set>
                                      <p:cBhvr>
                                        <p:cTn id="53" dur="1" fill="hold">
                                          <p:stCondLst>
                                            <p:cond delay="0"/>
                                          </p:stCondLst>
                                        </p:cTn>
                                        <p:tgtEl>
                                          <p:spTgt spid="29"/>
                                        </p:tgtEl>
                                        <p:attrNameLst>
                                          <p:attrName>style.visibility</p:attrName>
                                        </p:attrNameLst>
                                      </p:cBhvr>
                                      <p:to>
                                        <p:strVal val="visible"/>
                                      </p:to>
                                    </p:set>
                                    <p:animEffect transition="in" filter="fade">
                                      <p:cBhvr>
                                        <p:cTn id="54" dur="250" fill="hold"/>
                                        <p:tgtEl>
                                          <p:spTgt spid="29"/>
                                        </p:tgtEl>
                                      </p:cBhvr>
                                    </p:animEffect>
                                  </p:childTnLst>
                                </p:cTn>
                              </p:par>
                              <p:par>
                                <p:cTn id="55" presetID="10" presetClass="entr" presetSubtype="0" fill="hold" nodeType="withEffect">
                                  <p:stCondLst>
                                    <p:cond delay="400"/>
                                  </p:stCondLst>
                                  <p:childTnLst>
                                    <p:set>
                                      <p:cBhvr>
                                        <p:cTn id="56" dur="1" fill="hold">
                                          <p:stCondLst>
                                            <p:cond delay="0"/>
                                          </p:stCondLst>
                                        </p:cTn>
                                        <p:tgtEl>
                                          <p:spTgt spid="30"/>
                                        </p:tgtEl>
                                        <p:attrNameLst>
                                          <p:attrName>style.visibility</p:attrName>
                                        </p:attrNameLst>
                                      </p:cBhvr>
                                      <p:to>
                                        <p:strVal val="visible"/>
                                      </p:to>
                                    </p:set>
                                    <p:animEffect transition="in" filter="fade">
                                      <p:cBhvr>
                                        <p:cTn id="57" dur="250" fill="hold"/>
                                        <p:tgtEl>
                                          <p:spTgt spid="30"/>
                                        </p:tgtEl>
                                      </p:cBhvr>
                                    </p:animEffect>
                                  </p:childTnLst>
                                </p:cTn>
                              </p:par>
                              <p:par>
                                <p:cTn id="58" presetID="10" presetClass="entr" presetSubtype="0" fill="hold" nodeType="withEffect">
                                  <p:stCondLst>
                                    <p:cond delay="20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250" fill="hold"/>
                                        <p:tgtEl>
                                          <p:spTgt spid="32"/>
                                        </p:tgtEl>
                                      </p:cBhvr>
                                    </p:animEffect>
                                  </p:childTnLst>
                                </p:cTn>
                              </p:par>
                              <p:par>
                                <p:cTn id="61" presetID="10" presetClass="entr" presetSubtype="0" fill="hold" nodeType="withEffect">
                                  <p:stCondLst>
                                    <p:cond delay="650"/>
                                  </p:stCondLst>
                                  <p:childTnLst>
                                    <p:set>
                                      <p:cBhvr>
                                        <p:cTn id="62" dur="1" fill="hold">
                                          <p:stCondLst>
                                            <p:cond delay="0"/>
                                          </p:stCondLst>
                                        </p:cTn>
                                        <p:tgtEl>
                                          <p:spTgt spid="33"/>
                                        </p:tgtEl>
                                        <p:attrNameLst>
                                          <p:attrName>style.visibility</p:attrName>
                                        </p:attrNameLst>
                                      </p:cBhvr>
                                      <p:to>
                                        <p:strVal val="visible"/>
                                      </p:to>
                                    </p:set>
                                    <p:animEffect transition="in" filter="fade">
                                      <p:cBhvr>
                                        <p:cTn id="63" dur="250" fill="hold"/>
                                        <p:tgtEl>
                                          <p:spTgt spid="33"/>
                                        </p:tgtEl>
                                      </p:cBhvr>
                                    </p:animEffect>
                                  </p:childTnLst>
                                </p:cTn>
                              </p:par>
                              <p:par>
                                <p:cTn id="64" presetID="10" presetClass="entr" presetSubtype="0" fill="hold" nodeType="withEffect">
                                  <p:stCondLst>
                                    <p:cond delay="850"/>
                                  </p:stCondLst>
                                  <p:childTnLst>
                                    <p:set>
                                      <p:cBhvr>
                                        <p:cTn id="65" dur="1" fill="hold">
                                          <p:stCondLst>
                                            <p:cond delay="0"/>
                                          </p:stCondLst>
                                        </p:cTn>
                                        <p:tgtEl>
                                          <p:spTgt spid="34"/>
                                        </p:tgtEl>
                                        <p:attrNameLst>
                                          <p:attrName>style.visibility</p:attrName>
                                        </p:attrNameLst>
                                      </p:cBhvr>
                                      <p:to>
                                        <p:strVal val="visible"/>
                                      </p:to>
                                    </p:set>
                                    <p:animEffect transition="in" filter="fade">
                                      <p:cBhvr>
                                        <p:cTn id="66" dur="250" fill="hold"/>
                                        <p:tgtEl>
                                          <p:spTgt spid="34"/>
                                        </p:tgtEl>
                                      </p:cBhvr>
                                    </p:animEffect>
                                  </p:childTnLst>
                                </p:cTn>
                              </p:par>
                              <p:par>
                                <p:cTn id="67" presetID="10" presetClass="entr" presetSubtype="0" fill="hold" nodeType="withEffect">
                                  <p:stCondLst>
                                    <p:cond delay="200"/>
                                  </p:stCondLst>
                                  <p:childTnLst>
                                    <p:set>
                                      <p:cBhvr>
                                        <p:cTn id="68" dur="1" fill="hold">
                                          <p:stCondLst>
                                            <p:cond delay="0"/>
                                          </p:stCondLst>
                                        </p:cTn>
                                        <p:tgtEl>
                                          <p:spTgt spid="35"/>
                                        </p:tgtEl>
                                        <p:attrNameLst>
                                          <p:attrName>style.visibility</p:attrName>
                                        </p:attrNameLst>
                                      </p:cBhvr>
                                      <p:to>
                                        <p:strVal val="visible"/>
                                      </p:to>
                                    </p:set>
                                    <p:animEffect transition="in" filter="fade">
                                      <p:cBhvr>
                                        <p:cTn id="69" dur="250" fill="hold"/>
                                        <p:tgtEl>
                                          <p:spTgt spid="35"/>
                                        </p:tgtEl>
                                      </p:cBhvr>
                                    </p:animEffect>
                                  </p:childTnLst>
                                </p:cTn>
                              </p:par>
                              <p:par>
                                <p:cTn id="70" presetID="10" presetClass="entr" presetSubtype="0" fill="hold" nodeType="withEffect">
                                  <p:stCondLst>
                                    <p:cond delay="400"/>
                                  </p:stCondLst>
                                  <p:childTnLst>
                                    <p:set>
                                      <p:cBhvr>
                                        <p:cTn id="71" dur="1" fill="hold">
                                          <p:stCondLst>
                                            <p:cond delay="0"/>
                                          </p:stCondLst>
                                        </p:cTn>
                                        <p:tgtEl>
                                          <p:spTgt spid="36"/>
                                        </p:tgtEl>
                                        <p:attrNameLst>
                                          <p:attrName>style.visibility</p:attrName>
                                        </p:attrNameLst>
                                      </p:cBhvr>
                                      <p:to>
                                        <p:strVal val="visible"/>
                                      </p:to>
                                    </p:set>
                                    <p:animEffect transition="in" filter="fade">
                                      <p:cBhvr>
                                        <p:cTn id="72" dur="250" fill="hold"/>
                                        <p:tgtEl>
                                          <p:spTgt spid="36"/>
                                        </p:tgtEl>
                                      </p:cBhvr>
                                    </p:animEffect>
                                  </p:childTnLst>
                                </p:cTn>
                              </p:par>
                              <p:par>
                                <p:cTn id="73" presetID="10" presetClass="entr" presetSubtype="0" fill="hold" nodeType="withEffect">
                                  <p:stCondLst>
                                    <p:cond delay="200"/>
                                  </p:stCondLst>
                                  <p:childTnLst>
                                    <p:set>
                                      <p:cBhvr>
                                        <p:cTn id="74" dur="1" fill="hold">
                                          <p:stCondLst>
                                            <p:cond delay="0"/>
                                          </p:stCondLst>
                                        </p:cTn>
                                        <p:tgtEl>
                                          <p:spTgt spid="38"/>
                                        </p:tgtEl>
                                        <p:attrNameLst>
                                          <p:attrName>style.visibility</p:attrName>
                                        </p:attrNameLst>
                                      </p:cBhvr>
                                      <p:to>
                                        <p:strVal val="visible"/>
                                      </p:to>
                                    </p:set>
                                    <p:animEffect transition="in" filter="fade">
                                      <p:cBhvr>
                                        <p:cTn id="75" dur="250" fill="hold"/>
                                        <p:tgtEl>
                                          <p:spTgt spid="38"/>
                                        </p:tgtEl>
                                      </p:cBhvr>
                                    </p:animEffect>
                                  </p:childTnLst>
                                </p:cTn>
                              </p:par>
                              <p:par>
                                <p:cTn id="76" presetID="10" presetClass="entr" presetSubtype="0" fill="hold" nodeType="withEffect">
                                  <p:stCondLst>
                                    <p:cond delay="650"/>
                                  </p:stCondLst>
                                  <p:childTnLst>
                                    <p:set>
                                      <p:cBhvr>
                                        <p:cTn id="77" dur="1" fill="hold">
                                          <p:stCondLst>
                                            <p:cond delay="0"/>
                                          </p:stCondLst>
                                        </p:cTn>
                                        <p:tgtEl>
                                          <p:spTgt spid="39"/>
                                        </p:tgtEl>
                                        <p:attrNameLst>
                                          <p:attrName>style.visibility</p:attrName>
                                        </p:attrNameLst>
                                      </p:cBhvr>
                                      <p:to>
                                        <p:strVal val="visible"/>
                                      </p:to>
                                    </p:set>
                                    <p:animEffect transition="in" filter="fade">
                                      <p:cBhvr>
                                        <p:cTn id="78" dur="250" fill="hold"/>
                                        <p:tgtEl>
                                          <p:spTgt spid="39"/>
                                        </p:tgtEl>
                                      </p:cBhvr>
                                    </p:animEffect>
                                  </p:childTnLst>
                                </p:cTn>
                              </p:par>
                              <p:par>
                                <p:cTn id="79" presetID="10" presetClass="entr" presetSubtype="0" fill="hold" nodeType="withEffect">
                                  <p:stCondLst>
                                    <p:cond delay="850"/>
                                  </p:stCondLst>
                                  <p:childTnLst>
                                    <p:set>
                                      <p:cBhvr>
                                        <p:cTn id="80" dur="1" fill="hold">
                                          <p:stCondLst>
                                            <p:cond delay="0"/>
                                          </p:stCondLst>
                                        </p:cTn>
                                        <p:tgtEl>
                                          <p:spTgt spid="40"/>
                                        </p:tgtEl>
                                        <p:attrNameLst>
                                          <p:attrName>style.visibility</p:attrName>
                                        </p:attrNameLst>
                                      </p:cBhvr>
                                      <p:to>
                                        <p:strVal val="visible"/>
                                      </p:to>
                                    </p:set>
                                    <p:animEffect transition="in" filter="fade">
                                      <p:cBhvr>
                                        <p:cTn id="81" dur="250" fill="hold"/>
                                        <p:tgtEl>
                                          <p:spTgt spid="40"/>
                                        </p:tgtEl>
                                      </p:cBhvr>
                                    </p:animEffect>
                                  </p:childTnLst>
                                </p:cTn>
                              </p:par>
                              <p:par>
                                <p:cTn id="82" presetID="10" presetClass="entr" presetSubtype="0" fill="hold" nodeType="withEffect">
                                  <p:stCondLst>
                                    <p:cond delay="200"/>
                                  </p:stCondLst>
                                  <p:childTnLst>
                                    <p:set>
                                      <p:cBhvr>
                                        <p:cTn id="83" dur="1" fill="hold">
                                          <p:stCondLst>
                                            <p:cond delay="0"/>
                                          </p:stCondLst>
                                        </p:cTn>
                                        <p:tgtEl>
                                          <p:spTgt spid="41"/>
                                        </p:tgtEl>
                                        <p:attrNameLst>
                                          <p:attrName>style.visibility</p:attrName>
                                        </p:attrNameLst>
                                      </p:cBhvr>
                                      <p:to>
                                        <p:strVal val="visible"/>
                                      </p:to>
                                    </p:set>
                                    <p:animEffect transition="in" filter="fade">
                                      <p:cBhvr>
                                        <p:cTn id="84" dur="250" fill="hold"/>
                                        <p:tgtEl>
                                          <p:spTgt spid="41"/>
                                        </p:tgtEl>
                                      </p:cBhvr>
                                    </p:animEffect>
                                  </p:childTnLst>
                                </p:cTn>
                              </p:par>
                              <p:par>
                                <p:cTn id="85" presetID="10" presetClass="entr" presetSubtype="0" fill="hold" nodeType="withEffect">
                                  <p:stCondLst>
                                    <p:cond delay="400"/>
                                  </p:stCondLst>
                                  <p:childTnLst>
                                    <p:set>
                                      <p:cBhvr>
                                        <p:cTn id="86" dur="1" fill="hold">
                                          <p:stCondLst>
                                            <p:cond delay="0"/>
                                          </p:stCondLst>
                                        </p:cTn>
                                        <p:tgtEl>
                                          <p:spTgt spid="42"/>
                                        </p:tgtEl>
                                        <p:attrNameLst>
                                          <p:attrName>style.visibility</p:attrName>
                                        </p:attrNameLst>
                                      </p:cBhvr>
                                      <p:to>
                                        <p:strVal val="visible"/>
                                      </p:to>
                                    </p:set>
                                    <p:animEffect transition="in" filter="fade">
                                      <p:cBhvr>
                                        <p:cTn id="87" dur="250" fill="hold"/>
                                        <p:tgtEl>
                                          <p:spTgt spid="42"/>
                                        </p:tgtEl>
                                      </p:cBhvr>
                                    </p:animEffect>
                                  </p:childTnLst>
                                </p:cTn>
                              </p:par>
                              <p:par>
                                <p:cTn id="88" presetID="10" presetClass="entr" presetSubtype="0" fill="hold" nodeType="withEffect">
                                  <p:stCondLst>
                                    <p:cond delay="200"/>
                                  </p:stCondLst>
                                  <p:childTnLst>
                                    <p:set>
                                      <p:cBhvr>
                                        <p:cTn id="89" dur="1" fill="hold">
                                          <p:stCondLst>
                                            <p:cond delay="0"/>
                                          </p:stCondLst>
                                        </p:cTn>
                                        <p:tgtEl>
                                          <p:spTgt spid="44"/>
                                        </p:tgtEl>
                                        <p:attrNameLst>
                                          <p:attrName>style.visibility</p:attrName>
                                        </p:attrNameLst>
                                      </p:cBhvr>
                                      <p:to>
                                        <p:strVal val="visible"/>
                                      </p:to>
                                    </p:set>
                                    <p:animEffect transition="in" filter="fade">
                                      <p:cBhvr>
                                        <p:cTn id="90" dur="250" fill="hold"/>
                                        <p:tgtEl>
                                          <p:spTgt spid="44"/>
                                        </p:tgtEl>
                                      </p:cBhvr>
                                    </p:animEffect>
                                  </p:childTnLst>
                                </p:cTn>
                              </p:par>
                              <p:par>
                                <p:cTn id="91" presetID="10" presetClass="entr" presetSubtype="0" fill="hold" nodeType="withEffect">
                                  <p:stCondLst>
                                    <p:cond delay="650"/>
                                  </p:stCondLst>
                                  <p:childTnLst>
                                    <p:set>
                                      <p:cBhvr>
                                        <p:cTn id="92" dur="1" fill="hold">
                                          <p:stCondLst>
                                            <p:cond delay="0"/>
                                          </p:stCondLst>
                                        </p:cTn>
                                        <p:tgtEl>
                                          <p:spTgt spid="45"/>
                                        </p:tgtEl>
                                        <p:attrNameLst>
                                          <p:attrName>style.visibility</p:attrName>
                                        </p:attrNameLst>
                                      </p:cBhvr>
                                      <p:to>
                                        <p:strVal val="visible"/>
                                      </p:to>
                                    </p:set>
                                    <p:animEffect transition="in" filter="fade">
                                      <p:cBhvr>
                                        <p:cTn id="93" dur="250" fill="hold"/>
                                        <p:tgtEl>
                                          <p:spTgt spid="45"/>
                                        </p:tgtEl>
                                      </p:cBhvr>
                                    </p:animEffect>
                                  </p:childTnLst>
                                </p:cTn>
                              </p:par>
                              <p:par>
                                <p:cTn id="94" presetID="10" presetClass="entr" presetSubtype="0" fill="hold" nodeType="withEffect">
                                  <p:stCondLst>
                                    <p:cond delay="850"/>
                                  </p:stCondLst>
                                  <p:childTnLst>
                                    <p:set>
                                      <p:cBhvr>
                                        <p:cTn id="95" dur="1" fill="hold">
                                          <p:stCondLst>
                                            <p:cond delay="0"/>
                                          </p:stCondLst>
                                        </p:cTn>
                                        <p:tgtEl>
                                          <p:spTgt spid="46"/>
                                        </p:tgtEl>
                                        <p:attrNameLst>
                                          <p:attrName>style.visibility</p:attrName>
                                        </p:attrNameLst>
                                      </p:cBhvr>
                                      <p:to>
                                        <p:strVal val="visible"/>
                                      </p:to>
                                    </p:set>
                                    <p:animEffect transition="in" filter="fade">
                                      <p:cBhvr>
                                        <p:cTn id="96" dur="250" fill="hold"/>
                                        <p:tgtEl>
                                          <p:spTgt spid="46"/>
                                        </p:tgtEl>
                                      </p:cBhvr>
                                    </p:animEffect>
                                  </p:childTnLst>
                                </p:cTn>
                              </p:par>
                              <p:par>
                                <p:cTn id="97" presetID="10" presetClass="entr" presetSubtype="0" fill="hold" nodeType="withEffect">
                                  <p:stCondLst>
                                    <p:cond delay="200"/>
                                  </p:stCondLst>
                                  <p:childTnLst>
                                    <p:set>
                                      <p:cBhvr>
                                        <p:cTn id="98" dur="1" fill="hold">
                                          <p:stCondLst>
                                            <p:cond delay="0"/>
                                          </p:stCondLst>
                                        </p:cTn>
                                        <p:tgtEl>
                                          <p:spTgt spid="47"/>
                                        </p:tgtEl>
                                        <p:attrNameLst>
                                          <p:attrName>style.visibility</p:attrName>
                                        </p:attrNameLst>
                                      </p:cBhvr>
                                      <p:to>
                                        <p:strVal val="visible"/>
                                      </p:to>
                                    </p:set>
                                    <p:animEffect transition="in" filter="fade">
                                      <p:cBhvr>
                                        <p:cTn id="99" dur="250" fill="hold"/>
                                        <p:tgtEl>
                                          <p:spTgt spid="47"/>
                                        </p:tgtEl>
                                      </p:cBhvr>
                                    </p:animEffect>
                                  </p:childTnLst>
                                </p:cTn>
                              </p:par>
                              <p:par>
                                <p:cTn id="100" presetID="10" presetClass="entr" presetSubtype="0" fill="hold" nodeType="withEffect">
                                  <p:stCondLst>
                                    <p:cond delay="400"/>
                                  </p:stCondLst>
                                  <p:childTnLst>
                                    <p:set>
                                      <p:cBhvr>
                                        <p:cTn id="101" dur="1" fill="hold">
                                          <p:stCondLst>
                                            <p:cond delay="0"/>
                                          </p:stCondLst>
                                        </p:cTn>
                                        <p:tgtEl>
                                          <p:spTgt spid="48"/>
                                        </p:tgtEl>
                                        <p:attrNameLst>
                                          <p:attrName>style.visibility</p:attrName>
                                        </p:attrNameLst>
                                      </p:cBhvr>
                                      <p:to>
                                        <p:strVal val="visible"/>
                                      </p:to>
                                    </p:set>
                                    <p:animEffect transition="in" filter="fade">
                                      <p:cBhvr>
                                        <p:cTn id="102" dur="250" fill="hold"/>
                                        <p:tgtEl>
                                          <p:spTgt spid="48"/>
                                        </p:tgtEl>
                                      </p:cBhvr>
                                    </p:animEffect>
                                  </p:childTnLst>
                                </p:cTn>
                              </p:par>
                              <p:par>
                                <p:cTn id="103" presetID="10" presetClass="entr" presetSubtype="0" fill="hold" nodeType="withEffect">
                                  <p:stCondLst>
                                    <p:cond delay="200"/>
                                  </p:stCondLst>
                                  <p:childTnLst>
                                    <p:set>
                                      <p:cBhvr>
                                        <p:cTn id="104" dur="1" fill="hold">
                                          <p:stCondLst>
                                            <p:cond delay="0"/>
                                          </p:stCondLst>
                                        </p:cTn>
                                        <p:tgtEl>
                                          <p:spTgt spid="50"/>
                                        </p:tgtEl>
                                        <p:attrNameLst>
                                          <p:attrName>style.visibility</p:attrName>
                                        </p:attrNameLst>
                                      </p:cBhvr>
                                      <p:to>
                                        <p:strVal val="visible"/>
                                      </p:to>
                                    </p:set>
                                    <p:animEffect transition="in" filter="fade">
                                      <p:cBhvr>
                                        <p:cTn id="105" dur="250" fill="hold"/>
                                        <p:tgtEl>
                                          <p:spTgt spid="50"/>
                                        </p:tgtEl>
                                      </p:cBhvr>
                                    </p:animEffect>
                                  </p:childTnLst>
                                </p:cTn>
                              </p:par>
                              <p:par>
                                <p:cTn id="106" presetID="10" presetClass="entr" presetSubtype="0" fill="hold" nodeType="withEffect">
                                  <p:stCondLst>
                                    <p:cond delay="650"/>
                                  </p:stCondLst>
                                  <p:childTnLst>
                                    <p:set>
                                      <p:cBhvr>
                                        <p:cTn id="107" dur="1" fill="hold">
                                          <p:stCondLst>
                                            <p:cond delay="0"/>
                                          </p:stCondLst>
                                        </p:cTn>
                                        <p:tgtEl>
                                          <p:spTgt spid="51"/>
                                        </p:tgtEl>
                                        <p:attrNameLst>
                                          <p:attrName>style.visibility</p:attrName>
                                        </p:attrNameLst>
                                      </p:cBhvr>
                                      <p:to>
                                        <p:strVal val="visible"/>
                                      </p:to>
                                    </p:set>
                                    <p:animEffect transition="in" filter="fade">
                                      <p:cBhvr>
                                        <p:cTn id="108" dur="250" fill="hold"/>
                                        <p:tgtEl>
                                          <p:spTgt spid="51"/>
                                        </p:tgtEl>
                                      </p:cBhvr>
                                    </p:animEffect>
                                  </p:childTnLst>
                                </p:cTn>
                              </p:par>
                              <p:par>
                                <p:cTn id="109" presetID="10" presetClass="entr" presetSubtype="0" fill="hold" nodeType="withEffect">
                                  <p:stCondLst>
                                    <p:cond delay="850"/>
                                  </p:stCondLst>
                                  <p:childTnLst>
                                    <p:set>
                                      <p:cBhvr>
                                        <p:cTn id="110" dur="1" fill="hold">
                                          <p:stCondLst>
                                            <p:cond delay="0"/>
                                          </p:stCondLst>
                                        </p:cTn>
                                        <p:tgtEl>
                                          <p:spTgt spid="52"/>
                                        </p:tgtEl>
                                        <p:attrNameLst>
                                          <p:attrName>style.visibility</p:attrName>
                                        </p:attrNameLst>
                                      </p:cBhvr>
                                      <p:to>
                                        <p:strVal val="visible"/>
                                      </p:to>
                                    </p:set>
                                    <p:animEffect transition="in" filter="fade">
                                      <p:cBhvr>
                                        <p:cTn id="111" dur="250" fill="hold"/>
                                        <p:tgtEl>
                                          <p:spTgt spid="52"/>
                                        </p:tgtEl>
                                      </p:cBhvr>
                                    </p:animEffect>
                                  </p:childTnLst>
                                </p:cTn>
                              </p:par>
                              <p:par>
                                <p:cTn id="112" presetID="10" presetClass="entr" presetSubtype="0" fill="hold" nodeType="withEffect">
                                  <p:stCondLst>
                                    <p:cond delay="200"/>
                                  </p:stCondLst>
                                  <p:childTnLst>
                                    <p:set>
                                      <p:cBhvr>
                                        <p:cTn id="113" dur="1" fill="hold">
                                          <p:stCondLst>
                                            <p:cond delay="0"/>
                                          </p:stCondLst>
                                        </p:cTn>
                                        <p:tgtEl>
                                          <p:spTgt spid="53"/>
                                        </p:tgtEl>
                                        <p:attrNameLst>
                                          <p:attrName>style.visibility</p:attrName>
                                        </p:attrNameLst>
                                      </p:cBhvr>
                                      <p:to>
                                        <p:strVal val="visible"/>
                                      </p:to>
                                    </p:set>
                                    <p:animEffect transition="in" filter="fade">
                                      <p:cBhvr>
                                        <p:cTn id="114" dur="250" fill="hold"/>
                                        <p:tgtEl>
                                          <p:spTgt spid="53"/>
                                        </p:tgtEl>
                                      </p:cBhvr>
                                    </p:animEffect>
                                  </p:childTnLst>
                                </p:cTn>
                              </p:par>
                              <p:par>
                                <p:cTn id="115" presetID="10" presetClass="entr" presetSubtype="0" fill="hold" nodeType="withEffect">
                                  <p:stCondLst>
                                    <p:cond delay="400"/>
                                  </p:stCondLst>
                                  <p:childTnLst>
                                    <p:set>
                                      <p:cBhvr>
                                        <p:cTn id="116" dur="1" fill="hold">
                                          <p:stCondLst>
                                            <p:cond delay="0"/>
                                          </p:stCondLst>
                                        </p:cTn>
                                        <p:tgtEl>
                                          <p:spTgt spid="54"/>
                                        </p:tgtEl>
                                        <p:attrNameLst>
                                          <p:attrName>style.visibility</p:attrName>
                                        </p:attrNameLst>
                                      </p:cBhvr>
                                      <p:to>
                                        <p:strVal val="visible"/>
                                      </p:to>
                                    </p:set>
                                    <p:animEffect transition="in" filter="fade">
                                      <p:cBhvr>
                                        <p:cTn id="117" dur="250" fill="hold"/>
                                        <p:tgtEl>
                                          <p:spTgt spid="54"/>
                                        </p:tgtEl>
                                      </p:cBhvr>
                                    </p:animEffect>
                                  </p:childTnLst>
                                </p:cTn>
                              </p:par>
                              <p:par>
                                <p:cTn id="118" presetID="10" presetClass="entr" presetSubtype="0" fill="hold" nodeType="withEffect">
                                  <p:stCondLst>
                                    <p:cond delay="200"/>
                                  </p:stCondLst>
                                  <p:childTnLst>
                                    <p:set>
                                      <p:cBhvr>
                                        <p:cTn id="119" dur="1" fill="hold">
                                          <p:stCondLst>
                                            <p:cond delay="0"/>
                                          </p:stCondLst>
                                        </p:cTn>
                                        <p:tgtEl>
                                          <p:spTgt spid="56"/>
                                        </p:tgtEl>
                                        <p:attrNameLst>
                                          <p:attrName>style.visibility</p:attrName>
                                        </p:attrNameLst>
                                      </p:cBhvr>
                                      <p:to>
                                        <p:strVal val="visible"/>
                                      </p:to>
                                    </p:set>
                                    <p:animEffect transition="in" filter="fade">
                                      <p:cBhvr>
                                        <p:cTn id="120" dur="250" fill="hold"/>
                                        <p:tgtEl>
                                          <p:spTgt spid="56"/>
                                        </p:tgtEl>
                                      </p:cBhvr>
                                    </p:animEffect>
                                  </p:childTnLst>
                                </p:cTn>
                              </p:par>
                              <p:par>
                                <p:cTn id="121" presetID="10" presetClass="entr" presetSubtype="0" fill="hold" nodeType="withEffect">
                                  <p:stCondLst>
                                    <p:cond delay="650"/>
                                  </p:stCondLst>
                                  <p:childTnLst>
                                    <p:set>
                                      <p:cBhvr>
                                        <p:cTn id="122" dur="1" fill="hold">
                                          <p:stCondLst>
                                            <p:cond delay="0"/>
                                          </p:stCondLst>
                                        </p:cTn>
                                        <p:tgtEl>
                                          <p:spTgt spid="57"/>
                                        </p:tgtEl>
                                        <p:attrNameLst>
                                          <p:attrName>style.visibility</p:attrName>
                                        </p:attrNameLst>
                                      </p:cBhvr>
                                      <p:to>
                                        <p:strVal val="visible"/>
                                      </p:to>
                                    </p:set>
                                    <p:animEffect transition="in" filter="fade">
                                      <p:cBhvr>
                                        <p:cTn id="123" dur="250" fill="hold"/>
                                        <p:tgtEl>
                                          <p:spTgt spid="57"/>
                                        </p:tgtEl>
                                      </p:cBhvr>
                                    </p:animEffect>
                                  </p:childTnLst>
                                </p:cTn>
                              </p:par>
                              <p:par>
                                <p:cTn id="124" presetID="10" presetClass="entr" presetSubtype="0" fill="hold" nodeType="withEffect">
                                  <p:stCondLst>
                                    <p:cond delay="850"/>
                                  </p:stCondLst>
                                  <p:childTnLst>
                                    <p:set>
                                      <p:cBhvr>
                                        <p:cTn id="125" dur="1" fill="hold">
                                          <p:stCondLst>
                                            <p:cond delay="0"/>
                                          </p:stCondLst>
                                        </p:cTn>
                                        <p:tgtEl>
                                          <p:spTgt spid="58"/>
                                        </p:tgtEl>
                                        <p:attrNameLst>
                                          <p:attrName>style.visibility</p:attrName>
                                        </p:attrNameLst>
                                      </p:cBhvr>
                                      <p:to>
                                        <p:strVal val="visible"/>
                                      </p:to>
                                    </p:set>
                                    <p:animEffect transition="in" filter="fade">
                                      <p:cBhvr>
                                        <p:cTn id="126" dur="250" fill="hold"/>
                                        <p:tgtEl>
                                          <p:spTgt spid="58"/>
                                        </p:tgtEl>
                                      </p:cBhvr>
                                    </p:animEffect>
                                  </p:childTnLst>
                                </p:cTn>
                              </p:par>
                            </p:childTnLst>
                          </p:cTn>
                        </p:par>
                      </p:childTnLst>
                    </p:cTn>
                  </p:par>
                  <p:par>
                    <p:cTn id="127" fill="hold">
                      <p:stCondLst>
                        <p:cond delay="indefinite"/>
                      </p:stCondLst>
                      <p:childTnLst>
                        <p:par>
                          <p:cTn id="128" fill="hold">
                            <p:stCondLst>
                              <p:cond delay="0"/>
                            </p:stCondLst>
                            <p:childTnLst>
                              <p:par>
                                <p:cTn id="129" presetID="10" presetClass="entr" presetSubtype="0" fill="hold" nodeType="clickEffect">
                                  <p:stCondLst>
                                    <p:cond delay="0"/>
                                  </p:stCondLst>
                                  <p:childTnLst>
                                    <p:set>
                                      <p:cBhvr>
                                        <p:cTn id="130" dur="1" fill="hold">
                                          <p:stCondLst>
                                            <p:cond delay="0"/>
                                          </p:stCondLst>
                                        </p:cTn>
                                        <p:tgtEl>
                                          <p:spTgt spid="59"/>
                                        </p:tgtEl>
                                        <p:attrNameLst>
                                          <p:attrName>style.visibility</p:attrName>
                                        </p:attrNameLst>
                                      </p:cBhvr>
                                      <p:to>
                                        <p:strVal val="visible"/>
                                      </p:to>
                                    </p:set>
                                    <p:animEffect transition="in" filter="fade">
                                      <p:cBhvr>
                                        <p:cTn id="131" dur="250" fill="hold"/>
                                        <p:tgtEl>
                                          <p:spTgt spid="59"/>
                                        </p:tgtEl>
                                      </p:cBhvr>
                                    </p:animEffect>
                                  </p:childTnLst>
                                </p:cTn>
                              </p:par>
                              <p:par>
                                <p:cTn id="132" presetID="10" presetClass="entr" presetSubtype="0" fill="hold" nodeType="withEffect">
                                  <p:stCondLst>
                                    <p:cond delay="300"/>
                                  </p:stCondLst>
                                  <p:childTnLst>
                                    <p:set>
                                      <p:cBhvr>
                                        <p:cTn id="133" dur="1" fill="hold">
                                          <p:stCondLst>
                                            <p:cond delay="0"/>
                                          </p:stCondLst>
                                        </p:cTn>
                                        <p:tgtEl>
                                          <p:spTgt spid="60"/>
                                        </p:tgtEl>
                                        <p:attrNameLst>
                                          <p:attrName>style.visibility</p:attrName>
                                        </p:attrNameLst>
                                      </p:cBhvr>
                                      <p:to>
                                        <p:strVal val="visible"/>
                                      </p:to>
                                    </p:set>
                                    <p:animEffect transition="in" filter="fade">
                                      <p:cBhvr>
                                        <p:cTn id="134" dur="250" fill="hold"/>
                                        <p:tgtEl>
                                          <p:spTgt spid="60"/>
                                        </p:tgtEl>
                                      </p:cBhvr>
                                    </p:animEffect>
                                  </p:childTnLst>
                                </p:cTn>
                              </p:par>
                              <p:par>
                                <p:cTn id="135" presetID="10" presetClass="entr" presetSubtype="0" fill="hold" nodeType="withEffect">
                                  <p:stCondLst>
                                    <p:cond delay="110"/>
                                  </p:stCondLst>
                                  <p:childTnLst>
                                    <p:set>
                                      <p:cBhvr>
                                        <p:cTn id="136" dur="1" fill="hold">
                                          <p:stCondLst>
                                            <p:cond delay="0"/>
                                          </p:stCondLst>
                                        </p:cTn>
                                        <p:tgtEl>
                                          <p:spTgt spid="61"/>
                                        </p:tgtEl>
                                        <p:attrNameLst>
                                          <p:attrName>style.visibility</p:attrName>
                                        </p:attrNameLst>
                                      </p:cBhvr>
                                      <p:to>
                                        <p:strVal val="visible"/>
                                      </p:to>
                                    </p:set>
                                    <p:animEffect transition="in" filter="fade">
                                      <p:cBhvr>
                                        <p:cTn id="137" dur="250" fill="hold"/>
                                        <p:tgtEl>
                                          <p:spTgt spid="61"/>
                                        </p:tgtEl>
                                      </p:cBhvr>
                                    </p:animEffect>
                                  </p:childTnLst>
                                </p:cTn>
                              </p:par>
                              <p:par>
                                <p:cTn id="138" presetID="10" presetClass="entr" presetSubtype="0" fill="hold" nodeType="withEffect">
                                  <p:stCondLst>
                                    <p:cond delay="410"/>
                                  </p:stCondLst>
                                  <p:childTnLst>
                                    <p:set>
                                      <p:cBhvr>
                                        <p:cTn id="139" dur="1" fill="hold">
                                          <p:stCondLst>
                                            <p:cond delay="0"/>
                                          </p:stCondLst>
                                        </p:cTn>
                                        <p:tgtEl>
                                          <p:spTgt spid="62"/>
                                        </p:tgtEl>
                                        <p:attrNameLst>
                                          <p:attrName>style.visibility</p:attrName>
                                        </p:attrNameLst>
                                      </p:cBhvr>
                                      <p:to>
                                        <p:strVal val="visible"/>
                                      </p:to>
                                    </p:set>
                                    <p:animEffect transition="in" filter="fade">
                                      <p:cBhvr>
                                        <p:cTn id="140" dur="250" fill="hold"/>
                                        <p:tgtEl>
                                          <p:spTgt spid="62"/>
                                        </p:tgtEl>
                                      </p:cBhvr>
                                    </p:animEffect>
                                  </p:childTnLst>
                                </p:cTn>
                              </p:par>
                              <p:par>
                                <p:cTn id="141" presetID="10" presetClass="entr" presetSubtype="0" fill="hold" nodeType="withEffect">
                                  <p:stCondLst>
                                    <p:cond delay="220"/>
                                  </p:stCondLst>
                                  <p:childTnLst>
                                    <p:set>
                                      <p:cBhvr>
                                        <p:cTn id="142" dur="1" fill="hold">
                                          <p:stCondLst>
                                            <p:cond delay="0"/>
                                          </p:stCondLst>
                                        </p:cTn>
                                        <p:tgtEl>
                                          <p:spTgt spid="63"/>
                                        </p:tgtEl>
                                        <p:attrNameLst>
                                          <p:attrName>style.visibility</p:attrName>
                                        </p:attrNameLst>
                                      </p:cBhvr>
                                      <p:to>
                                        <p:strVal val="visible"/>
                                      </p:to>
                                    </p:set>
                                    <p:animEffect transition="in" filter="fade">
                                      <p:cBhvr>
                                        <p:cTn id="143" dur="250" fill="hold"/>
                                        <p:tgtEl>
                                          <p:spTgt spid="63"/>
                                        </p:tgtEl>
                                      </p:cBhvr>
                                    </p:animEffect>
                                  </p:childTnLst>
                                </p:cTn>
                              </p:par>
                              <p:par>
                                <p:cTn id="144" presetID="10" presetClass="entr" presetSubtype="0" fill="hold" nodeType="withEffect">
                                  <p:stCondLst>
                                    <p:cond delay="520"/>
                                  </p:stCondLst>
                                  <p:childTnLst>
                                    <p:set>
                                      <p:cBhvr>
                                        <p:cTn id="145" dur="1" fill="hold">
                                          <p:stCondLst>
                                            <p:cond delay="0"/>
                                          </p:stCondLst>
                                        </p:cTn>
                                        <p:tgtEl>
                                          <p:spTgt spid="64"/>
                                        </p:tgtEl>
                                        <p:attrNameLst>
                                          <p:attrName>style.visibility</p:attrName>
                                        </p:attrNameLst>
                                      </p:cBhvr>
                                      <p:to>
                                        <p:strVal val="visible"/>
                                      </p:to>
                                    </p:set>
                                    <p:animEffect transition="in" filter="fade">
                                      <p:cBhvr>
                                        <p:cTn id="146" dur="250" fill="hold"/>
                                        <p:tgtEl>
                                          <p:spTgt spid="64"/>
                                        </p:tgtEl>
                                      </p:cBhvr>
                                    </p:animEffect>
                                  </p:childTnLst>
                                </p:cTn>
                              </p:par>
                              <p:par>
                                <p:cTn id="147" presetID="10" presetClass="entr" presetSubtype="0" fill="hold" nodeType="withEffect">
                                  <p:stCondLst>
                                    <p:cond delay="330"/>
                                  </p:stCondLst>
                                  <p:childTnLst>
                                    <p:set>
                                      <p:cBhvr>
                                        <p:cTn id="148" dur="1" fill="hold">
                                          <p:stCondLst>
                                            <p:cond delay="0"/>
                                          </p:stCondLst>
                                        </p:cTn>
                                        <p:tgtEl>
                                          <p:spTgt spid="65"/>
                                        </p:tgtEl>
                                        <p:attrNameLst>
                                          <p:attrName>style.visibility</p:attrName>
                                        </p:attrNameLst>
                                      </p:cBhvr>
                                      <p:to>
                                        <p:strVal val="visible"/>
                                      </p:to>
                                    </p:set>
                                    <p:animEffect transition="in" filter="fade">
                                      <p:cBhvr>
                                        <p:cTn id="149" dur="250" fill="hold"/>
                                        <p:tgtEl>
                                          <p:spTgt spid="65"/>
                                        </p:tgtEl>
                                      </p:cBhvr>
                                    </p:animEffect>
                                  </p:childTnLst>
                                </p:cTn>
                              </p:par>
                              <p:par>
                                <p:cTn id="150" presetID="10" presetClass="entr" presetSubtype="0" fill="hold" nodeType="withEffect">
                                  <p:stCondLst>
                                    <p:cond delay="630"/>
                                  </p:stCondLst>
                                  <p:childTnLst>
                                    <p:set>
                                      <p:cBhvr>
                                        <p:cTn id="151" dur="1" fill="hold">
                                          <p:stCondLst>
                                            <p:cond delay="0"/>
                                          </p:stCondLst>
                                        </p:cTn>
                                        <p:tgtEl>
                                          <p:spTgt spid="66"/>
                                        </p:tgtEl>
                                        <p:attrNameLst>
                                          <p:attrName>style.visibility</p:attrName>
                                        </p:attrNameLst>
                                      </p:cBhvr>
                                      <p:to>
                                        <p:strVal val="visible"/>
                                      </p:to>
                                    </p:set>
                                    <p:animEffect transition="in" filter="fade">
                                      <p:cBhvr>
                                        <p:cTn id="152" dur="250" fill="hold"/>
                                        <p:tgtEl>
                                          <p:spTgt spid="66"/>
                                        </p:tgtEl>
                                      </p:cBhvr>
                                    </p:animEffect>
                                  </p:childTnLst>
                                </p:cTn>
                              </p:par>
                              <p:par>
                                <p:cTn id="153" presetID="10" presetClass="entr" presetSubtype="0" fill="hold" nodeType="withEffect">
                                  <p:stCondLst>
                                    <p:cond delay="0"/>
                                  </p:stCondLst>
                                  <p:childTnLst>
                                    <p:set>
                                      <p:cBhvr>
                                        <p:cTn id="154" dur="1" fill="hold">
                                          <p:stCondLst>
                                            <p:cond delay="0"/>
                                          </p:stCondLst>
                                        </p:cTn>
                                        <p:tgtEl>
                                          <p:spTgt spid="67"/>
                                        </p:tgtEl>
                                        <p:attrNameLst>
                                          <p:attrName>style.visibility</p:attrName>
                                        </p:attrNameLst>
                                      </p:cBhvr>
                                      <p:to>
                                        <p:strVal val="visible"/>
                                      </p:to>
                                    </p:set>
                                    <p:animEffect transition="in" filter="fade">
                                      <p:cBhvr>
                                        <p:cTn id="155" dur="250" fill="hold"/>
                                        <p:tgtEl>
                                          <p:spTgt spid="67"/>
                                        </p:tgtEl>
                                      </p:cBhvr>
                                    </p:animEffect>
                                  </p:childTnLst>
                                </p:cTn>
                              </p:par>
                              <p:par>
                                <p:cTn id="156" presetID="10" presetClass="entr" presetSubtype="0" fill="hold" nodeType="withEffect">
                                  <p:stCondLst>
                                    <p:cond delay="300"/>
                                  </p:stCondLst>
                                  <p:childTnLst>
                                    <p:set>
                                      <p:cBhvr>
                                        <p:cTn id="157" dur="1" fill="hold">
                                          <p:stCondLst>
                                            <p:cond delay="0"/>
                                          </p:stCondLst>
                                        </p:cTn>
                                        <p:tgtEl>
                                          <p:spTgt spid="68"/>
                                        </p:tgtEl>
                                        <p:attrNameLst>
                                          <p:attrName>style.visibility</p:attrName>
                                        </p:attrNameLst>
                                      </p:cBhvr>
                                      <p:to>
                                        <p:strVal val="visible"/>
                                      </p:to>
                                    </p:set>
                                    <p:animEffect transition="in" filter="fade">
                                      <p:cBhvr>
                                        <p:cTn id="158" dur="250" fill="hold"/>
                                        <p:tgtEl>
                                          <p:spTgt spid="68"/>
                                        </p:tgtEl>
                                      </p:cBhvr>
                                    </p:animEffect>
                                  </p:childTnLst>
                                </p:cTn>
                              </p:par>
                              <p:par>
                                <p:cTn id="159" presetID="10" presetClass="entr" presetSubtype="0" fill="hold" nodeType="withEffect">
                                  <p:stCondLst>
                                    <p:cond delay="110"/>
                                  </p:stCondLst>
                                  <p:childTnLst>
                                    <p:set>
                                      <p:cBhvr>
                                        <p:cTn id="160" dur="1" fill="hold">
                                          <p:stCondLst>
                                            <p:cond delay="0"/>
                                          </p:stCondLst>
                                        </p:cTn>
                                        <p:tgtEl>
                                          <p:spTgt spid="69"/>
                                        </p:tgtEl>
                                        <p:attrNameLst>
                                          <p:attrName>style.visibility</p:attrName>
                                        </p:attrNameLst>
                                      </p:cBhvr>
                                      <p:to>
                                        <p:strVal val="visible"/>
                                      </p:to>
                                    </p:set>
                                    <p:animEffect transition="in" filter="fade">
                                      <p:cBhvr>
                                        <p:cTn id="161" dur="250" fill="hold"/>
                                        <p:tgtEl>
                                          <p:spTgt spid="69"/>
                                        </p:tgtEl>
                                      </p:cBhvr>
                                    </p:animEffect>
                                  </p:childTnLst>
                                </p:cTn>
                              </p:par>
                              <p:par>
                                <p:cTn id="162" presetID="10" presetClass="entr" presetSubtype="0" fill="hold" nodeType="withEffect">
                                  <p:stCondLst>
                                    <p:cond delay="410"/>
                                  </p:stCondLst>
                                  <p:childTnLst>
                                    <p:set>
                                      <p:cBhvr>
                                        <p:cTn id="163" dur="1" fill="hold">
                                          <p:stCondLst>
                                            <p:cond delay="0"/>
                                          </p:stCondLst>
                                        </p:cTn>
                                        <p:tgtEl>
                                          <p:spTgt spid="70"/>
                                        </p:tgtEl>
                                        <p:attrNameLst>
                                          <p:attrName>style.visibility</p:attrName>
                                        </p:attrNameLst>
                                      </p:cBhvr>
                                      <p:to>
                                        <p:strVal val="visible"/>
                                      </p:to>
                                    </p:set>
                                    <p:animEffect transition="in" filter="fade">
                                      <p:cBhvr>
                                        <p:cTn id="164" dur="250" fill="hold"/>
                                        <p:tgtEl>
                                          <p:spTgt spid="70"/>
                                        </p:tgtEl>
                                      </p:cBhvr>
                                    </p:animEffect>
                                  </p:childTnLst>
                                </p:cTn>
                              </p:par>
                              <p:par>
                                <p:cTn id="165" presetID="10" presetClass="entr" presetSubtype="0" fill="hold" nodeType="withEffect">
                                  <p:stCondLst>
                                    <p:cond delay="220"/>
                                  </p:stCondLst>
                                  <p:childTnLst>
                                    <p:set>
                                      <p:cBhvr>
                                        <p:cTn id="166" dur="1" fill="hold">
                                          <p:stCondLst>
                                            <p:cond delay="0"/>
                                          </p:stCondLst>
                                        </p:cTn>
                                        <p:tgtEl>
                                          <p:spTgt spid="71"/>
                                        </p:tgtEl>
                                        <p:attrNameLst>
                                          <p:attrName>style.visibility</p:attrName>
                                        </p:attrNameLst>
                                      </p:cBhvr>
                                      <p:to>
                                        <p:strVal val="visible"/>
                                      </p:to>
                                    </p:set>
                                    <p:animEffect transition="in" filter="fade">
                                      <p:cBhvr>
                                        <p:cTn id="167" dur="250" fill="hold"/>
                                        <p:tgtEl>
                                          <p:spTgt spid="71"/>
                                        </p:tgtEl>
                                      </p:cBhvr>
                                    </p:animEffect>
                                  </p:childTnLst>
                                </p:cTn>
                              </p:par>
                              <p:par>
                                <p:cTn id="168" presetID="10" presetClass="entr" presetSubtype="0" fill="hold" nodeType="withEffect">
                                  <p:stCondLst>
                                    <p:cond delay="520"/>
                                  </p:stCondLst>
                                  <p:childTnLst>
                                    <p:set>
                                      <p:cBhvr>
                                        <p:cTn id="169" dur="1" fill="hold">
                                          <p:stCondLst>
                                            <p:cond delay="0"/>
                                          </p:stCondLst>
                                        </p:cTn>
                                        <p:tgtEl>
                                          <p:spTgt spid="72"/>
                                        </p:tgtEl>
                                        <p:attrNameLst>
                                          <p:attrName>style.visibility</p:attrName>
                                        </p:attrNameLst>
                                      </p:cBhvr>
                                      <p:to>
                                        <p:strVal val="visible"/>
                                      </p:to>
                                    </p:set>
                                    <p:animEffect transition="in" filter="fade">
                                      <p:cBhvr>
                                        <p:cTn id="170" dur="250" fill="hold"/>
                                        <p:tgtEl>
                                          <p:spTgt spid="72"/>
                                        </p:tgtEl>
                                      </p:cBhvr>
                                    </p:animEffect>
                                  </p:childTnLst>
                                </p:cTn>
                              </p:par>
                              <p:par>
                                <p:cTn id="171" presetID="10" presetClass="entr" presetSubtype="0" fill="hold" nodeType="withEffect">
                                  <p:stCondLst>
                                    <p:cond delay="330"/>
                                  </p:stCondLst>
                                  <p:childTnLst>
                                    <p:set>
                                      <p:cBhvr>
                                        <p:cTn id="172" dur="1" fill="hold">
                                          <p:stCondLst>
                                            <p:cond delay="0"/>
                                          </p:stCondLst>
                                        </p:cTn>
                                        <p:tgtEl>
                                          <p:spTgt spid="73"/>
                                        </p:tgtEl>
                                        <p:attrNameLst>
                                          <p:attrName>style.visibility</p:attrName>
                                        </p:attrNameLst>
                                      </p:cBhvr>
                                      <p:to>
                                        <p:strVal val="visible"/>
                                      </p:to>
                                    </p:set>
                                    <p:animEffect transition="in" filter="fade">
                                      <p:cBhvr>
                                        <p:cTn id="173" dur="250" fill="hold"/>
                                        <p:tgtEl>
                                          <p:spTgt spid="73"/>
                                        </p:tgtEl>
                                      </p:cBhvr>
                                    </p:animEffect>
                                  </p:childTnLst>
                                </p:cTn>
                              </p:par>
                              <p:par>
                                <p:cTn id="174" presetID="10" presetClass="entr" presetSubtype="0" fill="hold" nodeType="withEffect">
                                  <p:stCondLst>
                                    <p:cond delay="630"/>
                                  </p:stCondLst>
                                  <p:childTnLst>
                                    <p:set>
                                      <p:cBhvr>
                                        <p:cTn id="175" dur="1" fill="hold">
                                          <p:stCondLst>
                                            <p:cond delay="0"/>
                                          </p:stCondLst>
                                        </p:cTn>
                                        <p:tgtEl>
                                          <p:spTgt spid="74"/>
                                        </p:tgtEl>
                                        <p:attrNameLst>
                                          <p:attrName>style.visibility</p:attrName>
                                        </p:attrNameLst>
                                      </p:cBhvr>
                                      <p:to>
                                        <p:strVal val="visible"/>
                                      </p:to>
                                    </p:set>
                                    <p:animEffect transition="in" filter="fade">
                                      <p:cBhvr>
                                        <p:cTn id="176" dur="250" fill="hold"/>
                                        <p:tgtEl>
                                          <p:spTgt spid="74"/>
                                        </p:tgtEl>
                                      </p:cBhvr>
                                    </p:animEffect>
                                  </p:childTnLst>
                                </p:cTn>
                              </p:par>
                              <p:par>
                                <p:cTn id="177" presetID="10" presetClass="entr" presetSubtype="0" fill="hold" nodeType="withEffect">
                                  <p:stCondLst>
                                    <p:cond delay="0"/>
                                  </p:stCondLst>
                                  <p:childTnLst>
                                    <p:set>
                                      <p:cBhvr>
                                        <p:cTn id="178" dur="1" fill="hold">
                                          <p:stCondLst>
                                            <p:cond delay="0"/>
                                          </p:stCondLst>
                                        </p:cTn>
                                        <p:tgtEl>
                                          <p:spTgt spid="75"/>
                                        </p:tgtEl>
                                        <p:attrNameLst>
                                          <p:attrName>style.visibility</p:attrName>
                                        </p:attrNameLst>
                                      </p:cBhvr>
                                      <p:to>
                                        <p:strVal val="visible"/>
                                      </p:to>
                                    </p:set>
                                    <p:animEffect transition="in" filter="fade">
                                      <p:cBhvr>
                                        <p:cTn id="179" dur="250" fill="hold"/>
                                        <p:tgtEl>
                                          <p:spTgt spid="75"/>
                                        </p:tgtEl>
                                      </p:cBhvr>
                                    </p:animEffect>
                                  </p:childTnLst>
                                </p:cTn>
                              </p:par>
                              <p:par>
                                <p:cTn id="180" presetID="10" presetClass="entr" presetSubtype="0" fill="hold" nodeType="withEffect">
                                  <p:stCondLst>
                                    <p:cond delay="300"/>
                                  </p:stCondLst>
                                  <p:childTnLst>
                                    <p:set>
                                      <p:cBhvr>
                                        <p:cTn id="181" dur="1" fill="hold">
                                          <p:stCondLst>
                                            <p:cond delay="0"/>
                                          </p:stCondLst>
                                        </p:cTn>
                                        <p:tgtEl>
                                          <p:spTgt spid="76"/>
                                        </p:tgtEl>
                                        <p:attrNameLst>
                                          <p:attrName>style.visibility</p:attrName>
                                        </p:attrNameLst>
                                      </p:cBhvr>
                                      <p:to>
                                        <p:strVal val="visible"/>
                                      </p:to>
                                    </p:set>
                                    <p:animEffect transition="in" filter="fade">
                                      <p:cBhvr>
                                        <p:cTn id="182" dur="250" fill="hold"/>
                                        <p:tgtEl>
                                          <p:spTgt spid="76"/>
                                        </p:tgtEl>
                                      </p:cBhvr>
                                    </p:animEffect>
                                  </p:childTnLst>
                                </p:cTn>
                              </p:par>
                              <p:par>
                                <p:cTn id="183" presetID="10" presetClass="entr" presetSubtype="0" fill="hold" nodeType="withEffect">
                                  <p:stCondLst>
                                    <p:cond delay="110"/>
                                  </p:stCondLst>
                                  <p:childTnLst>
                                    <p:set>
                                      <p:cBhvr>
                                        <p:cTn id="184" dur="1" fill="hold">
                                          <p:stCondLst>
                                            <p:cond delay="0"/>
                                          </p:stCondLst>
                                        </p:cTn>
                                        <p:tgtEl>
                                          <p:spTgt spid="77"/>
                                        </p:tgtEl>
                                        <p:attrNameLst>
                                          <p:attrName>style.visibility</p:attrName>
                                        </p:attrNameLst>
                                      </p:cBhvr>
                                      <p:to>
                                        <p:strVal val="visible"/>
                                      </p:to>
                                    </p:set>
                                    <p:animEffect transition="in" filter="fade">
                                      <p:cBhvr>
                                        <p:cTn id="185" dur="250" fill="hold"/>
                                        <p:tgtEl>
                                          <p:spTgt spid="77"/>
                                        </p:tgtEl>
                                      </p:cBhvr>
                                    </p:animEffect>
                                  </p:childTnLst>
                                </p:cTn>
                              </p:par>
                              <p:par>
                                <p:cTn id="186" presetID="10" presetClass="entr" presetSubtype="0" fill="hold" nodeType="withEffect">
                                  <p:stCondLst>
                                    <p:cond delay="410"/>
                                  </p:stCondLst>
                                  <p:childTnLst>
                                    <p:set>
                                      <p:cBhvr>
                                        <p:cTn id="187" dur="1" fill="hold">
                                          <p:stCondLst>
                                            <p:cond delay="0"/>
                                          </p:stCondLst>
                                        </p:cTn>
                                        <p:tgtEl>
                                          <p:spTgt spid="78"/>
                                        </p:tgtEl>
                                        <p:attrNameLst>
                                          <p:attrName>style.visibility</p:attrName>
                                        </p:attrNameLst>
                                      </p:cBhvr>
                                      <p:to>
                                        <p:strVal val="visible"/>
                                      </p:to>
                                    </p:set>
                                    <p:animEffect transition="in" filter="fade">
                                      <p:cBhvr>
                                        <p:cTn id="188" dur="250" fill="hold"/>
                                        <p:tgtEl>
                                          <p:spTgt spid="78"/>
                                        </p:tgtEl>
                                      </p:cBhvr>
                                    </p:animEffect>
                                  </p:childTnLst>
                                </p:cTn>
                              </p:par>
                              <p:par>
                                <p:cTn id="189" presetID="10" presetClass="entr" presetSubtype="0" fill="hold" nodeType="withEffect">
                                  <p:stCondLst>
                                    <p:cond delay="220"/>
                                  </p:stCondLst>
                                  <p:childTnLst>
                                    <p:set>
                                      <p:cBhvr>
                                        <p:cTn id="190" dur="1" fill="hold">
                                          <p:stCondLst>
                                            <p:cond delay="0"/>
                                          </p:stCondLst>
                                        </p:cTn>
                                        <p:tgtEl>
                                          <p:spTgt spid="79"/>
                                        </p:tgtEl>
                                        <p:attrNameLst>
                                          <p:attrName>style.visibility</p:attrName>
                                        </p:attrNameLst>
                                      </p:cBhvr>
                                      <p:to>
                                        <p:strVal val="visible"/>
                                      </p:to>
                                    </p:set>
                                    <p:animEffect transition="in" filter="fade">
                                      <p:cBhvr>
                                        <p:cTn id="191" dur="250" fill="hold"/>
                                        <p:tgtEl>
                                          <p:spTgt spid="79"/>
                                        </p:tgtEl>
                                      </p:cBhvr>
                                    </p:animEffect>
                                  </p:childTnLst>
                                </p:cTn>
                              </p:par>
                              <p:par>
                                <p:cTn id="192" presetID="10" presetClass="entr" presetSubtype="0" fill="hold" nodeType="withEffect">
                                  <p:stCondLst>
                                    <p:cond delay="520"/>
                                  </p:stCondLst>
                                  <p:childTnLst>
                                    <p:set>
                                      <p:cBhvr>
                                        <p:cTn id="193" dur="1" fill="hold">
                                          <p:stCondLst>
                                            <p:cond delay="0"/>
                                          </p:stCondLst>
                                        </p:cTn>
                                        <p:tgtEl>
                                          <p:spTgt spid="80"/>
                                        </p:tgtEl>
                                        <p:attrNameLst>
                                          <p:attrName>style.visibility</p:attrName>
                                        </p:attrNameLst>
                                      </p:cBhvr>
                                      <p:to>
                                        <p:strVal val="visible"/>
                                      </p:to>
                                    </p:set>
                                    <p:animEffect transition="in" filter="fade">
                                      <p:cBhvr>
                                        <p:cTn id="194" dur="250" fill="hold"/>
                                        <p:tgtEl>
                                          <p:spTgt spid="80"/>
                                        </p:tgtEl>
                                      </p:cBhvr>
                                    </p:animEffect>
                                  </p:childTnLst>
                                </p:cTn>
                              </p:par>
                              <p:par>
                                <p:cTn id="195" presetID="10" presetClass="entr" presetSubtype="0" fill="hold" nodeType="withEffect">
                                  <p:stCondLst>
                                    <p:cond delay="330"/>
                                  </p:stCondLst>
                                  <p:childTnLst>
                                    <p:set>
                                      <p:cBhvr>
                                        <p:cTn id="196" dur="1" fill="hold">
                                          <p:stCondLst>
                                            <p:cond delay="0"/>
                                          </p:stCondLst>
                                        </p:cTn>
                                        <p:tgtEl>
                                          <p:spTgt spid="81"/>
                                        </p:tgtEl>
                                        <p:attrNameLst>
                                          <p:attrName>style.visibility</p:attrName>
                                        </p:attrNameLst>
                                      </p:cBhvr>
                                      <p:to>
                                        <p:strVal val="visible"/>
                                      </p:to>
                                    </p:set>
                                    <p:animEffect transition="in" filter="fade">
                                      <p:cBhvr>
                                        <p:cTn id="197" dur="250" fill="hold"/>
                                        <p:tgtEl>
                                          <p:spTgt spid="81"/>
                                        </p:tgtEl>
                                      </p:cBhvr>
                                    </p:animEffect>
                                  </p:childTnLst>
                                </p:cTn>
                              </p:par>
                              <p:par>
                                <p:cTn id="198" presetID="10" presetClass="entr" presetSubtype="0" fill="hold" nodeType="withEffect">
                                  <p:stCondLst>
                                    <p:cond delay="630"/>
                                  </p:stCondLst>
                                  <p:childTnLst>
                                    <p:set>
                                      <p:cBhvr>
                                        <p:cTn id="199" dur="1" fill="hold">
                                          <p:stCondLst>
                                            <p:cond delay="0"/>
                                          </p:stCondLst>
                                        </p:cTn>
                                        <p:tgtEl>
                                          <p:spTgt spid="82"/>
                                        </p:tgtEl>
                                        <p:attrNameLst>
                                          <p:attrName>style.visibility</p:attrName>
                                        </p:attrNameLst>
                                      </p:cBhvr>
                                      <p:to>
                                        <p:strVal val="visible"/>
                                      </p:to>
                                    </p:set>
                                    <p:animEffect transition="in" filter="fade">
                                      <p:cBhvr>
                                        <p:cTn id="200" dur="250" fill="hold"/>
                                        <p:tgtEl>
                                          <p:spTgt spid="82"/>
                                        </p:tgtEl>
                                      </p:cBhvr>
                                    </p:animEffect>
                                  </p:childTnLst>
                                </p:cTn>
                              </p:par>
                            </p:childTnLst>
                          </p:cTn>
                        </p:par>
                      </p:childTnLst>
                    </p:cTn>
                  </p:par>
                  <p:par>
                    <p:cTn id="201" fill="hold">
                      <p:stCondLst>
                        <p:cond delay="indefinite"/>
                      </p:stCondLst>
                      <p:childTnLst>
                        <p:par>
                          <p:cTn id="202" fill="hold">
                            <p:stCondLst>
                              <p:cond delay="0"/>
                            </p:stCondLst>
                            <p:childTnLst>
                              <p:par>
                                <p:cTn id="203" presetID="10" presetClass="entr" presetSubtype="0" fill="hold" nodeType="clickEffect">
                                  <p:stCondLst>
                                    <p:cond delay="0"/>
                                  </p:stCondLst>
                                  <p:childTnLst>
                                    <p:set>
                                      <p:cBhvr>
                                        <p:cTn id="204" dur="1" fill="hold">
                                          <p:stCondLst>
                                            <p:cond delay="0"/>
                                          </p:stCondLst>
                                        </p:cTn>
                                        <p:tgtEl>
                                          <p:spTgt spid="83"/>
                                        </p:tgtEl>
                                        <p:attrNameLst>
                                          <p:attrName>style.visibility</p:attrName>
                                        </p:attrNameLst>
                                      </p:cBhvr>
                                      <p:to>
                                        <p:strVal val="visible"/>
                                      </p:to>
                                    </p:set>
                                    <p:animEffect transition="in" filter="fade">
                                      <p:cBhvr>
                                        <p:cTn id="205" dur="250" fill="hold"/>
                                        <p:tgtEl>
                                          <p:spTgt spid="83"/>
                                        </p:tgtEl>
                                      </p:cBhvr>
                                    </p:animEffect>
                                  </p:childTnLst>
                                </p:cTn>
                              </p:par>
                              <p:par>
                                <p:cTn id="206" presetID="10" presetClass="entr" presetSubtype="0" fill="hold" nodeType="withEffect">
                                  <p:stCondLst>
                                    <p:cond delay="300"/>
                                  </p:stCondLst>
                                  <p:childTnLst>
                                    <p:set>
                                      <p:cBhvr>
                                        <p:cTn id="207" dur="1" fill="hold">
                                          <p:stCondLst>
                                            <p:cond delay="0"/>
                                          </p:stCondLst>
                                        </p:cTn>
                                        <p:tgtEl>
                                          <p:spTgt spid="84"/>
                                        </p:tgtEl>
                                        <p:attrNameLst>
                                          <p:attrName>style.visibility</p:attrName>
                                        </p:attrNameLst>
                                      </p:cBhvr>
                                      <p:to>
                                        <p:strVal val="visible"/>
                                      </p:to>
                                    </p:set>
                                    <p:animEffect transition="in" filter="fade">
                                      <p:cBhvr>
                                        <p:cTn id="208" dur="250" fill="hold"/>
                                        <p:tgtEl>
                                          <p:spTgt spid="84"/>
                                        </p:tgtEl>
                                      </p:cBhvr>
                                    </p:animEffect>
                                  </p:childTnLst>
                                </p:cTn>
                              </p:par>
                              <p:par>
                                <p:cTn id="209" presetID="10" presetClass="entr" presetSubtype="0" fill="hold" nodeType="withEffect">
                                  <p:stCondLst>
                                    <p:cond delay="100"/>
                                  </p:stCondLst>
                                  <p:childTnLst>
                                    <p:set>
                                      <p:cBhvr>
                                        <p:cTn id="210" dur="1" fill="hold">
                                          <p:stCondLst>
                                            <p:cond delay="0"/>
                                          </p:stCondLst>
                                        </p:cTn>
                                        <p:tgtEl>
                                          <p:spTgt spid="85"/>
                                        </p:tgtEl>
                                        <p:attrNameLst>
                                          <p:attrName>style.visibility</p:attrName>
                                        </p:attrNameLst>
                                      </p:cBhvr>
                                      <p:to>
                                        <p:strVal val="visible"/>
                                      </p:to>
                                    </p:set>
                                    <p:animEffect transition="in" filter="fade">
                                      <p:cBhvr>
                                        <p:cTn id="211" dur="250" fill="hold"/>
                                        <p:tgtEl>
                                          <p:spTgt spid="85"/>
                                        </p:tgtEl>
                                      </p:cBhvr>
                                    </p:animEffect>
                                  </p:childTnLst>
                                </p:cTn>
                              </p:par>
                              <p:par>
                                <p:cTn id="212" presetID="10" presetClass="entr" presetSubtype="0" fill="hold" nodeType="withEffect">
                                  <p:stCondLst>
                                    <p:cond delay="400"/>
                                  </p:stCondLst>
                                  <p:childTnLst>
                                    <p:set>
                                      <p:cBhvr>
                                        <p:cTn id="213" dur="1" fill="hold">
                                          <p:stCondLst>
                                            <p:cond delay="0"/>
                                          </p:stCondLst>
                                        </p:cTn>
                                        <p:tgtEl>
                                          <p:spTgt spid="86"/>
                                        </p:tgtEl>
                                        <p:attrNameLst>
                                          <p:attrName>style.visibility</p:attrName>
                                        </p:attrNameLst>
                                      </p:cBhvr>
                                      <p:to>
                                        <p:strVal val="visible"/>
                                      </p:to>
                                    </p:set>
                                    <p:animEffect transition="in" filter="fade">
                                      <p:cBhvr>
                                        <p:cTn id="214" dur="250" fill="hold"/>
                                        <p:tgtEl>
                                          <p:spTgt spid="86"/>
                                        </p:tgtEl>
                                      </p:cBhvr>
                                    </p:animEffect>
                                  </p:childTnLst>
                                </p:cTn>
                              </p:par>
                              <p:par>
                                <p:cTn id="215" presetID="10" presetClass="entr" presetSubtype="0" fill="hold" nodeType="withEffect">
                                  <p:stCondLst>
                                    <p:cond delay="200"/>
                                  </p:stCondLst>
                                  <p:childTnLst>
                                    <p:set>
                                      <p:cBhvr>
                                        <p:cTn id="216" dur="1" fill="hold">
                                          <p:stCondLst>
                                            <p:cond delay="0"/>
                                          </p:stCondLst>
                                        </p:cTn>
                                        <p:tgtEl>
                                          <p:spTgt spid="87"/>
                                        </p:tgtEl>
                                        <p:attrNameLst>
                                          <p:attrName>style.visibility</p:attrName>
                                        </p:attrNameLst>
                                      </p:cBhvr>
                                      <p:to>
                                        <p:strVal val="visible"/>
                                      </p:to>
                                    </p:set>
                                    <p:animEffect transition="in" filter="fade">
                                      <p:cBhvr>
                                        <p:cTn id="217" dur="250" fill="hold"/>
                                        <p:tgtEl>
                                          <p:spTgt spid="87"/>
                                        </p:tgtEl>
                                      </p:cBhvr>
                                    </p:animEffect>
                                  </p:childTnLst>
                                </p:cTn>
                              </p:par>
                              <p:par>
                                <p:cTn id="218" presetID="10" presetClass="entr" presetSubtype="0" fill="hold" nodeType="withEffect">
                                  <p:stCondLst>
                                    <p:cond delay="500"/>
                                  </p:stCondLst>
                                  <p:childTnLst>
                                    <p:set>
                                      <p:cBhvr>
                                        <p:cTn id="219" dur="1" fill="hold">
                                          <p:stCondLst>
                                            <p:cond delay="0"/>
                                          </p:stCondLst>
                                        </p:cTn>
                                        <p:tgtEl>
                                          <p:spTgt spid="88"/>
                                        </p:tgtEl>
                                        <p:attrNameLst>
                                          <p:attrName>style.visibility</p:attrName>
                                        </p:attrNameLst>
                                      </p:cBhvr>
                                      <p:to>
                                        <p:strVal val="visible"/>
                                      </p:to>
                                    </p:set>
                                    <p:animEffect transition="in" filter="fade">
                                      <p:cBhvr>
                                        <p:cTn id="220" dur="250" fill="hold"/>
                                        <p:tgtEl>
                                          <p:spTgt spid="88"/>
                                        </p:tgtEl>
                                      </p:cBhvr>
                                    </p:animEffect>
                                  </p:childTnLst>
                                </p:cTn>
                              </p:par>
                              <p:par>
                                <p:cTn id="221" presetID="10" presetClass="entr" presetSubtype="0" fill="hold" nodeType="withEffect">
                                  <p:stCondLst>
                                    <p:cond delay="0"/>
                                  </p:stCondLst>
                                  <p:childTnLst>
                                    <p:set>
                                      <p:cBhvr>
                                        <p:cTn id="222" dur="1" fill="hold">
                                          <p:stCondLst>
                                            <p:cond delay="0"/>
                                          </p:stCondLst>
                                        </p:cTn>
                                        <p:tgtEl>
                                          <p:spTgt spid="89"/>
                                        </p:tgtEl>
                                        <p:attrNameLst>
                                          <p:attrName>style.visibility</p:attrName>
                                        </p:attrNameLst>
                                      </p:cBhvr>
                                      <p:to>
                                        <p:strVal val="visible"/>
                                      </p:to>
                                    </p:set>
                                    <p:animEffect transition="in" filter="fade">
                                      <p:cBhvr>
                                        <p:cTn id="223" dur="250" fill="hold"/>
                                        <p:tgtEl>
                                          <p:spTgt spid="89"/>
                                        </p:tgtEl>
                                      </p:cBhvr>
                                    </p:animEffect>
                                  </p:childTnLst>
                                </p:cTn>
                              </p:par>
                              <p:par>
                                <p:cTn id="224" presetID="10" presetClass="entr" presetSubtype="0" fill="hold" nodeType="withEffect">
                                  <p:stCondLst>
                                    <p:cond delay="300"/>
                                  </p:stCondLst>
                                  <p:childTnLst>
                                    <p:set>
                                      <p:cBhvr>
                                        <p:cTn id="225" dur="1" fill="hold">
                                          <p:stCondLst>
                                            <p:cond delay="0"/>
                                          </p:stCondLst>
                                        </p:cTn>
                                        <p:tgtEl>
                                          <p:spTgt spid="90"/>
                                        </p:tgtEl>
                                        <p:attrNameLst>
                                          <p:attrName>style.visibility</p:attrName>
                                        </p:attrNameLst>
                                      </p:cBhvr>
                                      <p:to>
                                        <p:strVal val="visible"/>
                                      </p:to>
                                    </p:set>
                                    <p:animEffect transition="in" filter="fade">
                                      <p:cBhvr>
                                        <p:cTn id="226" dur="250" fill="hold"/>
                                        <p:tgtEl>
                                          <p:spTgt spid="90"/>
                                        </p:tgtEl>
                                      </p:cBhvr>
                                    </p:animEffect>
                                  </p:childTnLst>
                                </p:cTn>
                              </p:par>
                              <p:par>
                                <p:cTn id="227" presetID="10" presetClass="entr" presetSubtype="0" fill="hold" nodeType="withEffect">
                                  <p:stCondLst>
                                    <p:cond delay="100"/>
                                  </p:stCondLst>
                                  <p:childTnLst>
                                    <p:set>
                                      <p:cBhvr>
                                        <p:cTn id="228" dur="1" fill="hold">
                                          <p:stCondLst>
                                            <p:cond delay="0"/>
                                          </p:stCondLst>
                                        </p:cTn>
                                        <p:tgtEl>
                                          <p:spTgt spid="91"/>
                                        </p:tgtEl>
                                        <p:attrNameLst>
                                          <p:attrName>style.visibility</p:attrName>
                                        </p:attrNameLst>
                                      </p:cBhvr>
                                      <p:to>
                                        <p:strVal val="visible"/>
                                      </p:to>
                                    </p:set>
                                    <p:animEffect transition="in" filter="fade">
                                      <p:cBhvr>
                                        <p:cTn id="229" dur="250" fill="hold"/>
                                        <p:tgtEl>
                                          <p:spTgt spid="91"/>
                                        </p:tgtEl>
                                      </p:cBhvr>
                                    </p:animEffect>
                                  </p:childTnLst>
                                </p:cTn>
                              </p:par>
                              <p:par>
                                <p:cTn id="230" presetID="10" presetClass="entr" presetSubtype="0" fill="hold" nodeType="withEffect">
                                  <p:stCondLst>
                                    <p:cond delay="400"/>
                                  </p:stCondLst>
                                  <p:childTnLst>
                                    <p:set>
                                      <p:cBhvr>
                                        <p:cTn id="231" dur="1" fill="hold">
                                          <p:stCondLst>
                                            <p:cond delay="0"/>
                                          </p:stCondLst>
                                        </p:cTn>
                                        <p:tgtEl>
                                          <p:spTgt spid="92"/>
                                        </p:tgtEl>
                                        <p:attrNameLst>
                                          <p:attrName>style.visibility</p:attrName>
                                        </p:attrNameLst>
                                      </p:cBhvr>
                                      <p:to>
                                        <p:strVal val="visible"/>
                                      </p:to>
                                    </p:set>
                                    <p:animEffect transition="in" filter="fade">
                                      <p:cBhvr>
                                        <p:cTn id="232" dur="250" fill="hold"/>
                                        <p:tgtEl>
                                          <p:spTgt spid="92"/>
                                        </p:tgtEl>
                                      </p:cBhvr>
                                    </p:animEffect>
                                  </p:childTnLst>
                                </p:cTn>
                              </p:par>
                              <p:par>
                                <p:cTn id="233" presetID="10" presetClass="entr" presetSubtype="0" fill="hold" nodeType="withEffect">
                                  <p:stCondLst>
                                    <p:cond delay="200"/>
                                  </p:stCondLst>
                                  <p:childTnLst>
                                    <p:set>
                                      <p:cBhvr>
                                        <p:cTn id="234" dur="1" fill="hold">
                                          <p:stCondLst>
                                            <p:cond delay="0"/>
                                          </p:stCondLst>
                                        </p:cTn>
                                        <p:tgtEl>
                                          <p:spTgt spid="93"/>
                                        </p:tgtEl>
                                        <p:attrNameLst>
                                          <p:attrName>style.visibility</p:attrName>
                                        </p:attrNameLst>
                                      </p:cBhvr>
                                      <p:to>
                                        <p:strVal val="visible"/>
                                      </p:to>
                                    </p:set>
                                    <p:animEffect transition="in" filter="fade">
                                      <p:cBhvr>
                                        <p:cTn id="235" dur="250" fill="hold"/>
                                        <p:tgtEl>
                                          <p:spTgt spid="93"/>
                                        </p:tgtEl>
                                      </p:cBhvr>
                                    </p:animEffect>
                                  </p:childTnLst>
                                </p:cTn>
                              </p:par>
                              <p:par>
                                <p:cTn id="236" presetID="10" presetClass="entr" presetSubtype="0" fill="hold" nodeType="withEffect">
                                  <p:stCondLst>
                                    <p:cond delay="500"/>
                                  </p:stCondLst>
                                  <p:childTnLst>
                                    <p:set>
                                      <p:cBhvr>
                                        <p:cTn id="237" dur="1" fill="hold">
                                          <p:stCondLst>
                                            <p:cond delay="0"/>
                                          </p:stCondLst>
                                        </p:cTn>
                                        <p:tgtEl>
                                          <p:spTgt spid="94"/>
                                        </p:tgtEl>
                                        <p:attrNameLst>
                                          <p:attrName>style.visibility</p:attrName>
                                        </p:attrNameLst>
                                      </p:cBhvr>
                                      <p:to>
                                        <p:strVal val="visible"/>
                                      </p:to>
                                    </p:set>
                                    <p:animEffect transition="in" filter="fade">
                                      <p:cBhvr>
                                        <p:cTn id="238" dur="250" fill="hold"/>
                                        <p:tgtEl>
                                          <p:spTgt spid="94"/>
                                        </p:tgtEl>
                                      </p:cBhvr>
                                    </p:animEffect>
                                  </p:childTnLst>
                                </p:cTn>
                              </p:par>
                              <p:par>
                                <p:cTn id="239" presetID="10" presetClass="entr" presetSubtype="0" fill="hold" nodeType="withEffect">
                                  <p:stCondLst>
                                    <p:cond delay="0"/>
                                  </p:stCondLst>
                                  <p:childTnLst>
                                    <p:set>
                                      <p:cBhvr>
                                        <p:cTn id="240" dur="1" fill="hold">
                                          <p:stCondLst>
                                            <p:cond delay="0"/>
                                          </p:stCondLst>
                                        </p:cTn>
                                        <p:tgtEl>
                                          <p:spTgt spid="95"/>
                                        </p:tgtEl>
                                        <p:attrNameLst>
                                          <p:attrName>style.visibility</p:attrName>
                                        </p:attrNameLst>
                                      </p:cBhvr>
                                      <p:to>
                                        <p:strVal val="visible"/>
                                      </p:to>
                                    </p:set>
                                    <p:animEffect transition="in" filter="fade">
                                      <p:cBhvr>
                                        <p:cTn id="241" dur="250" fill="hold"/>
                                        <p:tgtEl>
                                          <p:spTgt spid="95"/>
                                        </p:tgtEl>
                                      </p:cBhvr>
                                    </p:animEffect>
                                  </p:childTnLst>
                                </p:cTn>
                              </p:par>
                              <p:par>
                                <p:cTn id="242" presetID="10" presetClass="entr" presetSubtype="0" fill="hold" nodeType="withEffect">
                                  <p:stCondLst>
                                    <p:cond delay="300"/>
                                  </p:stCondLst>
                                  <p:childTnLst>
                                    <p:set>
                                      <p:cBhvr>
                                        <p:cTn id="243" dur="1" fill="hold">
                                          <p:stCondLst>
                                            <p:cond delay="0"/>
                                          </p:stCondLst>
                                        </p:cTn>
                                        <p:tgtEl>
                                          <p:spTgt spid="96"/>
                                        </p:tgtEl>
                                        <p:attrNameLst>
                                          <p:attrName>style.visibility</p:attrName>
                                        </p:attrNameLst>
                                      </p:cBhvr>
                                      <p:to>
                                        <p:strVal val="visible"/>
                                      </p:to>
                                    </p:set>
                                    <p:animEffect transition="in" filter="fade">
                                      <p:cBhvr>
                                        <p:cTn id="244" dur="250" fill="hold"/>
                                        <p:tgtEl>
                                          <p:spTgt spid="96"/>
                                        </p:tgtEl>
                                      </p:cBhvr>
                                    </p:animEffect>
                                  </p:childTnLst>
                                </p:cTn>
                              </p:par>
                              <p:par>
                                <p:cTn id="245" presetID="10" presetClass="entr" presetSubtype="0" fill="hold" nodeType="withEffect">
                                  <p:stCondLst>
                                    <p:cond delay="100"/>
                                  </p:stCondLst>
                                  <p:childTnLst>
                                    <p:set>
                                      <p:cBhvr>
                                        <p:cTn id="246" dur="1" fill="hold">
                                          <p:stCondLst>
                                            <p:cond delay="0"/>
                                          </p:stCondLst>
                                        </p:cTn>
                                        <p:tgtEl>
                                          <p:spTgt spid="97"/>
                                        </p:tgtEl>
                                        <p:attrNameLst>
                                          <p:attrName>style.visibility</p:attrName>
                                        </p:attrNameLst>
                                      </p:cBhvr>
                                      <p:to>
                                        <p:strVal val="visible"/>
                                      </p:to>
                                    </p:set>
                                    <p:animEffect transition="in" filter="fade">
                                      <p:cBhvr>
                                        <p:cTn id="247" dur="250" fill="hold"/>
                                        <p:tgtEl>
                                          <p:spTgt spid="97"/>
                                        </p:tgtEl>
                                      </p:cBhvr>
                                    </p:animEffect>
                                  </p:childTnLst>
                                </p:cTn>
                              </p:par>
                              <p:par>
                                <p:cTn id="248" presetID="10" presetClass="entr" presetSubtype="0" fill="hold" nodeType="withEffect">
                                  <p:stCondLst>
                                    <p:cond delay="400"/>
                                  </p:stCondLst>
                                  <p:childTnLst>
                                    <p:set>
                                      <p:cBhvr>
                                        <p:cTn id="249" dur="1" fill="hold">
                                          <p:stCondLst>
                                            <p:cond delay="0"/>
                                          </p:stCondLst>
                                        </p:cTn>
                                        <p:tgtEl>
                                          <p:spTgt spid="98"/>
                                        </p:tgtEl>
                                        <p:attrNameLst>
                                          <p:attrName>style.visibility</p:attrName>
                                        </p:attrNameLst>
                                      </p:cBhvr>
                                      <p:to>
                                        <p:strVal val="visible"/>
                                      </p:to>
                                    </p:set>
                                    <p:animEffect transition="in" filter="fade">
                                      <p:cBhvr>
                                        <p:cTn id="250" dur="250" fill="hold"/>
                                        <p:tgtEl>
                                          <p:spTgt spid="98"/>
                                        </p:tgtEl>
                                      </p:cBhvr>
                                    </p:animEffect>
                                  </p:childTnLst>
                                </p:cTn>
                              </p:par>
                              <p:par>
                                <p:cTn id="251" presetID="10" presetClass="entr" presetSubtype="0" fill="hold" nodeType="withEffect">
                                  <p:stCondLst>
                                    <p:cond delay="200"/>
                                  </p:stCondLst>
                                  <p:childTnLst>
                                    <p:set>
                                      <p:cBhvr>
                                        <p:cTn id="252" dur="1" fill="hold">
                                          <p:stCondLst>
                                            <p:cond delay="0"/>
                                          </p:stCondLst>
                                        </p:cTn>
                                        <p:tgtEl>
                                          <p:spTgt spid="99"/>
                                        </p:tgtEl>
                                        <p:attrNameLst>
                                          <p:attrName>style.visibility</p:attrName>
                                        </p:attrNameLst>
                                      </p:cBhvr>
                                      <p:to>
                                        <p:strVal val="visible"/>
                                      </p:to>
                                    </p:set>
                                    <p:animEffect transition="in" filter="fade">
                                      <p:cBhvr>
                                        <p:cTn id="253" dur="250" fill="hold"/>
                                        <p:tgtEl>
                                          <p:spTgt spid="99"/>
                                        </p:tgtEl>
                                      </p:cBhvr>
                                    </p:animEffect>
                                  </p:childTnLst>
                                </p:cTn>
                              </p:par>
                              <p:par>
                                <p:cTn id="254" presetID="10" presetClass="entr" presetSubtype="0" fill="hold" nodeType="withEffect">
                                  <p:stCondLst>
                                    <p:cond delay="500"/>
                                  </p:stCondLst>
                                  <p:childTnLst>
                                    <p:set>
                                      <p:cBhvr>
                                        <p:cTn id="255" dur="1" fill="hold">
                                          <p:stCondLst>
                                            <p:cond delay="0"/>
                                          </p:stCondLst>
                                        </p:cTn>
                                        <p:tgtEl>
                                          <p:spTgt spid="100"/>
                                        </p:tgtEl>
                                        <p:attrNameLst>
                                          <p:attrName>style.visibility</p:attrName>
                                        </p:attrNameLst>
                                      </p:cBhvr>
                                      <p:to>
                                        <p:strVal val="visible"/>
                                      </p:to>
                                    </p:set>
                                    <p:animEffect transition="in" filter="fade">
                                      <p:cBhvr>
                                        <p:cTn id="256" dur="250" fill="hold"/>
                                        <p:tgtEl>
                                          <p:spTgt spid="100"/>
                                        </p:tgtEl>
                                      </p:cBhvr>
                                    </p:animEffect>
                                  </p:childTnLst>
                                </p:cTn>
                              </p:par>
                              <p:par>
                                <p:cTn id="257" presetID="10" presetClass="entr" presetSubtype="0" fill="hold" nodeType="withEffect">
                                  <p:stCondLst>
                                    <p:cond delay="0"/>
                                  </p:stCondLst>
                                  <p:childTnLst>
                                    <p:set>
                                      <p:cBhvr>
                                        <p:cTn id="258" dur="1" fill="hold">
                                          <p:stCondLst>
                                            <p:cond delay="0"/>
                                          </p:stCondLst>
                                        </p:cTn>
                                        <p:tgtEl>
                                          <p:spTgt spid="101"/>
                                        </p:tgtEl>
                                        <p:attrNameLst>
                                          <p:attrName>style.visibility</p:attrName>
                                        </p:attrNameLst>
                                      </p:cBhvr>
                                      <p:to>
                                        <p:strVal val="visible"/>
                                      </p:to>
                                    </p:set>
                                    <p:animEffect transition="in" filter="fade">
                                      <p:cBhvr>
                                        <p:cTn id="259" dur="250" fill="hold"/>
                                        <p:tgtEl>
                                          <p:spTgt spid="101"/>
                                        </p:tgtEl>
                                      </p:cBhvr>
                                    </p:animEffect>
                                  </p:childTnLst>
                                </p:cTn>
                              </p:par>
                              <p:par>
                                <p:cTn id="260" presetID="10" presetClass="entr" presetSubtype="0" fill="hold" nodeType="withEffect">
                                  <p:stCondLst>
                                    <p:cond delay="300"/>
                                  </p:stCondLst>
                                  <p:childTnLst>
                                    <p:set>
                                      <p:cBhvr>
                                        <p:cTn id="261" dur="1" fill="hold">
                                          <p:stCondLst>
                                            <p:cond delay="0"/>
                                          </p:stCondLst>
                                        </p:cTn>
                                        <p:tgtEl>
                                          <p:spTgt spid="102"/>
                                        </p:tgtEl>
                                        <p:attrNameLst>
                                          <p:attrName>style.visibility</p:attrName>
                                        </p:attrNameLst>
                                      </p:cBhvr>
                                      <p:to>
                                        <p:strVal val="visible"/>
                                      </p:to>
                                    </p:set>
                                    <p:animEffect transition="in" filter="fade">
                                      <p:cBhvr>
                                        <p:cTn id="262" dur="250" fill="hold"/>
                                        <p:tgtEl>
                                          <p:spTgt spid="102"/>
                                        </p:tgtEl>
                                      </p:cBhvr>
                                    </p:animEffect>
                                  </p:childTnLst>
                                </p:cTn>
                              </p:par>
                              <p:par>
                                <p:cTn id="263" presetID="10" presetClass="entr" presetSubtype="0" fill="hold" nodeType="withEffect">
                                  <p:stCondLst>
                                    <p:cond delay="100"/>
                                  </p:stCondLst>
                                  <p:childTnLst>
                                    <p:set>
                                      <p:cBhvr>
                                        <p:cTn id="264" dur="1" fill="hold">
                                          <p:stCondLst>
                                            <p:cond delay="0"/>
                                          </p:stCondLst>
                                        </p:cTn>
                                        <p:tgtEl>
                                          <p:spTgt spid="103"/>
                                        </p:tgtEl>
                                        <p:attrNameLst>
                                          <p:attrName>style.visibility</p:attrName>
                                        </p:attrNameLst>
                                      </p:cBhvr>
                                      <p:to>
                                        <p:strVal val="visible"/>
                                      </p:to>
                                    </p:set>
                                    <p:animEffect transition="in" filter="fade">
                                      <p:cBhvr>
                                        <p:cTn id="265" dur="250" fill="hold"/>
                                        <p:tgtEl>
                                          <p:spTgt spid="103"/>
                                        </p:tgtEl>
                                      </p:cBhvr>
                                    </p:animEffect>
                                  </p:childTnLst>
                                </p:cTn>
                              </p:par>
                              <p:par>
                                <p:cTn id="266" presetID="10" presetClass="entr" presetSubtype="0" fill="hold" nodeType="withEffect">
                                  <p:stCondLst>
                                    <p:cond delay="400"/>
                                  </p:stCondLst>
                                  <p:childTnLst>
                                    <p:set>
                                      <p:cBhvr>
                                        <p:cTn id="267" dur="1" fill="hold">
                                          <p:stCondLst>
                                            <p:cond delay="0"/>
                                          </p:stCondLst>
                                        </p:cTn>
                                        <p:tgtEl>
                                          <p:spTgt spid="104"/>
                                        </p:tgtEl>
                                        <p:attrNameLst>
                                          <p:attrName>style.visibility</p:attrName>
                                        </p:attrNameLst>
                                      </p:cBhvr>
                                      <p:to>
                                        <p:strVal val="visible"/>
                                      </p:to>
                                    </p:set>
                                    <p:animEffect transition="in" filter="fade">
                                      <p:cBhvr>
                                        <p:cTn id="268" dur="250" fill="hold"/>
                                        <p:tgtEl>
                                          <p:spTgt spid="104"/>
                                        </p:tgtEl>
                                      </p:cBhvr>
                                    </p:animEffect>
                                  </p:childTnLst>
                                </p:cTn>
                              </p:par>
                              <p:par>
                                <p:cTn id="269" presetID="10" presetClass="entr" presetSubtype="0" fill="hold" nodeType="withEffect">
                                  <p:stCondLst>
                                    <p:cond delay="200"/>
                                  </p:stCondLst>
                                  <p:childTnLst>
                                    <p:set>
                                      <p:cBhvr>
                                        <p:cTn id="270" dur="1" fill="hold">
                                          <p:stCondLst>
                                            <p:cond delay="0"/>
                                          </p:stCondLst>
                                        </p:cTn>
                                        <p:tgtEl>
                                          <p:spTgt spid="105"/>
                                        </p:tgtEl>
                                        <p:attrNameLst>
                                          <p:attrName>style.visibility</p:attrName>
                                        </p:attrNameLst>
                                      </p:cBhvr>
                                      <p:to>
                                        <p:strVal val="visible"/>
                                      </p:to>
                                    </p:set>
                                    <p:animEffect transition="in" filter="fade">
                                      <p:cBhvr>
                                        <p:cTn id="271" dur="250" fill="hold"/>
                                        <p:tgtEl>
                                          <p:spTgt spid="105"/>
                                        </p:tgtEl>
                                      </p:cBhvr>
                                    </p:animEffect>
                                  </p:childTnLst>
                                </p:cTn>
                              </p:par>
                              <p:par>
                                <p:cTn id="272" presetID="10" presetClass="entr" presetSubtype="0" fill="hold" nodeType="withEffect">
                                  <p:stCondLst>
                                    <p:cond delay="500"/>
                                  </p:stCondLst>
                                  <p:childTnLst>
                                    <p:set>
                                      <p:cBhvr>
                                        <p:cTn id="273" dur="1" fill="hold">
                                          <p:stCondLst>
                                            <p:cond delay="0"/>
                                          </p:stCondLst>
                                        </p:cTn>
                                        <p:tgtEl>
                                          <p:spTgt spid="106"/>
                                        </p:tgtEl>
                                        <p:attrNameLst>
                                          <p:attrName>style.visibility</p:attrName>
                                        </p:attrNameLst>
                                      </p:cBhvr>
                                      <p:to>
                                        <p:strVal val="visible"/>
                                      </p:to>
                                    </p:set>
                                    <p:animEffect transition="in" filter="fade">
                                      <p:cBhvr>
                                        <p:cTn id="274" dur="250" fill="hold"/>
                                        <p:tgtEl>
                                          <p:spTgt spid="106"/>
                                        </p:tgtEl>
                                      </p:cBhvr>
                                    </p:animEffect>
                                  </p:childTnLst>
                                </p:cTn>
                              </p:par>
                              <p:par>
                                <p:cTn id="275" presetID="10" presetClass="entr" presetSubtype="0" fill="hold" nodeType="withEffect">
                                  <p:stCondLst>
                                    <p:cond delay="650"/>
                                  </p:stCondLst>
                                  <p:childTnLst>
                                    <p:set>
                                      <p:cBhvr>
                                        <p:cTn id="276" dur="1" fill="hold">
                                          <p:stCondLst>
                                            <p:cond delay="0"/>
                                          </p:stCondLst>
                                        </p:cTn>
                                        <p:tgtEl>
                                          <p:spTgt spid="107"/>
                                        </p:tgtEl>
                                        <p:attrNameLst>
                                          <p:attrName>style.visibility</p:attrName>
                                        </p:attrNameLst>
                                      </p:cBhvr>
                                      <p:to>
                                        <p:strVal val="visible"/>
                                      </p:to>
                                    </p:set>
                                    <p:animEffect transition="in" filter="fade">
                                      <p:cBhvr>
                                        <p:cTn id="277" dur="250" fill="hold"/>
                                        <p:tgtEl>
                                          <p:spTgt spid="107"/>
                                        </p:tgtEl>
                                      </p:cBhvr>
                                    </p:animEffect>
                                  </p:childTnLst>
                                </p:cTn>
                              </p:par>
                              <p:par>
                                <p:cTn id="278" presetID="10" presetClass="entr" presetSubtype="0" fill="hold" nodeType="withEffect">
                                  <p:stCondLst>
                                    <p:cond delay="950"/>
                                  </p:stCondLst>
                                  <p:childTnLst>
                                    <p:set>
                                      <p:cBhvr>
                                        <p:cTn id="279" dur="1" fill="hold">
                                          <p:stCondLst>
                                            <p:cond delay="0"/>
                                          </p:stCondLst>
                                        </p:cTn>
                                        <p:tgtEl>
                                          <p:spTgt spid="108"/>
                                        </p:tgtEl>
                                        <p:attrNameLst>
                                          <p:attrName>style.visibility</p:attrName>
                                        </p:attrNameLst>
                                      </p:cBhvr>
                                      <p:to>
                                        <p:strVal val="visible"/>
                                      </p:to>
                                    </p:set>
                                    <p:animEffect transition="in" filter="fade">
                                      <p:cBhvr>
                                        <p:cTn id="280" dur="250" fill="hold"/>
                                        <p:tgtEl>
                                          <p:spTgt spid="108"/>
                                        </p:tgtEl>
                                      </p:cBhvr>
                                    </p:animEffect>
                                  </p:childTnLst>
                                </p:cTn>
                              </p:par>
                              <p:par>
                                <p:cTn id="281" presetID="10" presetClass="entr" presetSubtype="0" fill="hold" nodeType="withEffect">
                                  <p:stCondLst>
                                    <p:cond delay="715"/>
                                  </p:stCondLst>
                                  <p:childTnLst>
                                    <p:set>
                                      <p:cBhvr>
                                        <p:cTn id="282" dur="1" fill="hold">
                                          <p:stCondLst>
                                            <p:cond delay="0"/>
                                          </p:stCondLst>
                                        </p:cTn>
                                        <p:tgtEl>
                                          <p:spTgt spid="109"/>
                                        </p:tgtEl>
                                        <p:attrNameLst>
                                          <p:attrName>style.visibility</p:attrName>
                                        </p:attrNameLst>
                                      </p:cBhvr>
                                      <p:to>
                                        <p:strVal val="visible"/>
                                      </p:to>
                                    </p:set>
                                    <p:animEffect transition="in" filter="fade">
                                      <p:cBhvr>
                                        <p:cTn id="283" dur="250" fill="hold"/>
                                        <p:tgtEl>
                                          <p:spTgt spid="109"/>
                                        </p:tgtEl>
                                      </p:cBhvr>
                                    </p:animEffect>
                                  </p:childTnLst>
                                </p:cTn>
                              </p:par>
                              <p:par>
                                <p:cTn id="284" presetID="10" presetClass="entr" presetSubtype="0" fill="hold" nodeType="withEffect">
                                  <p:stCondLst>
                                    <p:cond delay="1015"/>
                                  </p:stCondLst>
                                  <p:childTnLst>
                                    <p:set>
                                      <p:cBhvr>
                                        <p:cTn id="285" dur="1" fill="hold">
                                          <p:stCondLst>
                                            <p:cond delay="0"/>
                                          </p:stCondLst>
                                        </p:cTn>
                                        <p:tgtEl>
                                          <p:spTgt spid="110"/>
                                        </p:tgtEl>
                                        <p:attrNameLst>
                                          <p:attrName>style.visibility</p:attrName>
                                        </p:attrNameLst>
                                      </p:cBhvr>
                                      <p:to>
                                        <p:strVal val="visible"/>
                                      </p:to>
                                    </p:set>
                                    <p:animEffect transition="in" filter="fade">
                                      <p:cBhvr>
                                        <p:cTn id="286" dur="250" fill="hold"/>
                                        <p:tgtEl>
                                          <p:spTgt spid="110"/>
                                        </p:tgtEl>
                                      </p:cBhvr>
                                    </p:animEffect>
                                  </p:childTnLst>
                                </p:cTn>
                              </p:par>
                              <p:par>
                                <p:cTn id="287" presetID="10" presetClass="entr" presetSubtype="0" fill="hold" nodeType="withEffect">
                                  <p:stCondLst>
                                    <p:cond delay="780"/>
                                  </p:stCondLst>
                                  <p:childTnLst>
                                    <p:set>
                                      <p:cBhvr>
                                        <p:cTn id="288" dur="1" fill="hold">
                                          <p:stCondLst>
                                            <p:cond delay="0"/>
                                          </p:stCondLst>
                                        </p:cTn>
                                        <p:tgtEl>
                                          <p:spTgt spid="111"/>
                                        </p:tgtEl>
                                        <p:attrNameLst>
                                          <p:attrName>style.visibility</p:attrName>
                                        </p:attrNameLst>
                                      </p:cBhvr>
                                      <p:to>
                                        <p:strVal val="visible"/>
                                      </p:to>
                                    </p:set>
                                    <p:animEffect transition="in" filter="fade">
                                      <p:cBhvr>
                                        <p:cTn id="289" dur="250" fill="hold"/>
                                        <p:tgtEl>
                                          <p:spTgt spid="111"/>
                                        </p:tgtEl>
                                      </p:cBhvr>
                                    </p:animEffect>
                                  </p:childTnLst>
                                </p:cTn>
                              </p:par>
                              <p:par>
                                <p:cTn id="290" presetID="10" presetClass="entr" presetSubtype="0" fill="hold" nodeType="withEffect">
                                  <p:stCondLst>
                                    <p:cond delay="1080"/>
                                  </p:stCondLst>
                                  <p:childTnLst>
                                    <p:set>
                                      <p:cBhvr>
                                        <p:cTn id="291" dur="1" fill="hold">
                                          <p:stCondLst>
                                            <p:cond delay="0"/>
                                          </p:stCondLst>
                                        </p:cTn>
                                        <p:tgtEl>
                                          <p:spTgt spid="112"/>
                                        </p:tgtEl>
                                        <p:attrNameLst>
                                          <p:attrName>style.visibility</p:attrName>
                                        </p:attrNameLst>
                                      </p:cBhvr>
                                      <p:to>
                                        <p:strVal val="visible"/>
                                      </p:to>
                                    </p:set>
                                    <p:animEffect transition="in" filter="fade">
                                      <p:cBhvr>
                                        <p:cTn id="292" dur="250" fill="hold"/>
                                        <p:tgtEl>
                                          <p:spTgt spid="112"/>
                                        </p:tgtEl>
                                      </p:cBhvr>
                                    </p:animEffect>
                                  </p:childTnLst>
                                </p:cTn>
                              </p:par>
                              <p:par>
                                <p:cTn id="293" presetID="10" presetClass="entr" presetSubtype="0" fill="hold" nodeType="withEffect">
                                  <p:stCondLst>
                                    <p:cond delay="845"/>
                                  </p:stCondLst>
                                  <p:childTnLst>
                                    <p:set>
                                      <p:cBhvr>
                                        <p:cTn id="294" dur="1" fill="hold">
                                          <p:stCondLst>
                                            <p:cond delay="0"/>
                                          </p:stCondLst>
                                        </p:cTn>
                                        <p:tgtEl>
                                          <p:spTgt spid="113"/>
                                        </p:tgtEl>
                                        <p:attrNameLst>
                                          <p:attrName>style.visibility</p:attrName>
                                        </p:attrNameLst>
                                      </p:cBhvr>
                                      <p:to>
                                        <p:strVal val="visible"/>
                                      </p:to>
                                    </p:set>
                                    <p:animEffect transition="in" filter="fade">
                                      <p:cBhvr>
                                        <p:cTn id="295" dur="250" fill="hold"/>
                                        <p:tgtEl>
                                          <p:spTgt spid="113"/>
                                        </p:tgtEl>
                                      </p:cBhvr>
                                    </p:animEffect>
                                  </p:childTnLst>
                                </p:cTn>
                              </p:par>
                              <p:par>
                                <p:cTn id="296" presetID="10" presetClass="entr" presetSubtype="0" fill="hold" nodeType="withEffect">
                                  <p:stCondLst>
                                    <p:cond delay="1145"/>
                                  </p:stCondLst>
                                  <p:childTnLst>
                                    <p:set>
                                      <p:cBhvr>
                                        <p:cTn id="297" dur="1" fill="hold">
                                          <p:stCondLst>
                                            <p:cond delay="0"/>
                                          </p:stCondLst>
                                        </p:cTn>
                                        <p:tgtEl>
                                          <p:spTgt spid="114"/>
                                        </p:tgtEl>
                                        <p:attrNameLst>
                                          <p:attrName>style.visibility</p:attrName>
                                        </p:attrNameLst>
                                      </p:cBhvr>
                                      <p:to>
                                        <p:strVal val="visible"/>
                                      </p:to>
                                    </p:set>
                                    <p:animEffect transition="in" filter="fade">
                                      <p:cBhvr>
                                        <p:cTn id="298" dur="250" fill="hold"/>
                                        <p:tgtEl>
                                          <p:spTgt spid="114"/>
                                        </p:tgtEl>
                                      </p:cBhvr>
                                    </p:animEffect>
                                  </p:childTnLst>
                                </p:cTn>
                              </p:par>
                              <p:par>
                                <p:cTn id="299" presetID="10" presetClass="entr" presetSubtype="0" fill="hold" nodeType="withEffect">
                                  <p:stCondLst>
                                    <p:cond delay="910"/>
                                  </p:stCondLst>
                                  <p:childTnLst>
                                    <p:set>
                                      <p:cBhvr>
                                        <p:cTn id="300" dur="1" fill="hold">
                                          <p:stCondLst>
                                            <p:cond delay="0"/>
                                          </p:stCondLst>
                                        </p:cTn>
                                        <p:tgtEl>
                                          <p:spTgt spid="115"/>
                                        </p:tgtEl>
                                        <p:attrNameLst>
                                          <p:attrName>style.visibility</p:attrName>
                                        </p:attrNameLst>
                                      </p:cBhvr>
                                      <p:to>
                                        <p:strVal val="visible"/>
                                      </p:to>
                                    </p:set>
                                    <p:animEffect transition="in" filter="fade">
                                      <p:cBhvr>
                                        <p:cTn id="301" dur="250" fill="hold"/>
                                        <p:tgtEl>
                                          <p:spTgt spid="115"/>
                                        </p:tgtEl>
                                      </p:cBhvr>
                                    </p:animEffect>
                                  </p:childTnLst>
                                </p:cTn>
                              </p:par>
                              <p:par>
                                <p:cTn id="302" presetID="10" presetClass="entr" presetSubtype="0" fill="hold" nodeType="withEffect">
                                  <p:stCondLst>
                                    <p:cond delay="1210"/>
                                  </p:stCondLst>
                                  <p:childTnLst>
                                    <p:set>
                                      <p:cBhvr>
                                        <p:cTn id="303" dur="1" fill="hold">
                                          <p:stCondLst>
                                            <p:cond delay="0"/>
                                          </p:stCondLst>
                                        </p:cTn>
                                        <p:tgtEl>
                                          <p:spTgt spid="116"/>
                                        </p:tgtEl>
                                        <p:attrNameLst>
                                          <p:attrName>style.visibility</p:attrName>
                                        </p:attrNameLst>
                                      </p:cBhvr>
                                      <p:to>
                                        <p:strVal val="visible"/>
                                      </p:to>
                                    </p:set>
                                    <p:animEffect transition="in" filter="fade">
                                      <p:cBhvr>
                                        <p:cTn id="304" dur="250" fill="hold"/>
                                        <p:tgtEl>
                                          <p:spTgt spid="116"/>
                                        </p:tgtEl>
                                      </p:cBhvr>
                                    </p:animEffect>
                                  </p:childTnLst>
                                </p:cTn>
                              </p:par>
                              <p:par>
                                <p:cTn id="305" presetID="10" presetClass="entr" presetSubtype="0" fill="hold" nodeType="withEffect">
                                  <p:stCondLst>
                                    <p:cond delay="975"/>
                                  </p:stCondLst>
                                  <p:childTnLst>
                                    <p:set>
                                      <p:cBhvr>
                                        <p:cTn id="306" dur="1" fill="hold">
                                          <p:stCondLst>
                                            <p:cond delay="0"/>
                                          </p:stCondLst>
                                        </p:cTn>
                                        <p:tgtEl>
                                          <p:spTgt spid="117"/>
                                        </p:tgtEl>
                                        <p:attrNameLst>
                                          <p:attrName>style.visibility</p:attrName>
                                        </p:attrNameLst>
                                      </p:cBhvr>
                                      <p:to>
                                        <p:strVal val="visible"/>
                                      </p:to>
                                    </p:set>
                                    <p:animEffect transition="in" filter="fade">
                                      <p:cBhvr>
                                        <p:cTn id="307" dur="250" fill="hold"/>
                                        <p:tgtEl>
                                          <p:spTgt spid="117"/>
                                        </p:tgtEl>
                                      </p:cBhvr>
                                    </p:animEffect>
                                  </p:childTnLst>
                                </p:cTn>
                              </p:par>
                              <p:par>
                                <p:cTn id="308" presetID="10" presetClass="entr" presetSubtype="0" fill="hold" nodeType="withEffect">
                                  <p:stCondLst>
                                    <p:cond delay="1275"/>
                                  </p:stCondLst>
                                  <p:childTnLst>
                                    <p:set>
                                      <p:cBhvr>
                                        <p:cTn id="309" dur="1" fill="hold">
                                          <p:stCondLst>
                                            <p:cond delay="0"/>
                                          </p:stCondLst>
                                        </p:cTn>
                                        <p:tgtEl>
                                          <p:spTgt spid="118"/>
                                        </p:tgtEl>
                                        <p:attrNameLst>
                                          <p:attrName>style.visibility</p:attrName>
                                        </p:attrNameLst>
                                      </p:cBhvr>
                                      <p:to>
                                        <p:strVal val="visible"/>
                                      </p:to>
                                    </p:set>
                                    <p:animEffect transition="in" filter="fade">
                                      <p:cBhvr>
                                        <p:cTn id="310" dur="250" fill="hold"/>
                                        <p:tgtEl>
                                          <p:spTgt spid="118"/>
                                        </p:tgtEl>
                                      </p:cBhvr>
                                    </p:animEffect>
                                  </p:childTnLst>
                                </p:cTn>
                              </p:par>
                              <p:par>
                                <p:cTn id="311" presetID="10" presetClass="entr" presetSubtype="0" fill="hold" nodeType="withEffect">
                                  <p:stCondLst>
                                    <p:cond delay="1040"/>
                                  </p:stCondLst>
                                  <p:childTnLst>
                                    <p:set>
                                      <p:cBhvr>
                                        <p:cTn id="312" dur="1" fill="hold">
                                          <p:stCondLst>
                                            <p:cond delay="0"/>
                                          </p:stCondLst>
                                        </p:cTn>
                                        <p:tgtEl>
                                          <p:spTgt spid="119"/>
                                        </p:tgtEl>
                                        <p:attrNameLst>
                                          <p:attrName>style.visibility</p:attrName>
                                        </p:attrNameLst>
                                      </p:cBhvr>
                                      <p:to>
                                        <p:strVal val="visible"/>
                                      </p:to>
                                    </p:set>
                                    <p:animEffect transition="in" filter="fade">
                                      <p:cBhvr>
                                        <p:cTn id="313" dur="250" fill="hold"/>
                                        <p:tgtEl>
                                          <p:spTgt spid="119"/>
                                        </p:tgtEl>
                                      </p:cBhvr>
                                    </p:animEffect>
                                  </p:childTnLst>
                                </p:cTn>
                              </p:par>
                              <p:par>
                                <p:cTn id="314" presetID="10" presetClass="entr" presetSubtype="0" fill="hold" nodeType="withEffect">
                                  <p:stCondLst>
                                    <p:cond delay="1340"/>
                                  </p:stCondLst>
                                  <p:childTnLst>
                                    <p:set>
                                      <p:cBhvr>
                                        <p:cTn id="315" dur="1" fill="hold">
                                          <p:stCondLst>
                                            <p:cond delay="0"/>
                                          </p:stCondLst>
                                        </p:cTn>
                                        <p:tgtEl>
                                          <p:spTgt spid="120"/>
                                        </p:tgtEl>
                                        <p:attrNameLst>
                                          <p:attrName>style.visibility</p:attrName>
                                        </p:attrNameLst>
                                      </p:cBhvr>
                                      <p:to>
                                        <p:strVal val="visible"/>
                                      </p:to>
                                    </p:set>
                                    <p:animEffect transition="in" filter="fade">
                                      <p:cBhvr>
                                        <p:cTn id="316" dur="250" fill="hold"/>
                                        <p:tgtEl>
                                          <p:spTgt spid="120"/>
                                        </p:tgtEl>
                                      </p:cBhvr>
                                    </p:animEffect>
                                  </p:childTnLst>
                                </p:cTn>
                              </p:par>
                              <p:par>
                                <p:cTn id="317" presetID="10" presetClass="entr" presetSubtype="0" fill="hold" nodeType="withEffect">
                                  <p:stCondLst>
                                    <p:cond delay="650"/>
                                  </p:stCondLst>
                                  <p:childTnLst>
                                    <p:set>
                                      <p:cBhvr>
                                        <p:cTn id="318" dur="1" fill="hold">
                                          <p:stCondLst>
                                            <p:cond delay="0"/>
                                          </p:stCondLst>
                                        </p:cTn>
                                        <p:tgtEl>
                                          <p:spTgt spid="121"/>
                                        </p:tgtEl>
                                        <p:attrNameLst>
                                          <p:attrName>style.visibility</p:attrName>
                                        </p:attrNameLst>
                                      </p:cBhvr>
                                      <p:to>
                                        <p:strVal val="visible"/>
                                      </p:to>
                                    </p:set>
                                    <p:animEffect transition="in" filter="fade">
                                      <p:cBhvr>
                                        <p:cTn id="319" dur="250" fill="hold"/>
                                        <p:tgtEl>
                                          <p:spTgt spid="121"/>
                                        </p:tgtEl>
                                      </p:cBhvr>
                                    </p:animEffect>
                                  </p:childTnLst>
                                </p:cTn>
                              </p:par>
                              <p:par>
                                <p:cTn id="320" presetID="10" presetClass="entr" presetSubtype="0" fill="hold" nodeType="withEffect">
                                  <p:stCondLst>
                                    <p:cond delay="950"/>
                                  </p:stCondLst>
                                  <p:childTnLst>
                                    <p:set>
                                      <p:cBhvr>
                                        <p:cTn id="321" dur="1" fill="hold">
                                          <p:stCondLst>
                                            <p:cond delay="0"/>
                                          </p:stCondLst>
                                        </p:cTn>
                                        <p:tgtEl>
                                          <p:spTgt spid="122"/>
                                        </p:tgtEl>
                                        <p:attrNameLst>
                                          <p:attrName>style.visibility</p:attrName>
                                        </p:attrNameLst>
                                      </p:cBhvr>
                                      <p:to>
                                        <p:strVal val="visible"/>
                                      </p:to>
                                    </p:set>
                                    <p:animEffect transition="in" filter="fade">
                                      <p:cBhvr>
                                        <p:cTn id="322" dur="250" fill="hold"/>
                                        <p:tgtEl>
                                          <p:spTgt spid="122"/>
                                        </p:tgtEl>
                                      </p:cBhvr>
                                    </p:animEffect>
                                  </p:childTnLst>
                                </p:cTn>
                              </p:par>
                              <p:par>
                                <p:cTn id="323" presetID="10" presetClass="entr" presetSubtype="0" fill="hold" nodeType="withEffect">
                                  <p:stCondLst>
                                    <p:cond delay="715"/>
                                  </p:stCondLst>
                                  <p:childTnLst>
                                    <p:set>
                                      <p:cBhvr>
                                        <p:cTn id="324" dur="1" fill="hold">
                                          <p:stCondLst>
                                            <p:cond delay="0"/>
                                          </p:stCondLst>
                                        </p:cTn>
                                        <p:tgtEl>
                                          <p:spTgt spid="123"/>
                                        </p:tgtEl>
                                        <p:attrNameLst>
                                          <p:attrName>style.visibility</p:attrName>
                                        </p:attrNameLst>
                                      </p:cBhvr>
                                      <p:to>
                                        <p:strVal val="visible"/>
                                      </p:to>
                                    </p:set>
                                    <p:animEffect transition="in" filter="fade">
                                      <p:cBhvr>
                                        <p:cTn id="325" dur="250" fill="hold"/>
                                        <p:tgtEl>
                                          <p:spTgt spid="123"/>
                                        </p:tgtEl>
                                      </p:cBhvr>
                                    </p:animEffect>
                                  </p:childTnLst>
                                </p:cTn>
                              </p:par>
                              <p:par>
                                <p:cTn id="326" presetID="10" presetClass="entr" presetSubtype="0" fill="hold" nodeType="withEffect">
                                  <p:stCondLst>
                                    <p:cond delay="1015"/>
                                  </p:stCondLst>
                                  <p:childTnLst>
                                    <p:set>
                                      <p:cBhvr>
                                        <p:cTn id="327" dur="1" fill="hold">
                                          <p:stCondLst>
                                            <p:cond delay="0"/>
                                          </p:stCondLst>
                                        </p:cTn>
                                        <p:tgtEl>
                                          <p:spTgt spid="124"/>
                                        </p:tgtEl>
                                        <p:attrNameLst>
                                          <p:attrName>style.visibility</p:attrName>
                                        </p:attrNameLst>
                                      </p:cBhvr>
                                      <p:to>
                                        <p:strVal val="visible"/>
                                      </p:to>
                                    </p:set>
                                    <p:animEffect transition="in" filter="fade">
                                      <p:cBhvr>
                                        <p:cTn id="328" dur="250" fill="hold"/>
                                        <p:tgtEl>
                                          <p:spTgt spid="124"/>
                                        </p:tgtEl>
                                      </p:cBhvr>
                                    </p:animEffect>
                                  </p:childTnLst>
                                </p:cTn>
                              </p:par>
                              <p:par>
                                <p:cTn id="329" presetID="10" presetClass="entr" presetSubtype="0" fill="hold" nodeType="withEffect">
                                  <p:stCondLst>
                                    <p:cond delay="780"/>
                                  </p:stCondLst>
                                  <p:childTnLst>
                                    <p:set>
                                      <p:cBhvr>
                                        <p:cTn id="330" dur="1" fill="hold">
                                          <p:stCondLst>
                                            <p:cond delay="0"/>
                                          </p:stCondLst>
                                        </p:cTn>
                                        <p:tgtEl>
                                          <p:spTgt spid="125"/>
                                        </p:tgtEl>
                                        <p:attrNameLst>
                                          <p:attrName>style.visibility</p:attrName>
                                        </p:attrNameLst>
                                      </p:cBhvr>
                                      <p:to>
                                        <p:strVal val="visible"/>
                                      </p:to>
                                    </p:set>
                                    <p:animEffect transition="in" filter="fade">
                                      <p:cBhvr>
                                        <p:cTn id="331" dur="250" fill="hold"/>
                                        <p:tgtEl>
                                          <p:spTgt spid="125"/>
                                        </p:tgtEl>
                                      </p:cBhvr>
                                    </p:animEffect>
                                  </p:childTnLst>
                                </p:cTn>
                              </p:par>
                              <p:par>
                                <p:cTn id="332" presetID="10" presetClass="entr" presetSubtype="0" fill="hold" nodeType="withEffect">
                                  <p:stCondLst>
                                    <p:cond delay="1080"/>
                                  </p:stCondLst>
                                  <p:childTnLst>
                                    <p:set>
                                      <p:cBhvr>
                                        <p:cTn id="333" dur="1" fill="hold">
                                          <p:stCondLst>
                                            <p:cond delay="0"/>
                                          </p:stCondLst>
                                        </p:cTn>
                                        <p:tgtEl>
                                          <p:spTgt spid="126"/>
                                        </p:tgtEl>
                                        <p:attrNameLst>
                                          <p:attrName>style.visibility</p:attrName>
                                        </p:attrNameLst>
                                      </p:cBhvr>
                                      <p:to>
                                        <p:strVal val="visible"/>
                                      </p:to>
                                    </p:set>
                                    <p:animEffect transition="in" filter="fade">
                                      <p:cBhvr>
                                        <p:cTn id="334" dur="250" fill="hold"/>
                                        <p:tgtEl>
                                          <p:spTgt spid="126"/>
                                        </p:tgtEl>
                                      </p:cBhvr>
                                    </p:animEffect>
                                  </p:childTnLst>
                                </p:cTn>
                              </p:par>
                              <p:par>
                                <p:cTn id="335" presetID="10" presetClass="entr" presetSubtype="0" fill="hold" nodeType="withEffect">
                                  <p:stCondLst>
                                    <p:cond delay="845"/>
                                  </p:stCondLst>
                                  <p:childTnLst>
                                    <p:set>
                                      <p:cBhvr>
                                        <p:cTn id="336" dur="1" fill="hold">
                                          <p:stCondLst>
                                            <p:cond delay="0"/>
                                          </p:stCondLst>
                                        </p:cTn>
                                        <p:tgtEl>
                                          <p:spTgt spid="127"/>
                                        </p:tgtEl>
                                        <p:attrNameLst>
                                          <p:attrName>style.visibility</p:attrName>
                                        </p:attrNameLst>
                                      </p:cBhvr>
                                      <p:to>
                                        <p:strVal val="visible"/>
                                      </p:to>
                                    </p:set>
                                    <p:animEffect transition="in" filter="fade">
                                      <p:cBhvr>
                                        <p:cTn id="337" dur="250" fill="hold"/>
                                        <p:tgtEl>
                                          <p:spTgt spid="127"/>
                                        </p:tgtEl>
                                      </p:cBhvr>
                                    </p:animEffect>
                                  </p:childTnLst>
                                </p:cTn>
                              </p:par>
                              <p:par>
                                <p:cTn id="338" presetID="10" presetClass="entr" presetSubtype="0" fill="hold" nodeType="withEffect">
                                  <p:stCondLst>
                                    <p:cond delay="1145"/>
                                  </p:stCondLst>
                                  <p:childTnLst>
                                    <p:set>
                                      <p:cBhvr>
                                        <p:cTn id="339" dur="1" fill="hold">
                                          <p:stCondLst>
                                            <p:cond delay="0"/>
                                          </p:stCondLst>
                                        </p:cTn>
                                        <p:tgtEl>
                                          <p:spTgt spid="128"/>
                                        </p:tgtEl>
                                        <p:attrNameLst>
                                          <p:attrName>style.visibility</p:attrName>
                                        </p:attrNameLst>
                                      </p:cBhvr>
                                      <p:to>
                                        <p:strVal val="visible"/>
                                      </p:to>
                                    </p:set>
                                    <p:animEffect transition="in" filter="fade">
                                      <p:cBhvr>
                                        <p:cTn id="340" dur="250" fill="hold"/>
                                        <p:tgtEl>
                                          <p:spTgt spid="128"/>
                                        </p:tgtEl>
                                      </p:cBhvr>
                                    </p:animEffect>
                                  </p:childTnLst>
                                </p:cTn>
                              </p:par>
                              <p:par>
                                <p:cTn id="341" presetID="10" presetClass="entr" presetSubtype="0" fill="hold" nodeType="withEffect">
                                  <p:stCondLst>
                                    <p:cond delay="910"/>
                                  </p:stCondLst>
                                  <p:childTnLst>
                                    <p:set>
                                      <p:cBhvr>
                                        <p:cTn id="342" dur="1" fill="hold">
                                          <p:stCondLst>
                                            <p:cond delay="0"/>
                                          </p:stCondLst>
                                        </p:cTn>
                                        <p:tgtEl>
                                          <p:spTgt spid="129"/>
                                        </p:tgtEl>
                                        <p:attrNameLst>
                                          <p:attrName>style.visibility</p:attrName>
                                        </p:attrNameLst>
                                      </p:cBhvr>
                                      <p:to>
                                        <p:strVal val="visible"/>
                                      </p:to>
                                    </p:set>
                                    <p:animEffect transition="in" filter="fade">
                                      <p:cBhvr>
                                        <p:cTn id="343" dur="250" fill="hold"/>
                                        <p:tgtEl>
                                          <p:spTgt spid="129"/>
                                        </p:tgtEl>
                                      </p:cBhvr>
                                    </p:animEffect>
                                  </p:childTnLst>
                                </p:cTn>
                              </p:par>
                              <p:par>
                                <p:cTn id="344" presetID="10" presetClass="entr" presetSubtype="0" fill="hold" nodeType="withEffect">
                                  <p:stCondLst>
                                    <p:cond delay="1210"/>
                                  </p:stCondLst>
                                  <p:childTnLst>
                                    <p:set>
                                      <p:cBhvr>
                                        <p:cTn id="345" dur="1" fill="hold">
                                          <p:stCondLst>
                                            <p:cond delay="0"/>
                                          </p:stCondLst>
                                        </p:cTn>
                                        <p:tgtEl>
                                          <p:spTgt spid="130"/>
                                        </p:tgtEl>
                                        <p:attrNameLst>
                                          <p:attrName>style.visibility</p:attrName>
                                        </p:attrNameLst>
                                      </p:cBhvr>
                                      <p:to>
                                        <p:strVal val="visible"/>
                                      </p:to>
                                    </p:set>
                                    <p:animEffect transition="in" filter="fade">
                                      <p:cBhvr>
                                        <p:cTn id="346" dur="250" fill="hold"/>
                                        <p:tgtEl>
                                          <p:spTgt spid="130"/>
                                        </p:tgtEl>
                                      </p:cBhvr>
                                    </p:animEffect>
                                  </p:childTnLst>
                                </p:cTn>
                              </p:par>
                              <p:par>
                                <p:cTn id="347" presetID="10" presetClass="entr" presetSubtype="0" fill="hold" nodeType="withEffect">
                                  <p:stCondLst>
                                    <p:cond delay="975"/>
                                  </p:stCondLst>
                                  <p:childTnLst>
                                    <p:set>
                                      <p:cBhvr>
                                        <p:cTn id="348" dur="1" fill="hold">
                                          <p:stCondLst>
                                            <p:cond delay="0"/>
                                          </p:stCondLst>
                                        </p:cTn>
                                        <p:tgtEl>
                                          <p:spTgt spid="131"/>
                                        </p:tgtEl>
                                        <p:attrNameLst>
                                          <p:attrName>style.visibility</p:attrName>
                                        </p:attrNameLst>
                                      </p:cBhvr>
                                      <p:to>
                                        <p:strVal val="visible"/>
                                      </p:to>
                                    </p:set>
                                    <p:animEffect transition="in" filter="fade">
                                      <p:cBhvr>
                                        <p:cTn id="349" dur="250" fill="hold"/>
                                        <p:tgtEl>
                                          <p:spTgt spid="131"/>
                                        </p:tgtEl>
                                      </p:cBhvr>
                                    </p:animEffect>
                                  </p:childTnLst>
                                </p:cTn>
                              </p:par>
                              <p:par>
                                <p:cTn id="350" presetID="10" presetClass="entr" presetSubtype="0" fill="hold" nodeType="withEffect">
                                  <p:stCondLst>
                                    <p:cond delay="1275"/>
                                  </p:stCondLst>
                                  <p:childTnLst>
                                    <p:set>
                                      <p:cBhvr>
                                        <p:cTn id="351" dur="1" fill="hold">
                                          <p:stCondLst>
                                            <p:cond delay="0"/>
                                          </p:stCondLst>
                                        </p:cTn>
                                        <p:tgtEl>
                                          <p:spTgt spid="132"/>
                                        </p:tgtEl>
                                        <p:attrNameLst>
                                          <p:attrName>style.visibility</p:attrName>
                                        </p:attrNameLst>
                                      </p:cBhvr>
                                      <p:to>
                                        <p:strVal val="visible"/>
                                      </p:to>
                                    </p:set>
                                    <p:animEffect transition="in" filter="fade">
                                      <p:cBhvr>
                                        <p:cTn id="352" dur="250" fill="hold"/>
                                        <p:tgtEl>
                                          <p:spTgt spid="132"/>
                                        </p:tgtEl>
                                      </p:cBhvr>
                                    </p:animEffect>
                                  </p:childTnLst>
                                </p:cTn>
                              </p:par>
                              <p:par>
                                <p:cTn id="353" presetID="10" presetClass="entr" presetSubtype="0" fill="hold" nodeType="withEffect">
                                  <p:stCondLst>
                                    <p:cond delay="1040"/>
                                  </p:stCondLst>
                                  <p:childTnLst>
                                    <p:set>
                                      <p:cBhvr>
                                        <p:cTn id="354" dur="1" fill="hold">
                                          <p:stCondLst>
                                            <p:cond delay="0"/>
                                          </p:stCondLst>
                                        </p:cTn>
                                        <p:tgtEl>
                                          <p:spTgt spid="133"/>
                                        </p:tgtEl>
                                        <p:attrNameLst>
                                          <p:attrName>style.visibility</p:attrName>
                                        </p:attrNameLst>
                                      </p:cBhvr>
                                      <p:to>
                                        <p:strVal val="visible"/>
                                      </p:to>
                                    </p:set>
                                    <p:animEffect transition="in" filter="fade">
                                      <p:cBhvr>
                                        <p:cTn id="355" dur="250" fill="hold"/>
                                        <p:tgtEl>
                                          <p:spTgt spid="133"/>
                                        </p:tgtEl>
                                      </p:cBhvr>
                                    </p:animEffect>
                                  </p:childTnLst>
                                </p:cTn>
                              </p:par>
                              <p:par>
                                <p:cTn id="356" presetID="10" presetClass="entr" presetSubtype="0" fill="hold" nodeType="withEffect">
                                  <p:stCondLst>
                                    <p:cond delay="1340"/>
                                  </p:stCondLst>
                                  <p:childTnLst>
                                    <p:set>
                                      <p:cBhvr>
                                        <p:cTn id="357" dur="1" fill="hold">
                                          <p:stCondLst>
                                            <p:cond delay="0"/>
                                          </p:stCondLst>
                                        </p:cTn>
                                        <p:tgtEl>
                                          <p:spTgt spid="134"/>
                                        </p:tgtEl>
                                        <p:attrNameLst>
                                          <p:attrName>style.visibility</p:attrName>
                                        </p:attrNameLst>
                                      </p:cBhvr>
                                      <p:to>
                                        <p:strVal val="visible"/>
                                      </p:to>
                                    </p:set>
                                    <p:animEffect transition="in" filter="fade">
                                      <p:cBhvr>
                                        <p:cTn id="358" dur="250" fill="hold"/>
                                        <p:tgtEl>
                                          <p:spTgt spid="134"/>
                                        </p:tgtEl>
                                      </p:cBhvr>
                                    </p:animEffect>
                                  </p:childTnLst>
                                </p:cTn>
                              </p:par>
                              <p:par>
                                <p:cTn id="359" presetID="10" presetClass="entr" presetSubtype="0" fill="hold" nodeType="withEffect">
                                  <p:stCondLst>
                                    <p:cond delay="650"/>
                                  </p:stCondLst>
                                  <p:childTnLst>
                                    <p:set>
                                      <p:cBhvr>
                                        <p:cTn id="360" dur="1" fill="hold">
                                          <p:stCondLst>
                                            <p:cond delay="0"/>
                                          </p:stCondLst>
                                        </p:cTn>
                                        <p:tgtEl>
                                          <p:spTgt spid="135"/>
                                        </p:tgtEl>
                                        <p:attrNameLst>
                                          <p:attrName>style.visibility</p:attrName>
                                        </p:attrNameLst>
                                      </p:cBhvr>
                                      <p:to>
                                        <p:strVal val="visible"/>
                                      </p:to>
                                    </p:set>
                                    <p:animEffect transition="in" filter="fade">
                                      <p:cBhvr>
                                        <p:cTn id="361" dur="250" fill="hold"/>
                                        <p:tgtEl>
                                          <p:spTgt spid="135"/>
                                        </p:tgtEl>
                                      </p:cBhvr>
                                    </p:animEffect>
                                  </p:childTnLst>
                                </p:cTn>
                              </p:par>
                              <p:par>
                                <p:cTn id="362" presetID="10" presetClass="entr" presetSubtype="0" fill="hold" nodeType="withEffect">
                                  <p:stCondLst>
                                    <p:cond delay="950"/>
                                  </p:stCondLst>
                                  <p:childTnLst>
                                    <p:set>
                                      <p:cBhvr>
                                        <p:cTn id="363" dur="1" fill="hold">
                                          <p:stCondLst>
                                            <p:cond delay="0"/>
                                          </p:stCondLst>
                                        </p:cTn>
                                        <p:tgtEl>
                                          <p:spTgt spid="136"/>
                                        </p:tgtEl>
                                        <p:attrNameLst>
                                          <p:attrName>style.visibility</p:attrName>
                                        </p:attrNameLst>
                                      </p:cBhvr>
                                      <p:to>
                                        <p:strVal val="visible"/>
                                      </p:to>
                                    </p:set>
                                    <p:animEffect transition="in" filter="fade">
                                      <p:cBhvr>
                                        <p:cTn id="364" dur="250" fill="hold"/>
                                        <p:tgtEl>
                                          <p:spTgt spid="136"/>
                                        </p:tgtEl>
                                      </p:cBhvr>
                                    </p:animEffect>
                                  </p:childTnLst>
                                </p:cTn>
                              </p:par>
                              <p:par>
                                <p:cTn id="365" presetID="10" presetClass="entr" presetSubtype="0" fill="hold" nodeType="withEffect">
                                  <p:stCondLst>
                                    <p:cond delay="715"/>
                                  </p:stCondLst>
                                  <p:childTnLst>
                                    <p:set>
                                      <p:cBhvr>
                                        <p:cTn id="366" dur="1" fill="hold">
                                          <p:stCondLst>
                                            <p:cond delay="0"/>
                                          </p:stCondLst>
                                        </p:cTn>
                                        <p:tgtEl>
                                          <p:spTgt spid="137"/>
                                        </p:tgtEl>
                                        <p:attrNameLst>
                                          <p:attrName>style.visibility</p:attrName>
                                        </p:attrNameLst>
                                      </p:cBhvr>
                                      <p:to>
                                        <p:strVal val="visible"/>
                                      </p:to>
                                    </p:set>
                                    <p:animEffect transition="in" filter="fade">
                                      <p:cBhvr>
                                        <p:cTn id="367" dur="250" fill="hold"/>
                                        <p:tgtEl>
                                          <p:spTgt spid="137"/>
                                        </p:tgtEl>
                                      </p:cBhvr>
                                    </p:animEffect>
                                  </p:childTnLst>
                                </p:cTn>
                              </p:par>
                              <p:par>
                                <p:cTn id="368" presetID="10" presetClass="entr" presetSubtype="0" fill="hold" nodeType="withEffect">
                                  <p:stCondLst>
                                    <p:cond delay="1015"/>
                                  </p:stCondLst>
                                  <p:childTnLst>
                                    <p:set>
                                      <p:cBhvr>
                                        <p:cTn id="369" dur="1" fill="hold">
                                          <p:stCondLst>
                                            <p:cond delay="0"/>
                                          </p:stCondLst>
                                        </p:cTn>
                                        <p:tgtEl>
                                          <p:spTgt spid="138"/>
                                        </p:tgtEl>
                                        <p:attrNameLst>
                                          <p:attrName>style.visibility</p:attrName>
                                        </p:attrNameLst>
                                      </p:cBhvr>
                                      <p:to>
                                        <p:strVal val="visible"/>
                                      </p:to>
                                    </p:set>
                                    <p:animEffect transition="in" filter="fade">
                                      <p:cBhvr>
                                        <p:cTn id="370" dur="250" fill="hold"/>
                                        <p:tgtEl>
                                          <p:spTgt spid="138"/>
                                        </p:tgtEl>
                                      </p:cBhvr>
                                    </p:animEffect>
                                  </p:childTnLst>
                                </p:cTn>
                              </p:par>
                              <p:par>
                                <p:cTn id="371" presetID="10" presetClass="entr" presetSubtype="0" fill="hold" nodeType="withEffect">
                                  <p:stCondLst>
                                    <p:cond delay="780"/>
                                  </p:stCondLst>
                                  <p:childTnLst>
                                    <p:set>
                                      <p:cBhvr>
                                        <p:cTn id="372" dur="1" fill="hold">
                                          <p:stCondLst>
                                            <p:cond delay="0"/>
                                          </p:stCondLst>
                                        </p:cTn>
                                        <p:tgtEl>
                                          <p:spTgt spid="139"/>
                                        </p:tgtEl>
                                        <p:attrNameLst>
                                          <p:attrName>style.visibility</p:attrName>
                                        </p:attrNameLst>
                                      </p:cBhvr>
                                      <p:to>
                                        <p:strVal val="visible"/>
                                      </p:to>
                                    </p:set>
                                    <p:animEffect transition="in" filter="fade">
                                      <p:cBhvr>
                                        <p:cTn id="373" dur="250" fill="hold"/>
                                        <p:tgtEl>
                                          <p:spTgt spid="139"/>
                                        </p:tgtEl>
                                      </p:cBhvr>
                                    </p:animEffect>
                                  </p:childTnLst>
                                </p:cTn>
                              </p:par>
                              <p:par>
                                <p:cTn id="374" presetID="10" presetClass="entr" presetSubtype="0" fill="hold" nodeType="withEffect">
                                  <p:stCondLst>
                                    <p:cond delay="1080"/>
                                  </p:stCondLst>
                                  <p:childTnLst>
                                    <p:set>
                                      <p:cBhvr>
                                        <p:cTn id="375" dur="1" fill="hold">
                                          <p:stCondLst>
                                            <p:cond delay="0"/>
                                          </p:stCondLst>
                                        </p:cTn>
                                        <p:tgtEl>
                                          <p:spTgt spid="140"/>
                                        </p:tgtEl>
                                        <p:attrNameLst>
                                          <p:attrName>style.visibility</p:attrName>
                                        </p:attrNameLst>
                                      </p:cBhvr>
                                      <p:to>
                                        <p:strVal val="visible"/>
                                      </p:to>
                                    </p:set>
                                    <p:animEffect transition="in" filter="fade">
                                      <p:cBhvr>
                                        <p:cTn id="376" dur="250" fill="hold"/>
                                        <p:tgtEl>
                                          <p:spTgt spid="140"/>
                                        </p:tgtEl>
                                      </p:cBhvr>
                                    </p:animEffect>
                                  </p:childTnLst>
                                </p:cTn>
                              </p:par>
                              <p:par>
                                <p:cTn id="377" presetID="10" presetClass="entr" presetSubtype="0" fill="hold" nodeType="withEffect">
                                  <p:stCondLst>
                                    <p:cond delay="845"/>
                                  </p:stCondLst>
                                  <p:childTnLst>
                                    <p:set>
                                      <p:cBhvr>
                                        <p:cTn id="378" dur="1" fill="hold">
                                          <p:stCondLst>
                                            <p:cond delay="0"/>
                                          </p:stCondLst>
                                        </p:cTn>
                                        <p:tgtEl>
                                          <p:spTgt spid="141"/>
                                        </p:tgtEl>
                                        <p:attrNameLst>
                                          <p:attrName>style.visibility</p:attrName>
                                        </p:attrNameLst>
                                      </p:cBhvr>
                                      <p:to>
                                        <p:strVal val="visible"/>
                                      </p:to>
                                    </p:set>
                                    <p:animEffect transition="in" filter="fade">
                                      <p:cBhvr>
                                        <p:cTn id="379" dur="250" fill="hold"/>
                                        <p:tgtEl>
                                          <p:spTgt spid="141"/>
                                        </p:tgtEl>
                                      </p:cBhvr>
                                    </p:animEffect>
                                  </p:childTnLst>
                                </p:cTn>
                              </p:par>
                              <p:par>
                                <p:cTn id="380" presetID="10" presetClass="entr" presetSubtype="0" fill="hold" nodeType="withEffect">
                                  <p:stCondLst>
                                    <p:cond delay="1145"/>
                                  </p:stCondLst>
                                  <p:childTnLst>
                                    <p:set>
                                      <p:cBhvr>
                                        <p:cTn id="381" dur="1" fill="hold">
                                          <p:stCondLst>
                                            <p:cond delay="0"/>
                                          </p:stCondLst>
                                        </p:cTn>
                                        <p:tgtEl>
                                          <p:spTgt spid="142"/>
                                        </p:tgtEl>
                                        <p:attrNameLst>
                                          <p:attrName>style.visibility</p:attrName>
                                        </p:attrNameLst>
                                      </p:cBhvr>
                                      <p:to>
                                        <p:strVal val="visible"/>
                                      </p:to>
                                    </p:set>
                                    <p:animEffect transition="in" filter="fade">
                                      <p:cBhvr>
                                        <p:cTn id="382" dur="250" fill="hold"/>
                                        <p:tgtEl>
                                          <p:spTgt spid="142"/>
                                        </p:tgtEl>
                                      </p:cBhvr>
                                    </p:animEffect>
                                  </p:childTnLst>
                                </p:cTn>
                              </p:par>
                              <p:par>
                                <p:cTn id="383" presetID="10" presetClass="entr" presetSubtype="0" fill="hold" nodeType="withEffect">
                                  <p:stCondLst>
                                    <p:cond delay="910"/>
                                  </p:stCondLst>
                                  <p:childTnLst>
                                    <p:set>
                                      <p:cBhvr>
                                        <p:cTn id="384" dur="1" fill="hold">
                                          <p:stCondLst>
                                            <p:cond delay="0"/>
                                          </p:stCondLst>
                                        </p:cTn>
                                        <p:tgtEl>
                                          <p:spTgt spid="143"/>
                                        </p:tgtEl>
                                        <p:attrNameLst>
                                          <p:attrName>style.visibility</p:attrName>
                                        </p:attrNameLst>
                                      </p:cBhvr>
                                      <p:to>
                                        <p:strVal val="visible"/>
                                      </p:to>
                                    </p:set>
                                    <p:animEffect transition="in" filter="fade">
                                      <p:cBhvr>
                                        <p:cTn id="385" dur="250" fill="hold"/>
                                        <p:tgtEl>
                                          <p:spTgt spid="143"/>
                                        </p:tgtEl>
                                      </p:cBhvr>
                                    </p:animEffect>
                                  </p:childTnLst>
                                </p:cTn>
                              </p:par>
                              <p:par>
                                <p:cTn id="386" presetID="10" presetClass="entr" presetSubtype="0" fill="hold" nodeType="withEffect">
                                  <p:stCondLst>
                                    <p:cond delay="1210"/>
                                  </p:stCondLst>
                                  <p:childTnLst>
                                    <p:set>
                                      <p:cBhvr>
                                        <p:cTn id="387" dur="1" fill="hold">
                                          <p:stCondLst>
                                            <p:cond delay="0"/>
                                          </p:stCondLst>
                                        </p:cTn>
                                        <p:tgtEl>
                                          <p:spTgt spid="144"/>
                                        </p:tgtEl>
                                        <p:attrNameLst>
                                          <p:attrName>style.visibility</p:attrName>
                                        </p:attrNameLst>
                                      </p:cBhvr>
                                      <p:to>
                                        <p:strVal val="visible"/>
                                      </p:to>
                                    </p:set>
                                    <p:animEffect transition="in" filter="fade">
                                      <p:cBhvr>
                                        <p:cTn id="388" dur="250" fill="hold"/>
                                        <p:tgtEl>
                                          <p:spTgt spid="144"/>
                                        </p:tgtEl>
                                      </p:cBhvr>
                                    </p:animEffect>
                                  </p:childTnLst>
                                </p:cTn>
                              </p:par>
                              <p:par>
                                <p:cTn id="389" presetID="10" presetClass="entr" presetSubtype="0" fill="hold" nodeType="withEffect">
                                  <p:stCondLst>
                                    <p:cond delay="975"/>
                                  </p:stCondLst>
                                  <p:childTnLst>
                                    <p:set>
                                      <p:cBhvr>
                                        <p:cTn id="390" dur="1" fill="hold">
                                          <p:stCondLst>
                                            <p:cond delay="0"/>
                                          </p:stCondLst>
                                        </p:cTn>
                                        <p:tgtEl>
                                          <p:spTgt spid="145"/>
                                        </p:tgtEl>
                                        <p:attrNameLst>
                                          <p:attrName>style.visibility</p:attrName>
                                        </p:attrNameLst>
                                      </p:cBhvr>
                                      <p:to>
                                        <p:strVal val="visible"/>
                                      </p:to>
                                    </p:set>
                                    <p:animEffect transition="in" filter="fade">
                                      <p:cBhvr>
                                        <p:cTn id="391" dur="250" fill="hold"/>
                                        <p:tgtEl>
                                          <p:spTgt spid="145"/>
                                        </p:tgtEl>
                                      </p:cBhvr>
                                    </p:animEffect>
                                  </p:childTnLst>
                                </p:cTn>
                              </p:par>
                              <p:par>
                                <p:cTn id="392" presetID="10" presetClass="entr" presetSubtype="0" fill="hold" nodeType="withEffect">
                                  <p:stCondLst>
                                    <p:cond delay="1275"/>
                                  </p:stCondLst>
                                  <p:childTnLst>
                                    <p:set>
                                      <p:cBhvr>
                                        <p:cTn id="393" dur="1" fill="hold">
                                          <p:stCondLst>
                                            <p:cond delay="0"/>
                                          </p:stCondLst>
                                        </p:cTn>
                                        <p:tgtEl>
                                          <p:spTgt spid="146"/>
                                        </p:tgtEl>
                                        <p:attrNameLst>
                                          <p:attrName>style.visibility</p:attrName>
                                        </p:attrNameLst>
                                      </p:cBhvr>
                                      <p:to>
                                        <p:strVal val="visible"/>
                                      </p:to>
                                    </p:set>
                                    <p:animEffect transition="in" filter="fade">
                                      <p:cBhvr>
                                        <p:cTn id="394" dur="250" fill="hold"/>
                                        <p:tgtEl>
                                          <p:spTgt spid="146"/>
                                        </p:tgtEl>
                                      </p:cBhvr>
                                    </p:animEffect>
                                  </p:childTnLst>
                                </p:cTn>
                              </p:par>
                              <p:par>
                                <p:cTn id="395" presetID="10" presetClass="entr" presetSubtype="0" fill="hold" nodeType="withEffect">
                                  <p:stCondLst>
                                    <p:cond delay="1040"/>
                                  </p:stCondLst>
                                  <p:childTnLst>
                                    <p:set>
                                      <p:cBhvr>
                                        <p:cTn id="396" dur="1" fill="hold">
                                          <p:stCondLst>
                                            <p:cond delay="0"/>
                                          </p:stCondLst>
                                        </p:cTn>
                                        <p:tgtEl>
                                          <p:spTgt spid="147"/>
                                        </p:tgtEl>
                                        <p:attrNameLst>
                                          <p:attrName>style.visibility</p:attrName>
                                        </p:attrNameLst>
                                      </p:cBhvr>
                                      <p:to>
                                        <p:strVal val="visible"/>
                                      </p:to>
                                    </p:set>
                                    <p:animEffect transition="in" filter="fade">
                                      <p:cBhvr>
                                        <p:cTn id="397" dur="250" fill="hold"/>
                                        <p:tgtEl>
                                          <p:spTgt spid="147"/>
                                        </p:tgtEl>
                                      </p:cBhvr>
                                    </p:animEffect>
                                  </p:childTnLst>
                                </p:cTn>
                              </p:par>
                              <p:par>
                                <p:cTn id="398" presetID="10" presetClass="entr" presetSubtype="0" fill="hold" nodeType="withEffect">
                                  <p:stCondLst>
                                    <p:cond delay="1340"/>
                                  </p:stCondLst>
                                  <p:childTnLst>
                                    <p:set>
                                      <p:cBhvr>
                                        <p:cTn id="399" dur="1" fill="hold">
                                          <p:stCondLst>
                                            <p:cond delay="0"/>
                                          </p:stCondLst>
                                        </p:cTn>
                                        <p:tgtEl>
                                          <p:spTgt spid="148"/>
                                        </p:tgtEl>
                                        <p:attrNameLst>
                                          <p:attrName>style.visibility</p:attrName>
                                        </p:attrNameLst>
                                      </p:cBhvr>
                                      <p:to>
                                        <p:strVal val="visible"/>
                                      </p:to>
                                    </p:set>
                                    <p:animEffect transition="in" filter="fade">
                                      <p:cBhvr>
                                        <p:cTn id="400" dur="250" fill="hold"/>
                                        <p:tgtEl>
                                          <p:spTgt spid="148"/>
                                        </p:tgtEl>
                                      </p:cBhvr>
                                    </p:animEffect>
                                  </p:childTnLst>
                                </p:cTn>
                              </p:par>
                            </p:childTnLst>
                          </p:cTn>
                        </p:par>
                      </p:childTnLst>
                    </p:cTn>
                  </p:par>
                  <p:par>
                    <p:cTn id="401" fill="hold">
                      <p:stCondLst>
                        <p:cond delay="indefinite"/>
                      </p:stCondLst>
                      <p:childTnLst>
                        <p:par>
                          <p:cTn id="402" fill="hold">
                            <p:stCondLst>
                              <p:cond delay="0"/>
                            </p:stCondLst>
                            <p:childTnLst>
                              <p:par>
                                <p:cTn id="403" presetID="10" presetClass="entr" presetSubtype="0" fill="hold" nodeType="clickEffect">
                                  <p:stCondLst>
                                    <p:cond delay="0"/>
                                  </p:stCondLst>
                                  <p:childTnLst>
                                    <p:set>
                                      <p:cBhvr>
                                        <p:cTn id="404" dur="1" fill="hold">
                                          <p:stCondLst>
                                            <p:cond delay="0"/>
                                          </p:stCondLst>
                                        </p:cTn>
                                        <p:tgtEl>
                                          <p:spTgt spid="154"/>
                                        </p:tgtEl>
                                        <p:attrNameLst>
                                          <p:attrName>style.visibility</p:attrName>
                                        </p:attrNameLst>
                                      </p:cBhvr>
                                      <p:to>
                                        <p:strVal val="visible"/>
                                      </p:to>
                                    </p:set>
                                    <p:animEffect transition="in" filter="fade">
                                      <p:cBhvr>
                                        <p:cTn id="405" dur="250" fill="hold"/>
                                        <p:tgtEl>
                                          <p:spTgt spid="154"/>
                                        </p:tgtEl>
                                      </p:cBhvr>
                                    </p:animEffect>
                                  </p:childTnLst>
                                </p:cTn>
                              </p:par>
                              <p:par>
                                <p:cTn id="406" presetID="10" presetClass="entr" presetSubtype="0" fill="hold" nodeType="withEffect">
                                  <p:stCondLst>
                                    <p:cond delay="85"/>
                                  </p:stCondLst>
                                  <p:childTnLst>
                                    <p:set>
                                      <p:cBhvr>
                                        <p:cTn id="407" dur="1" fill="hold">
                                          <p:stCondLst>
                                            <p:cond delay="0"/>
                                          </p:stCondLst>
                                        </p:cTn>
                                        <p:tgtEl>
                                          <p:spTgt spid="155"/>
                                        </p:tgtEl>
                                        <p:attrNameLst>
                                          <p:attrName>style.visibility</p:attrName>
                                        </p:attrNameLst>
                                      </p:cBhvr>
                                      <p:to>
                                        <p:strVal val="visible"/>
                                      </p:to>
                                    </p:set>
                                    <p:animEffect transition="in" filter="fade">
                                      <p:cBhvr>
                                        <p:cTn id="408" dur="250" fill="hold"/>
                                        <p:tgtEl>
                                          <p:spTgt spid="155"/>
                                        </p:tgtEl>
                                      </p:cBhvr>
                                    </p:animEffect>
                                  </p:childTnLst>
                                </p:cTn>
                              </p:par>
                              <p:par>
                                <p:cTn id="409" presetID="10" presetClass="entr" presetSubtype="0" fill="hold" nodeType="withEffect">
                                  <p:stCondLst>
                                    <p:cond delay="170"/>
                                  </p:stCondLst>
                                  <p:childTnLst>
                                    <p:set>
                                      <p:cBhvr>
                                        <p:cTn id="410" dur="1" fill="hold">
                                          <p:stCondLst>
                                            <p:cond delay="0"/>
                                          </p:stCondLst>
                                        </p:cTn>
                                        <p:tgtEl>
                                          <p:spTgt spid="156"/>
                                        </p:tgtEl>
                                        <p:attrNameLst>
                                          <p:attrName>style.visibility</p:attrName>
                                        </p:attrNameLst>
                                      </p:cBhvr>
                                      <p:to>
                                        <p:strVal val="visible"/>
                                      </p:to>
                                    </p:set>
                                    <p:animEffect transition="in" filter="fade">
                                      <p:cBhvr>
                                        <p:cTn id="411" dur="250" fill="hold"/>
                                        <p:tgtEl>
                                          <p:spTgt spid="156"/>
                                        </p:tgtEl>
                                      </p:cBhvr>
                                    </p:animEffect>
                                  </p:childTnLst>
                                </p:cTn>
                              </p:par>
                              <p:par>
                                <p:cTn id="412" presetID="10" presetClass="entr" presetSubtype="0" fill="hold" nodeType="withEffect">
                                  <p:stCondLst>
                                    <p:cond delay="255"/>
                                  </p:stCondLst>
                                  <p:childTnLst>
                                    <p:set>
                                      <p:cBhvr>
                                        <p:cTn id="413" dur="1" fill="hold">
                                          <p:stCondLst>
                                            <p:cond delay="0"/>
                                          </p:stCondLst>
                                        </p:cTn>
                                        <p:tgtEl>
                                          <p:spTgt spid="157"/>
                                        </p:tgtEl>
                                        <p:attrNameLst>
                                          <p:attrName>style.visibility</p:attrName>
                                        </p:attrNameLst>
                                      </p:cBhvr>
                                      <p:to>
                                        <p:strVal val="visible"/>
                                      </p:to>
                                    </p:set>
                                    <p:animEffect transition="in" filter="fade">
                                      <p:cBhvr>
                                        <p:cTn id="414" dur="250" fill="hold"/>
                                        <p:tgtEl>
                                          <p:spTgt spid="157"/>
                                        </p:tgtEl>
                                      </p:cBhvr>
                                    </p:animEffect>
                                  </p:childTnLst>
                                </p:cTn>
                              </p:par>
                              <p:par>
                                <p:cTn id="415" presetID="10" presetClass="entr" presetSubtype="0" fill="hold" nodeType="withEffect">
                                  <p:stCondLst>
                                    <p:cond delay="340"/>
                                  </p:stCondLst>
                                  <p:childTnLst>
                                    <p:set>
                                      <p:cBhvr>
                                        <p:cTn id="416" dur="1" fill="hold">
                                          <p:stCondLst>
                                            <p:cond delay="0"/>
                                          </p:stCondLst>
                                        </p:cTn>
                                        <p:tgtEl>
                                          <p:spTgt spid="158"/>
                                        </p:tgtEl>
                                        <p:attrNameLst>
                                          <p:attrName>style.visibility</p:attrName>
                                        </p:attrNameLst>
                                      </p:cBhvr>
                                      <p:to>
                                        <p:strVal val="visible"/>
                                      </p:to>
                                    </p:set>
                                    <p:animEffect transition="in" filter="fade">
                                      <p:cBhvr>
                                        <p:cTn id="417" dur="250" fill="hold"/>
                                        <p:tgtEl>
                                          <p:spTgt spid="158"/>
                                        </p:tgtEl>
                                      </p:cBhvr>
                                    </p:animEffect>
                                  </p:childTnLst>
                                </p:cTn>
                              </p:par>
                            </p:childTnLst>
                          </p:cTn>
                        </p:par>
                      </p:childTnLst>
                    </p:cTn>
                  </p:par>
                  <p:par>
                    <p:cTn id="418" fill="hold">
                      <p:stCondLst>
                        <p:cond delay="indefinite"/>
                      </p:stCondLst>
                      <p:childTnLst>
                        <p:par>
                          <p:cTn id="419" fill="hold">
                            <p:stCondLst>
                              <p:cond delay="0"/>
                            </p:stCondLst>
                            <p:childTnLst>
                              <p:par>
                                <p:cTn id="420" presetID="10" presetClass="entr" presetSubtype="0" fill="hold" nodeType="clickEffect">
                                  <p:stCondLst>
                                    <p:cond delay="0"/>
                                  </p:stCondLst>
                                  <p:childTnLst>
                                    <p:set>
                                      <p:cBhvr>
                                        <p:cTn id="421" dur="1" fill="hold">
                                          <p:stCondLst>
                                            <p:cond delay="0"/>
                                          </p:stCondLst>
                                        </p:cTn>
                                        <p:tgtEl>
                                          <p:spTgt spid="178"/>
                                        </p:tgtEl>
                                        <p:attrNameLst>
                                          <p:attrName>style.visibility</p:attrName>
                                        </p:attrNameLst>
                                      </p:cBhvr>
                                      <p:to>
                                        <p:strVal val="visible"/>
                                      </p:to>
                                    </p:set>
                                    <p:animEffect transition="in" filter="fade">
                                      <p:cBhvr>
                                        <p:cTn id="422" dur="1" fill="hold"/>
                                        <p:tgtEl>
                                          <p:spTgt spid="178"/>
                                        </p:tgtEl>
                                      </p:cBhvr>
                                    </p:animEffect>
                                  </p:childTnLst>
                                </p:cTn>
                              </p:par>
                              <p:par>
                                <p:cTn id="423" presetID="0" presetClass="path" presetSubtype="0" fill="hold" nodeType="withEffect">
                                  <p:stCondLst>
                                    <p:cond delay="0"/>
                                  </p:stCondLst>
                                  <p:childTnLst>
                                    <p:animMotion origin="layout" path="M 0 0 L 0.204687500 0.044444444 E" pathEditMode="relative" rAng="0">
                                      <p:cBhvr additive="base">
                                        <p:cTn id="424" dur="750" fill="hold"/>
                                        <p:tgtEl>
                                          <p:spTgt spid="178"/>
                                        </p:tgtEl>
                                        <p:attrNameLst>
                                          <p:attrName>ppt_x</p:attrName>
                                          <p:attrName>ppt_y</p:attrName>
                                        </p:attrNameLst>
                                      </p:cBhvr>
                                      <p:rCtr x="0" y="0"/>
                                    </p:animMotion>
                                  </p:childTnLst>
                                </p:cTn>
                              </p:par>
                              <p:par>
                                <p:cTn id="425" presetID="10" presetClass="exit" presetSubtype="0" fill="hold" nodeType="withEffect">
                                  <p:stCondLst>
                                    <p:cond delay="750"/>
                                  </p:stCondLst>
                                  <p:childTnLst>
                                    <p:animEffect transition="out" filter="fade">
                                      <p:cBhvr>
                                        <p:cTn id="426" dur="1" fill="hold"/>
                                        <p:tgtEl>
                                          <p:spTgt spid="178"/>
                                        </p:tgtEl>
                                      </p:cBhvr>
                                    </p:animEffect>
                                    <p:set>
                                      <p:cBhvr>
                                        <p:cTn id="427" dur="1" fill="hold">
                                          <p:stCondLst>
                                            <p:cond delay="1"/>
                                          </p:stCondLst>
                                        </p:cTn>
                                        <p:tgtEl>
                                          <p:spTgt spid="178"/>
                                        </p:tgtEl>
                                        <p:attrNameLst>
                                          <p:attrName>style.visibility</p:attrName>
                                        </p:attrNameLst>
                                      </p:cBhvr>
                                      <p:to>
                                        <p:strVal val="hidden"/>
                                      </p:to>
                                    </p:set>
                                  </p:childTnLst>
                                </p:cTn>
                              </p:par>
                              <p:par>
                                <p:cTn id="428" presetID="10" presetClass="entr" presetSubtype="0" fill="hold" nodeType="withEffect">
                                  <p:stCondLst>
                                    <p:cond delay="0"/>
                                  </p:stCondLst>
                                  <p:childTnLst>
                                    <p:set>
                                      <p:cBhvr>
                                        <p:cTn id="429" dur="1" fill="hold">
                                          <p:stCondLst>
                                            <p:cond delay="0"/>
                                          </p:stCondLst>
                                        </p:cTn>
                                        <p:tgtEl>
                                          <p:spTgt spid="179"/>
                                        </p:tgtEl>
                                        <p:attrNameLst>
                                          <p:attrName>style.visibility</p:attrName>
                                        </p:attrNameLst>
                                      </p:cBhvr>
                                      <p:to>
                                        <p:strVal val="visible"/>
                                      </p:to>
                                    </p:set>
                                    <p:animEffect transition="in" filter="fade">
                                      <p:cBhvr>
                                        <p:cTn id="430" dur="1" fill="hold"/>
                                        <p:tgtEl>
                                          <p:spTgt spid="179"/>
                                        </p:tgtEl>
                                      </p:cBhvr>
                                    </p:animEffect>
                                  </p:childTnLst>
                                </p:cTn>
                              </p:par>
                              <p:par>
                                <p:cTn id="431" presetID="0" presetClass="path" presetSubtype="0" fill="hold" nodeType="withEffect">
                                  <p:stCondLst>
                                    <p:cond delay="0"/>
                                  </p:stCondLst>
                                  <p:childTnLst>
                                    <p:animMotion origin="layout" path="M 0 0 L 0.204687500 0.238888889 E" pathEditMode="relative" rAng="0">
                                      <p:cBhvr additive="base">
                                        <p:cTn id="432" dur="750" fill="hold"/>
                                        <p:tgtEl>
                                          <p:spTgt spid="179"/>
                                        </p:tgtEl>
                                        <p:attrNameLst>
                                          <p:attrName>ppt_x</p:attrName>
                                          <p:attrName>ppt_y</p:attrName>
                                        </p:attrNameLst>
                                      </p:cBhvr>
                                      <p:rCtr x="0" y="0"/>
                                    </p:animMotion>
                                  </p:childTnLst>
                                </p:cTn>
                              </p:par>
                              <p:par>
                                <p:cTn id="433" presetID="10" presetClass="exit" presetSubtype="0" fill="hold" nodeType="withEffect">
                                  <p:stCondLst>
                                    <p:cond delay="750"/>
                                  </p:stCondLst>
                                  <p:childTnLst>
                                    <p:animEffect transition="out" filter="fade">
                                      <p:cBhvr>
                                        <p:cTn id="434" dur="1" fill="hold"/>
                                        <p:tgtEl>
                                          <p:spTgt spid="179"/>
                                        </p:tgtEl>
                                      </p:cBhvr>
                                    </p:animEffect>
                                    <p:set>
                                      <p:cBhvr>
                                        <p:cTn id="435" dur="1" fill="hold">
                                          <p:stCondLst>
                                            <p:cond delay="1"/>
                                          </p:stCondLst>
                                        </p:cTn>
                                        <p:tgtEl>
                                          <p:spTgt spid="179"/>
                                        </p:tgtEl>
                                        <p:attrNameLst>
                                          <p:attrName>style.visibility</p:attrName>
                                        </p:attrNameLst>
                                      </p:cBhvr>
                                      <p:to>
                                        <p:strVal val="hidden"/>
                                      </p:to>
                                    </p:set>
                                  </p:childTnLst>
                                </p:cTn>
                              </p:par>
                              <p:par>
                                <p:cTn id="436" presetID="10" presetClass="entr" presetSubtype="0" fill="hold" nodeType="withEffect">
                                  <p:stCondLst>
                                    <p:cond delay="0"/>
                                  </p:stCondLst>
                                  <p:childTnLst>
                                    <p:set>
                                      <p:cBhvr>
                                        <p:cTn id="437" dur="1" fill="hold">
                                          <p:stCondLst>
                                            <p:cond delay="0"/>
                                          </p:stCondLst>
                                        </p:cTn>
                                        <p:tgtEl>
                                          <p:spTgt spid="180"/>
                                        </p:tgtEl>
                                        <p:attrNameLst>
                                          <p:attrName>style.visibility</p:attrName>
                                        </p:attrNameLst>
                                      </p:cBhvr>
                                      <p:to>
                                        <p:strVal val="visible"/>
                                      </p:to>
                                    </p:set>
                                    <p:animEffect transition="in" filter="fade">
                                      <p:cBhvr>
                                        <p:cTn id="438" dur="1" fill="hold"/>
                                        <p:tgtEl>
                                          <p:spTgt spid="180"/>
                                        </p:tgtEl>
                                      </p:cBhvr>
                                    </p:animEffect>
                                  </p:childTnLst>
                                </p:cTn>
                              </p:par>
                              <p:par>
                                <p:cTn id="439" presetID="0" presetClass="path" presetSubtype="0" fill="hold" nodeType="withEffect">
                                  <p:stCondLst>
                                    <p:cond delay="0"/>
                                  </p:stCondLst>
                                  <p:childTnLst>
                                    <p:animMotion origin="layout" path="M 0 0 L 0.204687500 0.433333333 E" pathEditMode="relative" rAng="0">
                                      <p:cBhvr additive="base">
                                        <p:cTn id="440" dur="750" fill="hold"/>
                                        <p:tgtEl>
                                          <p:spTgt spid="180"/>
                                        </p:tgtEl>
                                        <p:attrNameLst>
                                          <p:attrName>ppt_x</p:attrName>
                                          <p:attrName>ppt_y</p:attrName>
                                        </p:attrNameLst>
                                      </p:cBhvr>
                                      <p:rCtr x="0" y="0"/>
                                    </p:animMotion>
                                  </p:childTnLst>
                                </p:cTn>
                              </p:par>
                              <p:par>
                                <p:cTn id="441" presetID="10" presetClass="exit" presetSubtype="0" fill="hold" nodeType="withEffect">
                                  <p:stCondLst>
                                    <p:cond delay="750"/>
                                  </p:stCondLst>
                                  <p:childTnLst>
                                    <p:animEffect transition="out" filter="fade">
                                      <p:cBhvr>
                                        <p:cTn id="442" dur="1" fill="hold"/>
                                        <p:tgtEl>
                                          <p:spTgt spid="180"/>
                                        </p:tgtEl>
                                      </p:cBhvr>
                                    </p:animEffect>
                                    <p:set>
                                      <p:cBhvr>
                                        <p:cTn id="443" dur="1" fill="hold">
                                          <p:stCondLst>
                                            <p:cond delay="1"/>
                                          </p:stCondLst>
                                        </p:cTn>
                                        <p:tgtEl>
                                          <p:spTgt spid="180"/>
                                        </p:tgtEl>
                                        <p:attrNameLst>
                                          <p:attrName>style.visibility</p:attrName>
                                        </p:attrNameLst>
                                      </p:cBhvr>
                                      <p:to>
                                        <p:strVal val="hidden"/>
                                      </p:to>
                                    </p:set>
                                  </p:childTnLst>
                                </p:cTn>
                              </p:par>
                              <p:par>
                                <p:cTn id="444" presetID="10" presetClass="entr" presetSubtype="0" fill="hold" nodeType="withEffect">
                                  <p:stCondLst>
                                    <p:cond delay="35"/>
                                  </p:stCondLst>
                                  <p:childTnLst>
                                    <p:set>
                                      <p:cBhvr>
                                        <p:cTn id="445" dur="1" fill="hold">
                                          <p:stCondLst>
                                            <p:cond delay="0"/>
                                          </p:stCondLst>
                                        </p:cTn>
                                        <p:tgtEl>
                                          <p:spTgt spid="181"/>
                                        </p:tgtEl>
                                        <p:attrNameLst>
                                          <p:attrName>style.visibility</p:attrName>
                                        </p:attrNameLst>
                                      </p:cBhvr>
                                      <p:to>
                                        <p:strVal val="visible"/>
                                      </p:to>
                                    </p:set>
                                    <p:animEffect transition="in" filter="fade">
                                      <p:cBhvr>
                                        <p:cTn id="446" dur="1" fill="hold"/>
                                        <p:tgtEl>
                                          <p:spTgt spid="181"/>
                                        </p:tgtEl>
                                      </p:cBhvr>
                                    </p:animEffect>
                                  </p:childTnLst>
                                </p:cTn>
                              </p:par>
                              <p:par>
                                <p:cTn id="447" presetID="0" presetClass="path" presetSubtype="0" fill="hold" nodeType="withEffect">
                                  <p:stCondLst>
                                    <p:cond delay="35"/>
                                  </p:stCondLst>
                                  <p:childTnLst>
                                    <p:animMotion origin="layout" path="M 0 0 L 0.204687500 -0.075000000 E" pathEditMode="relative" rAng="0">
                                      <p:cBhvr additive="base">
                                        <p:cTn id="448" dur="750" fill="hold"/>
                                        <p:tgtEl>
                                          <p:spTgt spid="181"/>
                                        </p:tgtEl>
                                        <p:attrNameLst>
                                          <p:attrName>ppt_x</p:attrName>
                                          <p:attrName>ppt_y</p:attrName>
                                        </p:attrNameLst>
                                      </p:cBhvr>
                                      <p:rCtr x="0" y="0"/>
                                    </p:animMotion>
                                  </p:childTnLst>
                                </p:cTn>
                              </p:par>
                              <p:par>
                                <p:cTn id="449" presetID="10" presetClass="exit" presetSubtype="0" fill="hold" nodeType="withEffect">
                                  <p:stCondLst>
                                    <p:cond delay="785"/>
                                  </p:stCondLst>
                                  <p:childTnLst>
                                    <p:animEffect transition="out" filter="fade">
                                      <p:cBhvr>
                                        <p:cTn id="450" dur="1" fill="hold"/>
                                        <p:tgtEl>
                                          <p:spTgt spid="181"/>
                                        </p:tgtEl>
                                      </p:cBhvr>
                                    </p:animEffect>
                                    <p:set>
                                      <p:cBhvr>
                                        <p:cTn id="451" dur="1" fill="hold">
                                          <p:stCondLst>
                                            <p:cond delay="1"/>
                                          </p:stCondLst>
                                        </p:cTn>
                                        <p:tgtEl>
                                          <p:spTgt spid="181"/>
                                        </p:tgtEl>
                                        <p:attrNameLst>
                                          <p:attrName>style.visibility</p:attrName>
                                        </p:attrNameLst>
                                      </p:cBhvr>
                                      <p:to>
                                        <p:strVal val="hidden"/>
                                      </p:to>
                                    </p:set>
                                  </p:childTnLst>
                                </p:cTn>
                              </p:par>
                              <p:par>
                                <p:cTn id="452" presetID="10" presetClass="entr" presetSubtype="0" fill="hold" nodeType="withEffect">
                                  <p:stCondLst>
                                    <p:cond delay="35"/>
                                  </p:stCondLst>
                                  <p:childTnLst>
                                    <p:set>
                                      <p:cBhvr>
                                        <p:cTn id="453" dur="1" fill="hold">
                                          <p:stCondLst>
                                            <p:cond delay="0"/>
                                          </p:stCondLst>
                                        </p:cTn>
                                        <p:tgtEl>
                                          <p:spTgt spid="182"/>
                                        </p:tgtEl>
                                        <p:attrNameLst>
                                          <p:attrName>style.visibility</p:attrName>
                                        </p:attrNameLst>
                                      </p:cBhvr>
                                      <p:to>
                                        <p:strVal val="visible"/>
                                      </p:to>
                                    </p:set>
                                    <p:animEffect transition="in" filter="fade">
                                      <p:cBhvr>
                                        <p:cTn id="454" dur="1" fill="hold"/>
                                        <p:tgtEl>
                                          <p:spTgt spid="182"/>
                                        </p:tgtEl>
                                      </p:cBhvr>
                                    </p:animEffect>
                                  </p:childTnLst>
                                </p:cTn>
                              </p:par>
                              <p:par>
                                <p:cTn id="455" presetID="0" presetClass="path" presetSubtype="0" fill="hold" nodeType="withEffect">
                                  <p:stCondLst>
                                    <p:cond delay="35"/>
                                  </p:stCondLst>
                                  <p:childTnLst>
                                    <p:animMotion origin="layout" path="M 0 0 L 0.204687500 0.119444444 E" pathEditMode="relative" rAng="0">
                                      <p:cBhvr additive="base">
                                        <p:cTn id="456" dur="750" fill="hold"/>
                                        <p:tgtEl>
                                          <p:spTgt spid="182"/>
                                        </p:tgtEl>
                                        <p:attrNameLst>
                                          <p:attrName>ppt_x</p:attrName>
                                          <p:attrName>ppt_y</p:attrName>
                                        </p:attrNameLst>
                                      </p:cBhvr>
                                      <p:rCtr x="0" y="0"/>
                                    </p:animMotion>
                                  </p:childTnLst>
                                </p:cTn>
                              </p:par>
                              <p:par>
                                <p:cTn id="457" presetID="10" presetClass="exit" presetSubtype="0" fill="hold" nodeType="withEffect">
                                  <p:stCondLst>
                                    <p:cond delay="785"/>
                                  </p:stCondLst>
                                  <p:childTnLst>
                                    <p:animEffect transition="out" filter="fade">
                                      <p:cBhvr>
                                        <p:cTn id="458" dur="1" fill="hold"/>
                                        <p:tgtEl>
                                          <p:spTgt spid="182"/>
                                        </p:tgtEl>
                                      </p:cBhvr>
                                    </p:animEffect>
                                    <p:set>
                                      <p:cBhvr>
                                        <p:cTn id="459" dur="1" fill="hold">
                                          <p:stCondLst>
                                            <p:cond delay="1"/>
                                          </p:stCondLst>
                                        </p:cTn>
                                        <p:tgtEl>
                                          <p:spTgt spid="182"/>
                                        </p:tgtEl>
                                        <p:attrNameLst>
                                          <p:attrName>style.visibility</p:attrName>
                                        </p:attrNameLst>
                                      </p:cBhvr>
                                      <p:to>
                                        <p:strVal val="hidden"/>
                                      </p:to>
                                    </p:set>
                                  </p:childTnLst>
                                </p:cTn>
                              </p:par>
                              <p:par>
                                <p:cTn id="460" presetID="10" presetClass="entr" presetSubtype="0" fill="hold" nodeType="withEffect">
                                  <p:stCondLst>
                                    <p:cond delay="35"/>
                                  </p:stCondLst>
                                  <p:childTnLst>
                                    <p:set>
                                      <p:cBhvr>
                                        <p:cTn id="461" dur="1" fill="hold">
                                          <p:stCondLst>
                                            <p:cond delay="0"/>
                                          </p:stCondLst>
                                        </p:cTn>
                                        <p:tgtEl>
                                          <p:spTgt spid="183"/>
                                        </p:tgtEl>
                                        <p:attrNameLst>
                                          <p:attrName>style.visibility</p:attrName>
                                        </p:attrNameLst>
                                      </p:cBhvr>
                                      <p:to>
                                        <p:strVal val="visible"/>
                                      </p:to>
                                    </p:set>
                                    <p:animEffect transition="in" filter="fade">
                                      <p:cBhvr>
                                        <p:cTn id="462" dur="1" fill="hold"/>
                                        <p:tgtEl>
                                          <p:spTgt spid="183"/>
                                        </p:tgtEl>
                                      </p:cBhvr>
                                    </p:animEffect>
                                  </p:childTnLst>
                                </p:cTn>
                              </p:par>
                              <p:par>
                                <p:cTn id="463" presetID="0" presetClass="path" presetSubtype="0" fill="hold" nodeType="withEffect">
                                  <p:stCondLst>
                                    <p:cond delay="35"/>
                                  </p:stCondLst>
                                  <p:childTnLst>
                                    <p:animMotion origin="layout" path="M 0 0 L 0.204687500 0.313888889 E" pathEditMode="relative" rAng="0">
                                      <p:cBhvr additive="base">
                                        <p:cTn id="464" dur="750" fill="hold"/>
                                        <p:tgtEl>
                                          <p:spTgt spid="183"/>
                                        </p:tgtEl>
                                        <p:attrNameLst>
                                          <p:attrName>ppt_x</p:attrName>
                                          <p:attrName>ppt_y</p:attrName>
                                        </p:attrNameLst>
                                      </p:cBhvr>
                                      <p:rCtr x="0" y="0"/>
                                    </p:animMotion>
                                  </p:childTnLst>
                                </p:cTn>
                              </p:par>
                              <p:par>
                                <p:cTn id="465" presetID="10" presetClass="exit" presetSubtype="0" fill="hold" nodeType="withEffect">
                                  <p:stCondLst>
                                    <p:cond delay="785"/>
                                  </p:stCondLst>
                                  <p:childTnLst>
                                    <p:animEffect transition="out" filter="fade">
                                      <p:cBhvr>
                                        <p:cTn id="466" dur="1" fill="hold"/>
                                        <p:tgtEl>
                                          <p:spTgt spid="183"/>
                                        </p:tgtEl>
                                      </p:cBhvr>
                                    </p:animEffect>
                                    <p:set>
                                      <p:cBhvr>
                                        <p:cTn id="467" dur="1" fill="hold">
                                          <p:stCondLst>
                                            <p:cond delay="1"/>
                                          </p:stCondLst>
                                        </p:cTn>
                                        <p:tgtEl>
                                          <p:spTgt spid="183"/>
                                        </p:tgtEl>
                                        <p:attrNameLst>
                                          <p:attrName>style.visibility</p:attrName>
                                        </p:attrNameLst>
                                      </p:cBhvr>
                                      <p:to>
                                        <p:strVal val="hidden"/>
                                      </p:to>
                                    </p:set>
                                  </p:childTnLst>
                                </p:cTn>
                              </p:par>
                              <p:par>
                                <p:cTn id="468" presetID="10" presetClass="entr" presetSubtype="0" fill="hold" nodeType="withEffect">
                                  <p:stCondLst>
                                    <p:cond delay="70"/>
                                  </p:stCondLst>
                                  <p:childTnLst>
                                    <p:set>
                                      <p:cBhvr>
                                        <p:cTn id="469" dur="1" fill="hold">
                                          <p:stCondLst>
                                            <p:cond delay="0"/>
                                          </p:stCondLst>
                                        </p:cTn>
                                        <p:tgtEl>
                                          <p:spTgt spid="184"/>
                                        </p:tgtEl>
                                        <p:attrNameLst>
                                          <p:attrName>style.visibility</p:attrName>
                                        </p:attrNameLst>
                                      </p:cBhvr>
                                      <p:to>
                                        <p:strVal val="visible"/>
                                      </p:to>
                                    </p:set>
                                    <p:animEffect transition="in" filter="fade">
                                      <p:cBhvr>
                                        <p:cTn id="470" dur="1" fill="hold"/>
                                        <p:tgtEl>
                                          <p:spTgt spid="184"/>
                                        </p:tgtEl>
                                      </p:cBhvr>
                                    </p:animEffect>
                                  </p:childTnLst>
                                </p:cTn>
                              </p:par>
                              <p:par>
                                <p:cTn id="471" presetID="0" presetClass="path" presetSubtype="0" fill="hold" nodeType="withEffect">
                                  <p:stCondLst>
                                    <p:cond delay="70"/>
                                  </p:stCondLst>
                                  <p:childTnLst>
                                    <p:animMotion origin="layout" path="M 0 0 L 0.204687500 -0.194444444 E" pathEditMode="relative" rAng="0">
                                      <p:cBhvr additive="base">
                                        <p:cTn id="472" dur="750" fill="hold"/>
                                        <p:tgtEl>
                                          <p:spTgt spid="184"/>
                                        </p:tgtEl>
                                        <p:attrNameLst>
                                          <p:attrName>ppt_x</p:attrName>
                                          <p:attrName>ppt_y</p:attrName>
                                        </p:attrNameLst>
                                      </p:cBhvr>
                                      <p:rCtr x="0" y="0"/>
                                    </p:animMotion>
                                  </p:childTnLst>
                                </p:cTn>
                              </p:par>
                              <p:par>
                                <p:cTn id="473" presetID="10" presetClass="exit" presetSubtype="0" fill="hold" nodeType="withEffect">
                                  <p:stCondLst>
                                    <p:cond delay="820"/>
                                  </p:stCondLst>
                                  <p:childTnLst>
                                    <p:animEffect transition="out" filter="fade">
                                      <p:cBhvr>
                                        <p:cTn id="474" dur="1" fill="hold"/>
                                        <p:tgtEl>
                                          <p:spTgt spid="184"/>
                                        </p:tgtEl>
                                      </p:cBhvr>
                                    </p:animEffect>
                                    <p:set>
                                      <p:cBhvr>
                                        <p:cTn id="475" dur="1" fill="hold">
                                          <p:stCondLst>
                                            <p:cond delay="1"/>
                                          </p:stCondLst>
                                        </p:cTn>
                                        <p:tgtEl>
                                          <p:spTgt spid="184"/>
                                        </p:tgtEl>
                                        <p:attrNameLst>
                                          <p:attrName>style.visibility</p:attrName>
                                        </p:attrNameLst>
                                      </p:cBhvr>
                                      <p:to>
                                        <p:strVal val="hidden"/>
                                      </p:to>
                                    </p:set>
                                  </p:childTnLst>
                                </p:cTn>
                              </p:par>
                              <p:par>
                                <p:cTn id="476" presetID="10" presetClass="entr" presetSubtype="0" fill="hold" nodeType="withEffect">
                                  <p:stCondLst>
                                    <p:cond delay="70"/>
                                  </p:stCondLst>
                                  <p:childTnLst>
                                    <p:set>
                                      <p:cBhvr>
                                        <p:cTn id="477" dur="1" fill="hold">
                                          <p:stCondLst>
                                            <p:cond delay="0"/>
                                          </p:stCondLst>
                                        </p:cTn>
                                        <p:tgtEl>
                                          <p:spTgt spid="185"/>
                                        </p:tgtEl>
                                        <p:attrNameLst>
                                          <p:attrName>style.visibility</p:attrName>
                                        </p:attrNameLst>
                                      </p:cBhvr>
                                      <p:to>
                                        <p:strVal val="visible"/>
                                      </p:to>
                                    </p:set>
                                    <p:animEffect transition="in" filter="fade">
                                      <p:cBhvr>
                                        <p:cTn id="478" dur="1" fill="hold"/>
                                        <p:tgtEl>
                                          <p:spTgt spid="185"/>
                                        </p:tgtEl>
                                      </p:cBhvr>
                                    </p:animEffect>
                                  </p:childTnLst>
                                </p:cTn>
                              </p:par>
                              <p:par>
                                <p:cTn id="479" presetID="0" presetClass="path" presetSubtype="0" fill="hold" nodeType="withEffect">
                                  <p:stCondLst>
                                    <p:cond delay="70"/>
                                  </p:stCondLst>
                                  <p:childTnLst>
                                    <p:animMotion origin="layout" path="M 0 0 L 0.204687500 0.000000000 E" pathEditMode="relative" rAng="0">
                                      <p:cBhvr additive="base">
                                        <p:cTn id="480" dur="750" fill="hold"/>
                                        <p:tgtEl>
                                          <p:spTgt spid="185"/>
                                        </p:tgtEl>
                                        <p:attrNameLst>
                                          <p:attrName>ppt_x</p:attrName>
                                          <p:attrName>ppt_y</p:attrName>
                                        </p:attrNameLst>
                                      </p:cBhvr>
                                      <p:rCtr x="0" y="0"/>
                                    </p:animMotion>
                                  </p:childTnLst>
                                </p:cTn>
                              </p:par>
                              <p:par>
                                <p:cTn id="481" presetID="10" presetClass="exit" presetSubtype="0" fill="hold" nodeType="withEffect">
                                  <p:stCondLst>
                                    <p:cond delay="820"/>
                                  </p:stCondLst>
                                  <p:childTnLst>
                                    <p:animEffect transition="out" filter="fade">
                                      <p:cBhvr>
                                        <p:cTn id="482" dur="1" fill="hold"/>
                                        <p:tgtEl>
                                          <p:spTgt spid="185"/>
                                        </p:tgtEl>
                                      </p:cBhvr>
                                    </p:animEffect>
                                    <p:set>
                                      <p:cBhvr>
                                        <p:cTn id="483" dur="1" fill="hold">
                                          <p:stCondLst>
                                            <p:cond delay="1"/>
                                          </p:stCondLst>
                                        </p:cTn>
                                        <p:tgtEl>
                                          <p:spTgt spid="185"/>
                                        </p:tgtEl>
                                        <p:attrNameLst>
                                          <p:attrName>style.visibility</p:attrName>
                                        </p:attrNameLst>
                                      </p:cBhvr>
                                      <p:to>
                                        <p:strVal val="hidden"/>
                                      </p:to>
                                    </p:set>
                                  </p:childTnLst>
                                </p:cTn>
                              </p:par>
                              <p:par>
                                <p:cTn id="484" presetID="10" presetClass="entr" presetSubtype="0" fill="hold" nodeType="withEffect">
                                  <p:stCondLst>
                                    <p:cond delay="70"/>
                                  </p:stCondLst>
                                  <p:childTnLst>
                                    <p:set>
                                      <p:cBhvr>
                                        <p:cTn id="485" dur="1" fill="hold">
                                          <p:stCondLst>
                                            <p:cond delay="0"/>
                                          </p:stCondLst>
                                        </p:cTn>
                                        <p:tgtEl>
                                          <p:spTgt spid="186"/>
                                        </p:tgtEl>
                                        <p:attrNameLst>
                                          <p:attrName>style.visibility</p:attrName>
                                        </p:attrNameLst>
                                      </p:cBhvr>
                                      <p:to>
                                        <p:strVal val="visible"/>
                                      </p:to>
                                    </p:set>
                                    <p:animEffect transition="in" filter="fade">
                                      <p:cBhvr>
                                        <p:cTn id="486" dur="1" fill="hold"/>
                                        <p:tgtEl>
                                          <p:spTgt spid="186"/>
                                        </p:tgtEl>
                                      </p:cBhvr>
                                    </p:animEffect>
                                  </p:childTnLst>
                                </p:cTn>
                              </p:par>
                              <p:par>
                                <p:cTn id="487" presetID="0" presetClass="path" presetSubtype="0" fill="hold" nodeType="withEffect">
                                  <p:stCondLst>
                                    <p:cond delay="70"/>
                                  </p:stCondLst>
                                  <p:childTnLst>
                                    <p:animMotion origin="layout" path="M 0 0 L 0.204687500 0.194444444 E" pathEditMode="relative" rAng="0">
                                      <p:cBhvr additive="base">
                                        <p:cTn id="488" dur="750" fill="hold"/>
                                        <p:tgtEl>
                                          <p:spTgt spid="186"/>
                                        </p:tgtEl>
                                        <p:attrNameLst>
                                          <p:attrName>ppt_x</p:attrName>
                                          <p:attrName>ppt_y</p:attrName>
                                        </p:attrNameLst>
                                      </p:cBhvr>
                                      <p:rCtr x="0" y="0"/>
                                    </p:animMotion>
                                  </p:childTnLst>
                                </p:cTn>
                              </p:par>
                              <p:par>
                                <p:cTn id="489" presetID="10" presetClass="exit" presetSubtype="0" fill="hold" nodeType="withEffect">
                                  <p:stCondLst>
                                    <p:cond delay="820"/>
                                  </p:stCondLst>
                                  <p:childTnLst>
                                    <p:animEffect transition="out" filter="fade">
                                      <p:cBhvr>
                                        <p:cTn id="490" dur="1" fill="hold"/>
                                        <p:tgtEl>
                                          <p:spTgt spid="186"/>
                                        </p:tgtEl>
                                      </p:cBhvr>
                                    </p:animEffect>
                                    <p:set>
                                      <p:cBhvr>
                                        <p:cTn id="491" dur="1" fill="hold">
                                          <p:stCondLst>
                                            <p:cond delay="1"/>
                                          </p:stCondLst>
                                        </p:cTn>
                                        <p:tgtEl>
                                          <p:spTgt spid="186"/>
                                        </p:tgtEl>
                                        <p:attrNameLst>
                                          <p:attrName>style.visibility</p:attrName>
                                        </p:attrNameLst>
                                      </p:cBhvr>
                                      <p:to>
                                        <p:strVal val="hidden"/>
                                      </p:to>
                                    </p:set>
                                  </p:childTnLst>
                                </p:cTn>
                              </p:par>
                              <p:par>
                                <p:cTn id="492" presetID="10" presetClass="entr" presetSubtype="0" fill="hold" nodeType="withEffect">
                                  <p:stCondLst>
                                    <p:cond delay="105"/>
                                  </p:stCondLst>
                                  <p:childTnLst>
                                    <p:set>
                                      <p:cBhvr>
                                        <p:cTn id="493" dur="1" fill="hold">
                                          <p:stCondLst>
                                            <p:cond delay="0"/>
                                          </p:stCondLst>
                                        </p:cTn>
                                        <p:tgtEl>
                                          <p:spTgt spid="187"/>
                                        </p:tgtEl>
                                        <p:attrNameLst>
                                          <p:attrName>style.visibility</p:attrName>
                                        </p:attrNameLst>
                                      </p:cBhvr>
                                      <p:to>
                                        <p:strVal val="visible"/>
                                      </p:to>
                                    </p:set>
                                    <p:animEffect transition="in" filter="fade">
                                      <p:cBhvr>
                                        <p:cTn id="494" dur="1" fill="hold"/>
                                        <p:tgtEl>
                                          <p:spTgt spid="187"/>
                                        </p:tgtEl>
                                      </p:cBhvr>
                                    </p:animEffect>
                                  </p:childTnLst>
                                </p:cTn>
                              </p:par>
                              <p:par>
                                <p:cTn id="495" presetID="0" presetClass="path" presetSubtype="0" fill="hold" nodeType="withEffect">
                                  <p:stCondLst>
                                    <p:cond delay="105"/>
                                  </p:stCondLst>
                                  <p:childTnLst>
                                    <p:animMotion origin="layout" path="M 0 0 L 0.204687500 -0.313888889 E" pathEditMode="relative" rAng="0">
                                      <p:cBhvr additive="base">
                                        <p:cTn id="496" dur="750" fill="hold"/>
                                        <p:tgtEl>
                                          <p:spTgt spid="187"/>
                                        </p:tgtEl>
                                        <p:attrNameLst>
                                          <p:attrName>ppt_x</p:attrName>
                                          <p:attrName>ppt_y</p:attrName>
                                        </p:attrNameLst>
                                      </p:cBhvr>
                                      <p:rCtr x="0" y="0"/>
                                    </p:animMotion>
                                  </p:childTnLst>
                                </p:cTn>
                              </p:par>
                              <p:par>
                                <p:cTn id="497" presetID="10" presetClass="exit" presetSubtype="0" fill="hold" nodeType="withEffect">
                                  <p:stCondLst>
                                    <p:cond delay="855"/>
                                  </p:stCondLst>
                                  <p:childTnLst>
                                    <p:animEffect transition="out" filter="fade">
                                      <p:cBhvr>
                                        <p:cTn id="498" dur="1" fill="hold"/>
                                        <p:tgtEl>
                                          <p:spTgt spid="187"/>
                                        </p:tgtEl>
                                      </p:cBhvr>
                                    </p:animEffect>
                                    <p:set>
                                      <p:cBhvr>
                                        <p:cTn id="499" dur="1" fill="hold">
                                          <p:stCondLst>
                                            <p:cond delay="1"/>
                                          </p:stCondLst>
                                        </p:cTn>
                                        <p:tgtEl>
                                          <p:spTgt spid="187"/>
                                        </p:tgtEl>
                                        <p:attrNameLst>
                                          <p:attrName>style.visibility</p:attrName>
                                        </p:attrNameLst>
                                      </p:cBhvr>
                                      <p:to>
                                        <p:strVal val="hidden"/>
                                      </p:to>
                                    </p:set>
                                  </p:childTnLst>
                                </p:cTn>
                              </p:par>
                              <p:par>
                                <p:cTn id="500" presetID="10" presetClass="entr" presetSubtype="0" fill="hold" nodeType="withEffect">
                                  <p:stCondLst>
                                    <p:cond delay="105"/>
                                  </p:stCondLst>
                                  <p:childTnLst>
                                    <p:set>
                                      <p:cBhvr>
                                        <p:cTn id="501" dur="1" fill="hold">
                                          <p:stCondLst>
                                            <p:cond delay="0"/>
                                          </p:stCondLst>
                                        </p:cTn>
                                        <p:tgtEl>
                                          <p:spTgt spid="188"/>
                                        </p:tgtEl>
                                        <p:attrNameLst>
                                          <p:attrName>style.visibility</p:attrName>
                                        </p:attrNameLst>
                                      </p:cBhvr>
                                      <p:to>
                                        <p:strVal val="visible"/>
                                      </p:to>
                                    </p:set>
                                    <p:animEffect transition="in" filter="fade">
                                      <p:cBhvr>
                                        <p:cTn id="502" dur="1" fill="hold"/>
                                        <p:tgtEl>
                                          <p:spTgt spid="188"/>
                                        </p:tgtEl>
                                      </p:cBhvr>
                                    </p:animEffect>
                                  </p:childTnLst>
                                </p:cTn>
                              </p:par>
                              <p:par>
                                <p:cTn id="503" presetID="0" presetClass="path" presetSubtype="0" fill="hold" nodeType="withEffect">
                                  <p:stCondLst>
                                    <p:cond delay="105"/>
                                  </p:stCondLst>
                                  <p:childTnLst>
                                    <p:animMotion origin="layout" path="M 0 0 L 0.204687500 -0.119444444 E" pathEditMode="relative" rAng="0">
                                      <p:cBhvr additive="base">
                                        <p:cTn id="504" dur="750" fill="hold"/>
                                        <p:tgtEl>
                                          <p:spTgt spid="188"/>
                                        </p:tgtEl>
                                        <p:attrNameLst>
                                          <p:attrName>ppt_x</p:attrName>
                                          <p:attrName>ppt_y</p:attrName>
                                        </p:attrNameLst>
                                      </p:cBhvr>
                                      <p:rCtr x="0" y="0"/>
                                    </p:animMotion>
                                  </p:childTnLst>
                                </p:cTn>
                              </p:par>
                              <p:par>
                                <p:cTn id="505" presetID="10" presetClass="exit" presetSubtype="0" fill="hold" nodeType="withEffect">
                                  <p:stCondLst>
                                    <p:cond delay="855"/>
                                  </p:stCondLst>
                                  <p:childTnLst>
                                    <p:animEffect transition="out" filter="fade">
                                      <p:cBhvr>
                                        <p:cTn id="506" dur="1" fill="hold"/>
                                        <p:tgtEl>
                                          <p:spTgt spid="188"/>
                                        </p:tgtEl>
                                      </p:cBhvr>
                                    </p:animEffect>
                                    <p:set>
                                      <p:cBhvr>
                                        <p:cTn id="507" dur="1" fill="hold">
                                          <p:stCondLst>
                                            <p:cond delay="1"/>
                                          </p:stCondLst>
                                        </p:cTn>
                                        <p:tgtEl>
                                          <p:spTgt spid="188"/>
                                        </p:tgtEl>
                                        <p:attrNameLst>
                                          <p:attrName>style.visibility</p:attrName>
                                        </p:attrNameLst>
                                      </p:cBhvr>
                                      <p:to>
                                        <p:strVal val="hidden"/>
                                      </p:to>
                                    </p:set>
                                  </p:childTnLst>
                                </p:cTn>
                              </p:par>
                              <p:par>
                                <p:cTn id="508" presetID="10" presetClass="entr" presetSubtype="0" fill="hold" nodeType="withEffect">
                                  <p:stCondLst>
                                    <p:cond delay="105"/>
                                  </p:stCondLst>
                                  <p:childTnLst>
                                    <p:set>
                                      <p:cBhvr>
                                        <p:cTn id="509" dur="1" fill="hold">
                                          <p:stCondLst>
                                            <p:cond delay="0"/>
                                          </p:stCondLst>
                                        </p:cTn>
                                        <p:tgtEl>
                                          <p:spTgt spid="189"/>
                                        </p:tgtEl>
                                        <p:attrNameLst>
                                          <p:attrName>style.visibility</p:attrName>
                                        </p:attrNameLst>
                                      </p:cBhvr>
                                      <p:to>
                                        <p:strVal val="visible"/>
                                      </p:to>
                                    </p:set>
                                    <p:animEffect transition="in" filter="fade">
                                      <p:cBhvr>
                                        <p:cTn id="510" dur="1" fill="hold"/>
                                        <p:tgtEl>
                                          <p:spTgt spid="189"/>
                                        </p:tgtEl>
                                      </p:cBhvr>
                                    </p:animEffect>
                                  </p:childTnLst>
                                </p:cTn>
                              </p:par>
                              <p:par>
                                <p:cTn id="511" presetID="0" presetClass="path" presetSubtype="0" fill="hold" nodeType="withEffect">
                                  <p:stCondLst>
                                    <p:cond delay="105"/>
                                  </p:stCondLst>
                                  <p:childTnLst>
                                    <p:animMotion origin="layout" path="M 0 0 L 0.204687500 0.075000000 E" pathEditMode="relative" rAng="0">
                                      <p:cBhvr additive="base">
                                        <p:cTn id="512" dur="750" fill="hold"/>
                                        <p:tgtEl>
                                          <p:spTgt spid="189"/>
                                        </p:tgtEl>
                                        <p:attrNameLst>
                                          <p:attrName>ppt_x</p:attrName>
                                          <p:attrName>ppt_y</p:attrName>
                                        </p:attrNameLst>
                                      </p:cBhvr>
                                      <p:rCtr x="0" y="0"/>
                                    </p:animMotion>
                                  </p:childTnLst>
                                </p:cTn>
                              </p:par>
                              <p:par>
                                <p:cTn id="513" presetID="10" presetClass="exit" presetSubtype="0" fill="hold" nodeType="withEffect">
                                  <p:stCondLst>
                                    <p:cond delay="855"/>
                                  </p:stCondLst>
                                  <p:childTnLst>
                                    <p:animEffect transition="out" filter="fade">
                                      <p:cBhvr>
                                        <p:cTn id="514" dur="1" fill="hold"/>
                                        <p:tgtEl>
                                          <p:spTgt spid="189"/>
                                        </p:tgtEl>
                                      </p:cBhvr>
                                    </p:animEffect>
                                    <p:set>
                                      <p:cBhvr>
                                        <p:cTn id="515" dur="1" fill="hold">
                                          <p:stCondLst>
                                            <p:cond delay="1"/>
                                          </p:stCondLst>
                                        </p:cTn>
                                        <p:tgtEl>
                                          <p:spTgt spid="189"/>
                                        </p:tgtEl>
                                        <p:attrNameLst>
                                          <p:attrName>style.visibility</p:attrName>
                                        </p:attrNameLst>
                                      </p:cBhvr>
                                      <p:to>
                                        <p:strVal val="hidden"/>
                                      </p:to>
                                    </p:set>
                                  </p:childTnLst>
                                </p:cTn>
                              </p:par>
                              <p:par>
                                <p:cTn id="516" presetID="10" presetClass="entr" presetSubtype="0" fill="hold" nodeType="withEffect">
                                  <p:stCondLst>
                                    <p:cond delay="140"/>
                                  </p:stCondLst>
                                  <p:childTnLst>
                                    <p:set>
                                      <p:cBhvr>
                                        <p:cTn id="517" dur="1" fill="hold">
                                          <p:stCondLst>
                                            <p:cond delay="0"/>
                                          </p:stCondLst>
                                        </p:cTn>
                                        <p:tgtEl>
                                          <p:spTgt spid="190"/>
                                        </p:tgtEl>
                                        <p:attrNameLst>
                                          <p:attrName>style.visibility</p:attrName>
                                        </p:attrNameLst>
                                      </p:cBhvr>
                                      <p:to>
                                        <p:strVal val="visible"/>
                                      </p:to>
                                    </p:set>
                                    <p:animEffect transition="in" filter="fade">
                                      <p:cBhvr>
                                        <p:cTn id="518" dur="1" fill="hold"/>
                                        <p:tgtEl>
                                          <p:spTgt spid="190"/>
                                        </p:tgtEl>
                                      </p:cBhvr>
                                    </p:animEffect>
                                  </p:childTnLst>
                                </p:cTn>
                              </p:par>
                              <p:par>
                                <p:cTn id="519" presetID="0" presetClass="path" presetSubtype="0" fill="hold" nodeType="withEffect">
                                  <p:stCondLst>
                                    <p:cond delay="140"/>
                                  </p:stCondLst>
                                  <p:childTnLst>
                                    <p:animMotion origin="layout" path="M 0 0 L 0.204687500 -0.433333333 E" pathEditMode="relative" rAng="0">
                                      <p:cBhvr additive="base">
                                        <p:cTn id="520" dur="750" fill="hold"/>
                                        <p:tgtEl>
                                          <p:spTgt spid="190"/>
                                        </p:tgtEl>
                                        <p:attrNameLst>
                                          <p:attrName>ppt_x</p:attrName>
                                          <p:attrName>ppt_y</p:attrName>
                                        </p:attrNameLst>
                                      </p:cBhvr>
                                      <p:rCtr x="0" y="0"/>
                                    </p:animMotion>
                                  </p:childTnLst>
                                </p:cTn>
                              </p:par>
                              <p:par>
                                <p:cTn id="521" presetID="10" presetClass="exit" presetSubtype="0" fill="hold" nodeType="withEffect">
                                  <p:stCondLst>
                                    <p:cond delay="890"/>
                                  </p:stCondLst>
                                  <p:childTnLst>
                                    <p:animEffect transition="out" filter="fade">
                                      <p:cBhvr>
                                        <p:cTn id="522" dur="1" fill="hold"/>
                                        <p:tgtEl>
                                          <p:spTgt spid="190"/>
                                        </p:tgtEl>
                                      </p:cBhvr>
                                    </p:animEffect>
                                    <p:set>
                                      <p:cBhvr>
                                        <p:cTn id="523" dur="1" fill="hold">
                                          <p:stCondLst>
                                            <p:cond delay="1"/>
                                          </p:stCondLst>
                                        </p:cTn>
                                        <p:tgtEl>
                                          <p:spTgt spid="190"/>
                                        </p:tgtEl>
                                        <p:attrNameLst>
                                          <p:attrName>style.visibility</p:attrName>
                                        </p:attrNameLst>
                                      </p:cBhvr>
                                      <p:to>
                                        <p:strVal val="hidden"/>
                                      </p:to>
                                    </p:set>
                                  </p:childTnLst>
                                </p:cTn>
                              </p:par>
                              <p:par>
                                <p:cTn id="524" presetID="10" presetClass="entr" presetSubtype="0" fill="hold" nodeType="withEffect">
                                  <p:stCondLst>
                                    <p:cond delay="140"/>
                                  </p:stCondLst>
                                  <p:childTnLst>
                                    <p:set>
                                      <p:cBhvr>
                                        <p:cTn id="525" dur="1" fill="hold">
                                          <p:stCondLst>
                                            <p:cond delay="0"/>
                                          </p:stCondLst>
                                        </p:cTn>
                                        <p:tgtEl>
                                          <p:spTgt spid="191"/>
                                        </p:tgtEl>
                                        <p:attrNameLst>
                                          <p:attrName>style.visibility</p:attrName>
                                        </p:attrNameLst>
                                      </p:cBhvr>
                                      <p:to>
                                        <p:strVal val="visible"/>
                                      </p:to>
                                    </p:set>
                                    <p:animEffect transition="in" filter="fade">
                                      <p:cBhvr>
                                        <p:cTn id="526" dur="1" fill="hold"/>
                                        <p:tgtEl>
                                          <p:spTgt spid="191"/>
                                        </p:tgtEl>
                                      </p:cBhvr>
                                    </p:animEffect>
                                  </p:childTnLst>
                                </p:cTn>
                              </p:par>
                              <p:par>
                                <p:cTn id="527" presetID="0" presetClass="path" presetSubtype="0" fill="hold" nodeType="withEffect">
                                  <p:stCondLst>
                                    <p:cond delay="140"/>
                                  </p:stCondLst>
                                  <p:childTnLst>
                                    <p:animMotion origin="layout" path="M 0 0 L 0.204687500 -0.238888889 E" pathEditMode="relative" rAng="0">
                                      <p:cBhvr additive="base">
                                        <p:cTn id="528" dur="750" fill="hold"/>
                                        <p:tgtEl>
                                          <p:spTgt spid="191"/>
                                        </p:tgtEl>
                                        <p:attrNameLst>
                                          <p:attrName>ppt_x</p:attrName>
                                          <p:attrName>ppt_y</p:attrName>
                                        </p:attrNameLst>
                                      </p:cBhvr>
                                      <p:rCtr x="0" y="0"/>
                                    </p:animMotion>
                                  </p:childTnLst>
                                </p:cTn>
                              </p:par>
                              <p:par>
                                <p:cTn id="529" presetID="10" presetClass="exit" presetSubtype="0" fill="hold" nodeType="withEffect">
                                  <p:stCondLst>
                                    <p:cond delay="890"/>
                                  </p:stCondLst>
                                  <p:childTnLst>
                                    <p:animEffect transition="out" filter="fade">
                                      <p:cBhvr>
                                        <p:cTn id="530" dur="1" fill="hold"/>
                                        <p:tgtEl>
                                          <p:spTgt spid="191"/>
                                        </p:tgtEl>
                                      </p:cBhvr>
                                    </p:animEffect>
                                    <p:set>
                                      <p:cBhvr>
                                        <p:cTn id="531" dur="1" fill="hold">
                                          <p:stCondLst>
                                            <p:cond delay="1"/>
                                          </p:stCondLst>
                                        </p:cTn>
                                        <p:tgtEl>
                                          <p:spTgt spid="191"/>
                                        </p:tgtEl>
                                        <p:attrNameLst>
                                          <p:attrName>style.visibility</p:attrName>
                                        </p:attrNameLst>
                                      </p:cBhvr>
                                      <p:to>
                                        <p:strVal val="hidden"/>
                                      </p:to>
                                    </p:set>
                                  </p:childTnLst>
                                </p:cTn>
                              </p:par>
                              <p:par>
                                <p:cTn id="532" presetID="10" presetClass="entr" presetSubtype="0" fill="hold" nodeType="withEffect">
                                  <p:stCondLst>
                                    <p:cond delay="140"/>
                                  </p:stCondLst>
                                  <p:childTnLst>
                                    <p:set>
                                      <p:cBhvr>
                                        <p:cTn id="533" dur="1" fill="hold">
                                          <p:stCondLst>
                                            <p:cond delay="0"/>
                                          </p:stCondLst>
                                        </p:cTn>
                                        <p:tgtEl>
                                          <p:spTgt spid="192"/>
                                        </p:tgtEl>
                                        <p:attrNameLst>
                                          <p:attrName>style.visibility</p:attrName>
                                        </p:attrNameLst>
                                      </p:cBhvr>
                                      <p:to>
                                        <p:strVal val="visible"/>
                                      </p:to>
                                    </p:set>
                                    <p:animEffect transition="in" filter="fade">
                                      <p:cBhvr>
                                        <p:cTn id="534" dur="1" fill="hold"/>
                                        <p:tgtEl>
                                          <p:spTgt spid="192"/>
                                        </p:tgtEl>
                                      </p:cBhvr>
                                    </p:animEffect>
                                  </p:childTnLst>
                                </p:cTn>
                              </p:par>
                              <p:par>
                                <p:cTn id="535" presetID="0" presetClass="path" presetSubtype="0" fill="hold" nodeType="withEffect">
                                  <p:stCondLst>
                                    <p:cond delay="140"/>
                                  </p:stCondLst>
                                  <p:childTnLst>
                                    <p:animMotion origin="layout" path="M 0 0 L 0.204687500 -0.044444444 E" pathEditMode="relative" rAng="0">
                                      <p:cBhvr additive="base">
                                        <p:cTn id="536" dur="750" fill="hold"/>
                                        <p:tgtEl>
                                          <p:spTgt spid="192"/>
                                        </p:tgtEl>
                                        <p:attrNameLst>
                                          <p:attrName>ppt_x</p:attrName>
                                          <p:attrName>ppt_y</p:attrName>
                                        </p:attrNameLst>
                                      </p:cBhvr>
                                      <p:rCtr x="0" y="0"/>
                                    </p:animMotion>
                                  </p:childTnLst>
                                </p:cTn>
                              </p:par>
                              <p:par>
                                <p:cTn id="537" presetID="10" presetClass="exit" presetSubtype="0" fill="hold" nodeType="withEffect">
                                  <p:stCondLst>
                                    <p:cond delay="890"/>
                                  </p:stCondLst>
                                  <p:childTnLst>
                                    <p:animEffect transition="out" filter="fade">
                                      <p:cBhvr>
                                        <p:cTn id="538" dur="1" fill="hold"/>
                                        <p:tgtEl>
                                          <p:spTgt spid="192"/>
                                        </p:tgtEl>
                                      </p:cBhvr>
                                    </p:animEffect>
                                    <p:set>
                                      <p:cBhvr>
                                        <p:cTn id="539" dur="1" fill="hold">
                                          <p:stCondLst>
                                            <p:cond delay="1"/>
                                          </p:stCondLst>
                                        </p:cTn>
                                        <p:tgtEl>
                                          <p:spTgt spid="192"/>
                                        </p:tgtEl>
                                        <p:attrNameLst>
                                          <p:attrName>style.visibility</p:attrName>
                                        </p:attrNameLst>
                                      </p:cBhvr>
                                      <p:to>
                                        <p:strVal val="hidden"/>
                                      </p:to>
                                    </p:set>
                                  </p:childTnLst>
                                </p:cTn>
                              </p:par>
                              <p:par>
                                <p:cTn id="540" presetID="10" presetClass="entr" presetSubtype="0" fill="hold" nodeType="withEffect">
                                  <p:stCondLst>
                                    <p:cond delay="930"/>
                                  </p:stCondLst>
                                  <p:childTnLst>
                                    <p:set>
                                      <p:cBhvr>
                                        <p:cTn id="541" dur="1" fill="hold">
                                          <p:stCondLst>
                                            <p:cond delay="0"/>
                                          </p:stCondLst>
                                        </p:cTn>
                                        <p:tgtEl>
                                          <p:spTgt spid="159"/>
                                        </p:tgtEl>
                                        <p:attrNameLst>
                                          <p:attrName>style.visibility</p:attrName>
                                        </p:attrNameLst>
                                      </p:cBhvr>
                                      <p:to>
                                        <p:strVal val="visible"/>
                                      </p:to>
                                    </p:set>
                                    <p:animEffect transition="in" filter="fade">
                                      <p:cBhvr>
                                        <p:cTn id="542" dur="250" fill="hold"/>
                                        <p:tgtEl>
                                          <p:spTgt spid="159"/>
                                        </p:tgtEl>
                                      </p:cBhvr>
                                    </p:animEffect>
                                  </p:childTnLst>
                                </p:cTn>
                              </p:par>
                              <p:par>
                                <p:cTn id="543" presetID="6" presetClass="emph" presetSubtype="0" fill="hold" nodeType="withEffect">
                                  <p:stCondLst>
                                    <p:cond delay="1200"/>
                                  </p:stCondLst>
                                  <p:childTnLst>
                                    <p:animScale>
                                      <p:cBhvr additive="base">
                                        <p:cTn id="544" dur="360" repeatCount="2000" autoRev="1" fill="hold"/>
                                        <p:tgtEl>
                                          <p:spTgt spid="159"/>
                                        </p:tgtEl>
                                      </p:cBhvr>
                                      <p:by x="118000" y="118000"/>
                                    </p:animScale>
                                  </p:childTnLst>
                                </p:cTn>
                              </p:par>
                              <p:par>
                                <p:cTn id="545" presetID="10" presetClass="entr" presetSubtype="0" fill="hold" nodeType="withEffect">
                                  <p:stCondLst>
                                    <p:cond delay="1020"/>
                                  </p:stCondLst>
                                  <p:childTnLst>
                                    <p:set>
                                      <p:cBhvr>
                                        <p:cTn id="546" dur="1" fill="hold">
                                          <p:stCondLst>
                                            <p:cond delay="0"/>
                                          </p:stCondLst>
                                        </p:cTn>
                                        <p:tgtEl>
                                          <p:spTgt spid="160"/>
                                        </p:tgtEl>
                                        <p:attrNameLst>
                                          <p:attrName>style.visibility</p:attrName>
                                        </p:attrNameLst>
                                      </p:cBhvr>
                                      <p:to>
                                        <p:strVal val="visible"/>
                                      </p:to>
                                    </p:set>
                                    <p:animEffect transition="in" filter="fade">
                                      <p:cBhvr>
                                        <p:cTn id="547" dur="250" fill="hold"/>
                                        <p:tgtEl>
                                          <p:spTgt spid="160"/>
                                        </p:tgtEl>
                                      </p:cBhvr>
                                    </p:animEffect>
                                  </p:childTnLst>
                                </p:cTn>
                              </p:par>
                              <p:par>
                                <p:cTn id="548" presetID="6" presetClass="emph" presetSubtype="0" fill="hold" nodeType="withEffect">
                                  <p:stCondLst>
                                    <p:cond delay="1290"/>
                                  </p:stCondLst>
                                  <p:childTnLst>
                                    <p:animScale>
                                      <p:cBhvr additive="base">
                                        <p:cTn id="549" dur="360" repeatCount="2000" autoRev="1" fill="hold"/>
                                        <p:tgtEl>
                                          <p:spTgt spid="160"/>
                                        </p:tgtEl>
                                      </p:cBhvr>
                                      <p:by x="118000" y="118000"/>
                                    </p:animScale>
                                  </p:childTnLst>
                                </p:cTn>
                              </p:par>
                              <p:par>
                                <p:cTn id="550" presetID="10" presetClass="entr" presetSubtype="0" fill="hold" nodeType="withEffect">
                                  <p:stCondLst>
                                    <p:cond delay="1110"/>
                                  </p:stCondLst>
                                  <p:childTnLst>
                                    <p:set>
                                      <p:cBhvr>
                                        <p:cTn id="551" dur="1" fill="hold">
                                          <p:stCondLst>
                                            <p:cond delay="0"/>
                                          </p:stCondLst>
                                        </p:cTn>
                                        <p:tgtEl>
                                          <p:spTgt spid="161"/>
                                        </p:tgtEl>
                                        <p:attrNameLst>
                                          <p:attrName>style.visibility</p:attrName>
                                        </p:attrNameLst>
                                      </p:cBhvr>
                                      <p:to>
                                        <p:strVal val="visible"/>
                                      </p:to>
                                    </p:set>
                                    <p:animEffect transition="in" filter="fade">
                                      <p:cBhvr>
                                        <p:cTn id="552" dur="250" fill="hold"/>
                                        <p:tgtEl>
                                          <p:spTgt spid="161"/>
                                        </p:tgtEl>
                                      </p:cBhvr>
                                    </p:animEffect>
                                  </p:childTnLst>
                                </p:cTn>
                              </p:par>
                              <p:par>
                                <p:cTn id="553" presetID="6" presetClass="emph" presetSubtype="0" fill="hold" nodeType="withEffect">
                                  <p:stCondLst>
                                    <p:cond delay="1380"/>
                                  </p:stCondLst>
                                  <p:childTnLst>
                                    <p:animScale>
                                      <p:cBhvr additive="base">
                                        <p:cTn id="554" dur="360" repeatCount="2000" autoRev="1" fill="hold"/>
                                        <p:tgtEl>
                                          <p:spTgt spid="161"/>
                                        </p:tgtEl>
                                      </p:cBhvr>
                                      <p:by x="118000" y="118000"/>
                                    </p:animScale>
                                  </p:childTnLst>
                                </p:cTn>
                              </p:par>
                              <p:par>
                                <p:cTn id="555" presetID="10" presetClass="entr" presetSubtype="0" fill="hold" nodeType="withEffect">
                                  <p:stCondLst>
                                    <p:cond delay="950"/>
                                  </p:stCondLst>
                                  <p:childTnLst>
                                    <p:set>
                                      <p:cBhvr>
                                        <p:cTn id="556" dur="1" fill="hold">
                                          <p:stCondLst>
                                            <p:cond delay="0"/>
                                          </p:stCondLst>
                                        </p:cTn>
                                        <p:tgtEl>
                                          <p:spTgt spid="176"/>
                                        </p:tgtEl>
                                        <p:attrNameLst>
                                          <p:attrName>style.visibility</p:attrName>
                                        </p:attrNameLst>
                                      </p:cBhvr>
                                      <p:to>
                                        <p:strVal val="visible"/>
                                      </p:to>
                                    </p:set>
                                    <p:animEffect transition="in" filter="fade">
                                      <p:cBhvr>
                                        <p:cTn id="557" dur="250" fill="hold"/>
                                        <p:tgtEl>
                                          <p:spTgt spid="176"/>
                                        </p:tgtEl>
                                      </p:cBhvr>
                                    </p:animEffect>
                                  </p:childTnLst>
                                </p:cTn>
                              </p:par>
                            </p:childTnLst>
                          </p:cTn>
                        </p:par>
                      </p:childTnLst>
                    </p:cTn>
                  </p:par>
                  <p:par>
                    <p:cTn id="558" fill="hold">
                      <p:stCondLst>
                        <p:cond delay="indefinite"/>
                      </p:stCondLst>
                      <p:childTnLst>
                        <p:par>
                          <p:cTn id="559" fill="hold">
                            <p:stCondLst>
                              <p:cond delay="0"/>
                            </p:stCondLst>
                            <p:childTnLst>
                              <p:par>
                                <p:cTn id="560" presetID="10" presetClass="entr" presetSubtype="0" fill="hold" nodeType="clickEffect">
                                  <p:stCondLst>
                                    <p:cond delay="0"/>
                                  </p:stCondLst>
                                  <p:childTnLst>
                                    <p:set>
                                      <p:cBhvr>
                                        <p:cTn id="561" dur="1" fill="hold">
                                          <p:stCondLst>
                                            <p:cond delay="0"/>
                                          </p:stCondLst>
                                        </p:cTn>
                                        <p:tgtEl>
                                          <p:spTgt spid="193"/>
                                        </p:tgtEl>
                                        <p:attrNameLst>
                                          <p:attrName>style.visibility</p:attrName>
                                        </p:attrNameLst>
                                      </p:cBhvr>
                                      <p:to>
                                        <p:strVal val="visible"/>
                                      </p:to>
                                    </p:set>
                                    <p:animEffect transition="in" filter="fade">
                                      <p:cBhvr>
                                        <p:cTn id="562" dur="1" fill="hold"/>
                                        <p:tgtEl>
                                          <p:spTgt spid="193"/>
                                        </p:tgtEl>
                                      </p:cBhvr>
                                    </p:animEffect>
                                  </p:childTnLst>
                                </p:cTn>
                              </p:par>
                              <p:par>
                                <p:cTn id="563" presetID="0" presetClass="path" presetSubtype="0" fill="hold" nodeType="withEffect">
                                  <p:stCondLst>
                                    <p:cond delay="0"/>
                                  </p:stCondLst>
                                  <p:childTnLst>
                                    <p:animMotion origin="layout" path="M 0 0 L 0.204687500 -0.034722222 E" pathEditMode="relative" rAng="0">
                                      <p:cBhvr additive="base">
                                        <p:cTn id="564" dur="750" fill="hold"/>
                                        <p:tgtEl>
                                          <p:spTgt spid="193"/>
                                        </p:tgtEl>
                                        <p:attrNameLst>
                                          <p:attrName>ppt_x</p:attrName>
                                          <p:attrName>ppt_y</p:attrName>
                                        </p:attrNameLst>
                                      </p:cBhvr>
                                      <p:rCtr x="0" y="0"/>
                                    </p:animMotion>
                                  </p:childTnLst>
                                </p:cTn>
                              </p:par>
                              <p:par>
                                <p:cTn id="565" presetID="10" presetClass="exit" presetSubtype="0" fill="hold" nodeType="withEffect">
                                  <p:stCondLst>
                                    <p:cond delay="750"/>
                                  </p:stCondLst>
                                  <p:childTnLst>
                                    <p:animEffect transition="out" filter="fade">
                                      <p:cBhvr>
                                        <p:cTn id="566" dur="1" fill="hold"/>
                                        <p:tgtEl>
                                          <p:spTgt spid="193"/>
                                        </p:tgtEl>
                                      </p:cBhvr>
                                    </p:animEffect>
                                    <p:set>
                                      <p:cBhvr>
                                        <p:cTn id="567" dur="1" fill="hold">
                                          <p:stCondLst>
                                            <p:cond delay="1"/>
                                          </p:stCondLst>
                                        </p:cTn>
                                        <p:tgtEl>
                                          <p:spTgt spid="193"/>
                                        </p:tgtEl>
                                        <p:attrNameLst>
                                          <p:attrName>style.visibility</p:attrName>
                                        </p:attrNameLst>
                                      </p:cBhvr>
                                      <p:to>
                                        <p:strVal val="hidden"/>
                                      </p:to>
                                    </p:set>
                                  </p:childTnLst>
                                </p:cTn>
                              </p:par>
                              <p:par>
                                <p:cTn id="568" presetID="10" presetClass="entr" presetSubtype="0" fill="hold" nodeType="withEffect">
                                  <p:stCondLst>
                                    <p:cond delay="0"/>
                                  </p:stCondLst>
                                  <p:childTnLst>
                                    <p:set>
                                      <p:cBhvr>
                                        <p:cTn id="569" dur="1" fill="hold">
                                          <p:stCondLst>
                                            <p:cond delay="0"/>
                                          </p:stCondLst>
                                        </p:cTn>
                                        <p:tgtEl>
                                          <p:spTgt spid="194"/>
                                        </p:tgtEl>
                                        <p:attrNameLst>
                                          <p:attrName>style.visibility</p:attrName>
                                        </p:attrNameLst>
                                      </p:cBhvr>
                                      <p:to>
                                        <p:strVal val="visible"/>
                                      </p:to>
                                    </p:set>
                                    <p:animEffect transition="in" filter="fade">
                                      <p:cBhvr>
                                        <p:cTn id="570" dur="1" fill="hold"/>
                                        <p:tgtEl>
                                          <p:spTgt spid="194"/>
                                        </p:tgtEl>
                                      </p:cBhvr>
                                    </p:animEffect>
                                  </p:childTnLst>
                                </p:cTn>
                              </p:par>
                              <p:par>
                                <p:cTn id="571" presetID="0" presetClass="path" presetSubtype="0" fill="hold" nodeType="withEffect">
                                  <p:stCondLst>
                                    <p:cond delay="0"/>
                                  </p:stCondLst>
                                  <p:childTnLst>
                                    <p:animMotion origin="layout" path="M 0 0 L 0.204687500 0.118055556 E" pathEditMode="relative" rAng="0">
                                      <p:cBhvr additive="base">
                                        <p:cTn id="572" dur="750" fill="hold"/>
                                        <p:tgtEl>
                                          <p:spTgt spid="194"/>
                                        </p:tgtEl>
                                        <p:attrNameLst>
                                          <p:attrName>ppt_x</p:attrName>
                                          <p:attrName>ppt_y</p:attrName>
                                        </p:attrNameLst>
                                      </p:cBhvr>
                                      <p:rCtr x="0" y="0"/>
                                    </p:animMotion>
                                  </p:childTnLst>
                                </p:cTn>
                              </p:par>
                              <p:par>
                                <p:cTn id="573" presetID="10" presetClass="exit" presetSubtype="0" fill="hold" nodeType="withEffect">
                                  <p:stCondLst>
                                    <p:cond delay="750"/>
                                  </p:stCondLst>
                                  <p:childTnLst>
                                    <p:animEffect transition="out" filter="fade">
                                      <p:cBhvr>
                                        <p:cTn id="574" dur="1" fill="hold"/>
                                        <p:tgtEl>
                                          <p:spTgt spid="194"/>
                                        </p:tgtEl>
                                      </p:cBhvr>
                                    </p:animEffect>
                                    <p:set>
                                      <p:cBhvr>
                                        <p:cTn id="575" dur="1" fill="hold">
                                          <p:stCondLst>
                                            <p:cond delay="1"/>
                                          </p:stCondLst>
                                        </p:cTn>
                                        <p:tgtEl>
                                          <p:spTgt spid="194"/>
                                        </p:tgtEl>
                                        <p:attrNameLst>
                                          <p:attrName>style.visibility</p:attrName>
                                        </p:attrNameLst>
                                      </p:cBhvr>
                                      <p:to>
                                        <p:strVal val="hidden"/>
                                      </p:to>
                                    </p:set>
                                  </p:childTnLst>
                                </p:cTn>
                              </p:par>
                              <p:par>
                                <p:cTn id="576" presetID="10" presetClass="entr" presetSubtype="0" fill="hold" nodeType="withEffect">
                                  <p:stCondLst>
                                    <p:cond delay="0"/>
                                  </p:stCondLst>
                                  <p:childTnLst>
                                    <p:set>
                                      <p:cBhvr>
                                        <p:cTn id="577" dur="1" fill="hold">
                                          <p:stCondLst>
                                            <p:cond delay="0"/>
                                          </p:stCondLst>
                                        </p:cTn>
                                        <p:tgtEl>
                                          <p:spTgt spid="195"/>
                                        </p:tgtEl>
                                        <p:attrNameLst>
                                          <p:attrName>style.visibility</p:attrName>
                                        </p:attrNameLst>
                                      </p:cBhvr>
                                      <p:to>
                                        <p:strVal val="visible"/>
                                      </p:to>
                                    </p:set>
                                    <p:animEffect transition="in" filter="fade">
                                      <p:cBhvr>
                                        <p:cTn id="578" dur="1" fill="hold"/>
                                        <p:tgtEl>
                                          <p:spTgt spid="195"/>
                                        </p:tgtEl>
                                      </p:cBhvr>
                                    </p:animEffect>
                                  </p:childTnLst>
                                </p:cTn>
                              </p:par>
                              <p:par>
                                <p:cTn id="579" presetID="0" presetClass="path" presetSubtype="0" fill="hold" nodeType="withEffect">
                                  <p:stCondLst>
                                    <p:cond delay="0"/>
                                  </p:stCondLst>
                                  <p:childTnLst>
                                    <p:animMotion origin="layout" path="M 0 0 L 0.204687500 0.270833333 E" pathEditMode="relative" rAng="0">
                                      <p:cBhvr additive="base">
                                        <p:cTn id="580" dur="750" fill="hold"/>
                                        <p:tgtEl>
                                          <p:spTgt spid="195"/>
                                        </p:tgtEl>
                                        <p:attrNameLst>
                                          <p:attrName>ppt_x</p:attrName>
                                          <p:attrName>ppt_y</p:attrName>
                                        </p:attrNameLst>
                                      </p:cBhvr>
                                      <p:rCtr x="0" y="0"/>
                                    </p:animMotion>
                                  </p:childTnLst>
                                </p:cTn>
                              </p:par>
                              <p:par>
                                <p:cTn id="581" presetID="10" presetClass="exit" presetSubtype="0" fill="hold" nodeType="withEffect">
                                  <p:stCondLst>
                                    <p:cond delay="750"/>
                                  </p:stCondLst>
                                  <p:childTnLst>
                                    <p:animEffect transition="out" filter="fade">
                                      <p:cBhvr>
                                        <p:cTn id="582" dur="1" fill="hold"/>
                                        <p:tgtEl>
                                          <p:spTgt spid="195"/>
                                        </p:tgtEl>
                                      </p:cBhvr>
                                    </p:animEffect>
                                    <p:set>
                                      <p:cBhvr>
                                        <p:cTn id="583" dur="1" fill="hold">
                                          <p:stCondLst>
                                            <p:cond delay="1"/>
                                          </p:stCondLst>
                                        </p:cTn>
                                        <p:tgtEl>
                                          <p:spTgt spid="195"/>
                                        </p:tgtEl>
                                        <p:attrNameLst>
                                          <p:attrName>style.visibility</p:attrName>
                                        </p:attrNameLst>
                                      </p:cBhvr>
                                      <p:to>
                                        <p:strVal val="hidden"/>
                                      </p:to>
                                    </p:set>
                                  </p:childTnLst>
                                </p:cTn>
                              </p:par>
                              <p:par>
                                <p:cTn id="584" presetID="10" presetClass="entr" presetSubtype="0" fill="hold" nodeType="withEffect">
                                  <p:stCondLst>
                                    <p:cond delay="0"/>
                                  </p:stCondLst>
                                  <p:childTnLst>
                                    <p:set>
                                      <p:cBhvr>
                                        <p:cTn id="585" dur="1" fill="hold">
                                          <p:stCondLst>
                                            <p:cond delay="0"/>
                                          </p:stCondLst>
                                        </p:cTn>
                                        <p:tgtEl>
                                          <p:spTgt spid="196"/>
                                        </p:tgtEl>
                                        <p:attrNameLst>
                                          <p:attrName>style.visibility</p:attrName>
                                        </p:attrNameLst>
                                      </p:cBhvr>
                                      <p:to>
                                        <p:strVal val="visible"/>
                                      </p:to>
                                    </p:set>
                                    <p:animEffect transition="in" filter="fade">
                                      <p:cBhvr>
                                        <p:cTn id="586" dur="1" fill="hold"/>
                                        <p:tgtEl>
                                          <p:spTgt spid="196"/>
                                        </p:tgtEl>
                                      </p:cBhvr>
                                    </p:animEffect>
                                  </p:childTnLst>
                                </p:cTn>
                              </p:par>
                              <p:par>
                                <p:cTn id="587" presetID="0" presetClass="path" presetSubtype="0" fill="hold" nodeType="withEffect">
                                  <p:stCondLst>
                                    <p:cond delay="0"/>
                                  </p:stCondLst>
                                  <p:childTnLst>
                                    <p:animMotion origin="layout" path="M 0 0 L 0.204687500 0.423611111 E" pathEditMode="relative" rAng="0">
                                      <p:cBhvr additive="base">
                                        <p:cTn id="588" dur="750" fill="hold"/>
                                        <p:tgtEl>
                                          <p:spTgt spid="196"/>
                                        </p:tgtEl>
                                        <p:attrNameLst>
                                          <p:attrName>ppt_x</p:attrName>
                                          <p:attrName>ppt_y</p:attrName>
                                        </p:attrNameLst>
                                      </p:cBhvr>
                                      <p:rCtr x="0" y="0"/>
                                    </p:animMotion>
                                  </p:childTnLst>
                                </p:cTn>
                              </p:par>
                              <p:par>
                                <p:cTn id="589" presetID="10" presetClass="exit" presetSubtype="0" fill="hold" nodeType="withEffect">
                                  <p:stCondLst>
                                    <p:cond delay="750"/>
                                  </p:stCondLst>
                                  <p:childTnLst>
                                    <p:animEffect transition="out" filter="fade">
                                      <p:cBhvr>
                                        <p:cTn id="590" dur="1" fill="hold"/>
                                        <p:tgtEl>
                                          <p:spTgt spid="196"/>
                                        </p:tgtEl>
                                      </p:cBhvr>
                                    </p:animEffect>
                                    <p:set>
                                      <p:cBhvr>
                                        <p:cTn id="591" dur="1" fill="hold">
                                          <p:stCondLst>
                                            <p:cond delay="1"/>
                                          </p:stCondLst>
                                        </p:cTn>
                                        <p:tgtEl>
                                          <p:spTgt spid="196"/>
                                        </p:tgtEl>
                                        <p:attrNameLst>
                                          <p:attrName>style.visibility</p:attrName>
                                        </p:attrNameLst>
                                      </p:cBhvr>
                                      <p:to>
                                        <p:strVal val="hidden"/>
                                      </p:to>
                                    </p:set>
                                  </p:childTnLst>
                                </p:cTn>
                              </p:par>
                              <p:par>
                                <p:cTn id="592" presetID="10" presetClass="entr" presetSubtype="0" fill="hold" nodeType="withEffect">
                                  <p:stCondLst>
                                    <p:cond delay="35"/>
                                  </p:stCondLst>
                                  <p:childTnLst>
                                    <p:set>
                                      <p:cBhvr>
                                        <p:cTn id="593" dur="1" fill="hold">
                                          <p:stCondLst>
                                            <p:cond delay="0"/>
                                          </p:stCondLst>
                                        </p:cTn>
                                        <p:tgtEl>
                                          <p:spTgt spid="197"/>
                                        </p:tgtEl>
                                        <p:attrNameLst>
                                          <p:attrName>style.visibility</p:attrName>
                                        </p:attrNameLst>
                                      </p:cBhvr>
                                      <p:to>
                                        <p:strVal val="visible"/>
                                      </p:to>
                                    </p:set>
                                    <p:animEffect transition="in" filter="fade">
                                      <p:cBhvr>
                                        <p:cTn id="594" dur="1" fill="hold"/>
                                        <p:tgtEl>
                                          <p:spTgt spid="197"/>
                                        </p:tgtEl>
                                      </p:cBhvr>
                                    </p:animEffect>
                                  </p:childTnLst>
                                </p:cTn>
                              </p:par>
                              <p:par>
                                <p:cTn id="595" presetID="0" presetClass="path" presetSubtype="0" fill="hold" nodeType="withEffect">
                                  <p:stCondLst>
                                    <p:cond delay="35"/>
                                  </p:stCondLst>
                                  <p:childTnLst>
                                    <p:animMotion origin="layout" path="M 0 0 L 0.204687500 -0.229166667 E" pathEditMode="relative" rAng="0">
                                      <p:cBhvr additive="base">
                                        <p:cTn id="596" dur="750" fill="hold"/>
                                        <p:tgtEl>
                                          <p:spTgt spid="197"/>
                                        </p:tgtEl>
                                        <p:attrNameLst>
                                          <p:attrName>ppt_x</p:attrName>
                                          <p:attrName>ppt_y</p:attrName>
                                        </p:attrNameLst>
                                      </p:cBhvr>
                                      <p:rCtr x="0" y="0"/>
                                    </p:animMotion>
                                  </p:childTnLst>
                                </p:cTn>
                              </p:par>
                              <p:par>
                                <p:cTn id="597" presetID="10" presetClass="exit" presetSubtype="0" fill="hold" nodeType="withEffect">
                                  <p:stCondLst>
                                    <p:cond delay="785"/>
                                  </p:stCondLst>
                                  <p:childTnLst>
                                    <p:animEffect transition="out" filter="fade">
                                      <p:cBhvr>
                                        <p:cTn id="598" dur="1" fill="hold"/>
                                        <p:tgtEl>
                                          <p:spTgt spid="197"/>
                                        </p:tgtEl>
                                      </p:cBhvr>
                                    </p:animEffect>
                                    <p:set>
                                      <p:cBhvr>
                                        <p:cTn id="599" dur="1" fill="hold">
                                          <p:stCondLst>
                                            <p:cond delay="1"/>
                                          </p:stCondLst>
                                        </p:cTn>
                                        <p:tgtEl>
                                          <p:spTgt spid="197"/>
                                        </p:tgtEl>
                                        <p:attrNameLst>
                                          <p:attrName>style.visibility</p:attrName>
                                        </p:attrNameLst>
                                      </p:cBhvr>
                                      <p:to>
                                        <p:strVal val="hidden"/>
                                      </p:to>
                                    </p:set>
                                  </p:childTnLst>
                                </p:cTn>
                              </p:par>
                              <p:par>
                                <p:cTn id="600" presetID="10" presetClass="entr" presetSubtype="0" fill="hold" nodeType="withEffect">
                                  <p:stCondLst>
                                    <p:cond delay="35"/>
                                  </p:stCondLst>
                                  <p:childTnLst>
                                    <p:set>
                                      <p:cBhvr>
                                        <p:cTn id="601" dur="1" fill="hold">
                                          <p:stCondLst>
                                            <p:cond delay="0"/>
                                          </p:stCondLst>
                                        </p:cTn>
                                        <p:tgtEl>
                                          <p:spTgt spid="198"/>
                                        </p:tgtEl>
                                        <p:attrNameLst>
                                          <p:attrName>style.visibility</p:attrName>
                                        </p:attrNameLst>
                                      </p:cBhvr>
                                      <p:to>
                                        <p:strVal val="visible"/>
                                      </p:to>
                                    </p:set>
                                    <p:animEffect transition="in" filter="fade">
                                      <p:cBhvr>
                                        <p:cTn id="602" dur="1" fill="hold"/>
                                        <p:tgtEl>
                                          <p:spTgt spid="198"/>
                                        </p:tgtEl>
                                      </p:cBhvr>
                                    </p:animEffect>
                                  </p:childTnLst>
                                </p:cTn>
                              </p:par>
                              <p:par>
                                <p:cTn id="603" presetID="0" presetClass="path" presetSubtype="0" fill="hold" nodeType="withEffect">
                                  <p:stCondLst>
                                    <p:cond delay="35"/>
                                  </p:stCondLst>
                                  <p:childTnLst>
                                    <p:animMotion origin="layout" path="M 0 0 L 0.204687500 -0.076388889 E" pathEditMode="relative" rAng="0">
                                      <p:cBhvr additive="base">
                                        <p:cTn id="604" dur="750" fill="hold"/>
                                        <p:tgtEl>
                                          <p:spTgt spid="198"/>
                                        </p:tgtEl>
                                        <p:attrNameLst>
                                          <p:attrName>ppt_x</p:attrName>
                                          <p:attrName>ppt_y</p:attrName>
                                        </p:attrNameLst>
                                      </p:cBhvr>
                                      <p:rCtr x="0" y="0"/>
                                    </p:animMotion>
                                  </p:childTnLst>
                                </p:cTn>
                              </p:par>
                              <p:par>
                                <p:cTn id="605" presetID="10" presetClass="exit" presetSubtype="0" fill="hold" nodeType="withEffect">
                                  <p:stCondLst>
                                    <p:cond delay="785"/>
                                  </p:stCondLst>
                                  <p:childTnLst>
                                    <p:animEffect transition="out" filter="fade">
                                      <p:cBhvr>
                                        <p:cTn id="606" dur="1" fill="hold"/>
                                        <p:tgtEl>
                                          <p:spTgt spid="198"/>
                                        </p:tgtEl>
                                      </p:cBhvr>
                                    </p:animEffect>
                                    <p:set>
                                      <p:cBhvr>
                                        <p:cTn id="607" dur="1" fill="hold">
                                          <p:stCondLst>
                                            <p:cond delay="1"/>
                                          </p:stCondLst>
                                        </p:cTn>
                                        <p:tgtEl>
                                          <p:spTgt spid="198"/>
                                        </p:tgtEl>
                                        <p:attrNameLst>
                                          <p:attrName>style.visibility</p:attrName>
                                        </p:attrNameLst>
                                      </p:cBhvr>
                                      <p:to>
                                        <p:strVal val="hidden"/>
                                      </p:to>
                                    </p:set>
                                  </p:childTnLst>
                                </p:cTn>
                              </p:par>
                              <p:par>
                                <p:cTn id="608" presetID="10" presetClass="entr" presetSubtype="0" fill="hold" nodeType="withEffect">
                                  <p:stCondLst>
                                    <p:cond delay="35"/>
                                  </p:stCondLst>
                                  <p:childTnLst>
                                    <p:set>
                                      <p:cBhvr>
                                        <p:cTn id="609" dur="1" fill="hold">
                                          <p:stCondLst>
                                            <p:cond delay="0"/>
                                          </p:stCondLst>
                                        </p:cTn>
                                        <p:tgtEl>
                                          <p:spTgt spid="199"/>
                                        </p:tgtEl>
                                        <p:attrNameLst>
                                          <p:attrName>style.visibility</p:attrName>
                                        </p:attrNameLst>
                                      </p:cBhvr>
                                      <p:to>
                                        <p:strVal val="visible"/>
                                      </p:to>
                                    </p:set>
                                    <p:animEffect transition="in" filter="fade">
                                      <p:cBhvr>
                                        <p:cTn id="610" dur="1" fill="hold"/>
                                        <p:tgtEl>
                                          <p:spTgt spid="199"/>
                                        </p:tgtEl>
                                      </p:cBhvr>
                                    </p:animEffect>
                                  </p:childTnLst>
                                </p:cTn>
                              </p:par>
                              <p:par>
                                <p:cTn id="611" presetID="0" presetClass="path" presetSubtype="0" fill="hold" nodeType="withEffect">
                                  <p:stCondLst>
                                    <p:cond delay="35"/>
                                  </p:stCondLst>
                                  <p:childTnLst>
                                    <p:animMotion origin="layout" path="M 0 0 L 0.204687500 0.076388889 E" pathEditMode="relative" rAng="0">
                                      <p:cBhvr additive="base">
                                        <p:cTn id="612" dur="750" fill="hold"/>
                                        <p:tgtEl>
                                          <p:spTgt spid="199"/>
                                        </p:tgtEl>
                                        <p:attrNameLst>
                                          <p:attrName>ppt_x</p:attrName>
                                          <p:attrName>ppt_y</p:attrName>
                                        </p:attrNameLst>
                                      </p:cBhvr>
                                      <p:rCtr x="0" y="0"/>
                                    </p:animMotion>
                                  </p:childTnLst>
                                </p:cTn>
                              </p:par>
                              <p:par>
                                <p:cTn id="613" presetID="10" presetClass="exit" presetSubtype="0" fill="hold" nodeType="withEffect">
                                  <p:stCondLst>
                                    <p:cond delay="785"/>
                                  </p:stCondLst>
                                  <p:childTnLst>
                                    <p:animEffect transition="out" filter="fade">
                                      <p:cBhvr>
                                        <p:cTn id="614" dur="1" fill="hold"/>
                                        <p:tgtEl>
                                          <p:spTgt spid="199"/>
                                        </p:tgtEl>
                                      </p:cBhvr>
                                    </p:animEffect>
                                    <p:set>
                                      <p:cBhvr>
                                        <p:cTn id="615" dur="1" fill="hold">
                                          <p:stCondLst>
                                            <p:cond delay="1"/>
                                          </p:stCondLst>
                                        </p:cTn>
                                        <p:tgtEl>
                                          <p:spTgt spid="199"/>
                                        </p:tgtEl>
                                        <p:attrNameLst>
                                          <p:attrName>style.visibility</p:attrName>
                                        </p:attrNameLst>
                                      </p:cBhvr>
                                      <p:to>
                                        <p:strVal val="hidden"/>
                                      </p:to>
                                    </p:set>
                                  </p:childTnLst>
                                </p:cTn>
                              </p:par>
                              <p:par>
                                <p:cTn id="616" presetID="10" presetClass="entr" presetSubtype="0" fill="hold" nodeType="withEffect">
                                  <p:stCondLst>
                                    <p:cond delay="35"/>
                                  </p:stCondLst>
                                  <p:childTnLst>
                                    <p:set>
                                      <p:cBhvr>
                                        <p:cTn id="617" dur="1" fill="hold">
                                          <p:stCondLst>
                                            <p:cond delay="0"/>
                                          </p:stCondLst>
                                        </p:cTn>
                                        <p:tgtEl>
                                          <p:spTgt spid="200"/>
                                        </p:tgtEl>
                                        <p:attrNameLst>
                                          <p:attrName>style.visibility</p:attrName>
                                        </p:attrNameLst>
                                      </p:cBhvr>
                                      <p:to>
                                        <p:strVal val="visible"/>
                                      </p:to>
                                    </p:set>
                                    <p:animEffect transition="in" filter="fade">
                                      <p:cBhvr>
                                        <p:cTn id="618" dur="1" fill="hold"/>
                                        <p:tgtEl>
                                          <p:spTgt spid="200"/>
                                        </p:tgtEl>
                                      </p:cBhvr>
                                    </p:animEffect>
                                  </p:childTnLst>
                                </p:cTn>
                              </p:par>
                              <p:par>
                                <p:cTn id="619" presetID="0" presetClass="path" presetSubtype="0" fill="hold" nodeType="withEffect">
                                  <p:stCondLst>
                                    <p:cond delay="35"/>
                                  </p:stCondLst>
                                  <p:childTnLst>
                                    <p:animMotion origin="layout" path="M 0 0 L 0.204687500 0.229166667 E" pathEditMode="relative" rAng="0">
                                      <p:cBhvr additive="base">
                                        <p:cTn id="620" dur="750" fill="hold"/>
                                        <p:tgtEl>
                                          <p:spTgt spid="200"/>
                                        </p:tgtEl>
                                        <p:attrNameLst>
                                          <p:attrName>ppt_x</p:attrName>
                                          <p:attrName>ppt_y</p:attrName>
                                        </p:attrNameLst>
                                      </p:cBhvr>
                                      <p:rCtr x="0" y="0"/>
                                    </p:animMotion>
                                  </p:childTnLst>
                                </p:cTn>
                              </p:par>
                              <p:par>
                                <p:cTn id="621" presetID="10" presetClass="exit" presetSubtype="0" fill="hold" nodeType="withEffect">
                                  <p:stCondLst>
                                    <p:cond delay="785"/>
                                  </p:stCondLst>
                                  <p:childTnLst>
                                    <p:animEffect transition="out" filter="fade">
                                      <p:cBhvr>
                                        <p:cTn id="622" dur="1" fill="hold"/>
                                        <p:tgtEl>
                                          <p:spTgt spid="200"/>
                                        </p:tgtEl>
                                      </p:cBhvr>
                                    </p:animEffect>
                                    <p:set>
                                      <p:cBhvr>
                                        <p:cTn id="623" dur="1" fill="hold">
                                          <p:stCondLst>
                                            <p:cond delay="1"/>
                                          </p:stCondLst>
                                        </p:cTn>
                                        <p:tgtEl>
                                          <p:spTgt spid="200"/>
                                        </p:tgtEl>
                                        <p:attrNameLst>
                                          <p:attrName>style.visibility</p:attrName>
                                        </p:attrNameLst>
                                      </p:cBhvr>
                                      <p:to>
                                        <p:strVal val="hidden"/>
                                      </p:to>
                                    </p:set>
                                  </p:childTnLst>
                                </p:cTn>
                              </p:par>
                              <p:par>
                                <p:cTn id="624" presetID="10" presetClass="entr" presetSubtype="0" fill="hold" nodeType="withEffect">
                                  <p:stCondLst>
                                    <p:cond delay="70"/>
                                  </p:stCondLst>
                                  <p:childTnLst>
                                    <p:set>
                                      <p:cBhvr>
                                        <p:cTn id="625" dur="1" fill="hold">
                                          <p:stCondLst>
                                            <p:cond delay="0"/>
                                          </p:stCondLst>
                                        </p:cTn>
                                        <p:tgtEl>
                                          <p:spTgt spid="201"/>
                                        </p:tgtEl>
                                        <p:attrNameLst>
                                          <p:attrName>style.visibility</p:attrName>
                                        </p:attrNameLst>
                                      </p:cBhvr>
                                      <p:to>
                                        <p:strVal val="visible"/>
                                      </p:to>
                                    </p:set>
                                    <p:animEffect transition="in" filter="fade">
                                      <p:cBhvr>
                                        <p:cTn id="626" dur="1" fill="hold"/>
                                        <p:tgtEl>
                                          <p:spTgt spid="201"/>
                                        </p:tgtEl>
                                      </p:cBhvr>
                                    </p:animEffect>
                                  </p:childTnLst>
                                </p:cTn>
                              </p:par>
                              <p:par>
                                <p:cTn id="627" presetID="0" presetClass="path" presetSubtype="0" fill="hold" nodeType="withEffect">
                                  <p:stCondLst>
                                    <p:cond delay="70"/>
                                  </p:stCondLst>
                                  <p:childTnLst>
                                    <p:animMotion origin="layout" path="M 0 0 L 0.204687500 -0.423611111 E" pathEditMode="relative" rAng="0">
                                      <p:cBhvr additive="base">
                                        <p:cTn id="628" dur="750" fill="hold"/>
                                        <p:tgtEl>
                                          <p:spTgt spid="201"/>
                                        </p:tgtEl>
                                        <p:attrNameLst>
                                          <p:attrName>ppt_x</p:attrName>
                                          <p:attrName>ppt_y</p:attrName>
                                        </p:attrNameLst>
                                      </p:cBhvr>
                                      <p:rCtr x="0" y="0"/>
                                    </p:animMotion>
                                  </p:childTnLst>
                                </p:cTn>
                              </p:par>
                              <p:par>
                                <p:cTn id="629" presetID="10" presetClass="exit" presetSubtype="0" fill="hold" nodeType="withEffect">
                                  <p:stCondLst>
                                    <p:cond delay="820"/>
                                  </p:stCondLst>
                                  <p:childTnLst>
                                    <p:animEffect transition="out" filter="fade">
                                      <p:cBhvr>
                                        <p:cTn id="630" dur="1" fill="hold"/>
                                        <p:tgtEl>
                                          <p:spTgt spid="201"/>
                                        </p:tgtEl>
                                      </p:cBhvr>
                                    </p:animEffect>
                                    <p:set>
                                      <p:cBhvr>
                                        <p:cTn id="631" dur="1" fill="hold">
                                          <p:stCondLst>
                                            <p:cond delay="1"/>
                                          </p:stCondLst>
                                        </p:cTn>
                                        <p:tgtEl>
                                          <p:spTgt spid="201"/>
                                        </p:tgtEl>
                                        <p:attrNameLst>
                                          <p:attrName>style.visibility</p:attrName>
                                        </p:attrNameLst>
                                      </p:cBhvr>
                                      <p:to>
                                        <p:strVal val="hidden"/>
                                      </p:to>
                                    </p:set>
                                  </p:childTnLst>
                                </p:cTn>
                              </p:par>
                              <p:par>
                                <p:cTn id="632" presetID="10" presetClass="entr" presetSubtype="0" fill="hold" nodeType="withEffect">
                                  <p:stCondLst>
                                    <p:cond delay="70"/>
                                  </p:stCondLst>
                                  <p:childTnLst>
                                    <p:set>
                                      <p:cBhvr>
                                        <p:cTn id="633" dur="1" fill="hold">
                                          <p:stCondLst>
                                            <p:cond delay="0"/>
                                          </p:stCondLst>
                                        </p:cTn>
                                        <p:tgtEl>
                                          <p:spTgt spid="202"/>
                                        </p:tgtEl>
                                        <p:attrNameLst>
                                          <p:attrName>style.visibility</p:attrName>
                                        </p:attrNameLst>
                                      </p:cBhvr>
                                      <p:to>
                                        <p:strVal val="visible"/>
                                      </p:to>
                                    </p:set>
                                    <p:animEffect transition="in" filter="fade">
                                      <p:cBhvr>
                                        <p:cTn id="634" dur="1" fill="hold"/>
                                        <p:tgtEl>
                                          <p:spTgt spid="202"/>
                                        </p:tgtEl>
                                      </p:cBhvr>
                                    </p:animEffect>
                                  </p:childTnLst>
                                </p:cTn>
                              </p:par>
                              <p:par>
                                <p:cTn id="635" presetID="0" presetClass="path" presetSubtype="0" fill="hold" nodeType="withEffect">
                                  <p:stCondLst>
                                    <p:cond delay="70"/>
                                  </p:stCondLst>
                                  <p:childTnLst>
                                    <p:animMotion origin="layout" path="M 0 0 L 0.204687500 -0.270833333 E" pathEditMode="relative" rAng="0">
                                      <p:cBhvr additive="base">
                                        <p:cTn id="636" dur="750" fill="hold"/>
                                        <p:tgtEl>
                                          <p:spTgt spid="202"/>
                                        </p:tgtEl>
                                        <p:attrNameLst>
                                          <p:attrName>ppt_x</p:attrName>
                                          <p:attrName>ppt_y</p:attrName>
                                        </p:attrNameLst>
                                      </p:cBhvr>
                                      <p:rCtr x="0" y="0"/>
                                    </p:animMotion>
                                  </p:childTnLst>
                                </p:cTn>
                              </p:par>
                              <p:par>
                                <p:cTn id="637" presetID="10" presetClass="exit" presetSubtype="0" fill="hold" nodeType="withEffect">
                                  <p:stCondLst>
                                    <p:cond delay="820"/>
                                  </p:stCondLst>
                                  <p:childTnLst>
                                    <p:animEffect transition="out" filter="fade">
                                      <p:cBhvr>
                                        <p:cTn id="638" dur="1" fill="hold"/>
                                        <p:tgtEl>
                                          <p:spTgt spid="202"/>
                                        </p:tgtEl>
                                      </p:cBhvr>
                                    </p:animEffect>
                                    <p:set>
                                      <p:cBhvr>
                                        <p:cTn id="639" dur="1" fill="hold">
                                          <p:stCondLst>
                                            <p:cond delay="1"/>
                                          </p:stCondLst>
                                        </p:cTn>
                                        <p:tgtEl>
                                          <p:spTgt spid="202"/>
                                        </p:tgtEl>
                                        <p:attrNameLst>
                                          <p:attrName>style.visibility</p:attrName>
                                        </p:attrNameLst>
                                      </p:cBhvr>
                                      <p:to>
                                        <p:strVal val="hidden"/>
                                      </p:to>
                                    </p:set>
                                  </p:childTnLst>
                                </p:cTn>
                              </p:par>
                              <p:par>
                                <p:cTn id="640" presetID="10" presetClass="entr" presetSubtype="0" fill="hold" nodeType="withEffect">
                                  <p:stCondLst>
                                    <p:cond delay="70"/>
                                  </p:stCondLst>
                                  <p:childTnLst>
                                    <p:set>
                                      <p:cBhvr>
                                        <p:cTn id="641" dur="1" fill="hold">
                                          <p:stCondLst>
                                            <p:cond delay="0"/>
                                          </p:stCondLst>
                                        </p:cTn>
                                        <p:tgtEl>
                                          <p:spTgt spid="203"/>
                                        </p:tgtEl>
                                        <p:attrNameLst>
                                          <p:attrName>style.visibility</p:attrName>
                                        </p:attrNameLst>
                                      </p:cBhvr>
                                      <p:to>
                                        <p:strVal val="visible"/>
                                      </p:to>
                                    </p:set>
                                    <p:animEffect transition="in" filter="fade">
                                      <p:cBhvr>
                                        <p:cTn id="642" dur="1" fill="hold"/>
                                        <p:tgtEl>
                                          <p:spTgt spid="203"/>
                                        </p:tgtEl>
                                      </p:cBhvr>
                                    </p:animEffect>
                                  </p:childTnLst>
                                </p:cTn>
                              </p:par>
                              <p:par>
                                <p:cTn id="643" presetID="0" presetClass="path" presetSubtype="0" fill="hold" nodeType="withEffect">
                                  <p:stCondLst>
                                    <p:cond delay="70"/>
                                  </p:stCondLst>
                                  <p:childTnLst>
                                    <p:animMotion origin="layout" path="M 0 0 L 0.204687500 -0.118055556 E" pathEditMode="relative" rAng="0">
                                      <p:cBhvr additive="base">
                                        <p:cTn id="644" dur="750" fill="hold"/>
                                        <p:tgtEl>
                                          <p:spTgt spid="203"/>
                                        </p:tgtEl>
                                        <p:attrNameLst>
                                          <p:attrName>ppt_x</p:attrName>
                                          <p:attrName>ppt_y</p:attrName>
                                        </p:attrNameLst>
                                      </p:cBhvr>
                                      <p:rCtr x="0" y="0"/>
                                    </p:animMotion>
                                  </p:childTnLst>
                                </p:cTn>
                              </p:par>
                              <p:par>
                                <p:cTn id="645" presetID="10" presetClass="exit" presetSubtype="0" fill="hold" nodeType="withEffect">
                                  <p:stCondLst>
                                    <p:cond delay="820"/>
                                  </p:stCondLst>
                                  <p:childTnLst>
                                    <p:animEffect transition="out" filter="fade">
                                      <p:cBhvr>
                                        <p:cTn id="646" dur="1" fill="hold"/>
                                        <p:tgtEl>
                                          <p:spTgt spid="203"/>
                                        </p:tgtEl>
                                      </p:cBhvr>
                                    </p:animEffect>
                                    <p:set>
                                      <p:cBhvr>
                                        <p:cTn id="647" dur="1" fill="hold">
                                          <p:stCondLst>
                                            <p:cond delay="1"/>
                                          </p:stCondLst>
                                        </p:cTn>
                                        <p:tgtEl>
                                          <p:spTgt spid="203"/>
                                        </p:tgtEl>
                                        <p:attrNameLst>
                                          <p:attrName>style.visibility</p:attrName>
                                        </p:attrNameLst>
                                      </p:cBhvr>
                                      <p:to>
                                        <p:strVal val="hidden"/>
                                      </p:to>
                                    </p:set>
                                  </p:childTnLst>
                                </p:cTn>
                              </p:par>
                              <p:par>
                                <p:cTn id="648" presetID="10" presetClass="entr" presetSubtype="0" fill="hold" nodeType="withEffect">
                                  <p:stCondLst>
                                    <p:cond delay="70"/>
                                  </p:stCondLst>
                                  <p:childTnLst>
                                    <p:set>
                                      <p:cBhvr>
                                        <p:cTn id="649" dur="1" fill="hold">
                                          <p:stCondLst>
                                            <p:cond delay="0"/>
                                          </p:stCondLst>
                                        </p:cTn>
                                        <p:tgtEl>
                                          <p:spTgt spid="204"/>
                                        </p:tgtEl>
                                        <p:attrNameLst>
                                          <p:attrName>style.visibility</p:attrName>
                                        </p:attrNameLst>
                                      </p:cBhvr>
                                      <p:to>
                                        <p:strVal val="visible"/>
                                      </p:to>
                                    </p:set>
                                    <p:animEffect transition="in" filter="fade">
                                      <p:cBhvr>
                                        <p:cTn id="650" dur="1" fill="hold"/>
                                        <p:tgtEl>
                                          <p:spTgt spid="204"/>
                                        </p:tgtEl>
                                      </p:cBhvr>
                                    </p:animEffect>
                                  </p:childTnLst>
                                </p:cTn>
                              </p:par>
                              <p:par>
                                <p:cTn id="651" presetID="0" presetClass="path" presetSubtype="0" fill="hold" nodeType="withEffect">
                                  <p:stCondLst>
                                    <p:cond delay="70"/>
                                  </p:stCondLst>
                                  <p:childTnLst>
                                    <p:animMotion origin="layout" path="M 0 0 L 0.204687500 0.034722222 E" pathEditMode="relative" rAng="0">
                                      <p:cBhvr additive="base">
                                        <p:cTn id="652" dur="750" fill="hold"/>
                                        <p:tgtEl>
                                          <p:spTgt spid="204"/>
                                        </p:tgtEl>
                                        <p:attrNameLst>
                                          <p:attrName>ppt_x</p:attrName>
                                          <p:attrName>ppt_y</p:attrName>
                                        </p:attrNameLst>
                                      </p:cBhvr>
                                      <p:rCtr x="0" y="0"/>
                                    </p:animMotion>
                                  </p:childTnLst>
                                </p:cTn>
                              </p:par>
                              <p:par>
                                <p:cTn id="653" presetID="10" presetClass="exit" presetSubtype="0" fill="hold" nodeType="withEffect">
                                  <p:stCondLst>
                                    <p:cond delay="820"/>
                                  </p:stCondLst>
                                  <p:childTnLst>
                                    <p:animEffect transition="out" filter="fade">
                                      <p:cBhvr>
                                        <p:cTn id="654" dur="1" fill="hold"/>
                                        <p:tgtEl>
                                          <p:spTgt spid="204"/>
                                        </p:tgtEl>
                                      </p:cBhvr>
                                    </p:animEffect>
                                    <p:set>
                                      <p:cBhvr>
                                        <p:cTn id="655" dur="1" fill="hold">
                                          <p:stCondLst>
                                            <p:cond delay="1"/>
                                          </p:stCondLst>
                                        </p:cTn>
                                        <p:tgtEl>
                                          <p:spTgt spid="204"/>
                                        </p:tgtEl>
                                        <p:attrNameLst>
                                          <p:attrName>style.visibility</p:attrName>
                                        </p:attrNameLst>
                                      </p:cBhvr>
                                      <p:to>
                                        <p:strVal val="hidden"/>
                                      </p:to>
                                    </p:set>
                                  </p:childTnLst>
                                </p:cTn>
                              </p:par>
                              <p:par>
                                <p:cTn id="656" presetID="10" presetClass="entr" presetSubtype="0" fill="hold" nodeType="withEffect">
                                  <p:stCondLst>
                                    <p:cond delay="930"/>
                                  </p:stCondLst>
                                  <p:childTnLst>
                                    <p:set>
                                      <p:cBhvr>
                                        <p:cTn id="657" dur="1" fill="hold">
                                          <p:stCondLst>
                                            <p:cond delay="0"/>
                                          </p:stCondLst>
                                        </p:cTn>
                                        <p:tgtEl>
                                          <p:spTgt spid="162"/>
                                        </p:tgtEl>
                                        <p:attrNameLst>
                                          <p:attrName>style.visibility</p:attrName>
                                        </p:attrNameLst>
                                      </p:cBhvr>
                                      <p:to>
                                        <p:strVal val="visible"/>
                                      </p:to>
                                    </p:set>
                                    <p:animEffect transition="in" filter="fade">
                                      <p:cBhvr>
                                        <p:cTn id="658" dur="250" fill="hold"/>
                                        <p:tgtEl>
                                          <p:spTgt spid="162"/>
                                        </p:tgtEl>
                                      </p:cBhvr>
                                    </p:animEffect>
                                  </p:childTnLst>
                                </p:cTn>
                              </p:par>
                              <p:par>
                                <p:cTn id="659" presetID="6" presetClass="emph" presetSubtype="0" fill="hold" nodeType="withEffect">
                                  <p:stCondLst>
                                    <p:cond delay="1200"/>
                                  </p:stCondLst>
                                  <p:childTnLst>
                                    <p:animScale>
                                      <p:cBhvr additive="base">
                                        <p:cTn id="660" dur="360" repeatCount="2000" autoRev="1" fill="hold"/>
                                        <p:tgtEl>
                                          <p:spTgt spid="162"/>
                                        </p:tgtEl>
                                      </p:cBhvr>
                                      <p:by x="118000" y="118000"/>
                                    </p:animScale>
                                  </p:childTnLst>
                                </p:cTn>
                              </p:par>
                              <p:par>
                                <p:cTn id="661" presetID="10" presetClass="entr" presetSubtype="0" fill="hold" nodeType="withEffect">
                                  <p:stCondLst>
                                    <p:cond delay="1020"/>
                                  </p:stCondLst>
                                  <p:childTnLst>
                                    <p:set>
                                      <p:cBhvr>
                                        <p:cTn id="662" dur="1" fill="hold">
                                          <p:stCondLst>
                                            <p:cond delay="0"/>
                                          </p:stCondLst>
                                        </p:cTn>
                                        <p:tgtEl>
                                          <p:spTgt spid="163"/>
                                        </p:tgtEl>
                                        <p:attrNameLst>
                                          <p:attrName>style.visibility</p:attrName>
                                        </p:attrNameLst>
                                      </p:cBhvr>
                                      <p:to>
                                        <p:strVal val="visible"/>
                                      </p:to>
                                    </p:set>
                                    <p:animEffect transition="in" filter="fade">
                                      <p:cBhvr>
                                        <p:cTn id="663" dur="250" fill="hold"/>
                                        <p:tgtEl>
                                          <p:spTgt spid="163"/>
                                        </p:tgtEl>
                                      </p:cBhvr>
                                    </p:animEffect>
                                  </p:childTnLst>
                                </p:cTn>
                              </p:par>
                              <p:par>
                                <p:cTn id="664" presetID="6" presetClass="emph" presetSubtype="0" fill="hold" nodeType="withEffect">
                                  <p:stCondLst>
                                    <p:cond delay="1290"/>
                                  </p:stCondLst>
                                  <p:childTnLst>
                                    <p:animScale>
                                      <p:cBhvr additive="base">
                                        <p:cTn id="665" dur="360" repeatCount="2000" autoRev="1" fill="hold"/>
                                        <p:tgtEl>
                                          <p:spTgt spid="163"/>
                                        </p:tgtEl>
                                      </p:cBhvr>
                                      <p:by x="118000" y="118000"/>
                                    </p:animScale>
                                  </p:childTnLst>
                                </p:cTn>
                              </p:par>
                              <p:par>
                                <p:cTn id="666" presetID="10" presetClass="entr" presetSubtype="0" fill="hold" nodeType="withEffect">
                                  <p:stCondLst>
                                    <p:cond delay="1110"/>
                                  </p:stCondLst>
                                  <p:childTnLst>
                                    <p:set>
                                      <p:cBhvr>
                                        <p:cTn id="667" dur="1" fill="hold">
                                          <p:stCondLst>
                                            <p:cond delay="0"/>
                                          </p:stCondLst>
                                        </p:cTn>
                                        <p:tgtEl>
                                          <p:spTgt spid="164"/>
                                        </p:tgtEl>
                                        <p:attrNameLst>
                                          <p:attrName>style.visibility</p:attrName>
                                        </p:attrNameLst>
                                      </p:cBhvr>
                                      <p:to>
                                        <p:strVal val="visible"/>
                                      </p:to>
                                    </p:set>
                                    <p:animEffect transition="in" filter="fade">
                                      <p:cBhvr>
                                        <p:cTn id="668" dur="250" fill="hold"/>
                                        <p:tgtEl>
                                          <p:spTgt spid="164"/>
                                        </p:tgtEl>
                                      </p:cBhvr>
                                    </p:animEffect>
                                  </p:childTnLst>
                                </p:cTn>
                              </p:par>
                              <p:par>
                                <p:cTn id="669" presetID="6" presetClass="emph" presetSubtype="0" fill="hold" nodeType="withEffect">
                                  <p:stCondLst>
                                    <p:cond delay="1380"/>
                                  </p:stCondLst>
                                  <p:childTnLst>
                                    <p:animScale>
                                      <p:cBhvr additive="base">
                                        <p:cTn id="670" dur="360" repeatCount="2000" autoRev="1" fill="hold"/>
                                        <p:tgtEl>
                                          <p:spTgt spid="164"/>
                                        </p:tgtEl>
                                      </p:cBhvr>
                                      <p:by x="118000" y="118000"/>
                                    </p:animScale>
                                  </p:childTnLst>
                                </p:cTn>
                              </p:par>
                              <p:par>
                                <p:cTn id="671" presetID="10" presetClass="entr" presetSubtype="0" fill="hold" nodeType="withEffect">
                                  <p:stCondLst>
                                    <p:cond delay="1200"/>
                                  </p:stCondLst>
                                  <p:childTnLst>
                                    <p:set>
                                      <p:cBhvr>
                                        <p:cTn id="672" dur="1" fill="hold">
                                          <p:stCondLst>
                                            <p:cond delay="0"/>
                                          </p:stCondLst>
                                        </p:cTn>
                                        <p:tgtEl>
                                          <p:spTgt spid="165"/>
                                        </p:tgtEl>
                                        <p:attrNameLst>
                                          <p:attrName>style.visibility</p:attrName>
                                        </p:attrNameLst>
                                      </p:cBhvr>
                                      <p:to>
                                        <p:strVal val="visible"/>
                                      </p:to>
                                    </p:set>
                                    <p:animEffect transition="in" filter="fade">
                                      <p:cBhvr>
                                        <p:cTn id="673" dur="250" fill="hold"/>
                                        <p:tgtEl>
                                          <p:spTgt spid="165"/>
                                        </p:tgtEl>
                                      </p:cBhvr>
                                    </p:animEffect>
                                  </p:childTnLst>
                                </p:cTn>
                              </p:par>
                              <p:par>
                                <p:cTn id="674" presetID="6" presetClass="emph" presetSubtype="0" fill="hold" nodeType="withEffect">
                                  <p:stCondLst>
                                    <p:cond delay="1470"/>
                                  </p:stCondLst>
                                  <p:childTnLst>
                                    <p:animScale>
                                      <p:cBhvr additive="base">
                                        <p:cTn id="675" dur="360" repeatCount="2000" autoRev="1" fill="hold"/>
                                        <p:tgtEl>
                                          <p:spTgt spid="165"/>
                                        </p:tgtEl>
                                      </p:cBhvr>
                                      <p:by x="118000" y="118000"/>
                                    </p:animScale>
                                  </p:childTnLst>
                                </p:cTn>
                              </p:par>
                            </p:childTnLst>
                          </p:cTn>
                        </p:par>
                      </p:childTnLst>
                    </p:cTn>
                  </p:par>
                  <p:par>
                    <p:cTn id="676" fill="hold">
                      <p:stCondLst>
                        <p:cond delay="indefinite"/>
                      </p:stCondLst>
                      <p:childTnLst>
                        <p:par>
                          <p:cTn id="677" fill="hold">
                            <p:stCondLst>
                              <p:cond delay="0"/>
                            </p:stCondLst>
                            <p:childTnLst>
                              <p:par>
                                <p:cTn id="678" presetID="10" presetClass="entr" presetSubtype="0" fill="hold" nodeType="clickEffect">
                                  <p:stCondLst>
                                    <p:cond delay="0"/>
                                  </p:stCondLst>
                                  <p:childTnLst>
                                    <p:set>
                                      <p:cBhvr>
                                        <p:cTn id="679" dur="1" fill="hold">
                                          <p:stCondLst>
                                            <p:cond delay="0"/>
                                          </p:stCondLst>
                                        </p:cTn>
                                        <p:tgtEl>
                                          <p:spTgt spid="205"/>
                                        </p:tgtEl>
                                        <p:attrNameLst>
                                          <p:attrName>style.visibility</p:attrName>
                                        </p:attrNameLst>
                                      </p:cBhvr>
                                      <p:to>
                                        <p:strVal val="visible"/>
                                      </p:to>
                                    </p:set>
                                    <p:animEffect transition="in" filter="fade">
                                      <p:cBhvr>
                                        <p:cTn id="680" dur="1" fill="hold"/>
                                        <p:tgtEl>
                                          <p:spTgt spid="205"/>
                                        </p:tgtEl>
                                      </p:cBhvr>
                                    </p:animEffect>
                                  </p:childTnLst>
                                </p:cTn>
                              </p:par>
                              <p:par>
                                <p:cTn id="681" presetID="0" presetClass="path" presetSubtype="0" fill="hold" nodeType="withEffect">
                                  <p:stCondLst>
                                    <p:cond delay="0"/>
                                  </p:stCondLst>
                                  <p:childTnLst>
                                    <p:animMotion origin="layout" path="M 0 0 L 0.197656250 0.034722222 E" pathEditMode="relative" rAng="0">
                                      <p:cBhvr additive="base">
                                        <p:cTn id="682" dur="750" fill="hold"/>
                                        <p:tgtEl>
                                          <p:spTgt spid="205"/>
                                        </p:tgtEl>
                                        <p:attrNameLst>
                                          <p:attrName>ppt_x</p:attrName>
                                          <p:attrName>ppt_y</p:attrName>
                                        </p:attrNameLst>
                                      </p:cBhvr>
                                      <p:rCtr x="0" y="0"/>
                                    </p:animMotion>
                                  </p:childTnLst>
                                </p:cTn>
                              </p:par>
                              <p:par>
                                <p:cTn id="683" presetID="10" presetClass="exit" presetSubtype="0" fill="hold" nodeType="withEffect">
                                  <p:stCondLst>
                                    <p:cond delay="750"/>
                                  </p:stCondLst>
                                  <p:childTnLst>
                                    <p:animEffect transition="out" filter="fade">
                                      <p:cBhvr>
                                        <p:cTn id="684" dur="1" fill="hold"/>
                                        <p:tgtEl>
                                          <p:spTgt spid="205"/>
                                        </p:tgtEl>
                                      </p:cBhvr>
                                    </p:animEffect>
                                    <p:set>
                                      <p:cBhvr>
                                        <p:cTn id="685" dur="1" fill="hold">
                                          <p:stCondLst>
                                            <p:cond delay="1"/>
                                          </p:stCondLst>
                                        </p:cTn>
                                        <p:tgtEl>
                                          <p:spTgt spid="205"/>
                                        </p:tgtEl>
                                        <p:attrNameLst>
                                          <p:attrName>style.visibility</p:attrName>
                                        </p:attrNameLst>
                                      </p:cBhvr>
                                      <p:to>
                                        <p:strVal val="hidden"/>
                                      </p:to>
                                    </p:set>
                                  </p:childTnLst>
                                </p:cTn>
                              </p:par>
                              <p:par>
                                <p:cTn id="686" presetID="10" presetClass="entr" presetSubtype="0" fill="hold" nodeType="withEffect">
                                  <p:stCondLst>
                                    <p:cond delay="0"/>
                                  </p:stCondLst>
                                  <p:childTnLst>
                                    <p:set>
                                      <p:cBhvr>
                                        <p:cTn id="687" dur="1" fill="hold">
                                          <p:stCondLst>
                                            <p:cond delay="0"/>
                                          </p:stCondLst>
                                        </p:cTn>
                                        <p:tgtEl>
                                          <p:spTgt spid="206"/>
                                        </p:tgtEl>
                                        <p:attrNameLst>
                                          <p:attrName>style.visibility</p:attrName>
                                        </p:attrNameLst>
                                      </p:cBhvr>
                                      <p:to>
                                        <p:strVal val="visible"/>
                                      </p:to>
                                    </p:set>
                                    <p:animEffect transition="in" filter="fade">
                                      <p:cBhvr>
                                        <p:cTn id="688" dur="1" fill="hold"/>
                                        <p:tgtEl>
                                          <p:spTgt spid="206"/>
                                        </p:tgtEl>
                                      </p:cBhvr>
                                    </p:animEffect>
                                  </p:childTnLst>
                                </p:cTn>
                              </p:par>
                              <p:par>
                                <p:cTn id="689" presetID="0" presetClass="path" presetSubtype="0" fill="hold" nodeType="withEffect">
                                  <p:stCondLst>
                                    <p:cond delay="0"/>
                                  </p:stCondLst>
                                  <p:childTnLst>
                                    <p:animMotion origin="layout" path="M 0 0 L 0.197656250 0.229166667 E" pathEditMode="relative" rAng="0">
                                      <p:cBhvr additive="base">
                                        <p:cTn id="690" dur="750" fill="hold"/>
                                        <p:tgtEl>
                                          <p:spTgt spid="206"/>
                                        </p:tgtEl>
                                        <p:attrNameLst>
                                          <p:attrName>ppt_x</p:attrName>
                                          <p:attrName>ppt_y</p:attrName>
                                        </p:attrNameLst>
                                      </p:cBhvr>
                                      <p:rCtr x="0" y="0"/>
                                    </p:animMotion>
                                  </p:childTnLst>
                                </p:cTn>
                              </p:par>
                              <p:par>
                                <p:cTn id="691" presetID="10" presetClass="exit" presetSubtype="0" fill="hold" nodeType="withEffect">
                                  <p:stCondLst>
                                    <p:cond delay="750"/>
                                  </p:stCondLst>
                                  <p:childTnLst>
                                    <p:animEffect transition="out" filter="fade">
                                      <p:cBhvr>
                                        <p:cTn id="692" dur="1" fill="hold"/>
                                        <p:tgtEl>
                                          <p:spTgt spid="206"/>
                                        </p:tgtEl>
                                      </p:cBhvr>
                                    </p:animEffect>
                                    <p:set>
                                      <p:cBhvr>
                                        <p:cTn id="693" dur="1" fill="hold">
                                          <p:stCondLst>
                                            <p:cond delay="1"/>
                                          </p:stCondLst>
                                        </p:cTn>
                                        <p:tgtEl>
                                          <p:spTgt spid="206"/>
                                        </p:tgtEl>
                                        <p:attrNameLst>
                                          <p:attrName>style.visibility</p:attrName>
                                        </p:attrNameLst>
                                      </p:cBhvr>
                                      <p:to>
                                        <p:strVal val="hidden"/>
                                      </p:to>
                                    </p:set>
                                  </p:childTnLst>
                                </p:cTn>
                              </p:par>
                              <p:par>
                                <p:cTn id="694" presetID="10" presetClass="entr" presetSubtype="0" fill="hold" nodeType="withEffect">
                                  <p:stCondLst>
                                    <p:cond delay="0"/>
                                  </p:stCondLst>
                                  <p:childTnLst>
                                    <p:set>
                                      <p:cBhvr>
                                        <p:cTn id="695" dur="1" fill="hold">
                                          <p:stCondLst>
                                            <p:cond delay="0"/>
                                          </p:stCondLst>
                                        </p:cTn>
                                        <p:tgtEl>
                                          <p:spTgt spid="207"/>
                                        </p:tgtEl>
                                        <p:attrNameLst>
                                          <p:attrName>style.visibility</p:attrName>
                                        </p:attrNameLst>
                                      </p:cBhvr>
                                      <p:to>
                                        <p:strVal val="visible"/>
                                      </p:to>
                                    </p:set>
                                    <p:animEffect transition="in" filter="fade">
                                      <p:cBhvr>
                                        <p:cTn id="696" dur="1" fill="hold"/>
                                        <p:tgtEl>
                                          <p:spTgt spid="207"/>
                                        </p:tgtEl>
                                      </p:cBhvr>
                                    </p:animEffect>
                                  </p:childTnLst>
                                </p:cTn>
                              </p:par>
                              <p:par>
                                <p:cTn id="697" presetID="0" presetClass="path" presetSubtype="0" fill="hold" nodeType="withEffect">
                                  <p:stCondLst>
                                    <p:cond delay="0"/>
                                  </p:stCondLst>
                                  <p:childTnLst>
                                    <p:animMotion origin="layout" path="M 0 0 L 0.197656250 0.423611111 E" pathEditMode="relative" rAng="0">
                                      <p:cBhvr additive="base">
                                        <p:cTn id="698" dur="750" fill="hold"/>
                                        <p:tgtEl>
                                          <p:spTgt spid="207"/>
                                        </p:tgtEl>
                                        <p:attrNameLst>
                                          <p:attrName>ppt_x</p:attrName>
                                          <p:attrName>ppt_y</p:attrName>
                                        </p:attrNameLst>
                                      </p:cBhvr>
                                      <p:rCtr x="0" y="0"/>
                                    </p:animMotion>
                                  </p:childTnLst>
                                </p:cTn>
                              </p:par>
                              <p:par>
                                <p:cTn id="699" presetID="10" presetClass="exit" presetSubtype="0" fill="hold" nodeType="withEffect">
                                  <p:stCondLst>
                                    <p:cond delay="750"/>
                                  </p:stCondLst>
                                  <p:childTnLst>
                                    <p:animEffect transition="out" filter="fade">
                                      <p:cBhvr>
                                        <p:cTn id="700" dur="1" fill="hold"/>
                                        <p:tgtEl>
                                          <p:spTgt spid="207"/>
                                        </p:tgtEl>
                                      </p:cBhvr>
                                    </p:animEffect>
                                    <p:set>
                                      <p:cBhvr>
                                        <p:cTn id="701" dur="1" fill="hold">
                                          <p:stCondLst>
                                            <p:cond delay="1"/>
                                          </p:stCondLst>
                                        </p:cTn>
                                        <p:tgtEl>
                                          <p:spTgt spid="207"/>
                                        </p:tgtEl>
                                        <p:attrNameLst>
                                          <p:attrName>style.visibility</p:attrName>
                                        </p:attrNameLst>
                                      </p:cBhvr>
                                      <p:to>
                                        <p:strVal val="hidden"/>
                                      </p:to>
                                    </p:set>
                                  </p:childTnLst>
                                </p:cTn>
                              </p:par>
                              <p:par>
                                <p:cTn id="702" presetID="10" presetClass="entr" presetSubtype="0" fill="hold" nodeType="withEffect">
                                  <p:stCondLst>
                                    <p:cond delay="35"/>
                                  </p:stCondLst>
                                  <p:childTnLst>
                                    <p:set>
                                      <p:cBhvr>
                                        <p:cTn id="703" dur="1" fill="hold">
                                          <p:stCondLst>
                                            <p:cond delay="0"/>
                                          </p:stCondLst>
                                        </p:cTn>
                                        <p:tgtEl>
                                          <p:spTgt spid="208"/>
                                        </p:tgtEl>
                                        <p:attrNameLst>
                                          <p:attrName>style.visibility</p:attrName>
                                        </p:attrNameLst>
                                      </p:cBhvr>
                                      <p:to>
                                        <p:strVal val="visible"/>
                                      </p:to>
                                    </p:set>
                                    <p:animEffect transition="in" filter="fade">
                                      <p:cBhvr>
                                        <p:cTn id="704" dur="1" fill="hold"/>
                                        <p:tgtEl>
                                          <p:spTgt spid="208"/>
                                        </p:tgtEl>
                                      </p:cBhvr>
                                    </p:animEffect>
                                  </p:childTnLst>
                                </p:cTn>
                              </p:par>
                              <p:par>
                                <p:cTn id="705" presetID="0" presetClass="path" presetSubtype="0" fill="hold" nodeType="withEffect">
                                  <p:stCondLst>
                                    <p:cond delay="35"/>
                                  </p:stCondLst>
                                  <p:childTnLst>
                                    <p:animMotion origin="layout" path="M 0 0 L 0.197656250 -0.118055556 E" pathEditMode="relative" rAng="0">
                                      <p:cBhvr additive="base">
                                        <p:cTn id="706" dur="750" fill="hold"/>
                                        <p:tgtEl>
                                          <p:spTgt spid="208"/>
                                        </p:tgtEl>
                                        <p:attrNameLst>
                                          <p:attrName>ppt_x</p:attrName>
                                          <p:attrName>ppt_y</p:attrName>
                                        </p:attrNameLst>
                                      </p:cBhvr>
                                      <p:rCtr x="0" y="0"/>
                                    </p:animMotion>
                                  </p:childTnLst>
                                </p:cTn>
                              </p:par>
                              <p:par>
                                <p:cTn id="707" presetID="10" presetClass="exit" presetSubtype="0" fill="hold" nodeType="withEffect">
                                  <p:stCondLst>
                                    <p:cond delay="785"/>
                                  </p:stCondLst>
                                  <p:childTnLst>
                                    <p:animEffect transition="out" filter="fade">
                                      <p:cBhvr>
                                        <p:cTn id="708" dur="1" fill="hold"/>
                                        <p:tgtEl>
                                          <p:spTgt spid="208"/>
                                        </p:tgtEl>
                                      </p:cBhvr>
                                    </p:animEffect>
                                    <p:set>
                                      <p:cBhvr>
                                        <p:cTn id="709" dur="1" fill="hold">
                                          <p:stCondLst>
                                            <p:cond delay="1"/>
                                          </p:stCondLst>
                                        </p:cTn>
                                        <p:tgtEl>
                                          <p:spTgt spid="208"/>
                                        </p:tgtEl>
                                        <p:attrNameLst>
                                          <p:attrName>style.visibility</p:attrName>
                                        </p:attrNameLst>
                                      </p:cBhvr>
                                      <p:to>
                                        <p:strVal val="hidden"/>
                                      </p:to>
                                    </p:set>
                                  </p:childTnLst>
                                </p:cTn>
                              </p:par>
                              <p:par>
                                <p:cTn id="710" presetID="10" presetClass="entr" presetSubtype="0" fill="hold" nodeType="withEffect">
                                  <p:stCondLst>
                                    <p:cond delay="35"/>
                                  </p:stCondLst>
                                  <p:childTnLst>
                                    <p:set>
                                      <p:cBhvr>
                                        <p:cTn id="711" dur="1" fill="hold">
                                          <p:stCondLst>
                                            <p:cond delay="0"/>
                                          </p:stCondLst>
                                        </p:cTn>
                                        <p:tgtEl>
                                          <p:spTgt spid="209"/>
                                        </p:tgtEl>
                                        <p:attrNameLst>
                                          <p:attrName>style.visibility</p:attrName>
                                        </p:attrNameLst>
                                      </p:cBhvr>
                                      <p:to>
                                        <p:strVal val="visible"/>
                                      </p:to>
                                    </p:set>
                                    <p:animEffect transition="in" filter="fade">
                                      <p:cBhvr>
                                        <p:cTn id="712" dur="1" fill="hold"/>
                                        <p:tgtEl>
                                          <p:spTgt spid="209"/>
                                        </p:tgtEl>
                                      </p:cBhvr>
                                    </p:animEffect>
                                  </p:childTnLst>
                                </p:cTn>
                              </p:par>
                              <p:par>
                                <p:cTn id="713" presetID="0" presetClass="path" presetSubtype="0" fill="hold" nodeType="withEffect">
                                  <p:stCondLst>
                                    <p:cond delay="35"/>
                                  </p:stCondLst>
                                  <p:childTnLst>
                                    <p:animMotion origin="layout" path="M 0 0 L 0.197656250 0.076388889 E" pathEditMode="relative" rAng="0">
                                      <p:cBhvr additive="base">
                                        <p:cTn id="714" dur="750" fill="hold"/>
                                        <p:tgtEl>
                                          <p:spTgt spid="209"/>
                                        </p:tgtEl>
                                        <p:attrNameLst>
                                          <p:attrName>ppt_x</p:attrName>
                                          <p:attrName>ppt_y</p:attrName>
                                        </p:attrNameLst>
                                      </p:cBhvr>
                                      <p:rCtr x="0" y="0"/>
                                    </p:animMotion>
                                  </p:childTnLst>
                                </p:cTn>
                              </p:par>
                              <p:par>
                                <p:cTn id="715" presetID="10" presetClass="exit" presetSubtype="0" fill="hold" nodeType="withEffect">
                                  <p:stCondLst>
                                    <p:cond delay="785"/>
                                  </p:stCondLst>
                                  <p:childTnLst>
                                    <p:animEffect transition="out" filter="fade">
                                      <p:cBhvr>
                                        <p:cTn id="716" dur="1" fill="hold"/>
                                        <p:tgtEl>
                                          <p:spTgt spid="209"/>
                                        </p:tgtEl>
                                      </p:cBhvr>
                                    </p:animEffect>
                                    <p:set>
                                      <p:cBhvr>
                                        <p:cTn id="717" dur="1" fill="hold">
                                          <p:stCondLst>
                                            <p:cond delay="1"/>
                                          </p:stCondLst>
                                        </p:cTn>
                                        <p:tgtEl>
                                          <p:spTgt spid="209"/>
                                        </p:tgtEl>
                                        <p:attrNameLst>
                                          <p:attrName>style.visibility</p:attrName>
                                        </p:attrNameLst>
                                      </p:cBhvr>
                                      <p:to>
                                        <p:strVal val="hidden"/>
                                      </p:to>
                                    </p:set>
                                  </p:childTnLst>
                                </p:cTn>
                              </p:par>
                              <p:par>
                                <p:cTn id="718" presetID="10" presetClass="entr" presetSubtype="0" fill="hold" nodeType="withEffect">
                                  <p:stCondLst>
                                    <p:cond delay="35"/>
                                  </p:stCondLst>
                                  <p:childTnLst>
                                    <p:set>
                                      <p:cBhvr>
                                        <p:cTn id="719" dur="1" fill="hold">
                                          <p:stCondLst>
                                            <p:cond delay="0"/>
                                          </p:stCondLst>
                                        </p:cTn>
                                        <p:tgtEl>
                                          <p:spTgt spid="210"/>
                                        </p:tgtEl>
                                        <p:attrNameLst>
                                          <p:attrName>style.visibility</p:attrName>
                                        </p:attrNameLst>
                                      </p:cBhvr>
                                      <p:to>
                                        <p:strVal val="visible"/>
                                      </p:to>
                                    </p:set>
                                    <p:animEffect transition="in" filter="fade">
                                      <p:cBhvr>
                                        <p:cTn id="720" dur="1" fill="hold"/>
                                        <p:tgtEl>
                                          <p:spTgt spid="210"/>
                                        </p:tgtEl>
                                      </p:cBhvr>
                                    </p:animEffect>
                                  </p:childTnLst>
                                </p:cTn>
                              </p:par>
                              <p:par>
                                <p:cTn id="721" presetID="0" presetClass="path" presetSubtype="0" fill="hold" nodeType="withEffect">
                                  <p:stCondLst>
                                    <p:cond delay="35"/>
                                  </p:stCondLst>
                                  <p:childTnLst>
                                    <p:animMotion origin="layout" path="M 0 0 L 0.197656250 0.270833333 E" pathEditMode="relative" rAng="0">
                                      <p:cBhvr additive="base">
                                        <p:cTn id="722" dur="750" fill="hold"/>
                                        <p:tgtEl>
                                          <p:spTgt spid="210"/>
                                        </p:tgtEl>
                                        <p:attrNameLst>
                                          <p:attrName>ppt_x</p:attrName>
                                          <p:attrName>ppt_y</p:attrName>
                                        </p:attrNameLst>
                                      </p:cBhvr>
                                      <p:rCtr x="0" y="0"/>
                                    </p:animMotion>
                                  </p:childTnLst>
                                </p:cTn>
                              </p:par>
                              <p:par>
                                <p:cTn id="723" presetID="10" presetClass="exit" presetSubtype="0" fill="hold" nodeType="withEffect">
                                  <p:stCondLst>
                                    <p:cond delay="785"/>
                                  </p:stCondLst>
                                  <p:childTnLst>
                                    <p:animEffect transition="out" filter="fade">
                                      <p:cBhvr>
                                        <p:cTn id="724" dur="1" fill="hold"/>
                                        <p:tgtEl>
                                          <p:spTgt spid="210"/>
                                        </p:tgtEl>
                                      </p:cBhvr>
                                    </p:animEffect>
                                    <p:set>
                                      <p:cBhvr>
                                        <p:cTn id="725" dur="1" fill="hold">
                                          <p:stCondLst>
                                            <p:cond delay="1"/>
                                          </p:stCondLst>
                                        </p:cTn>
                                        <p:tgtEl>
                                          <p:spTgt spid="210"/>
                                        </p:tgtEl>
                                        <p:attrNameLst>
                                          <p:attrName>style.visibility</p:attrName>
                                        </p:attrNameLst>
                                      </p:cBhvr>
                                      <p:to>
                                        <p:strVal val="hidden"/>
                                      </p:to>
                                    </p:set>
                                  </p:childTnLst>
                                </p:cTn>
                              </p:par>
                              <p:par>
                                <p:cTn id="726" presetID="10" presetClass="entr" presetSubtype="0" fill="hold" nodeType="withEffect">
                                  <p:stCondLst>
                                    <p:cond delay="70"/>
                                  </p:stCondLst>
                                  <p:childTnLst>
                                    <p:set>
                                      <p:cBhvr>
                                        <p:cTn id="727" dur="1" fill="hold">
                                          <p:stCondLst>
                                            <p:cond delay="0"/>
                                          </p:stCondLst>
                                        </p:cTn>
                                        <p:tgtEl>
                                          <p:spTgt spid="211"/>
                                        </p:tgtEl>
                                        <p:attrNameLst>
                                          <p:attrName>style.visibility</p:attrName>
                                        </p:attrNameLst>
                                      </p:cBhvr>
                                      <p:to>
                                        <p:strVal val="visible"/>
                                      </p:to>
                                    </p:set>
                                    <p:animEffect transition="in" filter="fade">
                                      <p:cBhvr>
                                        <p:cTn id="728" dur="1" fill="hold"/>
                                        <p:tgtEl>
                                          <p:spTgt spid="211"/>
                                        </p:tgtEl>
                                      </p:cBhvr>
                                    </p:animEffect>
                                  </p:childTnLst>
                                </p:cTn>
                              </p:par>
                              <p:par>
                                <p:cTn id="729" presetID="0" presetClass="path" presetSubtype="0" fill="hold" nodeType="withEffect">
                                  <p:stCondLst>
                                    <p:cond delay="70"/>
                                  </p:stCondLst>
                                  <p:childTnLst>
                                    <p:animMotion origin="layout" path="M 0 0 L 0.197656250 -0.270833333 E" pathEditMode="relative" rAng="0">
                                      <p:cBhvr additive="base">
                                        <p:cTn id="730" dur="750" fill="hold"/>
                                        <p:tgtEl>
                                          <p:spTgt spid="211"/>
                                        </p:tgtEl>
                                        <p:attrNameLst>
                                          <p:attrName>ppt_x</p:attrName>
                                          <p:attrName>ppt_y</p:attrName>
                                        </p:attrNameLst>
                                      </p:cBhvr>
                                      <p:rCtr x="0" y="0"/>
                                    </p:animMotion>
                                  </p:childTnLst>
                                </p:cTn>
                              </p:par>
                              <p:par>
                                <p:cTn id="731" presetID="10" presetClass="exit" presetSubtype="0" fill="hold" nodeType="withEffect">
                                  <p:stCondLst>
                                    <p:cond delay="820"/>
                                  </p:stCondLst>
                                  <p:childTnLst>
                                    <p:animEffect transition="out" filter="fade">
                                      <p:cBhvr>
                                        <p:cTn id="732" dur="1" fill="hold"/>
                                        <p:tgtEl>
                                          <p:spTgt spid="211"/>
                                        </p:tgtEl>
                                      </p:cBhvr>
                                    </p:animEffect>
                                    <p:set>
                                      <p:cBhvr>
                                        <p:cTn id="733" dur="1" fill="hold">
                                          <p:stCondLst>
                                            <p:cond delay="1"/>
                                          </p:stCondLst>
                                        </p:cTn>
                                        <p:tgtEl>
                                          <p:spTgt spid="211"/>
                                        </p:tgtEl>
                                        <p:attrNameLst>
                                          <p:attrName>style.visibility</p:attrName>
                                        </p:attrNameLst>
                                      </p:cBhvr>
                                      <p:to>
                                        <p:strVal val="hidden"/>
                                      </p:to>
                                    </p:set>
                                  </p:childTnLst>
                                </p:cTn>
                              </p:par>
                              <p:par>
                                <p:cTn id="734" presetID="10" presetClass="entr" presetSubtype="0" fill="hold" nodeType="withEffect">
                                  <p:stCondLst>
                                    <p:cond delay="70"/>
                                  </p:stCondLst>
                                  <p:childTnLst>
                                    <p:set>
                                      <p:cBhvr>
                                        <p:cTn id="735" dur="1" fill="hold">
                                          <p:stCondLst>
                                            <p:cond delay="0"/>
                                          </p:stCondLst>
                                        </p:cTn>
                                        <p:tgtEl>
                                          <p:spTgt spid="212"/>
                                        </p:tgtEl>
                                        <p:attrNameLst>
                                          <p:attrName>style.visibility</p:attrName>
                                        </p:attrNameLst>
                                      </p:cBhvr>
                                      <p:to>
                                        <p:strVal val="visible"/>
                                      </p:to>
                                    </p:set>
                                    <p:animEffect transition="in" filter="fade">
                                      <p:cBhvr>
                                        <p:cTn id="736" dur="1" fill="hold"/>
                                        <p:tgtEl>
                                          <p:spTgt spid="212"/>
                                        </p:tgtEl>
                                      </p:cBhvr>
                                    </p:animEffect>
                                  </p:childTnLst>
                                </p:cTn>
                              </p:par>
                              <p:par>
                                <p:cTn id="737" presetID="0" presetClass="path" presetSubtype="0" fill="hold" nodeType="withEffect">
                                  <p:stCondLst>
                                    <p:cond delay="70"/>
                                  </p:stCondLst>
                                  <p:childTnLst>
                                    <p:animMotion origin="layout" path="M 0 0 L 0.197656250 -0.076388889 E" pathEditMode="relative" rAng="0">
                                      <p:cBhvr additive="base">
                                        <p:cTn id="738" dur="750" fill="hold"/>
                                        <p:tgtEl>
                                          <p:spTgt spid="212"/>
                                        </p:tgtEl>
                                        <p:attrNameLst>
                                          <p:attrName>ppt_x</p:attrName>
                                          <p:attrName>ppt_y</p:attrName>
                                        </p:attrNameLst>
                                      </p:cBhvr>
                                      <p:rCtr x="0" y="0"/>
                                    </p:animMotion>
                                  </p:childTnLst>
                                </p:cTn>
                              </p:par>
                              <p:par>
                                <p:cTn id="739" presetID="10" presetClass="exit" presetSubtype="0" fill="hold" nodeType="withEffect">
                                  <p:stCondLst>
                                    <p:cond delay="820"/>
                                  </p:stCondLst>
                                  <p:childTnLst>
                                    <p:animEffect transition="out" filter="fade">
                                      <p:cBhvr>
                                        <p:cTn id="740" dur="1" fill="hold"/>
                                        <p:tgtEl>
                                          <p:spTgt spid="212"/>
                                        </p:tgtEl>
                                      </p:cBhvr>
                                    </p:animEffect>
                                    <p:set>
                                      <p:cBhvr>
                                        <p:cTn id="741" dur="1" fill="hold">
                                          <p:stCondLst>
                                            <p:cond delay="1"/>
                                          </p:stCondLst>
                                        </p:cTn>
                                        <p:tgtEl>
                                          <p:spTgt spid="212"/>
                                        </p:tgtEl>
                                        <p:attrNameLst>
                                          <p:attrName>style.visibility</p:attrName>
                                        </p:attrNameLst>
                                      </p:cBhvr>
                                      <p:to>
                                        <p:strVal val="hidden"/>
                                      </p:to>
                                    </p:set>
                                  </p:childTnLst>
                                </p:cTn>
                              </p:par>
                              <p:par>
                                <p:cTn id="742" presetID="10" presetClass="entr" presetSubtype="0" fill="hold" nodeType="withEffect">
                                  <p:stCondLst>
                                    <p:cond delay="70"/>
                                  </p:stCondLst>
                                  <p:childTnLst>
                                    <p:set>
                                      <p:cBhvr>
                                        <p:cTn id="743" dur="1" fill="hold">
                                          <p:stCondLst>
                                            <p:cond delay="0"/>
                                          </p:stCondLst>
                                        </p:cTn>
                                        <p:tgtEl>
                                          <p:spTgt spid="213"/>
                                        </p:tgtEl>
                                        <p:attrNameLst>
                                          <p:attrName>style.visibility</p:attrName>
                                        </p:attrNameLst>
                                      </p:cBhvr>
                                      <p:to>
                                        <p:strVal val="visible"/>
                                      </p:to>
                                    </p:set>
                                    <p:animEffect transition="in" filter="fade">
                                      <p:cBhvr>
                                        <p:cTn id="744" dur="1" fill="hold"/>
                                        <p:tgtEl>
                                          <p:spTgt spid="213"/>
                                        </p:tgtEl>
                                      </p:cBhvr>
                                    </p:animEffect>
                                  </p:childTnLst>
                                </p:cTn>
                              </p:par>
                              <p:par>
                                <p:cTn id="745" presetID="0" presetClass="path" presetSubtype="0" fill="hold" nodeType="withEffect">
                                  <p:stCondLst>
                                    <p:cond delay="70"/>
                                  </p:stCondLst>
                                  <p:childTnLst>
                                    <p:animMotion origin="layout" path="M 0 0 L 0.197656250 0.118055556 E" pathEditMode="relative" rAng="0">
                                      <p:cBhvr additive="base">
                                        <p:cTn id="746" dur="750" fill="hold"/>
                                        <p:tgtEl>
                                          <p:spTgt spid="213"/>
                                        </p:tgtEl>
                                        <p:attrNameLst>
                                          <p:attrName>ppt_x</p:attrName>
                                          <p:attrName>ppt_y</p:attrName>
                                        </p:attrNameLst>
                                      </p:cBhvr>
                                      <p:rCtr x="0" y="0"/>
                                    </p:animMotion>
                                  </p:childTnLst>
                                </p:cTn>
                              </p:par>
                              <p:par>
                                <p:cTn id="747" presetID="10" presetClass="exit" presetSubtype="0" fill="hold" nodeType="withEffect">
                                  <p:stCondLst>
                                    <p:cond delay="820"/>
                                  </p:stCondLst>
                                  <p:childTnLst>
                                    <p:animEffect transition="out" filter="fade">
                                      <p:cBhvr>
                                        <p:cTn id="748" dur="1" fill="hold"/>
                                        <p:tgtEl>
                                          <p:spTgt spid="213"/>
                                        </p:tgtEl>
                                      </p:cBhvr>
                                    </p:animEffect>
                                    <p:set>
                                      <p:cBhvr>
                                        <p:cTn id="749" dur="1" fill="hold">
                                          <p:stCondLst>
                                            <p:cond delay="1"/>
                                          </p:stCondLst>
                                        </p:cTn>
                                        <p:tgtEl>
                                          <p:spTgt spid="213"/>
                                        </p:tgtEl>
                                        <p:attrNameLst>
                                          <p:attrName>style.visibility</p:attrName>
                                        </p:attrNameLst>
                                      </p:cBhvr>
                                      <p:to>
                                        <p:strVal val="hidden"/>
                                      </p:to>
                                    </p:set>
                                  </p:childTnLst>
                                </p:cTn>
                              </p:par>
                              <p:par>
                                <p:cTn id="750" presetID="10" presetClass="entr" presetSubtype="0" fill="hold" nodeType="withEffect">
                                  <p:stCondLst>
                                    <p:cond delay="105"/>
                                  </p:stCondLst>
                                  <p:childTnLst>
                                    <p:set>
                                      <p:cBhvr>
                                        <p:cTn id="751" dur="1" fill="hold">
                                          <p:stCondLst>
                                            <p:cond delay="0"/>
                                          </p:stCondLst>
                                        </p:cTn>
                                        <p:tgtEl>
                                          <p:spTgt spid="214"/>
                                        </p:tgtEl>
                                        <p:attrNameLst>
                                          <p:attrName>style.visibility</p:attrName>
                                        </p:attrNameLst>
                                      </p:cBhvr>
                                      <p:to>
                                        <p:strVal val="visible"/>
                                      </p:to>
                                    </p:set>
                                    <p:animEffect transition="in" filter="fade">
                                      <p:cBhvr>
                                        <p:cTn id="752" dur="1" fill="hold"/>
                                        <p:tgtEl>
                                          <p:spTgt spid="214"/>
                                        </p:tgtEl>
                                      </p:cBhvr>
                                    </p:animEffect>
                                  </p:childTnLst>
                                </p:cTn>
                              </p:par>
                              <p:par>
                                <p:cTn id="753" presetID="0" presetClass="path" presetSubtype="0" fill="hold" nodeType="withEffect">
                                  <p:stCondLst>
                                    <p:cond delay="105"/>
                                  </p:stCondLst>
                                  <p:childTnLst>
                                    <p:animMotion origin="layout" path="M 0 0 L 0.197656250 -0.423611111 E" pathEditMode="relative" rAng="0">
                                      <p:cBhvr additive="base">
                                        <p:cTn id="754" dur="750" fill="hold"/>
                                        <p:tgtEl>
                                          <p:spTgt spid="214"/>
                                        </p:tgtEl>
                                        <p:attrNameLst>
                                          <p:attrName>ppt_x</p:attrName>
                                          <p:attrName>ppt_y</p:attrName>
                                        </p:attrNameLst>
                                      </p:cBhvr>
                                      <p:rCtr x="0" y="0"/>
                                    </p:animMotion>
                                  </p:childTnLst>
                                </p:cTn>
                              </p:par>
                              <p:par>
                                <p:cTn id="755" presetID="10" presetClass="exit" presetSubtype="0" fill="hold" nodeType="withEffect">
                                  <p:stCondLst>
                                    <p:cond delay="855"/>
                                  </p:stCondLst>
                                  <p:childTnLst>
                                    <p:animEffect transition="out" filter="fade">
                                      <p:cBhvr>
                                        <p:cTn id="756" dur="1" fill="hold"/>
                                        <p:tgtEl>
                                          <p:spTgt spid="214"/>
                                        </p:tgtEl>
                                      </p:cBhvr>
                                    </p:animEffect>
                                    <p:set>
                                      <p:cBhvr>
                                        <p:cTn id="757" dur="1" fill="hold">
                                          <p:stCondLst>
                                            <p:cond delay="1"/>
                                          </p:stCondLst>
                                        </p:cTn>
                                        <p:tgtEl>
                                          <p:spTgt spid="214"/>
                                        </p:tgtEl>
                                        <p:attrNameLst>
                                          <p:attrName>style.visibility</p:attrName>
                                        </p:attrNameLst>
                                      </p:cBhvr>
                                      <p:to>
                                        <p:strVal val="hidden"/>
                                      </p:to>
                                    </p:set>
                                  </p:childTnLst>
                                </p:cTn>
                              </p:par>
                              <p:par>
                                <p:cTn id="758" presetID="10" presetClass="entr" presetSubtype="0" fill="hold" nodeType="withEffect">
                                  <p:stCondLst>
                                    <p:cond delay="105"/>
                                  </p:stCondLst>
                                  <p:childTnLst>
                                    <p:set>
                                      <p:cBhvr>
                                        <p:cTn id="759" dur="1" fill="hold">
                                          <p:stCondLst>
                                            <p:cond delay="0"/>
                                          </p:stCondLst>
                                        </p:cTn>
                                        <p:tgtEl>
                                          <p:spTgt spid="215"/>
                                        </p:tgtEl>
                                        <p:attrNameLst>
                                          <p:attrName>style.visibility</p:attrName>
                                        </p:attrNameLst>
                                      </p:cBhvr>
                                      <p:to>
                                        <p:strVal val="visible"/>
                                      </p:to>
                                    </p:set>
                                    <p:animEffect transition="in" filter="fade">
                                      <p:cBhvr>
                                        <p:cTn id="760" dur="1" fill="hold"/>
                                        <p:tgtEl>
                                          <p:spTgt spid="215"/>
                                        </p:tgtEl>
                                      </p:cBhvr>
                                    </p:animEffect>
                                  </p:childTnLst>
                                </p:cTn>
                              </p:par>
                              <p:par>
                                <p:cTn id="761" presetID="0" presetClass="path" presetSubtype="0" fill="hold" nodeType="withEffect">
                                  <p:stCondLst>
                                    <p:cond delay="105"/>
                                  </p:stCondLst>
                                  <p:childTnLst>
                                    <p:animMotion origin="layout" path="M 0 0 L 0.197656250 -0.229166667 E" pathEditMode="relative" rAng="0">
                                      <p:cBhvr additive="base">
                                        <p:cTn id="762" dur="750" fill="hold"/>
                                        <p:tgtEl>
                                          <p:spTgt spid="215"/>
                                        </p:tgtEl>
                                        <p:attrNameLst>
                                          <p:attrName>ppt_x</p:attrName>
                                          <p:attrName>ppt_y</p:attrName>
                                        </p:attrNameLst>
                                      </p:cBhvr>
                                      <p:rCtr x="0" y="0"/>
                                    </p:animMotion>
                                  </p:childTnLst>
                                </p:cTn>
                              </p:par>
                              <p:par>
                                <p:cTn id="763" presetID="10" presetClass="exit" presetSubtype="0" fill="hold" nodeType="withEffect">
                                  <p:stCondLst>
                                    <p:cond delay="855"/>
                                  </p:stCondLst>
                                  <p:childTnLst>
                                    <p:animEffect transition="out" filter="fade">
                                      <p:cBhvr>
                                        <p:cTn id="764" dur="1" fill="hold"/>
                                        <p:tgtEl>
                                          <p:spTgt spid="215"/>
                                        </p:tgtEl>
                                      </p:cBhvr>
                                    </p:animEffect>
                                    <p:set>
                                      <p:cBhvr>
                                        <p:cTn id="765" dur="1" fill="hold">
                                          <p:stCondLst>
                                            <p:cond delay="1"/>
                                          </p:stCondLst>
                                        </p:cTn>
                                        <p:tgtEl>
                                          <p:spTgt spid="215"/>
                                        </p:tgtEl>
                                        <p:attrNameLst>
                                          <p:attrName>style.visibility</p:attrName>
                                        </p:attrNameLst>
                                      </p:cBhvr>
                                      <p:to>
                                        <p:strVal val="hidden"/>
                                      </p:to>
                                    </p:set>
                                  </p:childTnLst>
                                </p:cTn>
                              </p:par>
                              <p:par>
                                <p:cTn id="766" presetID="10" presetClass="entr" presetSubtype="0" fill="hold" nodeType="withEffect">
                                  <p:stCondLst>
                                    <p:cond delay="105"/>
                                  </p:stCondLst>
                                  <p:childTnLst>
                                    <p:set>
                                      <p:cBhvr>
                                        <p:cTn id="767" dur="1" fill="hold">
                                          <p:stCondLst>
                                            <p:cond delay="0"/>
                                          </p:stCondLst>
                                        </p:cTn>
                                        <p:tgtEl>
                                          <p:spTgt spid="216"/>
                                        </p:tgtEl>
                                        <p:attrNameLst>
                                          <p:attrName>style.visibility</p:attrName>
                                        </p:attrNameLst>
                                      </p:cBhvr>
                                      <p:to>
                                        <p:strVal val="visible"/>
                                      </p:to>
                                    </p:set>
                                    <p:animEffect transition="in" filter="fade">
                                      <p:cBhvr>
                                        <p:cTn id="768" dur="1" fill="hold"/>
                                        <p:tgtEl>
                                          <p:spTgt spid="216"/>
                                        </p:tgtEl>
                                      </p:cBhvr>
                                    </p:animEffect>
                                  </p:childTnLst>
                                </p:cTn>
                              </p:par>
                              <p:par>
                                <p:cTn id="769" presetID="0" presetClass="path" presetSubtype="0" fill="hold" nodeType="withEffect">
                                  <p:stCondLst>
                                    <p:cond delay="105"/>
                                  </p:stCondLst>
                                  <p:childTnLst>
                                    <p:animMotion origin="layout" path="M 0 0 L 0.197656250 -0.034722222 E" pathEditMode="relative" rAng="0">
                                      <p:cBhvr additive="base">
                                        <p:cTn id="770" dur="750" fill="hold"/>
                                        <p:tgtEl>
                                          <p:spTgt spid="216"/>
                                        </p:tgtEl>
                                        <p:attrNameLst>
                                          <p:attrName>ppt_x</p:attrName>
                                          <p:attrName>ppt_y</p:attrName>
                                        </p:attrNameLst>
                                      </p:cBhvr>
                                      <p:rCtr x="0" y="0"/>
                                    </p:animMotion>
                                  </p:childTnLst>
                                </p:cTn>
                              </p:par>
                              <p:par>
                                <p:cTn id="771" presetID="10" presetClass="exit" presetSubtype="0" fill="hold" nodeType="withEffect">
                                  <p:stCondLst>
                                    <p:cond delay="855"/>
                                  </p:stCondLst>
                                  <p:childTnLst>
                                    <p:animEffect transition="out" filter="fade">
                                      <p:cBhvr>
                                        <p:cTn id="772" dur="1" fill="hold"/>
                                        <p:tgtEl>
                                          <p:spTgt spid="216"/>
                                        </p:tgtEl>
                                      </p:cBhvr>
                                    </p:animEffect>
                                    <p:set>
                                      <p:cBhvr>
                                        <p:cTn id="773" dur="1" fill="hold">
                                          <p:stCondLst>
                                            <p:cond delay="1"/>
                                          </p:stCondLst>
                                        </p:cTn>
                                        <p:tgtEl>
                                          <p:spTgt spid="216"/>
                                        </p:tgtEl>
                                        <p:attrNameLst>
                                          <p:attrName>style.visibility</p:attrName>
                                        </p:attrNameLst>
                                      </p:cBhvr>
                                      <p:to>
                                        <p:strVal val="hidden"/>
                                      </p:to>
                                    </p:set>
                                  </p:childTnLst>
                                </p:cTn>
                              </p:par>
                              <p:par>
                                <p:cTn id="774" presetID="10" presetClass="entr" presetSubtype="0" fill="hold" nodeType="withEffect">
                                  <p:stCondLst>
                                    <p:cond delay="930"/>
                                  </p:stCondLst>
                                  <p:childTnLst>
                                    <p:set>
                                      <p:cBhvr>
                                        <p:cTn id="775" dur="1" fill="hold">
                                          <p:stCondLst>
                                            <p:cond delay="0"/>
                                          </p:stCondLst>
                                        </p:cTn>
                                        <p:tgtEl>
                                          <p:spTgt spid="166"/>
                                        </p:tgtEl>
                                        <p:attrNameLst>
                                          <p:attrName>style.visibility</p:attrName>
                                        </p:attrNameLst>
                                      </p:cBhvr>
                                      <p:to>
                                        <p:strVal val="visible"/>
                                      </p:to>
                                    </p:set>
                                    <p:animEffect transition="in" filter="fade">
                                      <p:cBhvr>
                                        <p:cTn id="776" dur="250" fill="hold"/>
                                        <p:tgtEl>
                                          <p:spTgt spid="166"/>
                                        </p:tgtEl>
                                      </p:cBhvr>
                                    </p:animEffect>
                                  </p:childTnLst>
                                </p:cTn>
                              </p:par>
                              <p:par>
                                <p:cTn id="777" presetID="6" presetClass="emph" presetSubtype="0" fill="hold" nodeType="withEffect">
                                  <p:stCondLst>
                                    <p:cond delay="1200"/>
                                  </p:stCondLst>
                                  <p:childTnLst>
                                    <p:animScale>
                                      <p:cBhvr additive="base">
                                        <p:cTn id="778" dur="360" repeatCount="2000" autoRev="1" fill="hold"/>
                                        <p:tgtEl>
                                          <p:spTgt spid="166"/>
                                        </p:tgtEl>
                                      </p:cBhvr>
                                      <p:by x="118000" y="118000"/>
                                    </p:animScale>
                                  </p:childTnLst>
                                </p:cTn>
                              </p:par>
                              <p:par>
                                <p:cTn id="779" presetID="10" presetClass="entr" presetSubtype="0" fill="hold" nodeType="withEffect">
                                  <p:stCondLst>
                                    <p:cond delay="1020"/>
                                  </p:stCondLst>
                                  <p:childTnLst>
                                    <p:set>
                                      <p:cBhvr>
                                        <p:cTn id="780" dur="1" fill="hold">
                                          <p:stCondLst>
                                            <p:cond delay="0"/>
                                          </p:stCondLst>
                                        </p:cTn>
                                        <p:tgtEl>
                                          <p:spTgt spid="167"/>
                                        </p:tgtEl>
                                        <p:attrNameLst>
                                          <p:attrName>style.visibility</p:attrName>
                                        </p:attrNameLst>
                                      </p:cBhvr>
                                      <p:to>
                                        <p:strVal val="visible"/>
                                      </p:to>
                                    </p:set>
                                    <p:animEffect transition="in" filter="fade">
                                      <p:cBhvr>
                                        <p:cTn id="781" dur="250" fill="hold"/>
                                        <p:tgtEl>
                                          <p:spTgt spid="167"/>
                                        </p:tgtEl>
                                      </p:cBhvr>
                                    </p:animEffect>
                                  </p:childTnLst>
                                </p:cTn>
                              </p:par>
                              <p:par>
                                <p:cTn id="782" presetID="6" presetClass="emph" presetSubtype="0" fill="hold" nodeType="withEffect">
                                  <p:stCondLst>
                                    <p:cond delay="1290"/>
                                  </p:stCondLst>
                                  <p:childTnLst>
                                    <p:animScale>
                                      <p:cBhvr additive="base">
                                        <p:cTn id="783" dur="360" repeatCount="2000" autoRev="1" fill="hold"/>
                                        <p:tgtEl>
                                          <p:spTgt spid="167"/>
                                        </p:tgtEl>
                                      </p:cBhvr>
                                      <p:by x="118000" y="118000"/>
                                    </p:animScale>
                                  </p:childTnLst>
                                </p:cTn>
                              </p:par>
                              <p:par>
                                <p:cTn id="784" presetID="10" presetClass="entr" presetSubtype="0" fill="hold" nodeType="withEffect">
                                  <p:stCondLst>
                                    <p:cond delay="1110"/>
                                  </p:stCondLst>
                                  <p:childTnLst>
                                    <p:set>
                                      <p:cBhvr>
                                        <p:cTn id="785" dur="1" fill="hold">
                                          <p:stCondLst>
                                            <p:cond delay="0"/>
                                          </p:stCondLst>
                                        </p:cTn>
                                        <p:tgtEl>
                                          <p:spTgt spid="168"/>
                                        </p:tgtEl>
                                        <p:attrNameLst>
                                          <p:attrName>style.visibility</p:attrName>
                                        </p:attrNameLst>
                                      </p:cBhvr>
                                      <p:to>
                                        <p:strVal val="visible"/>
                                      </p:to>
                                    </p:set>
                                    <p:animEffect transition="in" filter="fade">
                                      <p:cBhvr>
                                        <p:cTn id="786" dur="250" fill="hold"/>
                                        <p:tgtEl>
                                          <p:spTgt spid="168"/>
                                        </p:tgtEl>
                                      </p:cBhvr>
                                    </p:animEffect>
                                  </p:childTnLst>
                                </p:cTn>
                              </p:par>
                              <p:par>
                                <p:cTn id="787" presetID="6" presetClass="emph" presetSubtype="0" fill="hold" nodeType="withEffect">
                                  <p:stCondLst>
                                    <p:cond delay="1380"/>
                                  </p:stCondLst>
                                  <p:childTnLst>
                                    <p:animScale>
                                      <p:cBhvr additive="base">
                                        <p:cTn id="788" dur="360" repeatCount="2000" autoRev="1" fill="hold"/>
                                        <p:tgtEl>
                                          <p:spTgt spid="168"/>
                                        </p:tgtEl>
                                      </p:cBhvr>
                                      <p:by x="118000" y="118000"/>
                                    </p:animScale>
                                  </p:childTnLst>
                                </p:cTn>
                              </p:par>
                            </p:childTnLst>
                          </p:cTn>
                        </p:par>
                      </p:childTnLst>
                    </p:cTn>
                  </p:par>
                  <p:par>
                    <p:cTn id="789" fill="hold">
                      <p:stCondLst>
                        <p:cond delay="indefinite"/>
                      </p:stCondLst>
                      <p:childTnLst>
                        <p:par>
                          <p:cTn id="790" fill="hold">
                            <p:stCondLst>
                              <p:cond delay="0"/>
                            </p:stCondLst>
                            <p:childTnLst>
                              <p:par>
                                <p:cTn id="791" presetID="10" presetClass="entr" presetSubtype="0" fill="hold" nodeType="clickEffect">
                                  <p:stCondLst>
                                    <p:cond delay="0"/>
                                  </p:stCondLst>
                                  <p:childTnLst>
                                    <p:set>
                                      <p:cBhvr>
                                        <p:cTn id="792" dur="1" fill="hold">
                                          <p:stCondLst>
                                            <p:cond delay="0"/>
                                          </p:stCondLst>
                                        </p:cTn>
                                        <p:tgtEl>
                                          <p:spTgt spid="217"/>
                                        </p:tgtEl>
                                        <p:attrNameLst>
                                          <p:attrName>style.visibility</p:attrName>
                                        </p:attrNameLst>
                                      </p:cBhvr>
                                      <p:to>
                                        <p:strVal val="visible"/>
                                      </p:to>
                                    </p:set>
                                    <p:animEffect transition="in" filter="fade">
                                      <p:cBhvr>
                                        <p:cTn id="793" dur="1" fill="hold"/>
                                        <p:tgtEl>
                                          <p:spTgt spid="217"/>
                                        </p:tgtEl>
                                      </p:cBhvr>
                                    </p:animEffect>
                                  </p:childTnLst>
                                </p:cTn>
                              </p:par>
                              <p:par>
                                <p:cTn id="794" presetID="0" presetClass="path" presetSubtype="0" fill="hold" nodeType="withEffect">
                                  <p:stCondLst>
                                    <p:cond delay="0"/>
                                  </p:stCondLst>
                                  <p:childTnLst>
                                    <p:animMotion origin="layout" path="M 0 0 L 0.213281250 -0.094444444 E" pathEditMode="relative" rAng="0">
                                      <p:cBhvr additive="base">
                                        <p:cTn id="795" dur="850" fill="hold"/>
                                        <p:tgtEl>
                                          <p:spTgt spid="217"/>
                                        </p:tgtEl>
                                        <p:attrNameLst>
                                          <p:attrName>ppt_x</p:attrName>
                                          <p:attrName>ppt_y</p:attrName>
                                        </p:attrNameLst>
                                      </p:cBhvr>
                                      <p:rCtr x="0" y="0"/>
                                    </p:animMotion>
                                  </p:childTnLst>
                                </p:cTn>
                              </p:par>
                              <p:par>
                                <p:cTn id="796" presetID="10" presetClass="exit" presetSubtype="0" fill="hold" nodeType="withEffect">
                                  <p:stCondLst>
                                    <p:cond delay="850"/>
                                  </p:stCondLst>
                                  <p:childTnLst>
                                    <p:animEffect transition="out" filter="fade">
                                      <p:cBhvr>
                                        <p:cTn id="797" dur="1" fill="hold"/>
                                        <p:tgtEl>
                                          <p:spTgt spid="217"/>
                                        </p:tgtEl>
                                      </p:cBhvr>
                                    </p:animEffect>
                                    <p:set>
                                      <p:cBhvr>
                                        <p:cTn id="798" dur="1" fill="hold">
                                          <p:stCondLst>
                                            <p:cond delay="1"/>
                                          </p:stCondLst>
                                        </p:cTn>
                                        <p:tgtEl>
                                          <p:spTgt spid="217"/>
                                        </p:tgtEl>
                                        <p:attrNameLst>
                                          <p:attrName>style.visibility</p:attrName>
                                        </p:attrNameLst>
                                      </p:cBhvr>
                                      <p:to>
                                        <p:strVal val="hidden"/>
                                      </p:to>
                                    </p:set>
                                  </p:childTnLst>
                                </p:cTn>
                              </p:par>
                              <p:par>
                                <p:cTn id="799" presetID="10" presetClass="entr" presetSubtype="0" fill="hold" nodeType="withEffect">
                                  <p:stCondLst>
                                    <p:cond delay="0"/>
                                  </p:stCondLst>
                                  <p:childTnLst>
                                    <p:set>
                                      <p:cBhvr>
                                        <p:cTn id="800" dur="1" fill="hold">
                                          <p:stCondLst>
                                            <p:cond delay="0"/>
                                          </p:stCondLst>
                                        </p:cTn>
                                        <p:tgtEl>
                                          <p:spTgt spid="218"/>
                                        </p:tgtEl>
                                        <p:attrNameLst>
                                          <p:attrName>style.visibility</p:attrName>
                                        </p:attrNameLst>
                                      </p:cBhvr>
                                      <p:to>
                                        <p:strVal val="visible"/>
                                      </p:to>
                                    </p:set>
                                    <p:animEffect transition="in" filter="fade">
                                      <p:cBhvr>
                                        <p:cTn id="801" dur="1" fill="hold"/>
                                        <p:tgtEl>
                                          <p:spTgt spid="218"/>
                                        </p:tgtEl>
                                      </p:cBhvr>
                                    </p:animEffect>
                                  </p:childTnLst>
                                </p:cTn>
                              </p:par>
                              <p:par>
                                <p:cTn id="802" presetID="0" presetClass="path" presetSubtype="0" fill="hold" nodeType="withEffect">
                                  <p:stCondLst>
                                    <p:cond delay="0"/>
                                  </p:stCondLst>
                                  <p:childTnLst>
                                    <p:animMotion origin="layout" path="M 0 0 L 0.213281250 0.004166667 E" pathEditMode="relative" rAng="0">
                                      <p:cBhvr additive="base">
                                        <p:cTn id="803" dur="850" fill="hold"/>
                                        <p:tgtEl>
                                          <p:spTgt spid="218"/>
                                        </p:tgtEl>
                                        <p:attrNameLst>
                                          <p:attrName>ppt_x</p:attrName>
                                          <p:attrName>ppt_y</p:attrName>
                                        </p:attrNameLst>
                                      </p:cBhvr>
                                      <p:rCtr x="0" y="0"/>
                                    </p:animMotion>
                                  </p:childTnLst>
                                </p:cTn>
                              </p:par>
                              <p:par>
                                <p:cTn id="804" presetID="10" presetClass="exit" presetSubtype="0" fill="hold" nodeType="withEffect">
                                  <p:stCondLst>
                                    <p:cond delay="850"/>
                                  </p:stCondLst>
                                  <p:childTnLst>
                                    <p:animEffect transition="out" filter="fade">
                                      <p:cBhvr>
                                        <p:cTn id="805" dur="1" fill="hold"/>
                                        <p:tgtEl>
                                          <p:spTgt spid="218"/>
                                        </p:tgtEl>
                                      </p:cBhvr>
                                    </p:animEffect>
                                    <p:set>
                                      <p:cBhvr>
                                        <p:cTn id="806" dur="1" fill="hold">
                                          <p:stCondLst>
                                            <p:cond delay="1"/>
                                          </p:stCondLst>
                                        </p:cTn>
                                        <p:tgtEl>
                                          <p:spTgt spid="218"/>
                                        </p:tgtEl>
                                        <p:attrNameLst>
                                          <p:attrName>style.visibility</p:attrName>
                                        </p:attrNameLst>
                                      </p:cBhvr>
                                      <p:to>
                                        <p:strVal val="hidden"/>
                                      </p:to>
                                    </p:set>
                                  </p:childTnLst>
                                </p:cTn>
                              </p:par>
                              <p:par>
                                <p:cTn id="807" presetID="10" presetClass="entr" presetSubtype="0" fill="hold" nodeType="withEffect">
                                  <p:stCondLst>
                                    <p:cond delay="0"/>
                                  </p:stCondLst>
                                  <p:childTnLst>
                                    <p:set>
                                      <p:cBhvr>
                                        <p:cTn id="808" dur="1" fill="hold">
                                          <p:stCondLst>
                                            <p:cond delay="0"/>
                                          </p:stCondLst>
                                        </p:cTn>
                                        <p:tgtEl>
                                          <p:spTgt spid="219"/>
                                        </p:tgtEl>
                                        <p:attrNameLst>
                                          <p:attrName>style.visibility</p:attrName>
                                        </p:attrNameLst>
                                      </p:cBhvr>
                                      <p:to>
                                        <p:strVal val="visible"/>
                                      </p:to>
                                    </p:set>
                                    <p:animEffect transition="in" filter="fade">
                                      <p:cBhvr>
                                        <p:cTn id="809" dur="1" fill="hold"/>
                                        <p:tgtEl>
                                          <p:spTgt spid="219"/>
                                        </p:tgtEl>
                                      </p:cBhvr>
                                    </p:animEffect>
                                  </p:childTnLst>
                                </p:cTn>
                              </p:par>
                              <p:par>
                                <p:cTn id="810" presetID="0" presetClass="path" presetSubtype="0" fill="hold" nodeType="withEffect">
                                  <p:stCondLst>
                                    <p:cond delay="0"/>
                                  </p:stCondLst>
                                  <p:childTnLst>
                                    <p:animMotion origin="layout" path="M 0 0 L 0.213281250 0.102777778 E" pathEditMode="relative" rAng="0">
                                      <p:cBhvr additive="base">
                                        <p:cTn id="811" dur="850" fill="hold"/>
                                        <p:tgtEl>
                                          <p:spTgt spid="219"/>
                                        </p:tgtEl>
                                        <p:attrNameLst>
                                          <p:attrName>ppt_x</p:attrName>
                                          <p:attrName>ppt_y</p:attrName>
                                        </p:attrNameLst>
                                      </p:cBhvr>
                                      <p:rCtr x="0" y="0"/>
                                    </p:animMotion>
                                  </p:childTnLst>
                                </p:cTn>
                              </p:par>
                              <p:par>
                                <p:cTn id="812" presetID="10" presetClass="exit" presetSubtype="0" fill="hold" nodeType="withEffect">
                                  <p:stCondLst>
                                    <p:cond delay="850"/>
                                  </p:stCondLst>
                                  <p:childTnLst>
                                    <p:animEffect transition="out" filter="fade">
                                      <p:cBhvr>
                                        <p:cTn id="813" dur="1" fill="hold"/>
                                        <p:tgtEl>
                                          <p:spTgt spid="219"/>
                                        </p:tgtEl>
                                      </p:cBhvr>
                                    </p:animEffect>
                                    <p:set>
                                      <p:cBhvr>
                                        <p:cTn id="814" dur="1" fill="hold">
                                          <p:stCondLst>
                                            <p:cond delay="1"/>
                                          </p:stCondLst>
                                        </p:cTn>
                                        <p:tgtEl>
                                          <p:spTgt spid="219"/>
                                        </p:tgtEl>
                                        <p:attrNameLst>
                                          <p:attrName>style.visibility</p:attrName>
                                        </p:attrNameLst>
                                      </p:cBhvr>
                                      <p:to>
                                        <p:strVal val="hidden"/>
                                      </p:to>
                                    </p:set>
                                  </p:childTnLst>
                                </p:cTn>
                              </p:par>
                              <p:par>
                                <p:cTn id="815" presetID="10" presetClass="entr" presetSubtype="0" fill="hold" nodeType="withEffect">
                                  <p:stCondLst>
                                    <p:cond delay="0"/>
                                  </p:stCondLst>
                                  <p:childTnLst>
                                    <p:set>
                                      <p:cBhvr>
                                        <p:cTn id="816" dur="1" fill="hold">
                                          <p:stCondLst>
                                            <p:cond delay="0"/>
                                          </p:stCondLst>
                                        </p:cTn>
                                        <p:tgtEl>
                                          <p:spTgt spid="220"/>
                                        </p:tgtEl>
                                        <p:attrNameLst>
                                          <p:attrName>style.visibility</p:attrName>
                                        </p:attrNameLst>
                                      </p:cBhvr>
                                      <p:to>
                                        <p:strVal val="visible"/>
                                      </p:to>
                                    </p:set>
                                    <p:animEffect transition="in" filter="fade">
                                      <p:cBhvr>
                                        <p:cTn id="817" dur="1" fill="hold"/>
                                        <p:tgtEl>
                                          <p:spTgt spid="220"/>
                                        </p:tgtEl>
                                      </p:cBhvr>
                                    </p:animEffect>
                                  </p:childTnLst>
                                </p:cTn>
                              </p:par>
                              <p:par>
                                <p:cTn id="818" presetID="0" presetClass="path" presetSubtype="0" fill="hold" nodeType="withEffect">
                                  <p:stCondLst>
                                    <p:cond delay="0"/>
                                  </p:stCondLst>
                                  <p:childTnLst>
                                    <p:animMotion origin="layout" path="M 0 0 L 0.213281250 0.201388889 E" pathEditMode="relative" rAng="0">
                                      <p:cBhvr additive="base">
                                        <p:cTn id="819" dur="850" fill="hold"/>
                                        <p:tgtEl>
                                          <p:spTgt spid="220"/>
                                        </p:tgtEl>
                                        <p:attrNameLst>
                                          <p:attrName>ppt_x</p:attrName>
                                          <p:attrName>ppt_y</p:attrName>
                                        </p:attrNameLst>
                                      </p:cBhvr>
                                      <p:rCtr x="0" y="0"/>
                                    </p:animMotion>
                                  </p:childTnLst>
                                </p:cTn>
                              </p:par>
                              <p:par>
                                <p:cTn id="820" presetID="10" presetClass="exit" presetSubtype="0" fill="hold" nodeType="withEffect">
                                  <p:stCondLst>
                                    <p:cond delay="850"/>
                                  </p:stCondLst>
                                  <p:childTnLst>
                                    <p:animEffect transition="out" filter="fade">
                                      <p:cBhvr>
                                        <p:cTn id="821" dur="1" fill="hold"/>
                                        <p:tgtEl>
                                          <p:spTgt spid="220"/>
                                        </p:tgtEl>
                                      </p:cBhvr>
                                    </p:animEffect>
                                    <p:set>
                                      <p:cBhvr>
                                        <p:cTn id="822" dur="1" fill="hold">
                                          <p:stCondLst>
                                            <p:cond delay="1"/>
                                          </p:stCondLst>
                                        </p:cTn>
                                        <p:tgtEl>
                                          <p:spTgt spid="220"/>
                                        </p:tgtEl>
                                        <p:attrNameLst>
                                          <p:attrName>style.visibility</p:attrName>
                                        </p:attrNameLst>
                                      </p:cBhvr>
                                      <p:to>
                                        <p:strVal val="hidden"/>
                                      </p:to>
                                    </p:set>
                                  </p:childTnLst>
                                </p:cTn>
                              </p:par>
                              <p:par>
                                <p:cTn id="823" presetID="10" presetClass="entr" presetSubtype="0" fill="hold" nodeType="withEffect">
                                  <p:stCondLst>
                                    <p:cond delay="0"/>
                                  </p:stCondLst>
                                  <p:childTnLst>
                                    <p:set>
                                      <p:cBhvr>
                                        <p:cTn id="824" dur="1" fill="hold">
                                          <p:stCondLst>
                                            <p:cond delay="0"/>
                                          </p:stCondLst>
                                        </p:cTn>
                                        <p:tgtEl>
                                          <p:spTgt spid="221"/>
                                        </p:tgtEl>
                                        <p:attrNameLst>
                                          <p:attrName>style.visibility</p:attrName>
                                        </p:attrNameLst>
                                      </p:cBhvr>
                                      <p:to>
                                        <p:strVal val="visible"/>
                                      </p:to>
                                    </p:set>
                                    <p:animEffect transition="in" filter="fade">
                                      <p:cBhvr>
                                        <p:cTn id="825" dur="1" fill="hold"/>
                                        <p:tgtEl>
                                          <p:spTgt spid="221"/>
                                        </p:tgtEl>
                                      </p:cBhvr>
                                    </p:animEffect>
                                  </p:childTnLst>
                                </p:cTn>
                              </p:par>
                              <p:par>
                                <p:cTn id="826" presetID="0" presetClass="path" presetSubtype="0" fill="hold" nodeType="withEffect">
                                  <p:stCondLst>
                                    <p:cond delay="0"/>
                                  </p:stCondLst>
                                  <p:childTnLst>
                                    <p:animMotion origin="layout" path="M 0 0 L 0.213281250 0.300000000 E" pathEditMode="relative" rAng="0">
                                      <p:cBhvr additive="base">
                                        <p:cTn id="827" dur="850" fill="hold"/>
                                        <p:tgtEl>
                                          <p:spTgt spid="221"/>
                                        </p:tgtEl>
                                        <p:attrNameLst>
                                          <p:attrName>ppt_x</p:attrName>
                                          <p:attrName>ppt_y</p:attrName>
                                        </p:attrNameLst>
                                      </p:cBhvr>
                                      <p:rCtr x="0" y="0"/>
                                    </p:animMotion>
                                  </p:childTnLst>
                                </p:cTn>
                              </p:par>
                              <p:par>
                                <p:cTn id="828" presetID="10" presetClass="exit" presetSubtype="0" fill="hold" nodeType="withEffect">
                                  <p:stCondLst>
                                    <p:cond delay="850"/>
                                  </p:stCondLst>
                                  <p:childTnLst>
                                    <p:animEffect transition="out" filter="fade">
                                      <p:cBhvr>
                                        <p:cTn id="829" dur="1" fill="hold"/>
                                        <p:tgtEl>
                                          <p:spTgt spid="221"/>
                                        </p:tgtEl>
                                      </p:cBhvr>
                                    </p:animEffect>
                                    <p:set>
                                      <p:cBhvr>
                                        <p:cTn id="830" dur="1" fill="hold">
                                          <p:stCondLst>
                                            <p:cond delay="1"/>
                                          </p:stCondLst>
                                        </p:cTn>
                                        <p:tgtEl>
                                          <p:spTgt spid="221"/>
                                        </p:tgtEl>
                                        <p:attrNameLst>
                                          <p:attrName>style.visibility</p:attrName>
                                        </p:attrNameLst>
                                      </p:cBhvr>
                                      <p:to>
                                        <p:strVal val="hidden"/>
                                      </p:to>
                                    </p:set>
                                  </p:childTnLst>
                                </p:cTn>
                              </p:par>
                              <p:par>
                                <p:cTn id="831" presetID="10" presetClass="entr" presetSubtype="0" fill="hold" nodeType="withEffect">
                                  <p:stCondLst>
                                    <p:cond delay="0"/>
                                  </p:stCondLst>
                                  <p:childTnLst>
                                    <p:set>
                                      <p:cBhvr>
                                        <p:cTn id="832" dur="1" fill="hold">
                                          <p:stCondLst>
                                            <p:cond delay="0"/>
                                          </p:stCondLst>
                                        </p:cTn>
                                        <p:tgtEl>
                                          <p:spTgt spid="222"/>
                                        </p:tgtEl>
                                        <p:attrNameLst>
                                          <p:attrName>style.visibility</p:attrName>
                                        </p:attrNameLst>
                                      </p:cBhvr>
                                      <p:to>
                                        <p:strVal val="visible"/>
                                      </p:to>
                                    </p:set>
                                    <p:animEffect transition="in" filter="fade">
                                      <p:cBhvr>
                                        <p:cTn id="833" dur="1" fill="hold"/>
                                        <p:tgtEl>
                                          <p:spTgt spid="222"/>
                                        </p:tgtEl>
                                      </p:cBhvr>
                                    </p:animEffect>
                                  </p:childTnLst>
                                </p:cTn>
                              </p:par>
                              <p:par>
                                <p:cTn id="834" presetID="0" presetClass="path" presetSubtype="0" fill="hold" nodeType="withEffect">
                                  <p:stCondLst>
                                    <p:cond delay="0"/>
                                  </p:stCondLst>
                                  <p:childTnLst>
                                    <p:animMotion origin="layout" path="M 0 0 L 0.213281250 0.398611111 E" pathEditMode="relative" rAng="0">
                                      <p:cBhvr additive="base">
                                        <p:cTn id="835" dur="850" fill="hold"/>
                                        <p:tgtEl>
                                          <p:spTgt spid="222"/>
                                        </p:tgtEl>
                                        <p:attrNameLst>
                                          <p:attrName>ppt_x</p:attrName>
                                          <p:attrName>ppt_y</p:attrName>
                                        </p:attrNameLst>
                                      </p:cBhvr>
                                      <p:rCtr x="0" y="0"/>
                                    </p:animMotion>
                                  </p:childTnLst>
                                </p:cTn>
                              </p:par>
                              <p:par>
                                <p:cTn id="836" presetID="10" presetClass="exit" presetSubtype="0" fill="hold" nodeType="withEffect">
                                  <p:stCondLst>
                                    <p:cond delay="850"/>
                                  </p:stCondLst>
                                  <p:childTnLst>
                                    <p:animEffect transition="out" filter="fade">
                                      <p:cBhvr>
                                        <p:cTn id="837" dur="1" fill="hold"/>
                                        <p:tgtEl>
                                          <p:spTgt spid="222"/>
                                        </p:tgtEl>
                                      </p:cBhvr>
                                    </p:animEffect>
                                    <p:set>
                                      <p:cBhvr>
                                        <p:cTn id="838" dur="1" fill="hold">
                                          <p:stCondLst>
                                            <p:cond delay="1"/>
                                          </p:stCondLst>
                                        </p:cTn>
                                        <p:tgtEl>
                                          <p:spTgt spid="222"/>
                                        </p:tgtEl>
                                        <p:attrNameLst>
                                          <p:attrName>style.visibility</p:attrName>
                                        </p:attrNameLst>
                                      </p:cBhvr>
                                      <p:to>
                                        <p:strVal val="hidden"/>
                                      </p:to>
                                    </p:set>
                                  </p:childTnLst>
                                </p:cTn>
                              </p:par>
                              <p:par>
                                <p:cTn id="839" presetID="10" presetClass="entr" presetSubtype="0" fill="hold" nodeType="withEffect">
                                  <p:stCondLst>
                                    <p:cond delay="0"/>
                                  </p:stCondLst>
                                  <p:childTnLst>
                                    <p:set>
                                      <p:cBhvr>
                                        <p:cTn id="840" dur="1" fill="hold">
                                          <p:stCondLst>
                                            <p:cond delay="0"/>
                                          </p:stCondLst>
                                        </p:cTn>
                                        <p:tgtEl>
                                          <p:spTgt spid="223"/>
                                        </p:tgtEl>
                                        <p:attrNameLst>
                                          <p:attrName>style.visibility</p:attrName>
                                        </p:attrNameLst>
                                      </p:cBhvr>
                                      <p:to>
                                        <p:strVal val="visible"/>
                                      </p:to>
                                    </p:set>
                                    <p:animEffect transition="in" filter="fade">
                                      <p:cBhvr>
                                        <p:cTn id="841" dur="1" fill="hold"/>
                                        <p:tgtEl>
                                          <p:spTgt spid="223"/>
                                        </p:tgtEl>
                                      </p:cBhvr>
                                    </p:animEffect>
                                  </p:childTnLst>
                                </p:cTn>
                              </p:par>
                              <p:par>
                                <p:cTn id="842" presetID="0" presetClass="path" presetSubtype="0" fill="hold" nodeType="withEffect">
                                  <p:stCondLst>
                                    <p:cond delay="0"/>
                                  </p:stCondLst>
                                  <p:childTnLst>
                                    <p:animMotion origin="layout" path="M 0 0 L 0.213281250 0.497222222 E" pathEditMode="relative" rAng="0">
                                      <p:cBhvr additive="base">
                                        <p:cTn id="843" dur="850" fill="hold"/>
                                        <p:tgtEl>
                                          <p:spTgt spid="223"/>
                                        </p:tgtEl>
                                        <p:attrNameLst>
                                          <p:attrName>ppt_x</p:attrName>
                                          <p:attrName>ppt_y</p:attrName>
                                        </p:attrNameLst>
                                      </p:cBhvr>
                                      <p:rCtr x="0" y="0"/>
                                    </p:animMotion>
                                  </p:childTnLst>
                                </p:cTn>
                              </p:par>
                              <p:par>
                                <p:cTn id="844" presetID="10" presetClass="exit" presetSubtype="0" fill="hold" nodeType="withEffect">
                                  <p:stCondLst>
                                    <p:cond delay="850"/>
                                  </p:stCondLst>
                                  <p:childTnLst>
                                    <p:animEffect transition="out" filter="fade">
                                      <p:cBhvr>
                                        <p:cTn id="845" dur="1" fill="hold"/>
                                        <p:tgtEl>
                                          <p:spTgt spid="223"/>
                                        </p:tgtEl>
                                      </p:cBhvr>
                                    </p:animEffect>
                                    <p:set>
                                      <p:cBhvr>
                                        <p:cTn id="846" dur="1" fill="hold">
                                          <p:stCondLst>
                                            <p:cond delay="1"/>
                                          </p:stCondLst>
                                        </p:cTn>
                                        <p:tgtEl>
                                          <p:spTgt spid="223"/>
                                        </p:tgtEl>
                                        <p:attrNameLst>
                                          <p:attrName>style.visibility</p:attrName>
                                        </p:attrNameLst>
                                      </p:cBhvr>
                                      <p:to>
                                        <p:strVal val="hidden"/>
                                      </p:to>
                                    </p:set>
                                  </p:childTnLst>
                                </p:cTn>
                              </p:par>
                              <p:par>
                                <p:cTn id="847" presetID="10" presetClass="entr" presetSubtype="0" fill="hold" nodeType="withEffect">
                                  <p:stCondLst>
                                    <p:cond delay="65"/>
                                  </p:stCondLst>
                                  <p:childTnLst>
                                    <p:set>
                                      <p:cBhvr>
                                        <p:cTn id="848" dur="1" fill="hold">
                                          <p:stCondLst>
                                            <p:cond delay="0"/>
                                          </p:stCondLst>
                                        </p:cTn>
                                        <p:tgtEl>
                                          <p:spTgt spid="224"/>
                                        </p:tgtEl>
                                        <p:attrNameLst>
                                          <p:attrName>style.visibility</p:attrName>
                                        </p:attrNameLst>
                                      </p:cBhvr>
                                      <p:to>
                                        <p:strVal val="visible"/>
                                      </p:to>
                                    </p:set>
                                    <p:animEffect transition="in" filter="fade">
                                      <p:cBhvr>
                                        <p:cTn id="849" dur="1" fill="hold"/>
                                        <p:tgtEl>
                                          <p:spTgt spid="224"/>
                                        </p:tgtEl>
                                      </p:cBhvr>
                                    </p:animEffect>
                                  </p:childTnLst>
                                </p:cTn>
                              </p:par>
                              <p:par>
                                <p:cTn id="850" presetID="0" presetClass="path" presetSubtype="0" fill="hold" nodeType="withEffect">
                                  <p:stCondLst>
                                    <p:cond delay="65"/>
                                  </p:stCondLst>
                                  <p:childTnLst>
                                    <p:animMotion origin="layout" path="M 0 0 L 0.213281250 -0.288888889 E" pathEditMode="relative" rAng="0">
                                      <p:cBhvr additive="base">
                                        <p:cTn id="851" dur="850" fill="hold"/>
                                        <p:tgtEl>
                                          <p:spTgt spid="224"/>
                                        </p:tgtEl>
                                        <p:attrNameLst>
                                          <p:attrName>ppt_x</p:attrName>
                                          <p:attrName>ppt_y</p:attrName>
                                        </p:attrNameLst>
                                      </p:cBhvr>
                                      <p:rCtr x="0" y="0"/>
                                    </p:animMotion>
                                  </p:childTnLst>
                                </p:cTn>
                              </p:par>
                              <p:par>
                                <p:cTn id="852" presetID="10" presetClass="exit" presetSubtype="0" fill="hold" nodeType="withEffect">
                                  <p:stCondLst>
                                    <p:cond delay="915"/>
                                  </p:stCondLst>
                                  <p:childTnLst>
                                    <p:animEffect transition="out" filter="fade">
                                      <p:cBhvr>
                                        <p:cTn id="853" dur="1" fill="hold"/>
                                        <p:tgtEl>
                                          <p:spTgt spid="224"/>
                                        </p:tgtEl>
                                      </p:cBhvr>
                                    </p:animEffect>
                                    <p:set>
                                      <p:cBhvr>
                                        <p:cTn id="854" dur="1" fill="hold">
                                          <p:stCondLst>
                                            <p:cond delay="1"/>
                                          </p:stCondLst>
                                        </p:cTn>
                                        <p:tgtEl>
                                          <p:spTgt spid="224"/>
                                        </p:tgtEl>
                                        <p:attrNameLst>
                                          <p:attrName>style.visibility</p:attrName>
                                        </p:attrNameLst>
                                      </p:cBhvr>
                                      <p:to>
                                        <p:strVal val="hidden"/>
                                      </p:to>
                                    </p:set>
                                  </p:childTnLst>
                                </p:cTn>
                              </p:par>
                              <p:par>
                                <p:cTn id="855" presetID="10" presetClass="entr" presetSubtype="0" fill="hold" nodeType="withEffect">
                                  <p:stCondLst>
                                    <p:cond delay="65"/>
                                  </p:stCondLst>
                                  <p:childTnLst>
                                    <p:set>
                                      <p:cBhvr>
                                        <p:cTn id="856" dur="1" fill="hold">
                                          <p:stCondLst>
                                            <p:cond delay="0"/>
                                          </p:stCondLst>
                                        </p:cTn>
                                        <p:tgtEl>
                                          <p:spTgt spid="225"/>
                                        </p:tgtEl>
                                        <p:attrNameLst>
                                          <p:attrName>style.visibility</p:attrName>
                                        </p:attrNameLst>
                                      </p:cBhvr>
                                      <p:to>
                                        <p:strVal val="visible"/>
                                      </p:to>
                                    </p:set>
                                    <p:animEffect transition="in" filter="fade">
                                      <p:cBhvr>
                                        <p:cTn id="857" dur="1" fill="hold"/>
                                        <p:tgtEl>
                                          <p:spTgt spid="225"/>
                                        </p:tgtEl>
                                      </p:cBhvr>
                                    </p:animEffect>
                                  </p:childTnLst>
                                </p:cTn>
                              </p:par>
                              <p:par>
                                <p:cTn id="858" presetID="0" presetClass="path" presetSubtype="0" fill="hold" nodeType="withEffect">
                                  <p:stCondLst>
                                    <p:cond delay="65"/>
                                  </p:stCondLst>
                                  <p:childTnLst>
                                    <p:animMotion origin="layout" path="M 0 0 L 0.213281250 -0.190277778 E" pathEditMode="relative" rAng="0">
                                      <p:cBhvr additive="base">
                                        <p:cTn id="859" dur="850" fill="hold"/>
                                        <p:tgtEl>
                                          <p:spTgt spid="225"/>
                                        </p:tgtEl>
                                        <p:attrNameLst>
                                          <p:attrName>ppt_x</p:attrName>
                                          <p:attrName>ppt_y</p:attrName>
                                        </p:attrNameLst>
                                      </p:cBhvr>
                                      <p:rCtr x="0" y="0"/>
                                    </p:animMotion>
                                  </p:childTnLst>
                                </p:cTn>
                              </p:par>
                              <p:par>
                                <p:cTn id="860" presetID="10" presetClass="exit" presetSubtype="0" fill="hold" nodeType="withEffect">
                                  <p:stCondLst>
                                    <p:cond delay="915"/>
                                  </p:stCondLst>
                                  <p:childTnLst>
                                    <p:animEffect transition="out" filter="fade">
                                      <p:cBhvr>
                                        <p:cTn id="861" dur="1" fill="hold"/>
                                        <p:tgtEl>
                                          <p:spTgt spid="225"/>
                                        </p:tgtEl>
                                      </p:cBhvr>
                                    </p:animEffect>
                                    <p:set>
                                      <p:cBhvr>
                                        <p:cTn id="862" dur="1" fill="hold">
                                          <p:stCondLst>
                                            <p:cond delay="1"/>
                                          </p:stCondLst>
                                        </p:cTn>
                                        <p:tgtEl>
                                          <p:spTgt spid="225"/>
                                        </p:tgtEl>
                                        <p:attrNameLst>
                                          <p:attrName>style.visibility</p:attrName>
                                        </p:attrNameLst>
                                      </p:cBhvr>
                                      <p:to>
                                        <p:strVal val="hidden"/>
                                      </p:to>
                                    </p:set>
                                  </p:childTnLst>
                                </p:cTn>
                              </p:par>
                              <p:par>
                                <p:cTn id="863" presetID="10" presetClass="entr" presetSubtype="0" fill="hold" nodeType="withEffect">
                                  <p:stCondLst>
                                    <p:cond delay="65"/>
                                  </p:stCondLst>
                                  <p:childTnLst>
                                    <p:set>
                                      <p:cBhvr>
                                        <p:cTn id="864" dur="1" fill="hold">
                                          <p:stCondLst>
                                            <p:cond delay="0"/>
                                          </p:stCondLst>
                                        </p:cTn>
                                        <p:tgtEl>
                                          <p:spTgt spid="226"/>
                                        </p:tgtEl>
                                        <p:attrNameLst>
                                          <p:attrName>style.visibility</p:attrName>
                                        </p:attrNameLst>
                                      </p:cBhvr>
                                      <p:to>
                                        <p:strVal val="visible"/>
                                      </p:to>
                                    </p:set>
                                    <p:animEffect transition="in" filter="fade">
                                      <p:cBhvr>
                                        <p:cTn id="865" dur="1" fill="hold"/>
                                        <p:tgtEl>
                                          <p:spTgt spid="226"/>
                                        </p:tgtEl>
                                      </p:cBhvr>
                                    </p:animEffect>
                                  </p:childTnLst>
                                </p:cTn>
                              </p:par>
                              <p:par>
                                <p:cTn id="866" presetID="0" presetClass="path" presetSubtype="0" fill="hold" nodeType="withEffect">
                                  <p:stCondLst>
                                    <p:cond delay="65"/>
                                  </p:stCondLst>
                                  <p:childTnLst>
                                    <p:animMotion origin="layout" path="M 0 0 L 0.213281250 -0.091666667 E" pathEditMode="relative" rAng="0">
                                      <p:cBhvr additive="base">
                                        <p:cTn id="867" dur="850" fill="hold"/>
                                        <p:tgtEl>
                                          <p:spTgt spid="226"/>
                                        </p:tgtEl>
                                        <p:attrNameLst>
                                          <p:attrName>ppt_x</p:attrName>
                                          <p:attrName>ppt_y</p:attrName>
                                        </p:attrNameLst>
                                      </p:cBhvr>
                                      <p:rCtr x="0" y="0"/>
                                    </p:animMotion>
                                  </p:childTnLst>
                                </p:cTn>
                              </p:par>
                              <p:par>
                                <p:cTn id="868" presetID="10" presetClass="exit" presetSubtype="0" fill="hold" nodeType="withEffect">
                                  <p:stCondLst>
                                    <p:cond delay="915"/>
                                  </p:stCondLst>
                                  <p:childTnLst>
                                    <p:animEffect transition="out" filter="fade">
                                      <p:cBhvr>
                                        <p:cTn id="869" dur="1" fill="hold"/>
                                        <p:tgtEl>
                                          <p:spTgt spid="226"/>
                                        </p:tgtEl>
                                      </p:cBhvr>
                                    </p:animEffect>
                                    <p:set>
                                      <p:cBhvr>
                                        <p:cTn id="870" dur="1" fill="hold">
                                          <p:stCondLst>
                                            <p:cond delay="1"/>
                                          </p:stCondLst>
                                        </p:cTn>
                                        <p:tgtEl>
                                          <p:spTgt spid="226"/>
                                        </p:tgtEl>
                                        <p:attrNameLst>
                                          <p:attrName>style.visibility</p:attrName>
                                        </p:attrNameLst>
                                      </p:cBhvr>
                                      <p:to>
                                        <p:strVal val="hidden"/>
                                      </p:to>
                                    </p:set>
                                  </p:childTnLst>
                                </p:cTn>
                              </p:par>
                              <p:par>
                                <p:cTn id="871" presetID="10" presetClass="entr" presetSubtype="0" fill="hold" nodeType="withEffect">
                                  <p:stCondLst>
                                    <p:cond delay="65"/>
                                  </p:stCondLst>
                                  <p:childTnLst>
                                    <p:set>
                                      <p:cBhvr>
                                        <p:cTn id="872" dur="1" fill="hold">
                                          <p:stCondLst>
                                            <p:cond delay="0"/>
                                          </p:stCondLst>
                                        </p:cTn>
                                        <p:tgtEl>
                                          <p:spTgt spid="227"/>
                                        </p:tgtEl>
                                        <p:attrNameLst>
                                          <p:attrName>style.visibility</p:attrName>
                                        </p:attrNameLst>
                                      </p:cBhvr>
                                      <p:to>
                                        <p:strVal val="visible"/>
                                      </p:to>
                                    </p:set>
                                    <p:animEffect transition="in" filter="fade">
                                      <p:cBhvr>
                                        <p:cTn id="873" dur="1" fill="hold"/>
                                        <p:tgtEl>
                                          <p:spTgt spid="227"/>
                                        </p:tgtEl>
                                      </p:cBhvr>
                                    </p:animEffect>
                                  </p:childTnLst>
                                </p:cTn>
                              </p:par>
                              <p:par>
                                <p:cTn id="874" presetID="0" presetClass="path" presetSubtype="0" fill="hold" nodeType="withEffect">
                                  <p:stCondLst>
                                    <p:cond delay="65"/>
                                  </p:stCondLst>
                                  <p:childTnLst>
                                    <p:animMotion origin="layout" path="M 0 0 L 0.213281250 0.006944444 E" pathEditMode="relative" rAng="0">
                                      <p:cBhvr additive="base">
                                        <p:cTn id="875" dur="850" fill="hold"/>
                                        <p:tgtEl>
                                          <p:spTgt spid="227"/>
                                        </p:tgtEl>
                                        <p:attrNameLst>
                                          <p:attrName>ppt_x</p:attrName>
                                          <p:attrName>ppt_y</p:attrName>
                                        </p:attrNameLst>
                                      </p:cBhvr>
                                      <p:rCtr x="0" y="0"/>
                                    </p:animMotion>
                                  </p:childTnLst>
                                </p:cTn>
                              </p:par>
                              <p:par>
                                <p:cTn id="876" presetID="10" presetClass="exit" presetSubtype="0" fill="hold" nodeType="withEffect">
                                  <p:stCondLst>
                                    <p:cond delay="915"/>
                                  </p:stCondLst>
                                  <p:childTnLst>
                                    <p:animEffect transition="out" filter="fade">
                                      <p:cBhvr>
                                        <p:cTn id="877" dur="1" fill="hold"/>
                                        <p:tgtEl>
                                          <p:spTgt spid="227"/>
                                        </p:tgtEl>
                                      </p:cBhvr>
                                    </p:animEffect>
                                    <p:set>
                                      <p:cBhvr>
                                        <p:cTn id="878" dur="1" fill="hold">
                                          <p:stCondLst>
                                            <p:cond delay="1"/>
                                          </p:stCondLst>
                                        </p:cTn>
                                        <p:tgtEl>
                                          <p:spTgt spid="227"/>
                                        </p:tgtEl>
                                        <p:attrNameLst>
                                          <p:attrName>style.visibility</p:attrName>
                                        </p:attrNameLst>
                                      </p:cBhvr>
                                      <p:to>
                                        <p:strVal val="hidden"/>
                                      </p:to>
                                    </p:set>
                                  </p:childTnLst>
                                </p:cTn>
                              </p:par>
                              <p:par>
                                <p:cTn id="879" presetID="10" presetClass="entr" presetSubtype="0" fill="hold" nodeType="withEffect">
                                  <p:stCondLst>
                                    <p:cond delay="65"/>
                                  </p:stCondLst>
                                  <p:childTnLst>
                                    <p:set>
                                      <p:cBhvr>
                                        <p:cTn id="880" dur="1" fill="hold">
                                          <p:stCondLst>
                                            <p:cond delay="0"/>
                                          </p:stCondLst>
                                        </p:cTn>
                                        <p:tgtEl>
                                          <p:spTgt spid="228"/>
                                        </p:tgtEl>
                                        <p:attrNameLst>
                                          <p:attrName>style.visibility</p:attrName>
                                        </p:attrNameLst>
                                      </p:cBhvr>
                                      <p:to>
                                        <p:strVal val="visible"/>
                                      </p:to>
                                    </p:set>
                                    <p:animEffect transition="in" filter="fade">
                                      <p:cBhvr>
                                        <p:cTn id="881" dur="1" fill="hold"/>
                                        <p:tgtEl>
                                          <p:spTgt spid="228"/>
                                        </p:tgtEl>
                                      </p:cBhvr>
                                    </p:animEffect>
                                  </p:childTnLst>
                                </p:cTn>
                              </p:par>
                              <p:par>
                                <p:cTn id="882" presetID="0" presetClass="path" presetSubtype="0" fill="hold" nodeType="withEffect">
                                  <p:stCondLst>
                                    <p:cond delay="65"/>
                                  </p:stCondLst>
                                  <p:childTnLst>
                                    <p:animMotion origin="layout" path="M 0 0 L 0.213281250 0.105555556 E" pathEditMode="relative" rAng="0">
                                      <p:cBhvr additive="base">
                                        <p:cTn id="883" dur="850" fill="hold"/>
                                        <p:tgtEl>
                                          <p:spTgt spid="228"/>
                                        </p:tgtEl>
                                        <p:attrNameLst>
                                          <p:attrName>ppt_x</p:attrName>
                                          <p:attrName>ppt_y</p:attrName>
                                        </p:attrNameLst>
                                      </p:cBhvr>
                                      <p:rCtr x="0" y="0"/>
                                    </p:animMotion>
                                  </p:childTnLst>
                                </p:cTn>
                              </p:par>
                              <p:par>
                                <p:cTn id="884" presetID="10" presetClass="exit" presetSubtype="0" fill="hold" nodeType="withEffect">
                                  <p:stCondLst>
                                    <p:cond delay="915"/>
                                  </p:stCondLst>
                                  <p:childTnLst>
                                    <p:animEffect transition="out" filter="fade">
                                      <p:cBhvr>
                                        <p:cTn id="885" dur="1" fill="hold"/>
                                        <p:tgtEl>
                                          <p:spTgt spid="228"/>
                                        </p:tgtEl>
                                      </p:cBhvr>
                                    </p:animEffect>
                                    <p:set>
                                      <p:cBhvr>
                                        <p:cTn id="886" dur="1" fill="hold">
                                          <p:stCondLst>
                                            <p:cond delay="1"/>
                                          </p:stCondLst>
                                        </p:cTn>
                                        <p:tgtEl>
                                          <p:spTgt spid="228"/>
                                        </p:tgtEl>
                                        <p:attrNameLst>
                                          <p:attrName>style.visibility</p:attrName>
                                        </p:attrNameLst>
                                      </p:cBhvr>
                                      <p:to>
                                        <p:strVal val="hidden"/>
                                      </p:to>
                                    </p:set>
                                  </p:childTnLst>
                                </p:cTn>
                              </p:par>
                              <p:par>
                                <p:cTn id="887" presetID="10" presetClass="entr" presetSubtype="0" fill="hold" nodeType="withEffect">
                                  <p:stCondLst>
                                    <p:cond delay="65"/>
                                  </p:stCondLst>
                                  <p:childTnLst>
                                    <p:set>
                                      <p:cBhvr>
                                        <p:cTn id="888" dur="1" fill="hold">
                                          <p:stCondLst>
                                            <p:cond delay="0"/>
                                          </p:stCondLst>
                                        </p:cTn>
                                        <p:tgtEl>
                                          <p:spTgt spid="229"/>
                                        </p:tgtEl>
                                        <p:attrNameLst>
                                          <p:attrName>style.visibility</p:attrName>
                                        </p:attrNameLst>
                                      </p:cBhvr>
                                      <p:to>
                                        <p:strVal val="visible"/>
                                      </p:to>
                                    </p:set>
                                    <p:animEffect transition="in" filter="fade">
                                      <p:cBhvr>
                                        <p:cTn id="889" dur="1" fill="hold"/>
                                        <p:tgtEl>
                                          <p:spTgt spid="229"/>
                                        </p:tgtEl>
                                      </p:cBhvr>
                                    </p:animEffect>
                                  </p:childTnLst>
                                </p:cTn>
                              </p:par>
                              <p:par>
                                <p:cTn id="890" presetID="0" presetClass="path" presetSubtype="0" fill="hold" nodeType="withEffect">
                                  <p:stCondLst>
                                    <p:cond delay="65"/>
                                  </p:stCondLst>
                                  <p:childTnLst>
                                    <p:animMotion origin="layout" path="M 0 0 L 0.213281250 0.204166667 E" pathEditMode="relative" rAng="0">
                                      <p:cBhvr additive="base">
                                        <p:cTn id="891" dur="850" fill="hold"/>
                                        <p:tgtEl>
                                          <p:spTgt spid="229"/>
                                        </p:tgtEl>
                                        <p:attrNameLst>
                                          <p:attrName>ppt_x</p:attrName>
                                          <p:attrName>ppt_y</p:attrName>
                                        </p:attrNameLst>
                                      </p:cBhvr>
                                      <p:rCtr x="0" y="0"/>
                                    </p:animMotion>
                                  </p:childTnLst>
                                </p:cTn>
                              </p:par>
                              <p:par>
                                <p:cTn id="892" presetID="10" presetClass="exit" presetSubtype="0" fill="hold" nodeType="withEffect">
                                  <p:stCondLst>
                                    <p:cond delay="915"/>
                                  </p:stCondLst>
                                  <p:childTnLst>
                                    <p:animEffect transition="out" filter="fade">
                                      <p:cBhvr>
                                        <p:cTn id="893" dur="1" fill="hold"/>
                                        <p:tgtEl>
                                          <p:spTgt spid="229"/>
                                        </p:tgtEl>
                                      </p:cBhvr>
                                    </p:animEffect>
                                    <p:set>
                                      <p:cBhvr>
                                        <p:cTn id="894" dur="1" fill="hold">
                                          <p:stCondLst>
                                            <p:cond delay="1"/>
                                          </p:stCondLst>
                                        </p:cTn>
                                        <p:tgtEl>
                                          <p:spTgt spid="229"/>
                                        </p:tgtEl>
                                        <p:attrNameLst>
                                          <p:attrName>style.visibility</p:attrName>
                                        </p:attrNameLst>
                                      </p:cBhvr>
                                      <p:to>
                                        <p:strVal val="hidden"/>
                                      </p:to>
                                    </p:set>
                                  </p:childTnLst>
                                </p:cTn>
                              </p:par>
                              <p:par>
                                <p:cTn id="895" presetID="10" presetClass="entr" presetSubtype="0" fill="hold" nodeType="withEffect">
                                  <p:stCondLst>
                                    <p:cond delay="65"/>
                                  </p:stCondLst>
                                  <p:childTnLst>
                                    <p:set>
                                      <p:cBhvr>
                                        <p:cTn id="896" dur="1" fill="hold">
                                          <p:stCondLst>
                                            <p:cond delay="0"/>
                                          </p:stCondLst>
                                        </p:cTn>
                                        <p:tgtEl>
                                          <p:spTgt spid="230"/>
                                        </p:tgtEl>
                                        <p:attrNameLst>
                                          <p:attrName>style.visibility</p:attrName>
                                        </p:attrNameLst>
                                      </p:cBhvr>
                                      <p:to>
                                        <p:strVal val="visible"/>
                                      </p:to>
                                    </p:set>
                                    <p:animEffect transition="in" filter="fade">
                                      <p:cBhvr>
                                        <p:cTn id="897" dur="1" fill="hold"/>
                                        <p:tgtEl>
                                          <p:spTgt spid="230"/>
                                        </p:tgtEl>
                                      </p:cBhvr>
                                    </p:animEffect>
                                  </p:childTnLst>
                                </p:cTn>
                              </p:par>
                              <p:par>
                                <p:cTn id="898" presetID="0" presetClass="path" presetSubtype="0" fill="hold" nodeType="withEffect">
                                  <p:stCondLst>
                                    <p:cond delay="65"/>
                                  </p:stCondLst>
                                  <p:childTnLst>
                                    <p:animMotion origin="layout" path="M 0 0 L 0.213281250 0.302777778 E" pathEditMode="relative" rAng="0">
                                      <p:cBhvr additive="base">
                                        <p:cTn id="899" dur="850" fill="hold"/>
                                        <p:tgtEl>
                                          <p:spTgt spid="230"/>
                                        </p:tgtEl>
                                        <p:attrNameLst>
                                          <p:attrName>ppt_x</p:attrName>
                                          <p:attrName>ppt_y</p:attrName>
                                        </p:attrNameLst>
                                      </p:cBhvr>
                                      <p:rCtr x="0" y="0"/>
                                    </p:animMotion>
                                  </p:childTnLst>
                                </p:cTn>
                              </p:par>
                              <p:par>
                                <p:cTn id="900" presetID="10" presetClass="exit" presetSubtype="0" fill="hold" nodeType="withEffect">
                                  <p:stCondLst>
                                    <p:cond delay="915"/>
                                  </p:stCondLst>
                                  <p:childTnLst>
                                    <p:animEffect transition="out" filter="fade">
                                      <p:cBhvr>
                                        <p:cTn id="901" dur="1" fill="hold"/>
                                        <p:tgtEl>
                                          <p:spTgt spid="230"/>
                                        </p:tgtEl>
                                      </p:cBhvr>
                                    </p:animEffect>
                                    <p:set>
                                      <p:cBhvr>
                                        <p:cTn id="902" dur="1" fill="hold">
                                          <p:stCondLst>
                                            <p:cond delay="1"/>
                                          </p:stCondLst>
                                        </p:cTn>
                                        <p:tgtEl>
                                          <p:spTgt spid="230"/>
                                        </p:tgtEl>
                                        <p:attrNameLst>
                                          <p:attrName>style.visibility</p:attrName>
                                        </p:attrNameLst>
                                      </p:cBhvr>
                                      <p:to>
                                        <p:strVal val="hidden"/>
                                      </p:to>
                                    </p:set>
                                  </p:childTnLst>
                                </p:cTn>
                              </p:par>
                              <p:par>
                                <p:cTn id="903" presetID="10" presetClass="entr" presetSubtype="0" fill="hold" nodeType="withEffect">
                                  <p:stCondLst>
                                    <p:cond delay="130"/>
                                  </p:stCondLst>
                                  <p:childTnLst>
                                    <p:set>
                                      <p:cBhvr>
                                        <p:cTn id="904" dur="1" fill="hold">
                                          <p:stCondLst>
                                            <p:cond delay="0"/>
                                          </p:stCondLst>
                                        </p:cTn>
                                        <p:tgtEl>
                                          <p:spTgt spid="231"/>
                                        </p:tgtEl>
                                        <p:attrNameLst>
                                          <p:attrName>style.visibility</p:attrName>
                                        </p:attrNameLst>
                                      </p:cBhvr>
                                      <p:to>
                                        <p:strVal val="visible"/>
                                      </p:to>
                                    </p:set>
                                    <p:animEffect transition="in" filter="fade">
                                      <p:cBhvr>
                                        <p:cTn id="905" dur="1" fill="hold"/>
                                        <p:tgtEl>
                                          <p:spTgt spid="231"/>
                                        </p:tgtEl>
                                      </p:cBhvr>
                                    </p:animEffect>
                                  </p:childTnLst>
                                </p:cTn>
                              </p:par>
                              <p:par>
                                <p:cTn id="906" presetID="0" presetClass="path" presetSubtype="0" fill="hold" nodeType="withEffect">
                                  <p:stCondLst>
                                    <p:cond delay="130"/>
                                  </p:stCondLst>
                                  <p:childTnLst>
                                    <p:animMotion origin="layout" path="M 0 0 L 0.213281250 -0.483333333 E" pathEditMode="relative" rAng="0">
                                      <p:cBhvr additive="base">
                                        <p:cTn id="907" dur="850" fill="hold"/>
                                        <p:tgtEl>
                                          <p:spTgt spid="231"/>
                                        </p:tgtEl>
                                        <p:attrNameLst>
                                          <p:attrName>ppt_x</p:attrName>
                                          <p:attrName>ppt_y</p:attrName>
                                        </p:attrNameLst>
                                      </p:cBhvr>
                                      <p:rCtr x="0" y="0"/>
                                    </p:animMotion>
                                  </p:childTnLst>
                                </p:cTn>
                              </p:par>
                              <p:par>
                                <p:cTn id="908" presetID="10" presetClass="exit" presetSubtype="0" fill="hold" nodeType="withEffect">
                                  <p:stCondLst>
                                    <p:cond delay="980"/>
                                  </p:stCondLst>
                                  <p:childTnLst>
                                    <p:animEffect transition="out" filter="fade">
                                      <p:cBhvr>
                                        <p:cTn id="909" dur="1" fill="hold"/>
                                        <p:tgtEl>
                                          <p:spTgt spid="231"/>
                                        </p:tgtEl>
                                      </p:cBhvr>
                                    </p:animEffect>
                                    <p:set>
                                      <p:cBhvr>
                                        <p:cTn id="910" dur="1" fill="hold">
                                          <p:stCondLst>
                                            <p:cond delay="1"/>
                                          </p:stCondLst>
                                        </p:cTn>
                                        <p:tgtEl>
                                          <p:spTgt spid="231"/>
                                        </p:tgtEl>
                                        <p:attrNameLst>
                                          <p:attrName>style.visibility</p:attrName>
                                        </p:attrNameLst>
                                      </p:cBhvr>
                                      <p:to>
                                        <p:strVal val="hidden"/>
                                      </p:to>
                                    </p:set>
                                  </p:childTnLst>
                                </p:cTn>
                              </p:par>
                              <p:par>
                                <p:cTn id="911" presetID="10" presetClass="entr" presetSubtype="0" fill="hold" nodeType="withEffect">
                                  <p:stCondLst>
                                    <p:cond delay="130"/>
                                  </p:stCondLst>
                                  <p:childTnLst>
                                    <p:set>
                                      <p:cBhvr>
                                        <p:cTn id="912" dur="1" fill="hold">
                                          <p:stCondLst>
                                            <p:cond delay="0"/>
                                          </p:stCondLst>
                                        </p:cTn>
                                        <p:tgtEl>
                                          <p:spTgt spid="232"/>
                                        </p:tgtEl>
                                        <p:attrNameLst>
                                          <p:attrName>style.visibility</p:attrName>
                                        </p:attrNameLst>
                                      </p:cBhvr>
                                      <p:to>
                                        <p:strVal val="visible"/>
                                      </p:to>
                                    </p:set>
                                    <p:animEffect transition="in" filter="fade">
                                      <p:cBhvr>
                                        <p:cTn id="913" dur="1" fill="hold"/>
                                        <p:tgtEl>
                                          <p:spTgt spid="232"/>
                                        </p:tgtEl>
                                      </p:cBhvr>
                                    </p:animEffect>
                                  </p:childTnLst>
                                </p:cTn>
                              </p:par>
                              <p:par>
                                <p:cTn id="914" presetID="0" presetClass="path" presetSubtype="0" fill="hold" nodeType="withEffect">
                                  <p:stCondLst>
                                    <p:cond delay="130"/>
                                  </p:stCondLst>
                                  <p:childTnLst>
                                    <p:animMotion origin="layout" path="M 0 0 L 0.213281250 -0.384722222 E" pathEditMode="relative" rAng="0">
                                      <p:cBhvr additive="base">
                                        <p:cTn id="915" dur="850" fill="hold"/>
                                        <p:tgtEl>
                                          <p:spTgt spid="232"/>
                                        </p:tgtEl>
                                        <p:attrNameLst>
                                          <p:attrName>ppt_x</p:attrName>
                                          <p:attrName>ppt_y</p:attrName>
                                        </p:attrNameLst>
                                      </p:cBhvr>
                                      <p:rCtr x="0" y="0"/>
                                    </p:animMotion>
                                  </p:childTnLst>
                                </p:cTn>
                              </p:par>
                              <p:par>
                                <p:cTn id="916" presetID="10" presetClass="exit" presetSubtype="0" fill="hold" nodeType="withEffect">
                                  <p:stCondLst>
                                    <p:cond delay="980"/>
                                  </p:stCondLst>
                                  <p:childTnLst>
                                    <p:animEffect transition="out" filter="fade">
                                      <p:cBhvr>
                                        <p:cTn id="917" dur="1" fill="hold"/>
                                        <p:tgtEl>
                                          <p:spTgt spid="232"/>
                                        </p:tgtEl>
                                      </p:cBhvr>
                                    </p:animEffect>
                                    <p:set>
                                      <p:cBhvr>
                                        <p:cTn id="918" dur="1" fill="hold">
                                          <p:stCondLst>
                                            <p:cond delay="1"/>
                                          </p:stCondLst>
                                        </p:cTn>
                                        <p:tgtEl>
                                          <p:spTgt spid="232"/>
                                        </p:tgtEl>
                                        <p:attrNameLst>
                                          <p:attrName>style.visibility</p:attrName>
                                        </p:attrNameLst>
                                      </p:cBhvr>
                                      <p:to>
                                        <p:strVal val="hidden"/>
                                      </p:to>
                                    </p:set>
                                  </p:childTnLst>
                                </p:cTn>
                              </p:par>
                              <p:par>
                                <p:cTn id="919" presetID="10" presetClass="entr" presetSubtype="0" fill="hold" nodeType="withEffect">
                                  <p:stCondLst>
                                    <p:cond delay="130"/>
                                  </p:stCondLst>
                                  <p:childTnLst>
                                    <p:set>
                                      <p:cBhvr>
                                        <p:cTn id="920" dur="1" fill="hold">
                                          <p:stCondLst>
                                            <p:cond delay="0"/>
                                          </p:stCondLst>
                                        </p:cTn>
                                        <p:tgtEl>
                                          <p:spTgt spid="233"/>
                                        </p:tgtEl>
                                        <p:attrNameLst>
                                          <p:attrName>style.visibility</p:attrName>
                                        </p:attrNameLst>
                                      </p:cBhvr>
                                      <p:to>
                                        <p:strVal val="visible"/>
                                      </p:to>
                                    </p:set>
                                    <p:animEffect transition="in" filter="fade">
                                      <p:cBhvr>
                                        <p:cTn id="921" dur="1" fill="hold"/>
                                        <p:tgtEl>
                                          <p:spTgt spid="233"/>
                                        </p:tgtEl>
                                      </p:cBhvr>
                                    </p:animEffect>
                                  </p:childTnLst>
                                </p:cTn>
                              </p:par>
                              <p:par>
                                <p:cTn id="922" presetID="0" presetClass="path" presetSubtype="0" fill="hold" nodeType="withEffect">
                                  <p:stCondLst>
                                    <p:cond delay="130"/>
                                  </p:stCondLst>
                                  <p:childTnLst>
                                    <p:animMotion origin="layout" path="M 0 0 L 0.213281250 -0.286111111 E" pathEditMode="relative" rAng="0">
                                      <p:cBhvr additive="base">
                                        <p:cTn id="923" dur="850" fill="hold"/>
                                        <p:tgtEl>
                                          <p:spTgt spid="233"/>
                                        </p:tgtEl>
                                        <p:attrNameLst>
                                          <p:attrName>ppt_x</p:attrName>
                                          <p:attrName>ppt_y</p:attrName>
                                        </p:attrNameLst>
                                      </p:cBhvr>
                                      <p:rCtr x="0" y="0"/>
                                    </p:animMotion>
                                  </p:childTnLst>
                                </p:cTn>
                              </p:par>
                              <p:par>
                                <p:cTn id="924" presetID="10" presetClass="exit" presetSubtype="0" fill="hold" nodeType="withEffect">
                                  <p:stCondLst>
                                    <p:cond delay="980"/>
                                  </p:stCondLst>
                                  <p:childTnLst>
                                    <p:animEffect transition="out" filter="fade">
                                      <p:cBhvr>
                                        <p:cTn id="925" dur="1" fill="hold"/>
                                        <p:tgtEl>
                                          <p:spTgt spid="233"/>
                                        </p:tgtEl>
                                      </p:cBhvr>
                                    </p:animEffect>
                                    <p:set>
                                      <p:cBhvr>
                                        <p:cTn id="926" dur="1" fill="hold">
                                          <p:stCondLst>
                                            <p:cond delay="1"/>
                                          </p:stCondLst>
                                        </p:cTn>
                                        <p:tgtEl>
                                          <p:spTgt spid="233"/>
                                        </p:tgtEl>
                                        <p:attrNameLst>
                                          <p:attrName>style.visibility</p:attrName>
                                        </p:attrNameLst>
                                      </p:cBhvr>
                                      <p:to>
                                        <p:strVal val="hidden"/>
                                      </p:to>
                                    </p:set>
                                  </p:childTnLst>
                                </p:cTn>
                              </p:par>
                              <p:par>
                                <p:cTn id="927" presetID="10" presetClass="entr" presetSubtype="0" fill="hold" nodeType="withEffect">
                                  <p:stCondLst>
                                    <p:cond delay="130"/>
                                  </p:stCondLst>
                                  <p:childTnLst>
                                    <p:set>
                                      <p:cBhvr>
                                        <p:cTn id="928" dur="1" fill="hold">
                                          <p:stCondLst>
                                            <p:cond delay="0"/>
                                          </p:stCondLst>
                                        </p:cTn>
                                        <p:tgtEl>
                                          <p:spTgt spid="234"/>
                                        </p:tgtEl>
                                        <p:attrNameLst>
                                          <p:attrName>style.visibility</p:attrName>
                                        </p:attrNameLst>
                                      </p:cBhvr>
                                      <p:to>
                                        <p:strVal val="visible"/>
                                      </p:to>
                                    </p:set>
                                    <p:animEffect transition="in" filter="fade">
                                      <p:cBhvr>
                                        <p:cTn id="929" dur="1" fill="hold"/>
                                        <p:tgtEl>
                                          <p:spTgt spid="234"/>
                                        </p:tgtEl>
                                      </p:cBhvr>
                                    </p:animEffect>
                                  </p:childTnLst>
                                </p:cTn>
                              </p:par>
                              <p:par>
                                <p:cTn id="930" presetID="0" presetClass="path" presetSubtype="0" fill="hold" nodeType="withEffect">
                                  <p:stCondLst>
                                    <p:cond delay="130"/>
                                  </p:stCondLst>
                                  <p:childTnLst>
                                    <p:animMotion origin="layout" path="M 0 0 L 0.213281250 -0.187500000 E" pathEditMode="relative" rAng="0">
                                      <p:cBhvr additive="base">
                                        <p:cTn id="931" dur="850" fill="hold"/>
                                        <p:tgtEl>
                                          <p:spTgt spid="234"/>
                                        </p:tgtEl>
                                        <p:attrNameLst>
                                          <p:attrName>ppt_x</p:attrName>
                                          <p:attrName>ppt_y</p:attrName>
                                        </p:attrNameLst>
                                      </p:cBhvr>
                                      <p:rCtr x="0" y="0"/>
                                    </p:animMotion>
                                  </p:childTnLst>
                                </p:cTn>
                              </p:par>
                              <p:par>
                                <p:cTn id="932" presetID="10" presetClass="exit" presetSubtype="0" fill="hold" nodeType="withEffect">
                                  <p:stCondLst>
                                    <p:cond delay="980"/>
                                  </p:stCondLst>
                                  <p:childTnLst>
                                    <p:animEffect transition="out" filter="fade">
                                      <p:cBhvr>
                                        <p:cTn id="933" dur="1" fill="hold"/>
                                        <p:tgtEl>
                                          <p:spTgt spid="234"/>
                                        </p:tgtEl>
                                      </p:cBhvr>
                                    </p:animEffect>
                                    <p:set>
                                      <p:cBhvr>
                                        <p:cTn id="934" dur="1" fill="hold">
                                          <p:stCondLst>
                                            <p:cond delay="1"/>
                                          </p:stCondLst>
                                        </p:cTn>
                                        <p:tgtEl>
                                          <p:spTgt spid="234"/>
                                        </p:tgtEl>
                                        <p:attrNameLst>
                                          <p:attrName>style.visibility</p:attrName>
                                        </p:attrNameLst>
                                      </p:cBhvr>
                                      <p:to>
                                        <p:strVal val="hidden"/>
                                      </p:to>
                                    </p:set>
                                  </p:childTnLst>
                                </p:cTn>
                              </p:par>
                              <p:par>
                                <p:cTn id="935" presetID="10" presetClass="entr" presetSubtype="0" fill="hold" nodeType="withEffect">
                                  <p:stCondLst>
                                    <p:cond delay="130"/>
                                  </p:stCondLst>
                                  <p:childTnLst>
                                    <p:set>
                                      <p:cBhvr>
                                        <p:cTn id="936" dur="1" fill="hold">
                                          <p:stCondLst>
                                            <p:cond delay="0"/>
                                          </p:stCondLst>
                                        </p:cTn>
                                        <p:tgtEl>
                                          <p:spTgt spid="235"/>
                                        </p:tgtEl>
                                        <p:attrNameLst>
                                          <p:attrName>style.visibility</p:attrName>
                                        </p:attrNameLst>
                                      </p:cBhvr>
                                      <p:to>
                                        <p:strVal val="visible"/>
                                      </p:to>
                                    </p:set>
                                    <p:animEffect transition="in" filter="fade">
                                      <p:cBhvr>
                                        <p:cTn id="937" dur="1" fill="hold"/>
                                        <p:tgtEl>
                                          <p:spTgt spid="235"/>
                                        </p:tgtEl>
                                      </p:cBhvr>
                                    </p:animEffect>
                                  </p:childTnLst>
                                </p:cTn>
                              </p:par>
                              <p:par>
                                <p:cTn id="938" presetID="0" presetClass="path" presetSubtype="0" fill="hold" nodeType="withEffect">
                                  <p:stCondLst>
                                    <p:cond delay="130"/>
                                  </p:stCondLst>
                                  <p:childTnLst>
                                    <p:animMotion origin="layout" path="M 0 0 L 0.213281250 -0.088888889 E" pathEditMode="relative" rAng="0">
                                      <p:cBhvr additive="base">
                                        <p:cTn id="939" dur="850" fill="hold"/>
                                        <p:tgtEl>
                                          <p:spTgt spid="235"/>
                                        </p:tgtEl>
                                        <p:attrNameLst>
                                          <p:attrName>ppt_x</p:attrName>
                                          <p:attrName>ppt_y</p:attrName>
                                        </p:attrNameLst>
                                      </p:cBhvr>
                                      <p:rCtr x="0" y="0"/>
                                    </p:animMotion>
                                  </p:childTnLst>
                                </p:cTn>
                              </p:par>
                              <p:par>
                                <p:cTn id="940" presetID="10" presetClass="exit" presetSubtype="0" fill="hold" nodeType="withEffect">
                                  <p:stCondLst>
                                    <p:cond delay="980"/>
                                  </p:stCondLst>
                                  <p:childTnLst>
                                    <p:animEffect transition="out" filter="fade">
                                      <p:cBhvr>
                                        <p:cTn id="941" dur="1" fill="hold"/>
                                        <p:tgtEl>
                                          <p:spTgt spid="235"/>
                                        </p:tgtEl>
                                      </p:cBhvr>
                                    </p:animEffect>
                                    <p:set>
                                      <p:cBhvr>
                                        <p:cTn id="942" dur="1" fill="hold">
                                          <p:stCondLst>
                                            <p:cond delay="1"/>
                                          </p:stCondLst>
                                        </p:cTn>
                                        <p:tgtEl>
                                          <p:spTgt spid="235"/>
                                        </p:tgtEl>
                                        <p:attrNameLst>
                                          <p:attrName>style.visibility</p:attrName>
                                        </p:attrNameLst>
                                      </p:cBhvr>
                                      <p:to>
                                        <p:strVal val="hidden"/>
                                      </p:to>
                                    </p:set>
                                  </p:childTnLst>
                                </p:cTn>
                              </p:par>
                              <p:par>
                                <p:cTn id="943" presetID="10" presetClass="entr" presetSubtype="0" fill="hold" nodeType="withEffect">
                                  <p:stCondLst>
                                    <p:cond delay="130"/>
                                  </p:stCondLst>
                                  <p:childTnLst>
                                    <p:set>
                                      <p:cBhvr>
                                        <p:cTn id="944" dur="1" fill="hold">
                                          <p:stCondLst>
                                            <p:cond delay="0"/>
                                          </p:stCondLst>
                                        </p:cTn>
                                        <p:tgtEl>
                                          <p:spTgt spid="236"/>
                                        </p:tgtEl>
                                        <p:attrNameLst>
                                          <p:attrName>style.visibility</p:attrName>
                                        </p:attrNameLst>
                                      </p:cBhvr>
                                      <p:to>
                                        <p:strVal val="visible"/>
                                      </p:to>
                                    </p:set>
                                    <p:animEffect transition="in" filter="fade">
                                      <p:cBhvr>
                                        <p:cTn id="945" dur="1" fill="hold"/>
                                        <p:tgtEl>
                                          <p:spTgt spid="236"/>
                                        </p:tgtEl>
                                      </p:cBhvr>
                                    </p:animEffect>
                                  </p:childTnLst>
                                </p:cTn>
                              </p:par>
                              <p:par>
                                <p:cTn id="946" presetID="0" presetClass="path" presetSubtype="0" fill="hold" nodeType="withEffect">
                                  <p:stCondLst>
                                    <p:cond delay="130"/>
                                  </p:stCondLst>
                                  <p:childTnLst>
                                    <p:animMotion origin="layout" path="M 0 0 L 0.213281250 0.009722222 E" pathEditMode="relative" rAng="0">
                                      <p:cBhvr additive="base">
                                        <p:cTn id="947" dur="850" fill="hold"/>
                                        <p:tgtEl>
                                          <p:spTgt spid="236"/>
                                        </p:tgtEl>
                                        <p:attrNameLst>
                                          <p:attrName>ppt_x</p:attrName>
                                          <p:attrName>ppt_y</p:attrName>
                                        </p:attrNameLst>
                                      </p:cBhvr>
                                      <p:rCtr x="0" y="0"/>
                                    </p:animMotion>
                                  </p:childTnLst>
                                </p:cTn>
                              </p:par>
                              <p:par>
                                <p:cTn id="948" presetID="10" presetClass="exit" presetSubtype="0" fill="hold" nodeType="withEffect">
                                  <p:stCondLst>
                                    <p:cond delay="980"/>
                                  </p:stCondLst>
                                  <p:childTnLst>
                                    <p:animEffect transition="out" filter="fade">
                                      <p:cBhvr>
                                        <p:cTn id="949" dur="1" fill="hold"/>
                                        <p:tgtEl>
                                          <p:spTgt spid="236"/>
                                        </p:tgtEl>
                                      </p:cBhvr>
                                    </p:animEffect>
                                    <p:set>
                                      <p:cBhvr>
                                        <p:cTn id="950" dur="1" fill="hold">
                                          <p:stCondLst>
                                            <p:cond delay="1"/>
                                          </p:stCondLst>
                                        </p:cTn>
                                        <p:tgtEl>
                                          <p:spTgt spid="236"/>
                                        </p:tgtEl>
                                        <p:attrNameLst>
                                          <p:attrName>style.visibility</p:attrName>
                                        </p:attrNameLst>
                                      </p:cBhvr>
                                      <p:to>
                                        <p:strVal val="hidden"/>
                                      </p:to>
                                    </p:set>
                                  </p:childTnLst>
                                </p:cTn>
                              </p:par>
                              <p:par>
                                <p:cTn id="951" presetID="10" presetClass="entr" presetSubtype="0" fill="hold" nodeType="withEffect">
                                  <p:stCondLst>
                                    <p:cond delay="130"/>
                                  </p:stCondLst>
                                  <p:childTnLst>
                                    <p:set>
                                      <p:cBhvr>
                                        <p:cTn id="952" dur="1" fill="hold">
                                          <p:stCondLst>
                                            <p:cond delay="0"/>
                                          </p:stCondLst>
                                        </p:cTn>
                                        <p:tgtEl>
                                          <p:spTgt spid="237"/>
                                        </p:tgtEl>
                                        <p:attrNameLst>
                                          <p:attrName>style.visibility</p:attrName>
                                        </p:attrNameLst>
                                      </p:cBhvr>
                                      <p:to>
                                        <p:strVal val="visible"/>
                                      </p:to>
                                    </p:set>
                                    <p:animEffect transition="in" filter="fade">
                                      <p:cBhvr>
                                        <p:cTn id="953" dur="1" fill="hold"/>
                                        <p:tgtEl>
                                          <p:spTgt spid="237"/>
                                        </p:tgtEl>
                                      </p:cBhvr>
                                    </p:animEffect>
                                  </p:childTnLst>
                                </p:cTn>
                              </p:par>
                              <p:par>
                                <p:cTn id="954" presetID="0" presetClass="path" presetSubtype="0" fill="hold" nodeType="withEffect">
                                  <p:stCondLst>
                                    <p:cond delay="130"/>
                                  </p:stCondLst>
                                  <p:childTnLst>
                                    <p:animMotion origin="layout" path="M 0 0 L 0.213281250 0.108333333 E" pathEditMode="relative" rAng="0">
                                      <p:cBhvr additive="base">
                                        <p:cTn id="955" dur="850" fill="hold"/>
                                        <p:tgtEl>
                                          <p:spTgt spid="237"/>
                                        </p:tgtEl>
                                        <p:attrNameLst>
                                          <p:attrName>ppt_x</p:attrName>
                                          <p:attrName>ppt_y</p:attrName>
                                        </p:attrNameLst>
                                      </p:cBhvr>
                                      <p:rCtr x="0" y="0"/>
                                    </p:animMotion>
                                  </p:childTnLst>
                                </p:cTn>
                              </p:par>
                              <p:par>
                                <p:cTn id="956" presetID="10" presetClass="exit" presetSubtype="0" fill="hold" nodeType="withEffect">
                                  <p:stCondLst>
                                    <p:cond delay="980"/>
                                  </p:stCondLst>
                                  <p:childTnLst>
                                    <p:animEffect transition="out" filter="fade">
                                      <p:cBhvr>
                                        <p:cTn id="957" dur="1" fill="hold"/>
                                        <p:tgtEl>
                                          <p:spTgt spid="237"/>
                                        </p:tgtEl>
                                      </p:cBhvr>
                                    </p:animEffect>
                                    <p:set>
                                      <p:cBhvr>
                                        <p:cTn id="958" dur="1" fill="hold">
                                          <p:stCondLst>
                                            <p:cond delay="1"/>
                                          </p:stCondLst>
                                        </p:cTn>
                                        <p:tgtEl>
                                          <p:spTgt spid="237"/>
                                        </p:tgtEl>
                                        <p:attrNameLst>
                                          <p:attrName>style.visibility</p:attrName>
                                        </p:attrNameLst>
                                      </p:cBhvr>
                                      <p:to>
                                        <p:strVal val="hidden"/>
                                      </p:to>
                                    </p:set>
                                  </p:childTnLst>
                                </p:cTn>
                              </p:par>
                              <p:par>
                                <p:cTn id="959" presetID="10" presetClass="entr" presetSubtype="0" fill="hold" nodeType="withEffect">
                                  <p:stCondLst>
                                    <p:cond delay="1050"/>
                                  </p:stCondLst>
                                  <p:childTnLst>
                                    <p:set>
                                      <p:cBhvr>
                                        <p:cTn id="960" dur="1" fill="hold">
                                          <p:stCondLst>
                                            <p:cond delay="0"/>
                                          </p:stCondLst>
                                        </p:cTn>
                                        <p:tgtEl>
                                          <p:spTgt spid="169"/>
                                        </p:tgtEl>
                                        <p:attrNameLst>
                                          <p:attrName>style.visibility</p:attrName>
                                        </p:attrNameLst>
                                      </p:cBhvr>
                                      <p:to>
                                        <p:strVal val="visible"/>
                                      </p:to>
                                    </p:set>
                                    <p:animEffect transition="in" filter="fade">
                                      <p:cBhvr>
                                        <p:cTn id="961" dur="250" fill="hold"/>
                                        <p:tgtEl>
                                          <p:spTgt spid="169"/>
                                        </p:tgtEl>
                                      </p:cBhvr>
                                    </p:animEffect>
                                  </p:childTnLst>
                                </p:cTn>
                              </p:par>
                              <p:par>
                                <p:cTn id="962" presetID="10" presetClass="entr" presetSubtype="0" fill="hold" nodeType="withEffect">
                                  <p:stCondLst>
                                    <p:cond delay="1180"/>
                                  </p:stCondLst>
                                  <p:childTnLst>
                                    <p:set>
                                      <p:cBhvr>
                                        <p:cTn id="963" dur="1" fill="hold">
                                          <p:stCondLst>
                                            <p:cond delay="0"/>
                                          </p:stCondLst>
                                        </p:cTn>
                                        <p:tgtEl>
                                          <p:spTgt spid="170"/>
                                        </p:tgtEl>
                                        <p:attrNameLst>
                                          <p:attrName>style.visibility</p:attrName>
                                        </p:attrNameLst>
                                      </p:cBhvr>
                                      <p:to>
                                        <p:strVal val="visible"/>
                                      </p:to>
                                    </p:set>
                                    <p:animEffect transition="in" filter="fade">
                                      <p:cBhvr>
                                        <p:cTn id="964" dur="250" fill="hold"/>
                                        <p:tgtEl>
                                          <p:spTgt spid="170"/>
                                        </p:tgtEl>
                                      </p:cBhvr>
                                    </p:animEffect>
                                  </p:childTnLst>
                                </p:cTn>
                              </p:par>
                              <p:par>
                                <p:cTn id="965" presetID="10" presetClass="entr" presetSubtype="0" fill="hold" nodeType="withEffect">
                                  <p:stCondLst>
                                    <p:cond delay="1310"/>
                                  </p:stCondLst>
                                  <p:childTnLst>
                                    <p:set>
                                      <p:cBhvr>
                                        <p:cTn id="966" dur="1" fill="hold">
                                          <p:stCondLst>
                                            <p:cond delay="0"/>
                                          </p:stCondLst>
                                        </p:cTn>
                                        <p:tgtEl>
                                          <p:spTgt spid="171"/>
                                        </p:tgtEl>
                                        <p:attrNameLst>
                                          <p:attrName>style.visibility</p:attrName>
                                        </p:attrNameLst>
                                      </p:cBhvr>
                                      <p:to>
                                        <p:strVal val="visible"/>
                                      </p:to>
                                    </p:set>
                                    <p:animEffect transition="in" filter="fade">
                                      <p:cBhvr>
                                        <p:cTn id="967" dur="250" fill="hold"/>
                                        <p:tgtEl>
                                          <p:spTgt spid="171"/>
                                        </p:tgtEl>
                                      </p:cBhvr>
                                    </p:animEffect>
                                  </p:childTnLst>
                                </p:cTn>
                              </p:par>
                              <p:par>
                                <p:cTn id="968" presetID="10" presetClass="entr" presetSubtype="0" fill="hold" nodeType="withEffect">
                                  <p:stCondLst>
                                    <p:cond delay="1440"/>
                                  </p:stCondLst>
                                  <p:childTnLst>
                                    <p:set>
                                      <p:cBhvr>
                                        <p:cTn id="969" dur="1" fill="hold">
                                          <p:stCondLst>
                                            <p:cond delay="0"/>
                                          </p:stCondLst>
                                        </p:cTn>
                                        <p:tgtEl>
                                          <p:spTgt spid="172"/>
                                        </p:tgtEl>
                                        <p:attrNameLst>
                                          <p:attrName>style.visibility</p:attrName>
                                        </p:attrNameLst>
                                      </p:cBhvr>
                                      <p:to>
                                        <p:strVal val="visible"/>
                                      </p:to>
                                    </p:set>
                                    <p:animEffect transition="in" filter="fade">
                                      <p:cBhvr>
                                        <p:cTn id="970" dur="250" fill="hold"/>
                                        <p:tgtEl>
                                          <p:spTgt spid="172"/>
                                        </p:tgtEl>
                                      </p:cBhvr>
                                    </p:animEffect>
                                  </p:childTnLst>
                                </p:cTn>
                              </p:par>
                              <p:par>
                                <p:cTn id="971" presetID="10" presetClass="entr" presetSubtype="0" fill="hold" nodeType="withEffect">
                                  <p:stCondLst>
                                    <p:cond delay="1570"/>
                                  </p:stCondLst>
                                  <p:childTnLst>
                                    <p:set>
                                      <p:cBhvr>
                                        <p:cTn id="972" dur="1" fill="hold">
                                          <p:stCondLst>
                                            <p:cond delay="0"/>
                                          </p:stCondLst>
                                        </p:cTn>
                                        <p:tgtEl>
                                          <p:spTgt spid="173"/>
                                        </p:tgtEl>
                                        <p:attrNameLst>
                                          <p:attrName>style.visibility</p:attrName>
                                        </p:attrNameLst>
                                      </p:cBhvr>
                                      <p:to>
                                        <p:strVal val="visible"/>
                                      </p:to>
                                    </p:set>
                                    <p:animEffect transition="in" filter="fade">
                                      <p:cBhvr>
                                        <p:cTn id="973" dur="250" fill="hold"/>
                                        <p:tgtEl>
                                          <p:spTgt spid="173"/>
                                        </p:tgtEl>
                                      </p:cBhvr>
                                    </p:animEffect>
                                  </p:childTnLst>
                                </p:cTn>
                              </p:par>
                              <p:par>
                                <p:cTn id="974" presetID="10" presetClass="entr" presetSubtype="0" fill="hold" nodeType="withEffect">
                                  <p:stCondLst>
                                    <p:cond delay="1700"/>
                                  </p:stCondLst>
                                  <p:childTnLst>
                                    <p:set>
                                      <p:cBhvr>
                                        <p:cTn id="975" dur="1" fill="hold">
                                          <p:stCondLst>
                                            <p:cond delay="0"/>
                                          </p:stCondLst>
                                        </p:cTn>
                                        <p:tgtEl>
                                          <p:spTgt spid="174"/>
                                        </p:tgtEl>
                                        <p:attrNameLst>
                                          <p:attrName>style.visibility</p:attrName>
                                        </p:attrNameLst>
                                      </p:cBhvr>
                                      <p:to>
                                        <p:strVal val="visible"/>
                                      </p:to>
                                    </p:set>
                                    <p:animEffect transition="in" filter="fade">
                                      <p:cBhvr>
                                        <p:cTn id="976" dur="250" fill="hold"/>
                                        <p:tgtEl>
                                          <p:spTgt spid="174"/>
                                        </p:tgtEl>
                                      </p:cBhvr>
                                    </p:animEffect>
                                  </p:childTnLst>
                                </p:cTn>
                              </p:par>
                              <p:par>
                                <p:cTn id="977" presetID="10" presetClass="entr" presetSubtype="0" fill="hold" nodeType="withEffect">
                                  <p:stCondLst>
                                    <p:cond delay="1830"/>
                                  </p:stCondLst>
                                  <p:childTnLst>
                                    <p:set>
                                      <p:cBhvr>
                                        <p:cTn id="978" dur="1" fill="hold">
                                          <p:stCondLst>
                                            <p:cond delay="0"/>
                                          </p:stCondLst>
                                        </p:cTn>
                                        <p:tgtEl>
                                          <p:spTgt spid="175"/>
                                        </p:tgtEl>
                                        <p:attrNameLst>
                                          <p:attrName>style.visibility</p:attrName>
                                        </p:attrNameLst>
                                      </p:cBhvr>
                                      <p:to>
                                        <p:strVal val="visible"/>
                                      </p:to>
                                    </p:set>
                                    <p:animEffect transition="in" filter="fade">
                                      <p:cBhvr>
                                        <p:cTn id="979" dur="250" fill="hold"/>
                                        <p:tgtEl>
                                          <p:spTgt spid="175"/>
                                        </p:tgtEl>
                                      </p:cBhvr>
                                    </p:animEffect>
                                  </p:childTnLst>
                                </p:cTn>
                              </p:par>
                              <p:par>
                                <p:cTn id="980" presetID="10" presetClass="exit" presetSubtype="0" fill="hold" nodeType="withEffect">
                                  <p:stCondLst>
                                    <p:cond delay="0"/>
                                  </p:stCondLst>
                                  <p:childTnLst>
                                    <p:animEffect transition="out" filter="fade">
                                      <p:cBhvr>
                                        <p:cTn id="981" dur="200" fill="hold"/>
                                        <p:tgtEl>
                                          <p:spTgt spid="176"/>
                                        </p:tgtEl>
                                      </p:cBhvr>
                                    </p:animEffect>
                                    <p:set>
                                      <p:cBhvr>
                                        <p:cTn id="982" dur="1" fill="hold">
                                          <p:stCondLst>
                                            <p:cond delay="200"/>
                                          </p:stCondLst>
                                        </p:cTn>
                                        <p:tgtEl>
                                          <p:spTgt spid="176"/>
                                        </p:tgtEl>
                                        <p:attrNameLst>
                                          <p:attrName>style.visibility</p:attrName>
                                        </p:attrNameLst>
                                      </p:cBhvr>
                                      <p:to>
                                        <p:strVal val="hidden"/>
                                      </p:to>
                                    </p:set>
                                  </p:childTnLst>
                                </p:cTn>
                              </p:par>
                              <p:par>
                                <p:cTn id="983" presetID="10" presetClass="entr" presetSubtype="0" fill="hold" nodeType="withEffect">
                                  <p:stCondLst>
                                    <p:cond delay="1800"/>
                                  </p:stCondLst>
                                  <p:childTnLst>
                                    <p:set>
                                      <p:cBhvr>
                                        <p:cTn id="984" dur="1" fill="hold">
                                          <p:stCondLst>
                                            <p:cond delay="0"/>
                                          </p:stCondLst>
                                        </p:cTn>
                                        <p:tgtEl>
                                          <p:spTgt spid="177"/>
                                        </p:tgtEl>
                                        <p:attrNameLst>
                                          <p:attrName>style.visibility</p:attrName>
                                        </p:attrNameLst>
                                      </p:cBhvr>
                                      <p:to>
                                        <p:strVal val="visible"/>
                                      </p:to>
                                    </p:set>
                                    <p:animEffect transition="in" filter="fade">
                                      <p:cBhvr>
                                        <p:cTn id="985" dur="250" fill="hold"/>
                                        <p:tgtEl>
                                          <p:spTgt spid="177"/>
                                        </p:tgtEl>
                                      </p:cBhvr>
                                    </p:animEffect>
                                  </p:childTnLst>
                                </p:cTn>
                              </p:par>
                            </p:childTnLst>
                          </p:cTn>
                        </p:par>
                      </p:childTnLst>
                    </p:cTn>
                  </p:par>
                  <p:par>
                    <p:cTn id="986" fill="hold">
                      <p:stCondLst>
                        <p:cond delay="indefinite"/>
                      </p:stCondLst>
                      <p:childTnLst>
                        <p:par>
                          <p:cTn id="987" fill="hold">
                            <p:stCondLst>
                              <p:cond delay="0"/>
                            </p:stCondLst>
                            <p:childTnLst>
                              <p:par>
                                <p:cTn id="988" presetID="1" presetClass="entr" presetSubtype="0" fill="hold" grpId="0" nodeType="clickEffect">
                                  <p:stCondLst>
                                    <p:cond delay="0"/>
                                  </p:stCondLst>
                                  <p:childTnLst>
                                    <p:set>
                                      <p:cBhvr>
                                        <p:cTn id="989"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37DA2E-2803-57CE-A5B9-CC3ABA39F102}"/>
              </a:ext>
            </a:extLst>
          </p:cNvPr>
          <p:cNvSpPr>
            <a:spLocks noGrp="1"/>
          </p:cNvSpPr>
          <p:nvPr>
            <p:ph type="title"/>
          </p:nvPr>
        </p:nvSpPr>
        <p:spPr>
          <a:xfrm>
            <a:off x="440635" y="147918"/>
            <a:ext cx="10515600" cy="1325563"/>
          </a:xfrm>
        </p:spPr>
        <p:txBody>
          <a:bodyPr/>
          <a:lstStyle/>
          <a:p>
            <a:pPr algn="ctr"/>
            <a:r>
              <a:rPr lang="en-US"/>
              <a:t>Python SGD for Average</a:t>
            </a:r>
          </a:p>
        </p:txBody>
      </p:sp>
      <p:sp>
        <p:nvSpPr>
          <p:cNvPr id="3" name="Content Placeholder 2">
            <a:extLst>
              <a:ext uri="{FF2B5EF4-FFF2-40B4-BE49-F238E27FC236}">
                <a16:creationId xmlns:a16="http://schemas.microsoft.com/office/drawing/2014/main" id="{4C32B36C-D8D8-0541-78D5-C72F626532E5}"/>
              </a:ext>
            </a:extLst>
          </p:cNvPr>
          <p:cNvSpPr>
            <a:spLocks noGrp="1"/>
          </p:cNvSpPr>
          <p:nvPr>
            <p:ph idx="1"/>
          </p:nvPr>
        </p:nvSpPr>
        <p:spPr>
          <a:xfrm>
            <a:off x="838200" y="1473480"/>
            <a:ext cx="10515600" cy="4516503"/>
          </a:xfrm>
        </p:spPr>
        <p:txBody>
          <a:bodyPr>
            <a:noAutofit/>
          </a:bodyPr>
          <a:lstStyle/>
          <a:p>
            <a:r>
              <a:rPr lang="en-US" sz="2000"/>
              <a:t>We want to estimate w, the average of [73,90,98,46,400,81,82,78,62,91,61,84,75,84,81,75]</a:t>
            </a:r>
          </a:p>
          <a:p>
            <a:r>
              <a:rPr lang="en-US" sz="2000"/>
              <a:t>Note that one of the numbers by mistake is 400 </a:t>
            </a:r>
            <a:r>
              <a:rPr lang="en-US" sz="2000">
                <a:sym typeface="Wingdings" pitchFamily="2" charset="2"/>
              </a:rPr>
              <a:t>… the actual average of the list is about 100</a:t>
            </a:r>
          </a:p>
          <a:p>
            <a:r>
              <a:rPr lang="en-US" sz="2000">
                <a:sym typeface="Wingdings" pitchFamily="2" charset="2"/>
              </a:rPr>
              <a:t>But in reality, the datapoint 400 is a mistake, and the true average of the list, without that mistake is about 80!</a:t>
            </a:r>
            <a:endParaRPr lang="en-US" sz="2000"/>
          </a:p>
          <a:p>
            <a:r>
              <a:rPr lang="en-US" sz="2000"/>
              <a:t>For ease, we will assume that the list above is the data list in the order we will see them randomly</a:t>
            </a:r>
          </a:p>
        </p:txBody>
      </p:sp>
    </p:spTree>
    <p:extLst>
      <p:ext uri="{BB962C8B-B14F-4D97-AF65-F5344CB8AC3E}">
        <p14:creationId xmlns:p14="http://schemas.microsoft.com/office/powerpoint/2010/main" val="42999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2649</TotalTime>
  <Words>2396</Words>
  <Application>Microsoft Macintosh PowerPoint</Application>
  <PresentationFormat>Widescreen</PresentationFormat>
  <Paragraphs>434</Paragraphs>
  <Slides>13</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Wingdings</vt:lpstr>
      <vt:lpstr>Office Theme</vt:lpstr>
      <vt:lpstr>Ling 285 Human Language and Technology Lecture 10  Neural Networks 1.5 </vt:lpstr>
      <vt:lpstr>First Exam Next Thursday Pease bring a Pencil!</vt:lpstr>
      <vt:lpstr>A Neural Network</vt:lpstr>
      <vt:lpstr>A Neural Network</vt:lpstr>
      <vt:lpstr>Two Huge Questions</vt:lpstr>
      <vt:lpstr>PowerPoint Presentation</vt:lpstr>
      <vt:lpstr>PowerPoint Presentation</vt:lpstr>
      <vt:lpstr>PowerPoint Presentation</vt:lpstr>
      <vt:lpstr>PowerPoint Presentation</vt:lpstr>
      <vt:lpstr>PowerPoint Presentation</vt:lpstr>
      <vt:lpstr>First Exam Next Thursday Pease bring a Pencil!</vt:lpstr>
      <vt:lpstr>PowerPoint Presentation</vt:lpstr>
      <vt:lpstr>Python SGD for Average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Khalil Iskarous</dc:creator>
  <cp:lastModifiedBy>Khalil Iskarous</cp:lastModifiedBy>
  <cp:revision>115</cp:revision>
  <dcterms:created xsi:type="dcterms:W3CDTF">2026-08-23T15:08:49Z</dcterms:created>
  <dcterms:modified xsi:type="dcterms:W3CDTF">2026-09-24T16:18:06Z</dcterms:modified>
</cp:coreProperties>
</file>