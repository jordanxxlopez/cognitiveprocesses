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99" r:id="rId3"/>
    <p:sldId id="379" r:id="rId4"/>
    <p:sldId id="389" r:id="rId5"/>
    <p:sldId id="388" r:id="rId6"/>
    <p:sldId id="380" r:id="rId7"/>
    <p:sldId id="381" r:id="rId8"/>
    <p:sldId id="400" r:id="rId9"/>
    <p:sldId id="390" r:id="rId10"/>
    <p:sldId id="382" r:id="rId11"/>
    <p:sldId id="391" r:id="rId12"/>
    <p:sldId id="392" r:id="rId13"/>
    <p:sldId id="393" r:id="rId14"/>
    <p:sldId id="397" r:id="rId15"/>
    <p:sldId id="396" r:id="rId16"/>
    <p:sldId id="394" r:id="rId17"/>
    <p:sldId id="398" r:id="rId18"/>
    <p:sldId id="395" r:id="rId19"/>
    <p:sldId id="401" r:id="rId20"/>
    <p:sldId id="40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FF9"/>
    <a:srgbClr val="DDFFEE"/>
    <a:srgbClr val="EBEBEB"/>
    <a:srgbClr val="B8B618"/>
    <a:srgbClr val="F6A79E"/>
    <a:srgbClr val="FFD0D9"/>
    <a:srgbClr val="FF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7"/>
    <p:restoredTop sz="94658"/>
  </p:normalViewPr>
  <p:slideViewPr>
    <p:cSldViewPr snapToGrid="0">
      <p:cViewPr varScale="1">
        <p:scale>
          <a:sx n="91" d="100"/>
          <a:sy n="91" d="100"/>
        </p:scale>
        <p:origin x="208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4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1512 0 24575,'-86'0'0,"0"0"0,1 0 0,-10 6 0,3-3 0,-17 0 0,23 3 0,24 13 0,-4 8 0,7-5 0,10 0 0,2 1 0,5 1 0,-2 5 0,2 1 0,2-1 0,3 3 0,4 4 0,1 1 0,3 3 0,3-7 0,4-5 0,3-1 0,5-6 0,1 2 0,3-2 0,2 6 0,1 5 0,-3 8 0,1 11 0,-2 4 0,-1 13 0,-1 7 0,-4 7 0,0 6 0,2 0-410,2 2 410,-1 0 0,4-6 0,-3-1 0,4-5 0,4-6 0,1-7 0,4-6 0,0 0 0,0 1 0,0-2 0,0-2 0,0-1 410,0 3-410,0 5 0,3-2 0,3 0 0,2-4 0,2 0 0,1-1 0,1-3 0,3-3 0,0-6 0,2-3 0,5 0 0,3-3 0,1 2 0,3-2 0,0-5 0,0 0 0,6-5 0,6 1 0,5-2 0,13 0 0,16-2 0,-4-5 0,12-1 0,-1-4 0,-2-2-530,18-3 530,-3-4 0,2-4 0,-1-1 0,-9-1 0,-2 0 0,-6-6-3,-9-8 3,-3-8 0,-4-12 0,-3-6 0,1-11 0,-1-5 0,-2-5 0,1-6 0,-2-4-425,-3-4 425,-6-4 0,-4-4 0,-6 5 0,-4-2 0,-4 10 0,-4 7 518,-4 2-518,-4 4 3,0-7-3,-2-1 437,1 3-437,-4 4 0,-4 6 0,-4 4 0,-3 2 0,-2-4 0,0-1 0,0 0 0,0 1 0,0 3 0,0 1 0,0 0 0,0 4 0,0 2 0,0 3 0,-3 5 0,0 4 0,-1 5 0,1 4 0,3 4 0,-2 3 0,-1 4 0,-3-1 0,-2-3 0,-2-10 0,-3-8 0,-1-8 0,-4-6 0,-1 0 0,-3-2 0,0 1 0,-1-1 0,0 1 0,0-2 0,0 5 0,4 6 0,-1 4 0,0 5 0,-1 4 0,-2 0 0,3 4 0,-4 3 0,-3 4 0,-1 2 0,-3 2 0,3 1 0,2 0 0,2 0 0,0 0 0,2 0 0,1-2 0,1-1 0,3 0 0,0 0 0,0 3 0,4 1 0,0-1 0,1 3 0,2-1 0,2 1 0,0 1 0,1 1 0,-4 2 0,0 0 0,-2 0 0,0 0 0,-2-3 0,0 0 0,-2-3 0,-1-2 0,2 1 0,-9-5 0,1 1 0,-1 1 0,3-3 0,9 6 0,0 1 0,1 0 0,3 1 0,3-4 0,3-2 0,3 0 0,0 5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24575,'0'13'0,"0"0"0,0-2 0,0 1 0,2-2 0,4 0 0,3 2 0,6 7 0,7 17 0,9 11 0,8 12 0,9 9 0,0 1 0,-4-3 0,-6-4 0,-10-14 0,-5-7 0,-1-6 0,-4-7 0,1 6 0,1-2 0,-2 1 0,0-1 0,2-1 0,-1 2 0,2-1 0,-1 0 0,2-1 0,2 2 0,-2 2 0,2 2 0,1-1 0,-2 1 0,-2-7 0,0-3 0,-4-6 0,-1-4 0,-3-2 0,-4-3 0,-6-5 0,0-2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1016 1 24575,'-13'12'0,"-6"5"0,-2 10 0,-3 0 0,0 3 0,7-6 0,-4-2 0,4-3 0,-3 1 0,0 4 0,-1 0 0,1-1 0,3-3 0,-3 3 0,4 2 0,-2 0 0,-1 3 0,1-7 0,-1 3 0,1-3 0,-2 3 0,2 3 0,0-2 0,0 2 0,4-6 0,0-3 0,4-1 0,0-4 0,-2 2 0,-2 5 0,-3 0 0,4 0 0,2-1 0,-1-1 0,-3 6 0,-6 1 0,0 0 0,4-2 0,1-3 0,4-2 0,-1 0 0,-2-1 0,1-3 0,-2 4 0,3-2 0,-1 1 0,1-1 0,1-3 0,-1 0 0,0 0 0,1-1 0,2 1 0,0-1 0,1 1 0,1-1 0,2 1 0,0-1 0,2 1 0,-2-1 0,-3 0 0,-1 1 0,-2 2 0,2 1 0,0 1 0,4-3 0,0-4 0,1 1 0,0-1 0,-3 2 0,1 0 0,-2 1 0,3-1 0,1 0 0,-1-1 0,3-2 0,-1-5 0,2-1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1919 20 24575,'-13'0'0,"-1"0"0,-2 0 0,1 0 0,-6 0 0,-3 0 0,-3 0 0,-2 0 0,3 0 0,-2 0 0,1 0 0,-5 0 0,0 0 0,-1 0 0,-2 0 0,2 0 0,-4 0 0,2 0 0,2 0 0,3 0 0,-1 0 0,1 0 0,2 0 0,1 0 0,3 0 0,-3 0 0,0 0 0,0 0 0,-1 2 0,0 4 0,1 3 0,-1 3 0,0 1 0,0 1 0,0 3 0,0 0 0,0 3 0,0 1 0,0-1 0,4 1 0,0-1 0,0 4 0,0-1 0,-3 4 0,0 0 0,0 0 0,0 4 0,1-2 0,1 2 0,0 3 0,-3 2 0,-2 3 0,3 1 0,2-2 0,4-1 0,0 0 0,-1 0 0,1-1 0,-1 0 0,0 4 0,0 1 0,0 0 0,-3 0 0,2-1 0,-3 6 0,2 5 0,0 0 0,1-2 0,4-5 0,2-3 0,2-2 0,1-4 0,1-3 0,1-1 0,2 0 0,0 1 0,3 0 0,-1 0 0,1-4 0,3 1 0,0-4 0,3-4 0,0-3 0,1-4 0,0-1 0,0-1 0,-1 1 0,1 2 0,0 5 0,0 4 0,0 3 0,0 0 0,0 0 0,0 0 0,0 0 0,0 0 0,0 0 0,2-3 0,1 0 0,2-1 0,4 1 0,1 2 0,3 2 0,0 2 0,4 5 0,4 5 0,4 3 0,8 7 0,3 2 0,0 0 0,0-1 0,-5-4 0,-1-2 0,0-2 0,-3-6 0,-3-5 0,0-7 0,-3-2 0,2-2 0,1-4 0,-1-1 0,4-3 0,-2 0 0,-2-2 0,3-1 0,2-1 0,6 0 0,4 0 0,-1 1 0,4-2 0,-1-4 0,5 0 0,5-3 0,4-1 0,1 0 0,0 0 0,5 0 0,6 0 0,6 0 0,5 0 0,1-3 0,-1-6 0,5-8 0,0-5 0,5-4 0,-5-3 0,-2-1 0,-10-1 0,-8 5 0,-1 1 0,-4 0 0,4-3 0,-5-2 0,-4-1 0,-4 1 0,-5 0 0,-1 0 0,-5 1 0,-3 0 0,-2 0 0,-3 2 0,-1-5 0,1 0 0,-4-4 0,-2-5 0,-1-5 0,-2-5 0,0-4 0,0-4 0,-5 3 0,-3-2 0,-4-1 0,-5 7 0,-3 3 0,0 6 0,0 4 0,0-5 0,0 2 0,0 1 0,0 3 0,0 4 0,0-2 0,-2 2 0,-2 1 0,-2 1 0,-1 0 0,0 0 0,0-1 0,0 1 0,-3 4 0,2 0 0,-1 4 0,2 0 0,1 4 0,-4 1 0,3-1 0,-2 1 0,0 0 0,3 2 0,-2-3 0,-1-1 0,-1-4 0,0-1 0,0-5 0,-1 0 0,0-2 0,-2 2 0,-1 5 0,1 1 0,2 4 0,1 4 0,0-3 0,0 3 0,-3 0 0,0 1 0,-3 0 0,0-1 0,-4-3 0,0 0 0,0 4 0,0-4 0,0 4 0,1-2 0,2 0 0,-1 3 0,1 0 0,-3 1 0,3 3 0,3 1 0,3 2 0,1 3 0,2 0 0,2-2 0,2-3 0,4-1 0,-4-8 0,-3-2 0,-1-1 0,-1-1 0,1 2 0,2 0 0,-1 0 0,1 4 0,2 2 0,0 2 0,-2 2 0,2 1 0,-2 3 0,-2 3 0,-2-2 0,-2 2 0,0 1 0,0-3 0,-4 2 0,0 1 0,-4-3 0,1 2 0,-1-3 0,0 1 0,5 0 0,1 0 0,3 1 0,1-1 0,-3 2 0,6 1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24575,'24'52'0,"13"14"0,-7-20 0,2 1 0,0 0 0,0-1 0,-2 0 0,-1-1 0,23 37 0,-6-2 0,-5-5 0,-1-3 0,-6-9 0,-5-6 0,-2-6 0,-3-4 0,-5-5 0,2-5 0,-3-5 0,-1-8 0,-1-4 0,-6-5 0,-1-3 0,-3 1 0,-3-6 0,0-6 0,-3-24 0,2-16 0,5-17 0,3-13 0,5 0 0,4-7 0,2-1 0,0-4 0,0 1 0,-3 6 0,-2 11 0,0 10 0,-2 12 0,1 6 0,-4 9 0,-2 8 0,1 2 0,-4 3 0,3 1 0,0-4 0,-1 1 0,4-2 0,1-3 0,2-1 0,2-5 0,2 2 0,-2 3 0,0 3 0,-3 4 0,-4 3 0,-5 4 0,-2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1:11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8978 2157 24575,'-35'-14'0,"-15"-23"0,14 5 0,-2-6 0,-11-17 0,-4-8 0,12 12 0,-2-3 0,-2-2-407,-5-8 0,-2-3 1,-1 0 406,-4-5 0,0 0 0,-1 0 0,0 2 0,-1 0 0,0 3 0,1 4 0,0 2 0,0 2 0,1 3 0,-1 3 0,0 1 0,3 5 0,-1 2 0,-1 1 0,0 2 0,0 2 0,-1 1 0,-1 2 0,0 2 0,-1 1 0,-1 2 0,0 3 0,-2 0 0,-1 0 0,-2 1 0,0 2 0,-3 1 0,0 1 0,0 1 0,-2 1 0,0 2 0,-2 0 0,-2 2 0,-1 2 0,-1 1 0,-3 1 0,-1 2 0,0 2 0,-3 1 0,-1 2 0,-1 1 0,-8 1 0,-2 2 0,-1 0 0,21 1 0,0 1 0,-2 1 0,1-1-414,-4 2 1,-1-1-1,0 1 1,0 2 413,-3 0 0,-1 1 0,0 2 0,1 0 0,-2 2 0,1 1 0,0 1 0,0 1 0,-3 2 0,0 2 0,-1 0 0,1 2 0,-3 1 0,-1 1 0,1 1 0,0 1 0,1 1 0,0 0 0,0 1 0,2 0 0,1 1 0,0 1 0,2 1 0,0 0 0,4 1 0,1 0 0,2 0 0,0 2 0,5-2 0,1 2 0,1-1 0,1 1-101,-14 7 0,3 1 1,2-1 100,7-1 0,3 0 0,2 0 0,-21 11 0,6 0 0,14-5 0,4-1 0,6-3 0,4-1 0,10-5 0,3-1 815,-30 27-815,7 2 2009,3 4-2009,29-23 0,1 2 176,0 4 0,0 2-176,0 6 0,0 3 0,0 3 0,1 2 0,-1 0 0,0 0 0,0 1 0,0-1 0,1-3 0,0-2 0,1-3 0,1-2 0,2-5 0,0-2 0,-20 30 0,10-19 0,13-18 0,12-15 0,6-9 0,2 2 0,-6 16 0,-8 17 0,-12 22 0,-6 6 0,1-11 0,8-16 0,10-20 0,10-17 0,4-12 0,3-11 0,0-10 0,0-6 0,0-7 0,0-12 0,3-26 0,1 21 0,2-6 0,2-20 0,2-5 0,0 16 0,2-2 0,0 0 0,1-3 0,1-1 0,0 1 0,0 3 0,0 1 0,-1 3 0,6-15 0,-2 7 0,4-25 0,-9 42 0,-7 32 0,-4 16 0,-1 29 0,1 14 0,-1 50 0,0-32 0,0 4 0,-1 17 0,1 4 0,-2 4 0,0 1 0,-1-1 0,-1-1 0,0-8 0,-1-4 0,1-16 0,1-4 0,-2 21 0,4-33 0,1-20 0,0-7 0,0-2 0,0-2 0,0 0 0,0 0 0,0-2 0,0 4 0,0 4 0,0 6 0,-1 8 0,-1 4 0,-1 4 0,-2 2 0,1-7 0,2-8 0,1-10 0,1-10 0,2-25 0,9-7 0,16-22 0,19-2 0,22-1 0,-23 24 0,3 1 0,2 2 0,2 1 0,4 0 0,1 2 0,-1 2 0,-1 2 0,-5 4 0,-1 2 0,36-9 0,-25 8 0,-21 5 0,-17 4 0,-8 0 0,-5 0 0,-2-1 0,2-1 0,2 0 0,2 1 0,-5 3 0,-3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1:25.1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1116 24575,'15'10'0,"23"15"0,44 21 0,-20-13 0,7 2 0,-10-8 0,3 1 0,2-2-426,8 0 0,4-1 0,3-2 426,-8-4 0,2-2 0,3 0 0,3-1-465,13 0 1,4-2 0,2-1 0,2-1 464,-12-2 0,2-2 0,1 0 0,2-1 0,0 0-411,-9-2 0,1 0 1,1-1-1,1 0 1,-1 0-1,0-1 411,1-1 0,-1 0 0,0-1 0,1 0 0,-2 0 0,0 0 0,12-1 0,0 0 0,-2 0 0,0 0 0,-3 0 0,-7 0 0,-1 0 0,-1 0 0,-3 0 0,-1-1 0,5-1 0,-2 0 0,-3-1 0,-3 0-229,9-3 1,-5-1 0,-2-2 228,22-7 0,-4-3 0,-4-5 0,0-3 0,2-3 0,1-4 0,-25 9 0,0-2 0,1-1 0,-1 0 0,-1-1 0,1-1 0,1 0 0,-1-2 0,0 1 0,-5 2 0,0 0 0,-3 1 351,21-10 1,-3 1-352,-6 3 0,-3 2 0,-12 6 0,-1 1 0,-1 0 0,0 0 931,2 0 1,1-1-932,3-1 0,0-1 1387,-3-1 1,-3 1-1388,33-15 943,-20 10-943,-2 6 0,13-7 0,-31 12 0,1-1 0,2-2 0,-2 0 0,37-19 0,-20 12 0,-23 10 0,-17 10 0,-11 5 0,-6 3 0,0-4 0,7-6 0,12-7 0,12-6 0,6 1 0,-4 4 0,-10 5 0,-10 6 0,-6 5 0,-4 0 0,-4 1 0,-8 1 0,-18-2 0,-26-1 0,-35-5 0,21 5 0,-4-1 0,-10 1 0,-4-1 0,-10 1 0,-2 2 0,-7 0 0,-1 1 0,0 1 0,-1 0 0,3 1 0,1-1 0,6 0 0,3 1 0,9 0 0,3 0 0,9 1 0,4 0 0,-32-1 0,34-1 0,27-1 0,17 1 0,18 1 0,18 0 0,19 2 0,22 0 0,27 0 0,-34 2 0,3-1 0,13 1 0,4-1 0,10 1 0,3-1 0,2-1 0,0-2 0,0-2 0,-1-2 0,-8-1 0,-4-1 0,-13 1 0,-3-1 0,34-2 0,-37 6 0,-25 2 0,-18 4 0,-10 1 0,-5 1 0,-4 2 0,1 0 0,-1 2 0,0 2 0,-1 7 0,-4 16 0,-7 20 0,-8 34 0,7-28 0,0 3 0,-1 8 0,0 3 0,1 4 0,0 1 0,3-2 0,1-2 0,0-3 0,2-3 0,1-7 0,2-2 0,-2 33 0,4-29 0,2-24 0,0-18 0,0-11 0,0-6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4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1512 0 24575,'-86'0'0,"0"0"0,1 0 0,-10 6 0,3-3 0,-17 0 0,23 3 0,24 13 0,-4 8 0,7-5 0,10 0 0,2 1 0,5 1 0,-2 5 0,2 1 0,2-1 0,3 3 0,4 4 0,1 1 0,3 3 0,3-7 0,4-5 0,3-1 0,5-6 0,1 2 0,3-2 0,2 6 0,1 5 0,-3 8 0,1 11 0,-2 4 0,-1 13 0,-1 7 0,-4 7 0,0 6 0,2 0-410,2 2 410,-1 0 0,4-6 0,-3-1 0,4-5 0,4-6 0,1-7 0,4-6 0,0 0 0,0 1 0,0-2 0,0-2 0,0-1 410,0 3-410,0 5 0,3-2 0,3 0 0,2-4 0,2 0 0,1-1 0,1-3 0,3-3 0,0-6 0,2-3 0,5 0 0,3-3 0,1 2 0,3-2 0,0-5 0,0 0 0,6-5 0,6 1 0,5-2 0,13 0 0,16-2 0,-4-5 0,12-1 0,-1-4 0,-2-2-530,18-3 530,-3-4 0,2-4 0,-1-1 0,-9-1 0,-2 0 0,-6-6-3,-9-8 3,-3-8 0,-4-12 0,-3-6 0,1-11 0,-1-5 0,-2-5 0,1-6 0,-2-4-425,-3-4 425,-6-4 0,-4-4 0,-6 5 0,-4-2 0,-4 10 0,-4 7 518,-4 2-518,-4 4 3,0-7-3,-2-1 437,1 3-437,-4 4 0,-4 6 0,-4 4 0,-3 2 0,-2-4 0,0-1 0,0 0 0,0 1 0,0 3 0,0 1 0,0 0 0,0 4 0,0 2 0,0 3 0,-3 5 0,0 4 0,-1 5 0,1 4 0,3 4 0,-2 3 0,-1 4 0,-3-1 0,-2-3 0,-2-10 0,-3-8 0,-1-8 0,-4-6 0,-1 0 0,-3-2 0,0 1 0,-1-1 0,0 1 0,0-2 0,0 5 0,4 6 0,-1 4 0,0 5 0,-1 4 0,-2 0 0,3 4 0,-4 3 0,-3 4 0,-1 2 0,-3 2 0,3 1 0,2 0 0,2 0 0,0 0 0,2 0 0,1-2 0,1-1 0,3 0 0,0 0 0,0 3 0,4 1 0,0-1 0,1 3 0,2-1 0,2 1 0,0 1 0,1 1 0,-4 2 0,0 0 0,-2 0 0,0 0 0,-2-3 0,0 0 0,-2-3 0,-1-2 0,2 1 0,-9-5 0,1 1 0,-1 1 0,3-3 0,9 6 0,0 1 0,1 0 0,3 1 0,3-4 0,3-2 0,3 0 0,0 5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24575,'0'13'0,"0"0"0,0-2 0,0 1 0,2-2 0,4 0 0,3 2 0,6 7 0,7 17 0,9 11 0,8 12 0,9 9 0,0 1 0,-4-3 0,-6-4 0,-10-14 0,-5-7 0,-1-6 0,-4-7 0,1 6 0,1-2 0,-2 1 0,0-1 0,2-1 0,-1 2 0,2-1 0,-1 0 0,2-1 0,2 2 0,-2 2 0,2 2 0,1-1 0,-2 1 0,-2-7 0,0-3 0,-4-6 0,-1-4 0,-3-2 0,-4-3 0,-6-5 0,0-2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1016 1 24575,'-13'12'0,"-6"5"0,-2 10 0,-3 0 0,0 3 0,7-6 0,-4-2 0,4-3 0,-3 1 0,0 4 0,-1 0 0,1-1 0,3-3 0,-3 3 0,4 2 0,-2 0 0,-1 3 0,1-7 0,-1 3 0,1-3 0,-2 3 0,2 3 0,0-2 0,0 2 0,4-6 0,0-3 0,4-1 0,0-4 0,-2 2 0,-2 5 0,-3 0 0,4 0 0,2-1 0,-1-1 0,-3 6 0,-6 1 0,0 0 0,4-2 0,1-3 0,4-2 0,-1 0 0,-2-1 0,1-3 0,-2 4 0,3-2 0,-1 1 0,1-1 0,1-3 0,-1 0 0,0 0 0,1-1 0,2 1 0,0-1 0,1 1 0,1-1 0,2 1 0,0-1 0,2 1 0,-2-1 0,-3 0 0,-1 1 0,-2 2 0,2 1 0,0 1 0,4-3 0,0-4 0,1 1 0,0-1 0,-3 2 0,1 0 0,-2 1 0,3-1 0,1 0 0,-1-1 0,3-2 0,-1-5 0,2-1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1919 20 24575,'-13'0'0,"-1"0"0,-2 0 0,1 0 0,-6 0 0,-3 0 0,-3 0 0,-2 0 0,3 0 0,-2 0 0,1 0 0,-5 0 0,0 0 0,-1 0 0,-2 0 0,2 0 0,-4 0 0,2 0 0,2 0 0,3 0 0,-1 0 0,1 0 0,2 0 0,1 0 0,3 0 0,-3 0 0,0 0 0,0 0 0,-1 2 0,0 4 0,1 3 0,-1 3 0,0 1 0,0 1 0,0 3 0,0 0 0,0 3 0,0 1 0,0-1 0,4 1 0,0-1 0,0 4 0,0-1 0,-3 4 0,0 0 0,0 0 0,0 4 0,1-2 0,1 2 0,0 3 0,-3 2 0,-2 3 0,3 1 0,2-2 0,4-1 0,0 0 0,-1 0 0,1-1 0,-1 0 0,0 4 0,0 1 0,0 0 0,-3 0 0,2-1 0,-3 6 0,2 5 0,0 0 0,1-2 0,4-5 0,2-3 0,2-2 0,1-4 0,1-3 0,1-1 0,2 0 0,0 1 0,3 0 0,-1 0 0,1-4 0,3 1 0,0-4 0,3-4 0,0-3 0,1-4 0,0-1 0,0-1 0,-1 1 0,1 2 0,0 5 0,0 4 0,0 3 0,0 0 0,0 0 0,0 0 0,0 0 0,0 0 0,0 0 0,2-3 0,1 0 0,2-1 0,4 1 0,1 2 0,3 2 0,0 2 0,4 5 0,4 5 0,4 3 0,8 7 0,3 2 0,0 0 0,0-1 0,-5-4 0,-1-2 0,0-2 0,-3-6 0,-3-5 0,0-7 0,-3-2 0,2-2 0,1-4 0,-1-1 0,4-3 0,-2 0 0,-2-2 0,3-1 0,2-1 0,6 0 0,4 0 0,-1 1 0,4-2 0,-1-4 0,5 0 0,5-3 0,4-1 0,1 0 0,0 0 0,5 0 0,6 0 0,6 0 0,5 0 0,1-3 0,-1-6 0,5-8 0,0-5 0,5-4 0,-5-3 0,-2-1 0,-10-1 0,-8 5 0,-1 1 0,-4 0 0,4-3 0,-5-2 0,-4-1 0,-4 1 0,-5 0 0,-1 0 0,-5 1 0,-3 0 0,-2 0 0,-3 2 0,-1-5 0,1 0 0,-4-4 0,-2-5 0,-1-5 0,-2-5 0,0-4 0,0-4 0,-5 3 0,-3-2 0,-4-1 0,-5 7 0,-3 3 0,0 6 0,0 4 0,0-5 0,0 2 0,0 1 0,0 3 0,0 4 0,0-2 0,-2 2 0,-2 1 0,-2 1 0,-1 0 0,0 0 0,0-1 0,0 1 0,-3 4 0,2 0 0,-1 4 0,2 0 0,1 4 0,-4 1 0,3-1 0,-2 1 0,0 0 0,3 2 0,-2-3 0,-1-1 0,-1-4 0,0-1 0,0-5 0,-1 0 0,0-2 0,-2 2 0,-1 5 0,1 1 0,2 4 0,1 4 0,0-3 0,0 3 0,-3 0 0,0 1 0,-3 0 0,0-1 0,-4-3 0,0 0 0,0 4 0,0-4 0,0 4 0,1-2 0,2 0 0,-1 3 0,1 0 0,-3 1 0,3 3 0,3 1 0,3 2 0,1 3 0,2 0 0,2-2 0,2-3 0,4-1 0,-4-8 0,-3-2 0,-1-1 0,-1-1 0,1 2 0,2 0 0,-1 0 0,1 4 0,2 2 0,0 2 0,-2 2 0,2 1 0,-2 3 0,-2 3 0,-2-2 0,-2 2 0,0 1 0,0-3 0,-4 2 0,0 1 0,-4-3 0,1 2 0,-1-3 0,0 1 0,5 0 0,1 0 0,3 1 0,1-1 0,-3 2 0,6 1 0,0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24575,'24'52'0,"13"14"0,-7-20 0,2 1 0,0 0 0,0-1 0,-2 0 0,-1-1 0,23 37 0,-6-2 0,-5-5 0,-1-3 0,-6-9 0,-5-6 0,-2-6 0,-3-4 0,-5-5 0,2-5 0,-3-5 0,-1-8 0,-1-4 0,-6-5 0,-1-3 0,-3 1 0,-3-6 0,0-6 0,-3-24 0,2-16 0,5-17 0,3-13 0,5 0 0,4-7 0,2-1 0,0-4 0,0 1 0,-3 6 0,-2 11 0,0 10 0,-2 12 0,1 6 0,-4 9 0,-2 8 0,1 2 0,-4 3 0,3 1 0,0-4 0,-1 1 0,4-2 0,1-3 0,2-1 0,2-5 0,2 2 0,-2 3 0,0 3 0,-3 4 0,-4 3 0,-5 4 0,-2 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1:11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8978 2157 24575,'-35'-14'0,"-15"-23"0,14 5 0,-2-6 0,-11-17 0,-4-8 0,12 12 0,-2-3 0,-2-2-407,-5-8 0,-2-3 1,-1 0 406,-4-5 0,0 0 0,-1 0 0,0 2 0,-1 0 0,0 3 0,1 4 0,0 2 0,0 2 0,1 3 0,-1 3 0,0 1 0,3 5 0,-1 2 0,-1 1 0,0 2 0,0 2 0,-1 1 0,-1 2 0,0 2 0,-1 1 0,-1 2 0,0 3 0,-2 0 0,-1 0 0,-2 1 0,0 2 0,-3 1 0,0 1 0,0 1 0,-2 1 0,0 2 0,-2 0 0,-2 2 0,-1 2 0,-1 1 0,-3 1 0,-1 2 0,0 2 0,-3 1 0,-1 2 0,-1 1 0,-8 1 0,-2 2 0,-1 0 0,21 1 0,0 1 0,-2 1 0,1-1-414,-4 2 1,-1-1-1,0 1 1,0 2 413,-3 0 0,-1 1 0,0 2 0,1 0 0,-2 2 0,1 1 0,0 1 0,0 1 0,-3 2 0,0 2 0,-1 0 0,1 2 0,-3 1 0,-1 1 0,1 1 0,0 1 0,1 1 0,0 0 0,0 1 0,2 0 0,1 1 0,0 1 0,2 1 0,0 0 0,4 1 0,1 0 0,2 0 0,0 2 0,5-2 0,1 2 0,1-1 0,1 1-101,-14 7 0,3 1 1,2-1 100,7-1 0,3 0 0,2 0 0,-21 11 0,6 0 0,14-5 0,4-1 0,6-3 0,4-1 0,10-5 0,3-1 815,-30 27-815,7 2 2009,3 4-2009,29-23 0,1 2 176,0 4 0,0 2-176,0 6 0,0 3 0,0 3 0,1 2 0,-1 0 0,0 0 0,0 1 0,0-1 0,1-3 0,0-2 0,1-3 0,1-2 0,2-5 0,0-2 0,-20 30 0,10-19 0,13-18 0,12-15 0,6-9 0,2 2 0,-6 16 0,-8 17 0,-12 22 0,-6 6 0,1-11 0,8-16 0,10-20 0,10-17 0,4-12 0,3-11 0,0-10 0,0-6 0,0-7 0,0-12 0,3-26 0,1 21 0,2-6 0,2-20 0,2-5 0,0 16 0,2-2 0,0 0 0,1-3 0,1-1 0,0 1 0,0 3 0,0 1 0,-1 3 0,6-15 0,-2 7 0,4-25 0,-9 42 0,-7 32 0,-4 16 0,-1 29 0,1 14 0,-1 50 0,0-32 0,0 4 0,-1 17 0,1 4 0,-2 4 0,0 1 0,-1-1 0,-1-1 0,0-8 0,-1-4 0,1-16 0,1-4 0,-2 21 0,4-33 0,1-20 0,0-7 0,0-2 0,0-2 0,0 0 0,0 0 0,0-2 0,0 4 0,0 4 0,0 6 0,-1 8 0,-1 4 0,-1 4 0,-2 2 0,1-7 0,2-8 0,1-10 0,1-10 0,2-25 0,9-7 0,16-22 0,19-2 0,22-1 0,-23 24 0,3 1 0,2 2 0,2 1 0,4 0 0,1 2 0,-1 2 0,-1 2 0,-5 4 0,-1 2 0,36-9 0,-25 8 0,-21 5 0,-17 4 0,-8 0 0,-5 0 0,-2-1 0,2-1 0,2 0 0,2 1 0,-5 3 0,-3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1:25.1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1116 24575,'15'10'0,"23"15"0,44 21 0,-20-13 0,7 2 0,-10-8 0,3 1 0,2-2-426,8 0 0,4-1 0,3-2 426,-8-4 0,2-2 0,3 0 0,3-1-465,13 0 1,4-2 0,2-1 0,2-1 464,-12-2 0,2-2 0,1 0 0,2-1 0,0 0-411,-9-2 0,1 0 1,1-1-1,1 0 1,-1 0-1,0-1 411,1-1 0,-1 0 0,0-1 0,1 0 0,-2 0 0,0 0 0,12-1 0,0 0 0,-2 0 0,0 0 0,-3 0 0,-7 0 0,-1 0 0,-1 0 0,-3 0 0,-1-1 0,5-1 0,-2 0 0,-3-1 0,-3 0-229,9-3 1,-5-1 0,-2-2 228,22-7 0,-4-3 0,-4-5 0,0-3 0,2-3 0,1-4 0,-25 9 0,0-2 0,1-1 0,-1 0 0,-1-1 0,1-1 0,1 0 0,-1-2 0,0 1 0,-5 2 0,0 0 0,-3 1 351,21-10 1,-3 1-352,-6 3 0,-3 2 0,-12 6 0,-1 1 0,-1 0 0,0 0 931,2 0 1,1-1-932,3-1 0,0-1 1387,-3-1 1,-3 1-1388,33-15 943,-20 10-943,-2 6 0,13-7 0,-31 12 0,1-1 0,2-2 0,-2 0 0,37-19 0,-20 12 0,-23 10 0,-17 10 0,-11 5 0,-6 3 0,0-4 0,7-6 0,12-7 0,12-6 0,6 1 0,-4 4 0,-10 5 0,-10 6 0,-6 5 0,-4 0 0,-4 1 0,-8 1 0,-18-2 0,-26-1 0,-35-5 0,21 5 0,-4-1 0,-10 1 0,-4-1 0,-10 1 0,-2 2 0,-7 0 0,-1 1 0,0 1 0,-1 0 0,3 1 0,1-1 0,6 0 0,3 1 0,9 0 0,3 0 0,9 1 0,4 0 0,-32-1 0,34-1 0,27-1 0,17 1 0,18 1 0,18 0 0,19 2 0,22 0 0,27 0 0,-34 2 0,3-1 0,13 1 0,4-1 0,10 1 0,3-1 0,2-1 0,0-2 0,0-2 0,-1-2 0,-8-1 0,-4-1 0,-13 1 0,-3-1 0,34-2 0,-37 6 0,-25 2 0,-18 4 0,-10 1 0,-5 1 0,-4 2 0,1 0 0,-1 2 0,0 2 0,-1 7 0,-4 16 0,-7 20 0,-8 34 0,7-28 0,0 3 0,-1 8 0,0 3 0,1 4 0,0 1 0,3-2 0,1-2 0,0-3 0,2-3 0,1-7 0,2-2 0,-2 33 0,4-29 0,2-24 0,0-18 0,0-11 0,0-6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4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1512 0 24575,'-86'0'0,"0"0"0,1 0 0,-10 6 0,3-3 0,-17 0 0,23 3 0,24 13 0,-4 8 0,7-5 0,10 0 0,2 1 0,5 1 0,-2 5 0,2 1 0,2-1 0,3 3 0,4 4 0,1 1 0,3 3 0,3-7 0,4-5 0,3-1 0,5-6 0,1 2 0,3-2 0,2 6 0,1 5 0,-3 8 0,1 11 0,-2 4 0,-1 13 0,-1 7 0,-4 7 0,0 6 0,2 0-410,2 2 410,-1 0 0,4-6 0,-3-1 0,4-5 0,4-6 0,1-7 0,4-6 0,0 0 0,0 1 0,0-2 0,0-2 0,0-1 410,0 3-410,0 5 0,3-2 0,3 0 0,2-4 0,2 0 0,1-1 0,1-3 0,3-3 0,0-6 0,2-3 0,5 0 0,3-3 0,1 2 0,3-2 0,0-5 0,0 0 0,6-5 0,6 1 0,5-2 0,13 0 0,16-2 0,-4-5 0,12-1 0,-1-4 0,-2-2-530,18-3 530,-3-4 0,2-4 0,-1-1 0,-9-1 0,-2 0 0,-6-6-3,-9-8 3,-3-8 0,-4-12 0,-3-6 0,1-11 0,-1-5 0,-2-5 0,1-6 0,-2-4-425,-3-4 425,-6-4 0,-4-4 0,-6 5 0,-4-2 0,-4 10 0,-4 7 518,-4 2-518,-4 4 3,0-7-3,-2-1 437,1 3-437,-4 4 0,-4 6 0,-4 4 0,-3 2 0,-2-4 0,0-1 0,0 0 0,0 1 0,0 3 0,0 1 0,0 0 0,0 4 0,0 2 0,0 3 0,-3 5 0,0 4 0,-1 5 0,1 4 0,3 4 0,-2 3 0,-1 4 0,-3-1 0,-2-3 0,-2-10 0,-3-8 0,-1-8 0,-4-6 0,-1 0 0,-3-2 0,0 1 0,-1-1 0,0 1 0,0-2 0,0 5 0,4 6 0,-1 4 0,0 5 0,-1 4 0,-2 0 0,3 4 0,-4 3 0,-3 4 0,-1 2 0,-3 2 0,3 1 0,2 0 0,2 0 0,0 0 0,2 0 0,1-2 0,1-1 0,3 0 0,0 0 0,0 3 0,4 1 0,0-1 0,1 3 0,2-1 0,2 1 0,0 1 0,1 1 0,-4 2 0,0 0 0,-2 0 0,0 0 0,-2-3 0,0 0 0,-2-3 0,-1-2 0,2 1 0,-9-5 0,1 1 0,-1 1 0,3-3 0,9 6 0,0 1 0,1 0 0,3 1 0,3-4 0,3-2 0,3 0 0,0 5 0,0 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24575,'0'13'0,"0"0"0,0-2 0,0 1 0,2-2 0,4 0 0,3 2 0,6 7 0,7 17 0,9 11 0,8 12 0,9 9 0,0 1 0,-4-3 0,-6-4 0,-10-14 0,-5-7 0,-1-6 0,-4-7 0,1 6 0,1-2 0,-2 1 0,0-1 0,2-1 0,-1 2 0,2-1 0,-1 0 0,2-1 0,2 2 0,-2 2 0,2 2 0,1-1 0,-2 1 0,-2-7 0,0-3 0,-4-6 0,-1-4 0,-3-2 0,-4-3 0,-6-5 0,0-2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1016 1 24575,'-13'12'0,"-6"5"0,-2 10 0,-3 0 0,0 3 0,7-6 0,-4-2 0,4-3 0,-3 1 0,0 4 0,-1 0 0,1-1 0,3-3 0,-3 3 0,4 2 0,-2 0 0,-1 3 0,1-7 0,-1 3 0,1-3 0,-2 3 0,2 3 0,0-2 0,0 2 0,4-6 0,0-3 0,4-1 0,0-4 0,-2 2 0,-2 5 0,-3 0 0,4 0 0,2-1 0,-1-1 0,-3 6 0,-6 1 0,0 0 0,4-2 0,1-3 0,4-2 0,-1 0 0,-2-1 0,1-3 0,-2 4 0,3-2 0,-1 1 0,1-1 0,1-3 0,-1 0 0,0 0 0,1-1 0,2 1 0,0-1 0,1 1 0,1-1 0,2 1 0,0-1 0,2 1 0,-2-1 0,-3 0 0,-1 1 0,-2 2 0,2 1 0,0 1 0,4-3 0,0-4 0,1 1 0,0-1 0,-3 2 0,1 0 0,-2 1 0,3-1 0,1 0 0,-1-1 0,3-2 0,-1-5 0,2-1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1919 20 24575,'-13'0'0,"-1"0"0,-2 0 0,1 0 0,-6 0 0,-3 0 0,-3 0 0,-2 0 0,3 0 0,-2 0 0,1 0 0,-5 0 0,0 0 0,-1 0 0,-2 0 0,2 0 0,-4 0 0,2 0 0,2 0 0,3 0 0,-1 0 0,1 0 0,2 0 0,1 0 0,3 0 0,-3 0 0,0 0 0,0 0 0,-1 2 0,0 4 0,1 3 0,-1 3 0,0 1 0,0 1 0,0 3 0,0 0 0,0 3 0,0 1 0,0-1 0,4 1 0,0-1 0,0 4 0,0-1 0,-3 4 0,0 0 0,0 0 0,0 4 0,1-2 0,1 2 0,0 3 0,-3 2 0,-2 3 0,3 1 0,2-2 0,4-1 0,0 0 0,-1 0 0,1-1 0,-1 0 0,0 4 0,0 1 0,0 0 0,-3 0 0,2-1 0,-3 6 0,2 5 0,0 0 0,1-2 0,4-5 0,2-3 0,2-2 0,1-4 0,1-3 0,1-1 0,2 0 0,0 1 0,3 0 0,-1 0 0,1-4 0,3 1 0,0-4 0,3-4 0,0-3 0,1-4 0,0-1 0,0-1 0,-1 1 0,1 2 0,0 5 0,0 4 0,0 3 0,0 0 0,0 0 0,0 0 0,0 0 0,0 0 0,0 0 0,2-3 0,1 0 0,2-1 0,4 1 0,1 2 0,3 2 0,0 2 0,4 5 0,4 5 0,4 3 0,8 7 0,3 2 0,0 0 0,0-1 0,-5-4 0,-1-2 0,0-2 0,-3-6 0,-3-5 0,0-7 0,-3-2 0,2-2 0,1-4 0,-1-1 0,4-3 0,-2 0 0,-2-2 0,3-1 0,2-1 0,6 0 0,4 0 0,-1 1 0,4-2 0,-1-4 0,5 0 0,5-3 0,4-1 0,1 0 0,0 0 0,5 0 0,6 0 0,6 0 0,5 0 0,1-3 0,-1-6 0,5-8 0,0-5 0,5-4 0,-5-3 0,-2-1 0,-10-1 0,-8 5 0,-1 1 0,-4 0 0,4-3 0,-5-2 0,-4-1 0,-4 1 0,-5 0 0,-1 0 0,-5 1 0,-3 0 0,-2 0 0,-3 2 0,-1-5 0,1 0 0,-4-4 0,-2-5 0,-1-5 0,-2-5 0,0-4 0,0-4 0,-5 3 0,-3-2 0,-4-1 0,-5 7 0,-3 3 0,0 6 0,0 4 0,0-5 0,0 2 0,0 1 0,0 3 0,0 4 0,0-2 0,-2 2 0,-2 1 0,-2 1 0,-1 0 0,0 0 0,0-1 0,0 1 0,-3 4 0,2 0 0,-1 4 0,2 0 0,1 4 0,-4 1 0,3-1 0,-2 1 0,0 0 0,3 2 0,-2-3 0,-1-1 0,-1-4 0,0-1 0,0-5 0,-1 0 0,0-2 0,-2 2 0,-1 5 0,1 1 0,2 4 0,1 4 0,0-3 0,0 3 0,-3 0 0,0 1 0,-3 0 0,0-1 0,-4-3 0,0 0 0,0 4 0,0-4 0,0 4 0,1-2 0,2 0 0,-1 3 0,1 0 0,-3 1 0,3 3 0,3 1 0,3 2 0,1 3 0,2 0 0,2-2 0,2-3 0,4-1 0,-4-8 0,-3-2 0,-1-1 0,-1-1 0,1 2 0,2 0 0,-1 0 0,1 4 0,2 2 0,0 2 0,-2 2 0,2 1 0,-2 3 0,-2 3 0,-2-2 0,-2 2 0,0 1 0,0-3 0,-4 2 0,0 1 0,-4-3 0,1 2 0,-1-3 0,0 1 0,5 0 0,1 0 0,3 1 0,1-1 0,-3 2 0,6 1 0,0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24575,'24'52'0,"13"14"0,-7-20 0,2 1 0,0 0 0,0-1 0,-2 0 0,-1-1 0,23 37 0,-6-2 0,-5-5 0,-1-3 0,-6-9 0,-5-6 0,-2-6 0,-3-4 0,-5-5 0,2-5 0,-3-5 0,-1-8 0,-1-4 0,-6-5 0,-1-3 0,-3 1 0,-3-6 0,0-6 0,-3-24 0,2-16 0,5-17 0,3-13 0,5 0 0,4-7 0,2-1 0,0-4 0,0 1 0,-3 6 0,-2 11 0,0 10 0,-2 12 0,1 6 0,-4 9 0,-2 8 0,1 2 0,-4 3 0,3 1 0,0-4 0,-1 1 0,4-2 0,1-3 0,2-1 0,2-5 0,2 2 0,-2 3 0,0 3 0,-3 4 0,-4 3 0,-5 4 0,-2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1:11.9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8978 2157 24575,'-35'-14'0,"-15"-23"0,14 5 0,-2-6 0,-11-17 0,-4-8 0,12 12 0,-2-3 0,-2-2-407,-5-8 0,-2-3 1,-1 0 406,-4-5 0,0 0 0,-1 0 0,0 2 0,-1 0 0,0 3 0,1 4 0,0 2 0,0 2 0,1 3 0,-1 3 0,0 1 0,3 5 0,-1 2 0,-1 1 0,0 2 0,0 2 0,-1 1 0,-1 2 0,0 2 0,-1 1 0,-1 2 0,0 3 0,-2 0 0,-1 0 0,-2 1 0,0 2 0,-3 1 0,0 1 0,0 1 0,-2 1 0,0 2 0,-2 0 0,-2 2 0,-1 2 0,-1 1 0,-3 1 0,-1 2 0,0 2 0,-3 1 0,-1 2 0,-1 1 0,-8 1 0,-2 2 0,-1 0 0,21 1 0,0 1 0,-2 1 0,1-1-414,-4 2 1,-1-1-1,0 1 1,0 2 413,-3 0 0,-1 1 0,0 2 0,1 0 0,-2 2 0,1 1 0,0 1 0,0 1 0,-3 2 0,0 2 0,-1 0 0,1 2 0,-3 1 0,-1 1 0,1 1 0,0 1 0,1 1 0,0 0 0,0 1 0,2 0 0,1 1 0,0 1 0,2 1 0,0 0 0,4 1 0,1 0 0,2 0 0,0 2 0,5-2 0,1 2 0,1-1 0,1 1-101,-14 7 0,3 1 1,2-1 100,7-1 0,3 0 0,2 0 0,-21 11 0,6 0 0,14-5 0,4-1 0,6-3 0,4-1 0,10-5 0,3-1 815,-30 27-815,7 2 2009,3 4-2009,29-23 0,1 2 176,0 4 0,0 2-176,0 6 0,0 3 0,0 3 0,1 2 0,-1 0 0,0 0 0,0 1 0,0-1 0,1-3 0,0-2 0,1-3 0,1-2 0,2-5 0,0-2 0,-20 30 0,10-19 0,13-18 0,12-15 0,6-9 0,2 2 0,-6 16 0,-8 17 0,-12 22 0,-6 6 0,1-11 0,8-16 0,10-20 0,10-17 0,4-12 0,3-11 0,0-10 0,0-6 0,0-7 0,0-12 0,3-26 0,1 21 0,2-6 0,2-20 0,2-5 0,0 16 0,2-2 0,0 0 0,1-3 0,1-1 0,0 1 0,0 3 0,0 1 0,-1 3 0,6-15 0,-2 7 0,4-25 0,-9 42 0,-7 32 0,-4 16 0,-1 29 0,1 14 0,-1 50 0,0-32 0,0 4 0,-1 17 0,1 4 0,-2 4 0,0 1 0,-1-1 0,-1-1 0,0-8 0,-1-4 0,1-16 0,1-4 0,-2 21 0,4-33 0,1-20 0,0-7 0,0-2 0,0-2 0,0 0 0,0 0 0,0-2 0,0 4 0,0 4 0,0 6 0,-1 8 0,-1 4 0,-1 4 0,-2 2 0,1-7 0,2-8 0,1-10 0,1-10 0,2-25 0,9-7 0,16-22 0,19-2 0,22-1 0,-23 24 0,3 1 0,2 2 0,2 1 0,4 0 0,1 2 0,-1 2 0,-1 2 0,-5 4 0,-1 2 0,36-9 0,-25 8 0,-21 5 0,-17 4 0,-8 0 0,-5 0 0,-2-1 0,2-1 0,2 0 0,2 1 0,-5 3 0,-3 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1:25.1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1116 24575,'15'10'0,"23"15"0,44 21 0,-20-13 0,7 2 0,-10-8 0,3 1 0,2-2-426,8 0 0,4-1 0,3-2 426,-8-4 0,2-2 0,3 0 0,3-1-465,13 0 1,4-2 0,2-1 0,2-1 464,-12-2 0,2-2 0,1 0 0,2-1 0,0 0-411,-9-2 0,1 0 1,1-1-1,1 0 1,-1 0-1,0-1 411,1-1 0,-1 0 0,0-1 0,1 0 0,-2 0 0,0 0 0,12-1 0,0 0 0,-2 0 0,0 0 0,-3 0 0,-7 0 0,-1 0 0,-1 0 0,-3 0 0,-1-1 0,5-1 0,-2 0 0,-3-1 0,-3 0-229,9-3 1,-5-1 0,-2-2 228,22-7 0,-4-3 0,-4-5 0,0-3 0,2-3 0,1-4 0,-25 9 0,0-2 0,1-1 0,-1 0 0,-1-1 0,1-1 0,1 0 0,-1-2 0,0 1 0,-5 2 0,0 0 0,-3 1 351,21-10 1,-3 1-352,-6 3 0,-3 2 0,-12 6 0,-1 1 0,-1 0 0,0 0 931,2 0 1,1-1-932,3-1 0,0-1 1387,-3-1 1,-3 1-1388,33-15 943,-20 10-943,-2 6 0,13-7 0,-31 12 0,1-1 0,2-2 0,-2 0 0,37-19 0,-20 12 0,-23 10 0,-17 10 0,-11 5 0,-6 3 0,0-4 0,7-6 0,12-7 0,12-6 0,6 1 0,-4 4 0,-10 5 0,-10 6 0,-6 5 0,-4 0 0,-4 1 0,-8 1 0,-18-2 0,-26-1 0,-35-5 0,21 5 0,-4-1 0,-10 1 0,-4-1 0,-10 1 0,-2 2 0,-7 0 0,-1 1 0,0 1 0,-1 0 0,3 1 0,1-1 0,6 0 0,3 1 0,9 0 0,3 0 0,9 1 0,4 0 0,-32-1 0,34-1 0,27-1 0,17 1 0,18 1 0,18 0 0,19 2 0,22 0 0,27 0 0,-34 2 0,3-1 0,13 1 0,4-1 0,10 1 0,3-1 0,2-1 0,0-2 0,0-2 0,-1-2 0,-8-1 0,-4-1 0,-13 1 0,-3-1 0,34-2 0,-37 6 0,-25 2 0,-18 4 0,-10 1 0,-5 1 0,-4 2 0,1 0 0,-1 2 0,0 2 0,-1 7 0,-4 16 0,-7 20 0,-8 34 0,7-28 0,0 3 0,-1 8 0,0 3 0,1 4 0,0 1 0,3-2 0,1-2 0,0-3 0,2-3 0,1-7 0,2-2 0,-2 33 0,4-29 0,2-24 0,0-18 0,0-11 0,0-6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4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1512 0 24575,'-86'0'0,"0"0"0,1 0 0,-10 6 0,3-3 0,-17 0 0,23 3 0,24 13 0,-4 8 0,7-5 0,10 0 0,2 1 0,5 1 0,-2 5 0,2 1 0,2-1 0,3 3 0,4 4 0,1 1 0,3 3 0,3-7 0,4-5 0,3-1 0,5-6 0,1 2 0,3-2 0,2 6 0,1 5 0,-3 8 0,1 11 0,-2 4 0,-1 13 0,-1 7 0,-4 7 0,0 6 0,2 0-410,2 2 410,-1 0 0,4-6 0,-3-1 0,4-5 0,4-6 0,1-7 0,4-6 0,0 0 0,0 1 0,0-2 0,0-2 0,0-1 410,0 3-410,0 5 0,3-2 0,3 0 0,2-4 0,2 0 0,1-1 0,1-3 0,3-3 0,0-6 0,2-3 0,5 0 0,3-3 0,1 2 0,3-2 0,0-5 0,0 0 0,6-5 0,6 1 0,5-2 0,13 0 0,16-2 0,-4-5 0,12-1 0,-1-4 0,-2-2-530,18-3 530,-3-4 0,2-4 0,-1-1 0,-9-1 0,-2 0 0,-6-6-3,-9-8 3,-3-8 0,-4-12 0,-3-6 0,1-11 0,-1-5 0,-2-5 0,1-6 0,-2-4-425,-3-4 425,-6-4 0,-4-4 0,-6 5 0,-4-2 0,-4 10 0,-4 7 518,-4 2-518,-4 4 3,0-7-3,-2-1 437,1 3-437,-4 4 0,-4 6 0,-4 4 0,-3 2 0,-2-4 0,0-1 0,0 0 0,0 1 0,0 3 0,0 1 0,0 0 0,0 4 0,0 2 0,0 3 0,-3 5 0,0 4 0,-1 5 0,1 4 0,3 4 0,-2 3 0,-1 4 0,-3-1 0,-2-3 0,-2-10 0,-3-8 0,-1-8 0,-4-6 0,-1 0 0,-3-2 0,0 1 0,-1-1 0,0 1 0,0-2 0,0 5 0,4 6 0,-1 4 0,0 5 0,-1 4 0,-2 0 0,3 4 0,-4 3 0,-3 4 0,-1 2 0,-3 2 0,3 1 0,2 0 0,2 0 0,0 0 0,2 0 0,1-2 0,1-1 0,3 0 0,0 0 0,0 3 0,4 1 0,0-1 0,1 3 0,2-1 0,2 1 0,0 1 0,1 1 0,-4 2 0,0 0 0,-2 0 0,0 0 0,-2-3 0,0 0 0,-2-3 0,-1-2 0,2 1 0,-9-5 0,1 1 0,-1 1 0,3-3 0,9 6 0,0 1 0,1 0 0,3 1 0,3-4 0,3-2 0,3 0 0,0 5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24575,'0'13'0,"0"0"0,0-2 0,0 1 0,2-2 0,4 0 0,3 2 0,6 7 0,7 17 0,9 11 0,8 12 0,9 9 0,0 1 0,-4-3 0,-6-4 0,-10-14 0,-5-7 0,-1-6 0,-4-7 0,1 6 0,1-2 0,-2 1 0,0-1 0,2-1 0,-1 2 0,2-1 0,-1 0 0,2-1 0,2 2 0,-2 2 0,2 2 0,1-1 0,-2 1 0,-2-7 0,0-3 0,-4-6 0,-1-4 0,-3-2 0,-4-3 0,-6-5 0,0-2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1016 1 24575,'-13'12'0,"-6"5"0,-2 10 0,-3 0 0,0 3 0,7-6 0,-4-2 0,4-3 0,-3 1 0,0 4 0,-1 0 0,1-1 0,3-3 0,-3 3 0,4 2 0,-2 0 0,-1 3 0,1-7 0,-1 3 0,1-3 0,-2 3 0,2 3 0,0-2 0,0 2 0,4-6 0,0-3 0,4-1 0,0-4 0,-2 2 0,-2 5 0,-3 0 0,4 0 0,2-1 0,-1-1 0,-3 6 0,-6 1 0,0 0 0,4-2 0,1-3 0,4-2 0,-1 0 0,-2-1 0,1-3 0,-2 4 0,3-2 0,-1 1 0,1-1 0,1-3 0,-1 0 0,0 0 0,1-1 0,2 1 0,0-1 0,1 1 0,1-1 0,2 1 0,0-1 0,2 1 0,-2-1 0,-3 0 0,-1 1 0,-2 2 0,2 1 0,0 1 0,4-3 0,0-4 0,1 1 0,0-1 0,-3 2 0,1 0 0,-2 1 0,3-1 0,1 0 0,-1-1 0,3-2 0,-1-5 0,2-1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1919 20 24575,'-13'0'0,"-1"0"0,-2 0 0,1 0 0,-6 0 0,-3 0 0,-3 0 0,-2 0 0,3 0 0,-2 0 0,1 0 0,-5 0 0,0 0 0,-1 0 0,-2 0 0,2 0 0,-4 0 0,2 0 0,2 0 0,3 0 0,-1 0 0,1 0 0,2 0 0,1 0 0,3 0 0,-3 0 0,0 0 0,0 0 0,-1 2 0,0 4 0,1 3 0,-1 3 0,0 1 0,0 1 0,0 3 0,0 0 0,0 3 0,0 1 0,0-1 0,4 1 0,0-1 0,0 4 0,0-1 0,-3 4 0,0 0 0,0 0 0,0 4 0,1-2 0,1 2 0,0 3 0,-3 2 0,-2 3 0,3 1 0,2-2 0,4-1 0,0 0 0,-1 0 0,1-1 0,-1 0 0,0 4 0,0 1 0,0 0 0,-3 0 0,2-1 0,-3 6 0,2 5 0,0 0 0,1-2 0,4-5 0,2-3 0,2-2 0,1-4 0,1-3 0,1-1 0,2 0 0,0 1 0,3 0 0,-1 0 0,1-4 0,3 1 0,0-4 0,3-4 0,0-3 0,1-4 0,0-1 0,0-1 0,-1 1 0,1 2 0,0 5 0,0 4 0,0 3 0,0 0 0,0 0 0,0 0 0,0 0 0,0 0 0,0 0 0,2-3 0,1 0 0,2-1 0,4 1 0,1 2 0,3 2 0,0 2 0,4 5 0,4 5 0,4 3 0,8 7 0,3 2 0,0 0 0,0-1 0,-5-4 0,-1-2 0,0-2 0,-3-6 0,-3-5 0,0-7 0,-3-2 0,2-2 0,1-4 0,-1-1 0,4-3 0,-2 0 0,-2-2 0,3-1 0,2-1 0,6 0 0,4 0 0,-1 1 0,4-2 0,-1-4 0,5 0 0,5-3 0,4-1 0,1 0 0,0 0 0,5 0 0,6 0 0,6 0 0,5 0 0,1-3 0,-1-6 0,5-8 0,0-5 0,5-4 0,-5-3 0,-2-1 0,-10-1 0,-8 5 0,-1 1 0,-4 0 0,4-3 0,-5-2 0,-4-1 0,-4 1 0,-5 0 0,-1 0 0,-5 1 0,-3 0 0,-2 0 0,-3 2 0,-1-5 0,1 0 0,-4-4 0,-2-5 0,-1-5 0,-2-5 0,0-4 0,0-4 0,-5 3 0,-3-2 0,-4-1 0,-5 7 0,-3 3 0,0 6 0,0 4 0,0-5 0,0 2 0,0 1 0,0 3 0,0 4 0,0-2 0,-2 2 0,-2 1 0,-2 1 0,-1 0 0,0 0 0,0-1 0,0 1 0,-3 4 0,2 0 0,-1 4 0,2 0 0,1 4 0,-4 1 0,3-1 0,-2 1 0,0 0 0,3 2 0,-2-3 0,-1-1 0,-1-4 0,0-1 0,0-5 0,-1 0 0,0-2 0,-2 2 0,-1 5 0,1 1 0,2 4 0,1 4 0,0-3 0,0 3 0,-3 0 0,0 1 0,-3 0 0,0-1 0,-4-3 0,0 0 0,0 4 0,0-4 0,0 4 0,1-2 0,2 0 0,-1 3 0,1 0 0,-3 1 0,3 3 0,3 1 0,3 2 0,1 3 0,2 0 0,2-2 0,2-3 0,4-1 0,-4-8 0,-3-2 0,-1-1 0,-1-1 0,1 2 0,2 0 0,-1 0 0,1 4 0,2 2 0,0 2 0,-2 2 0,2 1 0,-2 3 0,-2 3 0,-2-2 0,-2 2 0,0 1 0,0-3 0,-4 2 0,0 1 0,-4-3 0,1 2 0,-1-3 0,0 1 0,5 0 0,1 0 0,3 1 0,1-1 0,-3 2 0,6 1 0,0 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24575,'24'52'0,"13"14"0,-7-20 0,2 1 0,0 0 0,0-1 0,-2 0 0,-1-1 0,23 37 0,-6-2 0,-5-5 0,-1-3 0,-6-9 0,-5-6 0,-2-6 0,-3-4 0,-5-5 0,2-5 0,-3-5 0,-1-8 0,-1-4 0,-6-5 0,-1-3 0,-3 1 0,-3-6 0,0-6 0,-3-24 0,2-16 0,5-17 0,3-13 0,5 0 0,4-7 0,2-1 0,0-4 0,0 1 0,-3 6 0,-2 11 0,0 10 0,-2 12 0,1 6 0,-4 9 0,-2 8 0,1 2 0,-4 3 0,3 1 0,0-4 0,-1 1 0,4-2 0,1-3 0,2-1 0,2-5 0,2 2 0,-2 3 0,0 3 0,-3 4 0,-4 3 0,-5 4 0,-2 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2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24575,'0'25'0,"0"19"0,0 22 0,0 15 0,0 1-942,0 4 942,0 6 0,0-42 0,0 1-415,0 5 0,0 1 415,0 2 0,0 1 0,0 2 0,0 0 0,0-2 0,0 0 0,0 4 0,0 1 0,0 4 0,0 0 0,0-4 0,0 0 0,0 9 0,0 1 0,0-10 0,0-2 0,0-5 0,0-1 0,0 5 0,0-1 0,0-7 0,0 0 0,0 9 0,0 2 0,0-1 0,0-2 0,0-2 0,0-2 0,0 0 0,0-1 0,-2-5 0,0 1 0,-1 3 0,1 0 0,-1 0 0,1 0 0,-3 6 0,1 1 0,1 5 0,0-1 0,-1-8 0,0 1 0,0 2 0,-1 0 0,2-6 0,-1 0 0,0 2 0,0 1 0,1 10 0,-1 1 0,0-9 0,0 0 0,1 1 0,1 1 0,-1-4 0,1 0 0,0 1 0,0 1 0,1 8 0,1 1 0,0-5 0,-1-2 0,1 0 0,0 0 0,0 4 0,0 0 0,0-7 0,0 1 0,0 2 0,0 1 0,0-2 0,-1-1 0,1-1 0,0 0 0,0 3 0,0 0 0,0-1 0,0 0 0,0-4 0,0-1 0,0-6 0,0 0 0,0 2 0,0 0 41,0-3 1,0 0-42,0 50 0,0-8 0,0-16 0,0-5 0,0-6 447,0-2-447,0 3 872,0-8-872,0-8 370,0-13-370,0-8 0,0-10 0,0-4 0,0-7 0,0-2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2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24575,'74'0'0,"-15"0"0,3 0 0,5 0-4916,-9 0 1,2 0 4170,16 0 0,2 0 745,-2 0 0,0 0 814,-1 0 1,1 0-815,-1 0 0,0 0 0,-5 0 0,-1 0 0,6 0 0,0 0 0,-10 0 0,-2 0 722,-5 0 0,-1 0-722,-2 0 0,0 0 0,1 0 0,0 0 0,1 0 0,1 0 0,2 0 0,0 0 0,3 0 0,0 0 0,-5 1 0,0 1 0,-1 2 0,0 0 0,-2 0 0,0 1 0,-5 1 0,1 0 0,4 1 0,-1 0 0,-3-2 0,0 0 0,0 2 0,-1-1 0,46 3 0,-1-3 0,-3-2 0,-5-4 0,-35 0 0,1 0 0,-2 0 0,0 0 0,3 0 0,0 0 0,4 0 0,0 0 0,-3 0 0,2 0 0,11 0 0,1 0 0,-3 1 0,0 1 0,8-1 0,1 1-413,-2 2 1,0 0 412,-2-1 0,1 2 0,1-1 0,0 0 0,-3 3 0,-1 0 0,0 0 0,-1 0 0,-1 1 0,1-1 0,3 0 0,0 1 0,-2-1 0,0 0 0,-2-1 0,1 0 0,5 2 0,-2 0 0,-8-3 0,-1 1 0,7 0 0,1 0 0,6 0 0,1-1 0,-6-2 0,0 0 0,7 2 0,-1 0 0,-6-2 0,-2-1 0,1 1 0,0 0 0,1-1 0,-2 0 0,-10-1 0,-1-2 0,-4 1 0,-1 0 5218,45 0-5218,-49 0 0,2 0 0,8 0 0,1 0 180,5 0 0,0 0-180,1 0 0,0 0 0,-3 0 0,0 0 0,0 0 0,-2 0 0,-4 0 0,0 0 0,0 0 0,1 0 0,7 0 0,2 0 0,2 0 0,1 0 0,2 1 0,1-2 0,3 0 0,-3-2 0,-10 1 0,-3-1 0,0-3 0,-2-2 5,-3-1 1,-1 0-6,-1-1 0,0-1 0,2 0 0,-1 0 0,-3 3 0,-1 1 0,44-6 0,-7 0 0,-1-1 0,1-3 0,-8 3 0,-3 3 1129,-1 0-1129,2 2 0,9-2 0,2 1 0,0 1 0,1 0 0,0 3 0,1-2 0,-1 3 0,1-1 0,-1 2 0,-4 3-5689,-1 1 5689,-3-1 0,-7 1 729,-2-3-729,-6-2 455,-2 1-455,1 0 76,0 0-76,-5-1 6784,-1 1-6784,-5 0 0,-6 4 0,-1 0 0,-3 0 0,0 0 0,1 0 0,1 0 0,-4 0 0,0 0 0,-1 0 0,-3 0 0,2 0 0,1 0 0,-3 0 0,2 0 0,0 0 0,2 0 0,3 0 0,0 0 0,1 0 0,-1 0 0,-3 0 0,-2 0 0,-5 0 0,1 0 0,-1 0 0,-6 0 0,-2 0 0,-3 0 0,-1 0 0,7-2 0,1-2 0,4-2 0,1-1 0,-3-1 0,-4 1 0,-7 0 0,-1-2 0,-4 2 0,0-3 0,0-2 0,-4-2 0,-3-13 0,-3-24 0,-4 25 0,-2-12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1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24575,'0'26'0,"0"33"0,-3 34 0,-5-20 0,-1 4 0,-1 3 0,0-1-1146,0-6 0,0-1 1146,2-3 0,2-4 0,4 33 216,0 1-216,2-15 0,0-18 498,0-12-498,0-15 0,-1-12 0,1-7 1156,0-7-1156,0-1 422,0 3-422,3 4 0,7 1 0,8 4 0,10 3 0,13 8 0,7 10 0,4-1 0,4 2 0,-2-4 0,-1-7 0,-2-5 0,0-8 0,0-8 0,4-4 0,4-5 0,2-4 0,5-1 0,-1-7 0,1-8 0,-4-9 0,-5-12 0,-5 1 0,-10 0 0,-5 5 0,-10 10 0,-7 4 0,-5 6 0,-4 4 0,-5 3 0,-1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1055 1 24575,'-16'0'0,"-6"0"0,-11 0 0,-12 0 0,-5 0 0,5 0 0,5 0 0,6 0 0,3 0 0,-1 0 0,4 0 0,0 0 0,-3 0 0,1 0 0,5 0 0,2 0 0,4 0 0,-2 0 0,1 0 0,4 0 0,2 0 0,0 0 0,0 0 0,-2 0 0,-2 0 0,1 0 0,1 0 0,2 0 0,2 0 0,-1 0 0,1 0 0,0 0 0,-3 0 0,-1 0 0,1 0 0,1 0 0,3 0 0,-3 0 0,-5 3 0,-1 1 0,-2-1 0,2 3 0,4-3 0,0 1 0,4 1 0,0-2 0,1 1 0,0-2 0,0-2 0,-1 0 0,2 3 0,1 0 0,5-1 0,1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24575,'15'20'0,"7"5"0,15 11 0,7 10 0,1 2 0,4 9 0,-2 1 0,2-4 0,0-4 0,-10-12 0,-9-6 0,-11-9 0,-8-5 0,0-4 0,0-3 0,-1 1 0,-1-2 0,-2 0 0,0-3 0,0-1 0,-4 3 0,3 0 0,0 3 0,0 0 0,2-2 0,-4-4 0,-2-4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1 24575,'0'16'0,"-3"7"0,-7 9 0,-7 7 0,-9 5 0,-7 10 0,-2 4 0,0 6 0,-4 10 0,4-3 0,1-2 0,4-10 0,7-13 0,1-3 0,1 1 0,-2 2 0,0-1 0,3 1 0,-2 0 0,2-3 0,1-6 0,-1-3 0,1-5 0,4-4 0,2-4 0,2-4 0,4-4 0,-2-3 0,2 0 0,3-1 0,-2-3 0,6 0 0,-3-3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0 24575,'0'39'0,"0"0"0,0 31 0,0 2 0,0-19 0,0 5-1028,0 7 1,0 4 1027,0 5 0,0 1 0,0-2 0,0-2 0,-1-9 0,-2 0 0,-1-2 0,-1-1 0,-1-2 0,-2 0 0,-1 6 0,0 0 0,1-4 0,0 0 0,1-1 0,0 0 0,0 0 0,-1-1 0,1-2 0,-1 0 18,1 0 1,-1-1-19,1-2 0,1-2 0,-4 44 0,2-12 0,-1-7 0,1-5 0,0-15 485,4-9-485,0-8 0,2-6 0,-1 1 1029,-1-1-1029,-1-3 504,1 2-504,-1 4 0,2 9 0,2 8 0,1 7 0,-1 20 0,1 15-851,0 5 851,0-40 0,0 0 0,0-6 0,0 1 0,-2 6 0,-1 0 0,0 0 0,0 0 0,0-2 0,0-1 0,0 4 0,1 1 0,2-7 0,0 1 0,-2 3 0,0 1 0,-1 6 0,1 0-631,-1 3 1,1 0 630,-1 3 0,1-1 0,2-5 0,0-2 0,0-13 0,0-1-260,0 47 260,-3-4 0,1-40 0,0 0 0,-1 1 0,1 0 0,-1-2 0,2-1 0,-1 47 0,2-10 0,-1-7 0,1-12 0,0-16 0,0-8 0,0-12 0,0-7 785,-3 2-785,-1-4 1296,-1 4-1296,2 7 291,3-3-291,-4 8 0,0 5 0,-1 5 0,2 5 0,3-7 0,0 3 0,-3-3 0,0 5 0,-1 2 0,0-3 0,3 2 0,1-2 0,-1 3 0,1 0 0,0 1 0,0 3 0,0 2 0,0 4 0,0 1 0,0 0 0,0-4 0,0-6 0,-4-4 0,0-7 0,0-3 0,1-6 0,3-6 0,0-3 0,0-4 0,0-6 0,-2-3 0,-1-3 0,-1 1 0,2 0 0,1 1 0,0 0 0,-1-1 0,-2 0 0,-2 0 0,-2-2 0,4-4 0,-1-3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5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24575,'20'0'0,"11"0"0,15 0 0,12 0 0,34 0 0,-42 0 0,1 0-635,11 0 0,2 0 635,1 0 0,0 0 0,-2 0 0,-2 0 0,-1 0 0,-1 0 0,-7 0 0,0 0 0,2 0 0,0 0 0,-2 0 0,0 0 0,4 0 0,0 0 0,1 0 0,-2 0 0,-1 0 0,-1 0 0,0 0 0,-1 0 0,39 0 0,-8 3 275,-6 1-275,-9 0 0,2 3 0,-3-2 0,-1-1 0,0 0 0,6 1 958,-4 0-958,0-1 37,-3 0-37,1-4 0,9 0 0,3 3 0,4 1 0,1 1 0,1-2 0,5 1-406,0 1 406,0 0 0,-1-1 0,-1 0 0,0 0 0,-1 1 0,-4-1 0,0-4 0,4 3 0,3 1 0,10 1 0,-47-2 0,1-2 0,-2 0 0,1-1 0,2 1 0,0-1 0,-2 0 0,-1 0 0,48 0 0,-3 0 0,-6 0 0,0 0 0,-6 0 0,-1 0 0,6 0 0,7 0 0,-43 0 0,2 0 0,1 0 0,2 0 0,-1 0 0,1 0 0,2 0 0,1 0 0,-5 0 0,-1 0 0,-2 0 0,1 0 0,2 0 0,-1 0 0,-3 0 0,0 0 0,-1 0 0,0 0 0,42 0 0,-12 0 0,1 0 0,6 0 0,0 0 0,2 0 0,0-3 0,4-1 0,1-1 0,1 1 0,-46 2 0,0-1 0,47-2 0,-46 1 0,0-1 0,5 1 0,0-1 0,-2 0 0,-1 1 0,8-1 0,0 1 0,-3 0 0,-1-1 0,-3 1 0,0 0-571,9-1 1,1 1 570,0-2 0,-1 2 0,1 1 0,-1 0 0,1-2 0,-2 0 0,-5 2 0,-1 1 0,-1-1 0,-1 0 0,6 0 0,-2 2 0,-6 0 0,-2 2 0,45-1-513,-4 0 513,-1 0 0,1 0 0,-2 0 0,-9 0 0,-1 0-54,-1 0 54,-4 0 372,-3 0-372,-3 0 1128,-1 0-1128,-1 0 554,5 0-554,1 0 60,1 0-60,-2 0 0,1 0 0,6 0 0,-1 0 0,4 0 0,0 0 0,-4 0 0,3 0 0,-7 0 0,-6 0 0,0 0 0,-5 0 0,4 2 0,0 2 0,0 3 0,-4 3 0,-1-1 0,0 2 0,0-3 0,4 1 0,1-1 0,0 0 0,0 3 0,1 2 0,-1-1 0,0 0 0,0 0 0,0 1 0,-1 3 0,0 0 0,0-3 0,-6-2 0,0 0 0,0-3 0,-6 2 0,4-3 0,-1 0 0,19 1 0,6 0 0,2 1 0,-3-4 0,-15-2 0,6-2 0,1 2 0,10 1 0,-5-1 0,-6 0 0,-7-3 0,-10 0 0,4 0 0,-7 0 0,-1 0 0,-5 0 0,-1 0 0,-4 0 0,-4 0 0,-8 0 0,-2 0 0,1 0 0,1 0 0,3 0 0,-3 0 0,1 0 0,-2 0 0,1 0 0,0 0 0,-4 0 0,0 0 0,0 0 0,-3 0 0,0 0 0,-5 0 0,-3 0 0,0 0 0,-1 0 0,0 0 0,-5 0 0,-2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24575,'-3'27'0,"-5"7"0,-2 8 0,-3 5 0,-2 25 0,-1 12 0,-1 13 0,3-3 0,-1-23 0,2 1 0,3-12 0,2-7 0,6-10 0,1-8 0,1-5 0,0-9 0,0-1 0,0-3 0,0 3 0,3 3 0,6-2 0,5 3 0,6-1 0,3 1 0,2 6 0,-2-1 0,-2 0 0,0-5 0,-3-3 0,4 0 0,-1-3 0,-1-1 0,0-3 0,0 0 0,3 0 0,1-1 0,3-2 0,0-3 0,4-4 0,1-3 0,4-1 0,4 0 0,1 0 0,1 0 0,-2 0 0,-4 0 0,-7 0 0,-2 0 0,-7 0 0,-2-2 0,-8 2 0,-3-2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24575,'22'0'0,"4"0"0,7 0 0,3 0 0,1 0 0,-4 0 0,9 0 0,-2 0 0,2 0 0,-1 0 0,-9 0 0,8 0 0,-3 0 0,2 0 0,-6 0 0,-6 0 0,-5 0 0,-7 0 0,-1 0 0,-4 0 0,2 0 0,1 0 0,0 0 0,0 0 0,-1 0 0,-1 0 0,1 0 0,0 0 0,0 0 0,0 0 0,1 0 0,-1 0 0,-1 0 0,0 0 0,-5 0 0,-1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5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0 315 24575,'24'30'0,"7"5"0,5 4 0,2 0 0,0 3 0,-6-7 0,2 2 0,1 5 0,-1-3 0,-4-4 0,-9-8 0,-5-7 0,-3-4 0,-1-1 0,0-3 0,-1-1 0,-3 0 0,0 0 0,0 0 0,-1 0 0,1 1 0,-2 0 0,1 1 0,-1-1 0,0 1 0,0-1 0,1 1 0,1-1 0,-1 0 0,1-3 0,-2-1 0,0-3 0,-1-4 0,-1-5 0,-2-4 0,-1-7 0,-1-4 0,0-5 0,0-3 0,3 0 0,4-5 0,2 1 0,6-2 0,1-2 0,0 0 0,1-5 0,-1-1 0,-1 4 0,-1 3 0,0 5 0,-1 0 0,1 4 0,-1 4 0,0 4 0,-4 3 0,0 0 0,-2 1 0,-3 0 0,2 0 0,-2 0 0,2 1 0,0-1 0,0 1 0,0-1 0,0-2 0,3-2 0,0 0 0,3-2 0,-3-2 0,0-3 0,0 0 0,1 0 0,3 3 0,-3 0 0,-3 1 0,-1 5 0,-1 1 0,0 6 0,1 1 0,-2 4 0,-2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4:43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386 406 24575,'0'25'0,"-6"-2"0,-5 0 0,-6-3 0,-3-3 0,0-2 0,0-6 0,1-3 0,-2-2 0,3-3 0,-6 0 0,-1-9 0,0-10 0,-1-13 0,1-14 0,1-11 0,3-1 0,0-5 0,8 6 0,3 9 0,6 5 0,3 12 0,0 5 0,1 4 0,0 4 0,3 1 0,6 6 0,8 4 0,10 3 0,5 3 0,3 0 0,-2 0 0,-1 0 0,-1 0 0,1 0 0,3 0 0,-3 3 0,0 5 0,-6 7 0,-3 6 0,-5 8 0,-2 6 0,-1 9 0,-2 5 0,-5 5 0,-3 3 0,-5-5 0,1-2 0,-1-4 0,-6-5 0,-8-1 0,-5-7 0,-5-9 0,1-4 0,-5-7 0,-1 0 0,1-3 0,1-4 0,5-3 0,-1-1 0,2-2 0,3 1 0,1-6 0,5-7 0,4-6 0,3-11 0,4-5 0,0-3 0,1-2 0,0 2 0,3 3 0,3 2 0,7 7 0,3 3 0,4 5 0,3 6 0,-2 4 0,2 4 0,0 3 0,0 0 0,4 0 0,-5 0 0,-1 0 0,-4 2 0,0 3 0,2 6 0,-1 6 0,-4 5 0,-5 4 0,-4 1 0,-4 4 0,0 0 0,-1 1 0,-9 0 0,-11-2 0,-9-4 0,-10-3 0,-5-3 0,-3-5 0,-4-2 0,1-5 0,4-5 0,5-2 0,6-4 0,4-7 0,6-11 0,8-5 0,7-6 0,6-2 0,4-1 0,0-8 0,0-1 0,3-1 0,5 3 0,8 4 0,6 7 0,7 4 0,2 7 0,1 4 0,0 4 0,-4 7 0,0 1 0,0 3 0,0 1 0,-1 3 0,-2 10 0,-4 9 0,-3 15 0,-4 8 0,-2 9 0,-4 8 0,-5-2 0,-3-1 0,0-12 0,-3-6 0,-2-6 0,-7-8 0,-6-4 0,-2-7 0,-6-6 0,-1-6 0,-2-3 0,-5 0 0,1-6 0,0-12 0,3-7 0,4-11 0,3-1 0,8 3 0,1 4 0,7 6 0,3 3 0,1 3 0,3-2 0,0 3 0,4 0 0,6 4 0,7 4 0,10-1 0,4 0 0,0 2 0,1 2 0,-4 4 0,-2 0 0,-5 1 0,-4-1 0,-6 6 0,-3 11 0,-4 11 0,-4 12 0,1 2 0,-8-1 0,-7 1 0,-12-3 0,-7-4 0,0-9 0,-2-7 0,3-7 0,0-4 0,1-4 0,8-5 0,4-8 0,4-10 0,5-15 0,2-10 0,3-1 0,4 0 0,0 7 0,1 5 0,2 4 0,6 10 0,7 5 0,7 6 0,4 4 0,1 1 0,-3 4 0,-3-1 0,-5 1 0,-2 6 0,-4 4 0,-4 7 0,-3 6 0,-3 0 0,0 1 0,0-5 0,0-5 0,-4-3 0,3-6 0,-3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4:47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192 315 24575,'15'-28'0,"4"8"0,11-17 0,6 10 0,-3 1 0,0-3 0,3 10 0,-8 2 0,0 8 0,-1 5 0,-7 2 0,-2 2 0,-4 0 0,-4 0 0,1 0 0,1 0 0,-2 8 0,-3 7 0,-3 8 0,-3 6 0,-1-4 0,0-2 0,0 1 0,0-3 0,0-1 0,0 0 0,-5-3 0,-9 1 0,-10-1 0,-12-3 0,-4-2 0,-10-5 0,-4-3 0,-2-4 0,-3 0 0,9 0 0,9 0 0,5-3 0,8-2 0,2-2 0,4-2 0,6 0 0,6-1 0,5-2 0,3 0 0,2-3 0,-1-1 0,1-3 0,6-4 0,10-1 0,10-8 0,9-2 0,2 0 0,0 1 0,-1 8 0,-4 3 0,-5 6 0,-4 2 0,-4 4 0,-4 4 0,-1 3 0,-3 3 0,1 0 0,-2 5 0,-3 4 0,-2 9 0,-1 8 0,1 2 0,-2 6 0,-3-1 0,1 0 0,-1-2 0,0-3 0,0-3 0,0-2 0,-7-3 0,-6-3 0,-12 0 0,-7-6 0,1-4 0,0-4 0,0-3 0,-1 0 0,-1 0 0,1-5 0,3-6 0,2-8 0,5-5 0,6 0 0,4 3 0,5 4 0,2 3 0,2 1 0,2 0 0,1 1 0,0-1 0,5 1 0,12-5 0,17-2 0,12 0 0,4 1 0,-1 3 0,-5 0 0,0 3 0,-4 5 0,-4 3 0,-5 4 0,-2 0 0,-1 0 0,-3 0 0,-3 5 0,-4 10 0,-5 8 0,-4 9 0,-5 7 0,-3 1 0,0 1 0,-1 0 0,0-7 0,-3-5 0,-7-4 0,-3-7 0,-7-1 0,-3-4 0,-1-3 0,-4-3 0,1-4 0,-3-3 0,0 0 0,2 0 0,0 0 0,4 0 0,-3-2 0,3-2 0,3-1 0,5-4 0,5 0 0,3-3 0,3 0 0,2-1 0,2-2 0,1-1 0,2 0 0,7-1 0,7 1 0,4 1 0,3 1 0,-3 4 0,-3 6 0,-2 1 0,-3 3 0,-5 0 0,-6 0 0,-7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5:50.9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301 257 24575,'0'28'0,"0"-7"0,0 7 0,0-9 0,0-2 0,-2-4 0,-4-6 0,-3-3 0,-3-4 0,-1 0 0,-2 0 0,-2 0 0,0 0 0,-3 0 0,3-2 0,-1-1 0,1-2 0,3-3 0,0 1 0,1-2 0,3 0 0,2-1 0,4-2 0,3 0 0,1-4 0,0 0 0,5 0 0,9-1 0,7 1 0,6 2 0,-1-3 0,-2 4 0,-4 3 0,-3 1 0,-1 4 0,2-2 0,-1 3 0,-1 0 0,-3 3 0,0 0 0,0 1 0,0-1 0,-1 1 0,1 0 0,-1 0 0,1 2 0,-1 4 0,1 3 0,-1 6 0,-1 1 0,-1 7 0,-3 5 0,-3 1 0,0 6 0,-4-4 0,0 1 0,0-1 0,0-7 0,0-3 0,0-4 0,0-3 0,-5 0 0,-4-1 0,-5-2 0,-7-3 0,-5-4 0,-5-3 0,-4-1 0,-1 0 0,0 0 0,-23-5 0,22-5 0,-17-4 0,27-3 0,2 3 0,5 1 0,4 3 0,6 1 0,4 0 0,3 0 0,3-1 0,0-3 0,0-4 0,2-4 0,6-2 0,7 0 0,6-1 0,4 2 0,-1 1 0,0 3 0,-3 4 0,-3 2 0,-2 5 0,-3 3 0,0 3 0,-1 1 0,1-1 0,-1 1 0,1 0 0,-1 0 0,0 0 0,1 3 0,2 3 0,1 4 0,0 2 0,-1 1 0,-6 4 0,-1 5 0,-1 6 0,-2 4 0,-2 2 0,-2-2 0,0 1 0,-1-1 0,0-4 0,-3 1 0,-5-2 0,-5-2 0,-6-4 0,-1-4 0,0-3 0,0-3 0,0-4 0,0-4 0,3-3 0,-2 0 0,2 0 0,1-2 0,0-4 0,3-7 0,2-5 0,1-2 0,4-4 0,3-3 0,1-3 0,1-2 0,1 1 0,2 2 0,6 1 0,7 0 0,7 2 0,4 5 0,1 5 0,-2 5 0,-4 3 0,-5 4 0,-2 1 0,-2 2 0,1 1 0,-1 0 0,-2 2 0,-4 7 0,-4 8 0,-2 6 0,0 2 0,0 1 0,0 1 0,0-1 0,-2 1 0,-3-5 0,-4-3 0,-3-2 0,0-4 0,2 0 0,1-3 0,-1-3 0,1-3 0,-3-3 0,-1-1 0,1-3 0,2-3 0,1-3 0,2-7 0,4 0 0,0-1 0,3 2 0,0 2 0,0 0 0,0-1 0,0 0 0,0 0 0,0 0 0,2 1 0,3 3 0,3 0 0,3 3 0,1 0 0,0 0 0,6 0 0,-4 1 0,4 2 0,-6 1 0,-4 2 0,-7 1 0,-19 0 0,-1 0 0,-6-5 0,6-2 0,7-2 0,1-3 0,2 3 0,3-4 0,3 2 0,3 2 0,7 3 0,8 4 0,7 1 0,3 1 0,-1 0 0,0 0 0,-4 0 0,-3 0 0,0 0 0,-4 0 0,-4 2 0,-2 4 0,-5 3 0,-2 2 0,0 2 0,0 1 0,0 0 0,-2 2 0,-3-3 0,-3-3 0,-6-2 0,-2-4 0,-3-3 0,0-1 0,-1 1 0,-3-1 0,-2-3 0,-2-6 0,2-11 0,3-12 0,4-9 0,5-4 0,3 4 0,2 4 0,4 9 0,1 9 0,3 3 0,0 5 0,0 0 0,0 1 0,2 0 0,1 0 0,2 3 0,3 2 0,1 2 0,2 3 0,1 0 0,4 0 0,0 0 0,0 0 0,3 0 0,-2 0 0,0 0 0,-2 0 0,-2 0 0,0 0 0,-1 3 0,-3 3 0,-3 4 0,-3 2 0,-3 0 0,0 1 0,0 0 0,0 2 0,0 1 0,0 1 0,0 0 0,0-1 0,0-3 0,-2 0 0,-1 0 0,-1-1 0,-1-2 0,1-1 0,-2-2 0,-2 0 0,-2-1 0,-1-3 0,0 0 0,1-3 0,-1-5 0,2-3 0,-1-7 0,3-2 0,2 0 0,1 1 0,0 2 0,1 1 0,-1 0 0,1 0 0,11 3 0,8 3 0,12 5 0,7 2 0,-4 0 0,0 0 0,-7 0 0,-3 0 0,-3 0 0,-4 0 0,0 0 0,-2 0 0,-1 2 0,-3 3 0,-4 4 0,-3 3 0,-1 0 0,0 3 0,0 1 0,-3-3 0,-3-5 0,-4-5 0,-1-3 0,0 0 0,1 0 0,-2 0 0,0 0 0,0 0 0,-1 0 0,1 0 0,-1 0 0,6 0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5:55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169 215 24575,'13'0'0,"1"0"0,-2 0 0,0 0 0,-1 0 0,0 2 0,-2 3 0,-3 3 0,0 4 0,-1 0 0,-1 0 0,-1 0 0,-3 2 0,0 2 0,0 1 0,0-2 0,0-2 0,-3-3 0,-3-3 0,-6-4 0,-5-2 0,-2-1 0,-4 0 0,-13 0 0,6 0 0,-5 0 0,15-3 0,2-2 0,5-3 0,1-1 0,4 0 0,0 1 0,2 2 0,2-4 0,0-2 0,4-4 0,-1-4 0,4 1 0,3-1 0,4-4 0,6 0 0,4 0 0,1 4 0,2 4 0,-4 3 0,-2 1 0,3 3 0,-3 3 0,4 0 0,1 2 0,-1-1 0,2 2 0,0 2 0,-2 1 0,2-1 0,-2 3 0,-3 4 0,-2 3 0,-5 5 0,-1 5 0,-3 1 0,-3 3 0,-1-3 0,-3 1 0,1-2 0,-1-2 0,0-1 0,-3-4 0,-3 0 0,-4 0 0,-2 0 0,-1-2 0,-1-4 0,-3-4 0,-1-2 0,-2 0 0,-3 0 0,0 0 0,-4 0 0,0 0 0,-1 0 0,1 0 0,2-2 0,1-4 0,5-3 0,5-1 0,3 1 0,4 2 0,1 0 0,2-2 0,1 0 0,3-7 0,0 0 0,0-1 0,4-2 0,7 1 0,4-3 0,5-2 0,2 2 0,1 0 0,2 3 0,-2 3 0,-2 3 0,-3 3 0,-1 3 0,-4 1 0,0 1 0,0 1 0,-1 3 0,1-1 0,-1 4 0,-2 6 0,-4 8 0,-4 6 0,-2 4 0,0-4 0,0-2 0,0-5 0,0-1 0,0-1 0,0-1 0,0 0 0,-2-3 0,-3-2 0,-4-4 0,-5-3 0,-4 0 0,-5-1 0,-4 0 0,0 0 0,0 0 0,2 0 0,4 0 0,5-3 0,10 0 0,13-1 0,12-3 0,12 0 0,5-3 0,4-1 0,0 3 0,-7 0 0,-8 4 0,-8 1 0,-3 3 0,-4 2 0,-4 2 0,-3 4 0,-5 0 0,-6 1 0,-3-2 0,-4-2 0,0-2 0,3-3 0,-1 0 0,0 0 0,-2 0 0,2-2 0,4-4 0,4 2 0,5 4 0,6 3 0,-2 5 0,6-3 0,-6-2 0,0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42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583 214 24575,'17'0'0,"-2"0"0,2 0 0,-5 0 0,-2 2 0,-3 4 0,-4 2 0,-1 4 0,2 0 0,-1 0 0,0 1 0,-3-1 0,0 0 0,0 0 0,0-1 0,-5-2 0,-3-4 0,-7-2 0,-8-3 0,-4 0 0,-7 0 0,-4 0 0,-2 0 0,-5 0 0,1 0 0,2 0 0,1 0 0,6-2 0,5-2 0,5-1 0,7-2 0,4 1 0,7-3 0,4 0 0,3-4 0,0 2 0,-1 0 0,1 0 0,3 0 0,2 0 0,5-1 0,5 0 0,3-1 0,16-6 0,-8 6 0,13-3 0,-12 5 0,5 3 0,1 1 0,3 3 0,1 4 0,-1 0 0,0 0 0,-4-1 0,-1 1 0,-4 0 0,-4 0 0,0 0 0,-5 2 0,-3 3 0,-1 2 0,-4 4 0,0 1 0,0 0 0,-3 0 0,-3 1 0,-1-1 0,-2 1 0,-1-1 0,0 1 0,0-1 0,0 1 0,0-1 0,0 1 0,-2-1 0,-4 0 0,-7-2 0,-6-1 0,-5-2 0,-4-3 0,1-1 0,0-3 0,0 0 0,3 0 0,0 0 0,3 0 0,1 0 0,-1 0 0,1 0 0,0 0 0,3 0 0,0 0 0,3 0 0,1 0 0,2-3 0,4-2 0,3-4 0,3-3 0,1 0 0,0 0 0,0 0 0,0-1 0,0 1 0,0 1 0,0 0 0,0 0 0,0 0 0,0-1 0,0 1 0,2-1 0,3 2 0,4 1 0,3 0 0,0 1 0,0-1 0,1 3 0,-1 2 0,0 1 0,1 3 0,-1-1 0,0 1 0,0 0 0,0 0 0,-1 0 0,-2 3 0,-3 2 0,-3 4 0,-3 2 0,0 0 0,0 4 0,0 3 0,0 6 0,0-1 0,-6 1 0,-6-4 0,-9-2 0,-10-1 0,-5-2 0,-5 0 0,0-4 0,1-4 0,1-3 0,-1-4 0,-1 0 0,5 0 0,2-3 0,2-5 0,2-4 0,1-4 0,9 1 0,4 1 0,4 1 0,6-1 0,2 1 0,3 1 0,4-1 0,10-3 0,12-1 0,12-5 0,12-1 0,1 1 0,4-1 0,0 3 0,-9 2 0,-1 3 0,-9 2 0,0 1 0,-2 2 0,-4 2 0,-3 3 0,-6 3 0,-2 1 0,-4 1 0,-1 0 0,0-1 0,-1 1 0,1 3 0,-3 2 0,-2 4 0,-1 3 0,-1 3 0,0 2 0,-2 2 0,-1 1 0,-3-4 0,0-1 0,0-3 0,0-1 0,0 0 0,0 0 0,-5-2 0,-6-2 0,-7-4 0,-10-2 0,-6 0 0,-2-1 0,-4 0 0,0 0 0,-2 0 0,-3 0 0,3 0 0,5 0 0,4-3 0,8-4 0,1-3 0,4-3 0,6 1 0,4-1 0,7 2 0,3 0 0,3-3 0,5 0 0,10-2 0,9 0 0,7 2 0,1-1 0,1 4 0,-2 0 0,-5 4 0,-5 3 0,-6 1 0,-2 3 0,-4 0 0,1 0 0,-1 0 0,4 0 0,-4 0 0,2 2 0,-9 5 0,-1 7 0,-3 7 0,-1 8 0,0 2 0,0 4 0,0 0 0,0-2 0,0-4 0,-5-7 0,-4-5 0,-3-4 0,-4 0 0,3-3 0,-1-2 0,2-5 0,2-1 0,4-1 0,3-4 0,3-3 0,3-6 0,-3 6 0,3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48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35 24575,'3'-17'0,"2"5"0,4 7 0,3 5 0,-1 0 0,-1 0 0,1 0 0,0 0 0,1 0 0,-2 2 0,-4 4 0,-3 2 0,-3 4 0,0-1 0,0-1 0,0 1 0,0-1 0,0 1 0,-2-1 0,-1-1 0,-2 0 0,-4 0 0,0 3 0,-3 0 0,0-2 0,0-1 0,-1-2 0,3-1 0,1 0 0,-1-2 0,1-1 0,-4-3 0,2 0 0,-1 0 0,1 0 0,0 0 0,2-2 0,3-4 0,3-2 0,3-4 0,-1 0 0,1 0 0,0 0 0,0-1 0,0 1 0,0 0 0,0 0 0,0 1 0,2 2 0,3 4 0,3 2 0,3 2 0,0 1 0,1 0 0,0 0 0,0-1 0,1 1 0,-1 0 0,1 0 0,-1 0 0,0 0 0,1 0 0,-1 0 0,1 0 0,-1 0 0,-1 0 0,-2 2 0,-4 3 0,0 3 0,-2 5 0,3 5 0,0 4 0,-2 8 0,-1 1 0,1 4 0,0 4 0,0-2 0,-1 0 0,-2-5 0,-1-3 0,0-4 0,0-4 0,0-5 0,0-3 0,0-1 0,0 1 0,0-1 0,-4-3 0,-4-3 0,-5-3 0,-4-3 0,-2 0 0,0 0 0,-1 0 0,0 0 0,-2 0 0,1-2 0,3-4 0,4-3 0,6 0 0,2 0 0,2 0 0,1-1 0,2-2 0,1 0 0,0-1 0,0 1 0,0 0 0,0-1 0,0 1 0,0 0 0,0 1 0,0 0 0,0 0 0,0 0 0,0-1 0,2 0 0,3-1 0,3 2 0,4 1 0,-1 4 0,4-1 0,4 1 0,4-1 0,4 0 0,0 3 0,5-3 0,0 3 0,-3 0 0,-2 0 0,-7 4 0,-4 0 0,0 0 0,-5 0 0,-2 2 0,-3 3 0,-3 3 0,-3 3 0,0 3 0,0 5 0,0 4 0,0 3 0,0-1 0,0-2 0,0 1 0,0-3 0,-3-1 0,-3-4 0,-3-3 0,-7 0 0,0-1 0,-1-2 0,2-4 0,-1-3 0,0-3 0,-1 0 0,-1 0 0,2 0 0,-5 0 0,0 0 0,1 0 0,3 0 0,3 0 0,1-3 0,0 0 0,3-2 0,3-4 0,3 0 0,3-3 0,1-1 0,-1 1 0,1 0 0,0-1 0,0-3 0,0-1 0,0-2 0,0-1 0,0 0 0,0 2 0,0 3 0,2 1 0,3 3 0,1-1 0,1 2 0,2 0 0,1 3 0,2 2 0,0 2 0,-1 2 0,4 1 0,4 0 0,8 0 0,5-1 0,0 1 0,-4 3 0,-4 3 0,-4 1 0,-1 3 0,1-1 0,-4 1 0,-1-1 0,-5-1 0,-4 0 0,-3 0 0,-3 3 0,0 1 0,0 0 0,-6 0 0,-6 0 0,-11-1 0,-7-2 0,-5-1 0,-5-1 0,-1 0 0,-5-3 0,5 0 0,0-4 0,8 0 0,4 0 0,6 0 0,6 0 0,2 0 0,5-2 0,4-3 0,3-3 0,3-3 0,0-1 0,0 0 0,0-3 0,3-1 0,2-1 0,4 1 0,2 5 0,2 1 0,-1 4 0,0-1 0,1 1 0,-1 2 0,-5 1 0,-2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1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0 24575,'22'0'0,"5"0"0,5 0 0,0 0 0,-5 0 0,-3 0 0,-6 0 0,-2 2 0,-5 3 0,0 3 0,-1 3 0,-1 3 0,-2 2 0,-3 3 0,-3 0 0,-1-1 0,0-2 0,0-3 0,0 0 0,0-1 0,0 1 0,-2-3 0,-4-4 0,-7-3 0,-3-2 0,-7-1 0,-5 0 0,-5 0 0,0 0 0,2 0 0,0 0 0,3 0 0,-3 0 0,5 0 0,4-3 0,4 0 0,6-2 0,2-1 0,2 0 0,4-3 0,0-1 0,3-1 0,1-1 0,0-1 0,2 4 0,4 0 0,4 0 0,2 2 0,0-2 0,3 2 0,0 4 0,0 0 0,-1 3 0,-3 0 0,1 0 0,0 0 0,0 0 0,0 0 0,1 2 0,-1 4 0,0 2 0,1 3 0,-1 4 0,1 4 0,1 4 0,-1 1 0,-2-1 0,-4-2 0,-4-4 0,-3-1 0,0-4 0,0 1 0,-2-4 0,-3-3 0,-6-3 0,-4-5 0,-5-10 0,-1-7 0,3-4 0,2 1 0,7 5 0,2 1 0,4-1 0,2 0 0,1 1 0,0 4 0,0-1 0,2 1 0,3 3 0,3 3 0,2 3 0,1 3 0,1 0 0,0 0 0,0 0 0,1 0 0,-1 0 0,0 0 0,1 0 0,0 0 0,-3 3 0,-1 0 0,-3 3 0,-3-2 0,-1-2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3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191 231 24575,'0'-16'0,"0"-3"0,0-3 0,0-5 0,2 2 0,7 4 0,3 6 0,4 5 0,3 3 0,1 3 0,0 1 0,0 3 0,-4 0 0,-4 0 0,0 0 0,-1 0 0,-2 2 0,-3 3 0,-4 2 0,-1 6 0,-1 4 0,0 5 0,0 4 0,0 1 0,-6 4 0,-6 1 0,-8 0 0,-7 0 0,0-4 0,-1-3 0,1-3 0,-1-5 0,0-3 0,0-3 0,4-4 0,0-4 0,5-3 0,2 0 0,2 0 0,2-9 0,1-7 0,2-10 0,3-8 0,4 1 0,2-2 0,0 0 0,1 1 0,-1 1 0,4 1 0,2 6 0,7 1 0,6 1 0,5 5 0,4 2 0,3 3 0,3 5 0,-1 1 0,0 4 0,-4 3 0,-1 1 0,0 0 0,0 0 0,-3 0 0,-5 3 0,-3 3 0,-5 2 0,-1 3 0,1-1 0,-3 3 0,0 3 0,-4 5 0,-3 5 0,-1 2 0,1 3 0,-4-3 0,-3-1 0,-6 1 0,-7-3 0,-8-3 0,-5-4 0,0-3 0,1-3 0,2-5 0,1-4 0,4-3 0,4 0 0,4 0 0,4-5 0,2-8 0,4-5 0,3-5 0,3 0 0,0-1 0,5-3 0,9-1 0,11 0 0,8 1 0,2 4 0,-3 3 0,-3 8 0,-4 3 0,-4 4 0,-4 4 0,-3 1 0,-2-1 0,-2 7 0,-3 6 0,-4 8 0,-3 6 0,0 1 0,0-3 0,0-1 0,0-4 0,0-4 0,-2-1 0,-2-3 0,-4-3 0,-4-1 0,0-3 0,0-2 0,-1-2 0,6 0 0,1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7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232 1 24575,'19'15'0,"0"11"0,3 17 0,-4 5 0,-3 2 0,-7-4 0,-4 0 0,-3-5 0,-1-5 0,0-5 0,0-7 0,0-4 0,0-5 0,-3-6 0,-4-3 0,-4-3 0,-9-3 0,-5 0 0,-3-5 0,-5-4 0,3-6 0,1-7 0,3-2 0,7 0 0,4 1 0,6-1 0,5 0 0,3-1 0,1 2 0,-1 2 0,1 0 0,0 1 0,0 3 0,3 1 0,3 4 0,3 2 0,3 1 0,0 3 0,-1 3 0,2 0 0,1 3 0,6 0 0,9-3 0,0-1 0,1 0 0,-5 1 0,-3 3 0,-2 0 0,-3 0 0,0 0 0,-4 0 0,-1 3 0,1 5 0,0 12 0,1 11 0,-2 10 0,-4 3 0,-5 2 0,-3-2 0,0 1 0,0-1 0,0-4 0,0-4 0,0-8 0,-2-7 0,-3-4 0,-3-2 0,-5-2 0,-5 1 0,-7-3 0,-6-3 0,-3-4 0,-2-3 0,-1 0 0,-3-1 0,3-5 0,-1-11 0,5-12 0,5-12 0,8-4 0,7 2 0,9 1 0,3 1 0,1 2 0,0 6 0,0 5 0,0 7 0,2 4 0,3 1 0,6 4 0,5 2 0,4 3 0,5 2 0,2 2 0,0 1 0,0 1 0,1 0 0,-1 2 0,1 6 0,-3 8 0,-3 6 0,-4 8 0,-3 2 0,-1 0 0,-2 3 0,-5-2 0,-4 0 0,-2-2 0,-1-3 0,0-4 0,0-5 0,0-3 0,-7-4 0,-2-1 0,-5 0 0,-6 1 0,-1-3 0,-4-1 0,-4-4 0,-6-2 0,-1-2 0,-1-2 0,1-7 0,6-7 0,0-7 0,4-7 0,9-2 0,5-4 0,7 0 0,4-1 0,1 0 0,0 4 0,0 1 0,5 7 0,9 5 0,11 6 0,6 7 0,5 4 0,-3 3 0,-5 0 0,-3 0 0,-5 0 0,0 0 0,-2 0 0,-1 2 0,-4 3 0,0 6 0,-2 7 0,-4 4 0,-3 5 0,-3 0 0,0-3 0,-1-3 0,0-5 0,0-2 0,0-7 0,0-2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9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93 113 24575,'3'-15'0,"4"3"0,8-2 0,3 5 0,4 4 0,2 1 0,-2 3 0,1 1 0,-2 0 0,-3 0 0,2 0 0,-3 0 0,-1 2 0,-3 8 0,0 6 0,-3 8 0,-3 7 0,-4 0 0,-3 1 0,0 3 0,0-4 0,-2-2 0,-5-3 0,-5-6 0,-4-2 0,-2 0 0,-2-4 0,-3-5 0,-4-4 0,0-4 0,0 0 0,-1-1 0,0 0 0,3-5 0,1-8 0,2-7 0,4-6 0,1-1 0,6 2 0,3 1 0,5 4 0,2 0 0,1-3 0,0-1 0,0-3 0,0 3 0,2 2 0,7 2 0,9 2 0,7-1 0,6 1 0,1 5 0,4 4 0,0 3 0,-5 5 0,6 0 0,-18 0 0,7 1 0,-12 5 0,-3 5 0,-2 6 0,-6 7 0,-2 0 0,-1 5 0,0 2 0,0 4 0,0 1 0,-6-5 0,-3-9 0,-4-7 0,-1-3 0,3 0 0,-1 1 0,0-2 0,-1-3 0,1-3 0,-1-2 0,1-2 0,-1 0 0,0 0 0,1 0 0,2-5 0,3-5 0,4-7 0,2-2 0,1-1 0,0 0 0,2 3 0,8 1 0,3 4 0,7 2 0,-1 3 0,-4 4 0,-1 3 0,-3 0 0,-1 0 0,3 0 0,-1 0 0,0 3 0,-1 2 0,-4 3 0,-4 6 0,-2 1 0,-1 1 0,0 3 0,0-3 0,0 1 0,0-1 0,0-3 0,-3-3 0,-2-3 0,-8-4 0,-6-3 0,-2-6 0,7 4 0,5-4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1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29 24575,'10'15'0,"-4"1"0,-1 15 0,-5 3 0,0 3 0,0 2 0,0-3 0,0-7 0,0-2 0,0-3 0,-6-4 0,-1-4 0,-4-4 0,0-2 0,3-4 0,-2-3 0,-1-3 0,-1 0 0,-1-5 0,3-4 0,2-5 0,4-6 0,3-3 0,0-3 0,1 1 0,0 2 0,0-1 0,2 0 0,7-4 0,5 1 0,6 2 0,3 0 0,-2 5 0,-1 2 0,-1 2 0,-3 6 0,0 1 0,0 2 0,-4 4 0,-1 0 0,-1 3 0,1 0 0,0 0 0,1 2 0,-1 6 0,-4 6 0,-4 10 0,-3 6 0,1 2 0,-1-1 0,0-5 0,0-2 0,0-3 0,0-4 0,0-1 0,-3-3 0,-6-3 0,-5-4 0,-2-3 0,0-3 0,0 0 0,0 0 0,0 0 0,-1 0 0,3 0 0,-1 0 0,1-2 0,2-6 0,4-4 0,4-3 0,3 0 0,1 3 0,-1-1 0,4 0 0,2 3 0,7 3 0,7 4 0,1 2 0,3 1 0,-3 0 0,-3 0 0,-1 2 0,-4 5 0,0 5 0,1 8 0,-3 3 0,-3 4 0,-4 1 0,-3 2 0,0 2 0,0 0 0,0-1 0,-5-2 0,-4-1 0,-4 1 0,-5-4 0,-2-3 0,-1-5 0,-2-2 0,0-4 0,1-3 0,-1-5 0,2-2 0,4-1 0,1 0 0,3 0 0,3-3 0,4-6 0,3-12 0,3-7 0,0-8 0,2 3 0,3 4 0,6 2 0,6 5 0,3 1 0,2 3 0,-2 6 0,-2 1 0,-2 3 0,-2 3 0,-1 2 0,-1 2 0,1 1 0,-1-1 0,1 4 0,-1 5 0,1 9 0,1 2 0,-5 1 0,-2 3 0,-4 1 0,-3 4 0,0-2 0,0-3 0,0-3 0,0-5 0,0-1 0,-2-4 0,-5 1 0,-7 1 0,-7-1 0,-2-3 0,0-4 0,0-2 0,-1-2 0,0 0 0,0 0 0,3 0 0,3-2 0,4-7 0,4-7 0,3-7 0,2-4 0,2-1 0,3 0 0,0 1 0,2 0 0,8 2 0,7 5 0,7 4 0,2 3 0,2 3 0,-1 3 0,1 4 0,-2 1 0,-1 2 0,-4-1 0,-3 1 0,-2 0 0,-2 0 0,-1-1 0,-3 4 0,-3 2 0,-3 4 0,-4 6 0,0 4 0,0 1 0,-3 0 0,-3-4 0,-4-4 0,-2 1 0,0-4 0,-1-3 0,0-3 0,-1-3 0,0 0 0,0 0 0,-2 0 0,0 0 0,-1 0 0,3-5 0,3-4 0,4-3 0,2-6 0,1-1 0,4-5 0,-1-3 0,1 0 0,6 2 0,10 3 0,9 4 0,7 7 0,3 3 0,-3 5 0,0 2 0,-1 1 0,-4 0 0,-4 0 0,-4 2 0,-5 5 0,-3 9 0,-2 8 0,-1 6 0,-3 0 0,-4-2 0,0-2 0,-1-2 0,0-3 0,0-3 0,0-2 0,-5-2 0,-4-3 0,-7-4 0,-3-3 0,-1-3 0,-4-1 0,3 0 0,-3 0 0,4 0 0,0-6 0,0-8 0,4-3 0,2-6 0,5 3 0,3 5 0,2 1 0,2 3 0,2 6 0,0-1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0 24575,'13'3'0,"-3"3"0,1 11 0,-1 11 0,2 9 0,-1 11 0,-4 6 0,-3-2 0,-4-7 0,-3-7 0,-5-6 0,-4 0 0,-6-2 0,-4-7 0,-1-6 0,-3-7 0,-2-5 0,0-3 0,1-4 0,2-6 0,3-8 0,4-6 0,3-2 0,4 1 0,3 2 0,5 1 0,2-1 0,1 5 0,0-4 0,0 4 0,0-1 0,0 1 0,3 4 0,6 0 0,3 0 0,5 1 0,3 2 0,-2 0 0,4 2 0,0 2 0,-1 2 0,2 2 0,1 0 0,-3 1 0,2 0 0,0 0 0,-1-1 0,-2 1 0,-4 0 0,-2 3 0,-2 3 0,-2 10 0,-3 8 0,-5 4 0,-1 7 0,-1-3 0,0 4 0,-6-1 0,-8-3 0,-5-4 0,-4-7 0,-4-3 0,-1-2 0,-3-2 0,0-2 0,5-3 0,1-5 0,4-2 0,2-7 0,2-10 0,4-12 0,5-11 0,3-5 0,4-2 0,1-1 0,0 4 0,0 5 0,0 4 0,5 8 0,6 1 0,6 7 0,6 3 0,1 4 0,3 6 0,-1 1 0,-1 3 0,-2 0 0,1 0 0,0 0 0,2 0 0,1 0 0,-2 0 0,-1 3 0,-3 2 0,-3 4 0,-4 6 0,-6 3 0,-4 5 0,-3 4 0,-1 0 0,0-2 0,0-2 0,-3-2 0,-3-4 0,-7-1 0,-3-6 0,-1-1 0,-1-3 0,1-2 0,0-2 0,0-2 0,2 0 0,-2 0 0,1 0 0,-1 0 0,1 0 0,2 0 0,3-2 0,3-4 0,4-2 0,4-4 0,0 0 0,-1 0 0,4 2 0,3 1 0,6 3 0,8 2 0,0 1 0,0 3 0,-5 0 0,-3 0 0,0 0 0,-1 0 0,-2 2 0,-3 3 0,-4 3 0,-1 2 0,0 4 0,-1 2 0,0 3 0,-5 1 0,-4-3 0,-6 0 0,-7-3 0,2-1 0,-1 1 0,2-4 0,1-3 0,1-4 0,1-3 0,4 1 0,2-4 0,4-2 0,4-3 0,2-2 0,0-1 0,0-1 0,4-1 0,7 0 0,8 2 0,6 1 0,1 2 0,1 3 0,1 2 0,-1 2 0,-2 0 0,-1 1 0,-4 0 0,-3 0 0,-1 0 0,-3 2 0,-3 5 0,-4 2 0,-3 3 0,-3 4 0,0 0 0,-3 0 0,-4-2 0,-4-3 0,-6 0 0,0-1 0,-1-3 0,2-3 0,2-2 0,1-1 0,0-1 0,0 0 0,3-3 0,3-2 0,1-2 0,1-1 0,2 4 0,0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7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52 24575,'11'3'0,"-3"3"0,-8 6 0,-6 4 0,-4 0 0,0-2 0,2-5 0,-1-1 0,0-1 0,-2-3 0,-1-1 0,2-5 0,4-4 0,5-3 0,10-6 0,8-5 0,7-1 0,8-1 0,5 4 0,1 4 0,0 4 0,-7 4 0,-5 4 0,-4 1 0,-3 1 0,-3 0 0,-2-1 0,-3 6 0,-4 7 0,-3 7 0,-4 3 0,0 0 0,-2-1 0,-8-4 0,-3-1 0,-4-3 0,2-1 0,-1-2 0,0-4 0,-1-4 0,0-2 0,0 0 0,-1 0 0,-2 0 0,1 0 0,-2 0 0,1 0 0,3 0 0,0 0 0,3 0 0,3-2 0,4-4 0,4-3 0,2-3 0,1 0 0,2-6 0,8 4 0,6-5 0,8 6 0,6-1 0,0 2 0,1 1 0,0 3 0,-3 1 0,3 2 0,-6-1 0,-3 2 0,-4 1 0,-4 0 0,-1 2 0,-2 5 0,-4 8 0,-6 7 0,-7 6 0,-7 2 0,-8 1 0,-3-4 0,-3-1 0,3-3 0,1 0 0,0 0 0,2-5 0,-2 0 0,0-4 0,2-1 0,-2-2 0,-1-4 0,0-2 0,-4-1 0,1-4 0,1-5 0,5-7 0,2-8 0,4-3 0,4-1 0,3 2 0,4 1 0,3 3 0,1 4 0,-1 1 0,1 3 0,0 1 0,6 2 0,3 1 0,11 3 0,4 2 0,1-1 0,5 2 0,-2 0 0,6-1 0,1 4 0,-1-1 0,-2 1 0,-3 0 0,-1-1 0,-3 1 0,-4 0 0,-4 2 0,-4 4 0,-2 2 0,-5 7 0,-2 4 0,-4 5 0,0 3 0,0 0 0,0-2 0,-6-2 0,-4-4 0,2-8 0,-1-2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42.5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24575,'25'-9'0,"1"0"0,-3 5 0,0 1 0,-5 3 0,-1 0 0,0 0 0,-3 0 0,4 0 0,-1 0 0,-1 0 0,-2 5 0,-4 6 0,-3 8 0,-2 6 0,-2 2 0,-2 1 0,-1-1 0,0-2 0,0-2 0,0-2 0,0-4 0,0-1 0,0-3 0,-6-1 0,-4 1 0,-7-1 0,-6-2 0,-1-3 0,0-4 0,4-3 0,0 0 0,3 0 0,-2-8 0,1-7 0,5-11 0,2-10 0,2 0 0,4 0 0,0 3 0,4 7 0,1 4 0,0 5 0,-1 3 0,4 4 0,2 3 0,5 4 0,5 2 0,4 1 0,5 0 0,3 0 0,-5 0 0,-1 3 0,-4 2 0,-3 3 0,2 3 0,-3 1 0,0 0 0,-3 0 0,-3 1 0,-3-1 0,-3 0 0,-1 1 0,0-1 0,-2-2 0,-7 0 0,-4-3 0,-3-3 0,0-1 0,4-3 0,-1 0 0,2 0 0,4 0 0,2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49.1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 24575,'16'0'0,"2"0"0,6 0 0,3 0 0,0 0 0,1 0 0,-4 0 0,-5 0 0,-2 0 0,-5 0 0,-2 6 0,-4 7 0,-3 12 0,-3 15 0,0 10 0,-4 6 0,-7 2 0,-6-8 0,-9-5 0,-5-1 0,0-7 0,-1-1 0,5-6 0,1-7 0,5-3 0,2-5 0,2-6 0,4-5 0,-1-3 0,4-3 0,3-10 0,3-12 0,4-13 0,0-7 0,0 3 0,0 4 0,0 6 0,2 7 0,5 1 0,2 3 0,4 7 0,-2 2 0,2 3 0,3 2 0,5-3 0,4 2 0,2 2 0,0 1 0,1 3 0,-1 0 0,1 1 0,-4 0 0,-3-1 0,-4 1 0,-3 0 0,-2 0 0,-2 6 0,-3 10 0,-4 9 0,-2 11 0,-1 4 0,-3-3 0,-4 2 0,-7-3 0,-7-8 0,1-5 0,0-9 0,2-3 0,1 0 0,-2 0 0,0-4 0,-1-2 0,2-4 0,2 0 0,2-1 0,1-2 0,3-10 0,2-11 0,5-16 0,2-13 0,0-4 0,1 0 0,0 6 0,0 3 0,6 5 0,4 9 0,7 8 0,2 9 0,-3 6 0,0 1 0,-5 3 0,-2 5 0,-3 6 0,-4-1 0,-1 2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52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303 343 24575,'-11'15'0,"-2"-1"0,-5-4 0,-1-3 0,2-5 0,-1-4 0,2-7 0,0-8 0,4-11 0,5-4 0,4-3 0,3 0 0,0-1 0,0 0 0,0 2 0,2 4 0,6 7 0,7 5 0,6 2 0,5 2 0,0 2 0,2 4 0,-1 4 0,1 3 0,0 1 0,3-1 0,1 1 0,1 0 0,-2 0 0,-6 0 0,-5 3 0,-4 6 0,-4 8 0,1 6 0,-2 2 0,-4 1 0,-4 1 0,-3 1 0,0 3 0,0-5 0,-5-2 0,-7-3 0,-9-2 0,-12-1 0,-5-5 0,-10-4 0,-2-4 0,-5-4 0,0-1 0,3-6 0,5-7 0,5-6 0,5-5 0,7 3 0,5 3 0,9 2 0,7 4 0,2 1 0,5 0 0,10 2 0,7 3 0,9 0 0,7 2 0,-1 0 0,-1 0 0,-8 4 0,-4-1 0,-3 1 0,-1 0 0,-3 5 0,-3 11 0,-4 8 0,-3 7 0,-6-3 0,-4-4 0,-7-4 0,-3-3 0,0-1 0,-3-3 0,4-3 0,-2-3 0,4-4 0,2-3 0,0 0 0,1 0 0,1 0 0,3-2 0,2-6 0,4-7 0,3-7 0,0-4 0,4-4 0,9-3 0,9 0 0,11 2 0,3 9 0,-2 4 0,-5 3 0,-4 4 0,-4 5 0,-3 3 0,-5 5 0,-5 5 0,-5 7 0,-2 3 0,0 4 0,0-1 0,0-3 0,0 0 0,0-4 0,-2-2 0,-4-4 0,-3-3 0,0-6 0,5 0 0,6-3 0,6 0 0,3 1 0,1-2 0,1 2 0,-3 3 0,-3 4 0,-7 6 0,-6 0 0,-5 1 0,-4-1 0,0-2 0,1-2 0,7-3 0,2-2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4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80 24575,'35'0'0,"-6"0"0,8 0 0,-12 0 0,-4 0 0,-5 0 0,-4 0 0,0 0 0,-2 2 0,-3 4 0,-4 3 0,-3 3 0,0 0 0,0 0 0,-2-3 0,-3-3 0,-3-4 0,-3-2 0,-1 0 0,0 0 0,0 0 0,0 0 0,-1 0 0,1-2 0,2-4 0,3-3 0,4-3 0,2 0 0,1 0 0,0 0 0,0-1 0,3 1 0,4 2 0,6 2 0,7 0 0,4-1 0,0-1 0,-1 3 0,1 2 0,-3 4 0,-1 0 0,-3 1 0,-3 0 0,-1-1 0,0 1 0,-2 3 0,-5 2 0,-2 7 0,-4 11 0,0 6 0,0 3 0,-6-1 0,-8-4 0,-4-1 0,-5-2 0,2-5 0,1-2 0,-4-3 0,0 2 0,0-2 0,0-3 0,3-3 0,3-3 0,1-1 0,3-3 0,1-1 0,0 0 0,1 0 0,-1 0 0,3-2 0,0-4 0,4-6 0,2-4 0,1-1 0,3 1 0,0 4 0,-1-1 0,1 1 0,0 0 0,2 1 0,2 0 0,4 0 0,5 3 0,5-2 0,4 3 0,4 2 0,1 1 0,0 3 0,-2 0 0,-1 1 0,-3 0 0,-4-1 0,0 1 0,-4 0 0,-1 3 0,-2 2 0,-3 4 0,-4 3 0,-3 0 0,0 4 0,0 0 0,0 0 0,0 0 0,-2-5 0,-2-1 0,-4 1 0,-3-3 0,-1 1 0,-1-2 0,1-2 0,-1-2 0,1-2 0,-1-1 0,0 0 0,2-2 0,5-4 0,3-3 0,2-3 0,1 0 0,0 0 0,2 2 0,2 1 0,6 3 0,4 1 0,2 1 0,0 0 0,-3 1 0,-2 5 0,-4-2 0,-3 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6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268 0 24575,'11'3'0,"-3"10"0,-5 12 0,-3 8 0,-8 6 0,-12 5 0,-5-1 0,-6-1 0,2-5 0,4-11 0,0-3 0,2-7 0,2-7 0,3-5 0,1-3 0,4 0 0,0-4 0,3-5 0,3-9 0,4-6 0,2-4 0,1 3 0,0 1 0,0 3 0,0 3 0,0-1 0,2 0 0,5 2 0,4 1 0,6 5 0,4 0 0,5-1 0,4 4 0,5 2 0,4 4 0,1 0 0,1 1 0,0 0 0,-4-1 0,-6 1 0,-3 0 0,-7 2 0,-3 7 0,-4 8 0,-7 6 0,-4 4 0,-3 0 0,0 1 0,0-2 0,0 5 0,-6 1 0,-7-4 0,-6-3 0,-4-5 0,-1-2 0,0 3 0,-3 0 0,0-3 0,-1 0 0,0-6 0,0-4 0,1-3 0,-1-4 0,0-1 0,0 0 0,3 0 0,2 0 0,2 0 0,6-5 0,5-6 0,7-6 0,2-5 0,1-2 0,0-3 0,0-4 0,6-1 0,5 3 0,16-11 0,-4 15 0,6-9 0,-11 14 0,-2 2 0,-1 5 0,-2 5 0,-6 4 0,-1 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8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82 24575,'23'0'0,"-2"0"0,-3 0 0,-4 5 0,-8 6 0,-3 12 0,-13 12 0,-10 6 0,-8 5 0,-10 1 0,3-5 0,2-6 0,1-7 0,8-9 0,1-4 0,4-4 0,3-2 0,2-4 0,3-3 0,-1-8 0,2-6 0,3-7 0,3-6 0,4-2 0,-1-1 0,1 2 0,0 1 0,0 4 0,2-1 0,4 1 0,4 5 0,5 2 0,1 3 0,6 1 0,4 0 0,-3 2 0,3 4 0,-6 2 0,-6 1 0,0 0 0,-3 0 0,0 0 0,2 2 0,-3 3 0,-3 6 0,-3 8 0,-3 3 0,-1 4 0,0 5 0,0-1 0,0 2 0,-3 3 0,-7-5 0,-7-1 0,-4-4 0,2-8 0,-1-1 0,3-6 0,1-3 0,0-4 0,4-3 0,0 0 0,1 0 0,0-2 0,2-6 0,3-12 0,2-13 0,3-12 0,0-7 0,1-3 0,-1 0 0,7 3 0,10 4 0,11 8 0,9 5 0,3 7 0,-3 8 0,-3 5 0,-1 6 0,-7 5 0,-4 0 0,-5 4 0,-4 0 0,-2 2 0,-4 8 0,-3 10 0,-3 6 0,0 2 0,0-1 0,0-6 0,0 0 0,0-4 0,-2-3 0,-4-1 0,-2 0 0,-3-1 0,-2-1 0,1-4 0,-1-4 0,1-2 0,5-1 0,1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9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24575,'0'0'0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1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307 268 24575,'0'-19'0,"0"-4"0,0-10 0,0 3 0,0-1 0,0 10 0,0 5 0,2 4 0,3 5 0,3 1 0,3 6 0,1 0 0,0 3 0,0 2 0,-2 7 0,-4 10 0,-3 10 0,-3 8 0,0 9 0,-4 6 0,-3 1 0,-13 0 0,-7-7 0,-5-3 0,-1-5 0,9-8 0,3-8 0,3-8 0,1-2 0,-3-1 0,3-3 0,-1-3 0,2-3 0,-1-4 0,1 0 0,1-1 0,-3-3 0,3-6 0,1-7 0,4-7 0,6-4 0,1-1 0,2 4 0,1 0 0,0 4 0,0 3 0,0 2 0,0 2 0,0 1 0,1 3 0,4 3 0,3 3 0,3 3 0,3 0 0,4 0 0,2 0 0,2 0 0,-2 0 0,-2 0 0,-2 2 0,-2 4 0,-4 5 0,-3 7 0,-3 5 0,-4 4 0,1 0 0,-1 1 0,0-1 0,0-2 0,-3-5 0,-3-5 0,-4-2 0,-2-1 0,-1-3 0,1-3 0,1-3 0,0-3 0,0 0 0,1 0 0,-3-8 0,2-7 0,3-11 0,3-18 0,4-9 0,0-8 0,1-2 0,6 2 0,12-2 0,15-5 0,8 3 0,0 9 0,-6 14 0,-9 16 0,-6 8 0,-4 8 0,-4 3 0,1 5 0,-4 4 0,-3 5 0,-3 7 0,-3 9 0,0 14 0,0 0 0,0 1 0,0-6 0,0-12 0,0-1 0,0-6 0,0 0 0,0 0 0,-3-1 0,-3-2 0,-6-1 0,-3-3 0,-4-2 0,8-2 0,3-2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2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244 1 24575,'0'15'0,"0"2"0,0 6 0,0 13 0,0 4 0,0 6 0,0 6 0,0 0 0,0 8 0,0 0 0,0-4 0,0-6 0,0-8 0,0-1 0,0-8 0,-3-4 0,-1-5 0,-5-8 0,-2 0 0,1-6 0,-1-4 0,1-3 0,-6-3 0,-3 0 0,-3-5 0,-1-7 0,1-6 0,1-10 0,-5-26 0,12 10 0,-2-20 0,12 19 0,2-1 0,2-1 0,0 1 0,5 4 0,9 5 0,3 5 0,10 7 0,1 7 0,1 8 0,2 7 0,-4 3 0,-3 0 0,-1 0 0,1 0 0,0 7 0,1 8 0,0 11 0,-2 9 0,-3 4 0,-1 5 0,-5-2 0,-5-1 0,-5-4 0,-3-6 0,0-6 0,-1-8 0,0-3 0,-3-1 0,-3-4 0,-6-2 0,-8-4 0,-1-3 0,-2 0 0,0 0 0,0 0 0,-1-6 0,4-4 0,5-5 0,5-2 0,2 2 0,2 1 0,1-1 0,2 2 0,4 1 0,-1 5 0,3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4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97 264 24575,'9'-14'0,"5"-1"0,2-3 0,8 1 0,6-1 0,-1 7 0,-1 4 0,-2 4 0,-5 2 0,-2 1 0,-4 0 0,-4 0 0,-2 3 0,-4 8 0,-1 10 0,-8 9 0,-5 4 0,-7-2 0,-4-3 0,0-4 0,-16 3 0,15-12 0,-18 1 0,10-10 0,-1-3 0,-1-8 0,8-10 0,2-11 0,0-20 0,3-4 0,6 1 0,6 7 0,6 12 0,0 1 0,0 2 0,0 4 0,2 2 0,6 5 0,7 0 0,7 2 0,4 4 0,1 1 0,0 4 0,-2 3 0,-2 1 0,-2 0 0,-1 0 0,0-1 0,-3 7 0,0 8 0,-4 6 0,-2 7 0,-4 0 0,-5 4 0,-2-2 0,0-1 0,0-3 0,0-5 0,0 1 0,0-4 0,0 0 0,-2-4 0,-3-2 0,-4-4 0,-2-3 0,-1-3 0,-1-1 0,3-2 0,4-4 0,3-6 0,2-5 0,1 1 0,3 1 0,6 2 0,8 3 0,2 4 0,1 3 0,-3 3 0,-2 0 0,0 0 0,-2 0 0,-2 3 0,-3 2 0,-4 3 0,-3 3 0,-1 1 0,-2-2 0,1-4 0,-1-3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0:35.6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3863 24575,'0'-42'0,"0"-10"0,2-23 0,5 25 0,4-2-2979,5-11 0,4-3 2979,8-12 0,3-4 0,-7 17 0,1-1 0,-1 2 0,7-18 0,0 5 0,-3 8 0,-1 4 488,-4 9 1,-1 2-489,17-36 0,-17 39 0,0 0 0,-3 3 0,0 3 1118,13-30-1118,-2 12 0,-10 15 0,-4 7 3117,-4 7-3117,-1 4 746,3-2-746,-1 3 0,1 0 0,0-2 0,0 1 0,0-6 0,1 0 0,-1-1 0,1 0 0,-1 5 0,0 0 0,-1 5 0,0 3 0,-3 1 0,-1 0 0,-2 2 0,-2 0 0,3 1 0,1-1 0,2-2 0,2-3 0,0 1 0,1 1 0,-1 0 0,1 0 0,-1-3 0,1-4 0,3-1 0,1 0 0,3-4 0,7-1 0,3-6 0,9-4 0,-1 0 0,1 0 0,17-30 0,-13 20 0,14-24 0,-22 33 0,-4 4 0,-1 3 0,-5 1 0,2-1 0,-2 4 0,-3 3 0,-2 5 0,-2 0 0,-2 4 0,0 3 0,-1 3 0,1 0 0,3-1 0,0 0 0,0-1 0,2-1 0,3 0 0,5-2 0,3 0 0,3-2 0,0-3 0,-4 4 0,2 1 0,-2 3 0,-4 0 0,-3 2 0,-8 5 0,-3 3 0,1 5 0,-2-1 0,0 1 0,-1-1 0,1 1 0,-1 0 0,1-1 0,-1 3 0,1-1 0,-3-2 0,-1 1 0,-5 0 0,-1 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3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24575,'14'14'0,"0"0"0,1-2 0,5 1 0,3 0 0,8 4 0,0 4 0,5 4 0,-3 0 0,-4 0 0,3 4 0,-3 0 0,4 4 0,-1 2 0,-3-2 0,-2 3 0,-2 0 0,-3-3 0,-3 2 0,1-2 0,-1 3 0,-1 4 0,3-3 0,-3 4 0,1-5 0,-2-3 0,-3 2 0,0-3 0,0 0 0,0-1 0,-1-5 0,-1-1 0,0-4 0,-1-4 0,0 0 0,-1 0 0,0 0 0,-3-2 0,0-1 0,-1 1 0,1 1 0,1 4 0,2 2 0,0 1 0,6 20 0,-4-8 0,6 14 0,-7-9 0,0 2 0,0 3 0,0 0 0,4-1 0,-4 5 0,0 0 0,0 1 0,-3-1 0,1-7 0,0 1 0,1 1 0,1 0 0,1 6 0,-1 0 0,-2 1 0,2-1 0,0-4 0,1 0 0,2 0 0,-2 3 0,-1 2 0,0 4 0,2 4 0,-1-2 0,0 3 0,0-4 0,-3-4 0,2-2 0,-4-9 0,1-1 0,-1-5 0,0-3 0,0-6 0,-3-6 0,1-1 0,-2-1 0,0 1 0,2-2 0,-1-3 0,-1-1 0,0 0 0,-2-1 0,-1 1 0,0-1 0,3 1 0,0-1 0,0 0 0,-1 0 0,1 0 0,0 0 0,0 1 0,3-1 0,-3 0 0,0 3 0,2 0 0,-3 0 0,1 1 0,0-2 0,0 2 0,0-1 0,1-1 0,1-1 0,-2-1 0,1 1 0,1 0 0,-1-1 0,2 0 0,-1 0 0,-1 0 0,1 0 0,-2 1 0,1-1 0,1-3 0,-1-1 0,-1-5 0,0-1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4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5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6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2:59.5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24575,'74'42'0,"-1"0"0,-3 0 0,5 5 0,5 5 0,-15-10 0,4 3 0,3 2 0,2 1 0,1 1-1073,-3-3 0,1 2 1,1 0-1,2 1 1,0 0-1,2 0 1073,4 2 0,2 0 0,0 0 0,2 0 0,0-1 0,0-2-341,1 1 1,0-1 0,1 0-1,0-2 1,1-1 0,0-2 340,-2-3 0,2-1 0,0-2 0,0-2 0,0-1 0,-1-2 0,-2-2 0,0-3 0,0 0 0,0-3 0,-1-1 0,1-2 0,-2-2 0,1-2 0,-1-2 0,0-1 0,0-1 0,-3-1 22,10 0 0,-2-2 1,0 0-1,-2-2 0,-2-1-22,12 0 0,-2-1 0,-2-1 0,-1-1-175,-10 0 0,-1-1 0,-3-1 0,-1 1 175,9-1 0,-4 0 0,-1-1 665,-4-1 1,-1-1 0,-2-2-666,-5-2 0,-2-2 0,0-2 0,0-3 0,0-3 0,-1-1 0,-2-3 0,0-1 0,0-3 0,0-1 0,-1-2 0,0 0 0,30-13 0,-3 0 1524,-7 3 0,-1 1-1524,-3 2 0,0 1 0,-8 4 0,-2 2 0,-6 3 0,-1 2 1089,-2 2 1,-1 1-1090,-6 2 0,-2 1 1143,39-8-1143,-12 4 549,-20 4-549,-17 4 151,-16 3-151,-3 2 0,14 2 0,21-2 0,23-4 0,17-5 0,-47 7 0,0 0 0,47-3 0,-8 3 0,-14 1 0,-10-4 0,-10-3 0,-7-3 0,-5-3 0,-3-3 0,-2-2 0,3-5 0,6-8 0,4-5 0,8-9 0,1-3 0,-2-4 0,-4 1 0,-7 9 0,-11 11 0,-10 12 0,-10 10 0,-8 5 0,-4 2 0,-5 2 0,-2 3 0,-3 2 0,-3 2 0,1 0 0,-1 0 0,2 0 0,0 0 0,2 0 0,2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3:04.7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0 112 24575,'86'3'0,"-35"-1"0,4-1 0,15 0 0,5-2 0,8 1 0,1 0 0,-1-1 0,-1-1 0,-2-2 0,-2-2 0,-8 0 0,-3-3 0,-8-2 0,-4-1 0,35-11 0,-26 2 0,-22 7 0,-18 6 0,-10 8 0,-4 8 0,1 11 0,-1 16 0,4 13 0,4 12 0,9 11 0,-3-21 0,6 4 0,4-2 0,5 4 0,6 4-1017,5 3 0,5 4 1,5 4-1,3 3 1017,-9-11 0,3 3 0,3 3 0,1 0 0,2 1 0,-1 0 0,-4-5 0,2 1 0,0 0 0,1 0 0,0 1 0,0-1 0,-1-1 0,7 8 0,1 0 0,0 0 0,-1-1 0,-1-2 0,-2-2 0,2 3 0,0-2 0,-2-1 0,-3-3 0,-3-5 0,13 12 0,-5-6 0,-5-6 0,3 1 0,-7-9 0,11 7 0,-37-36 0,-17-13 0,-7-4 0,-4-3 0,-3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3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8330 1055 24575,'-46'0'0,"-29"0"0,17-1 0,-5-1 0,-16-5 0,-5-4 0,-7-8 0,-2-7 0,29 3 0,0-4 0,1-4 0,1-5 0,2-5 0,0 0 0,0-3 0,0-1 0,2 1 0,1 2 0,2 0 0,0 1 0,-23-15 0,2 4 0,5 10 0,1 5 0,7 5 0,-1 5 0,3 3 0,-1 3 0,3 6 0,-1 3 0,-3 1 0,-2 1 0,-3 1 0,0 0 0,-2 1 0,-1 0 0,-1-1 0,2 0 0,4-1 0,1 1 0,3-1 0,3-1 0,4 1 0,2 0 0,-36-7 0,13 5 0,14 2 0,10 2 0,4 4 0,4-1 0,4 2 0,1-1 0,-1 0 0,-3 0 0,-9-1 0,-9 2 0,-7 1 0,-11 2 0,-4 0 0,-4 0 0,-5 1 0,0 4 0,-5 7 0,42-4 0,-1 2 0,-3 1 0,-3 1 0,-9 0 0,-2 1 0,-4 2 0,-2 1 0,3 2 0,0 1 0,0 1 0,2 1 0,6 0 0,1 1 0,5-1 0,1-1 0,3 0 0,2 0 0,3-2 0,1 0 0,-41 14 0,10-4 0,6-2 0,8-5 0,-1-1 0,-5 5 0,-8 7 0,33-11 0,-2 2 0,-7 5 0,-1 1 0,-2 2 0,-1 0 0,-3 2 0,0 2 0,3-1 0,0 1 0,5-2 0,0 0 0,3-1 0,1 0 0,1-1 0,2 0 0,-2 0 0,0 0 0,-4 1 0,0 1 0,-3 1 0,-1 1 0,2 0 0,0 0 0,3-2 0,2-2 0,6-3 0,3-2 0,-25 11 0,24-15 0,20-12 0,12-5 0,-1-1 0,-11 4 0,-13 10 0,-16 10 0,-11 6 0,-4 5 0,-3-1 0,3-3 0,7-6 0,12-7 0,14-4 0,16-11 0,12-11 0,9-19 0,19-34 0,4 9 0,5-8 0,14-22 0,6-8-577,-8 17 1,2-3 0,1 0 576,-1 1 0,1-1 0,-2 2-13,-2 6 1,-2 1 0,-1 4 12,6-9 0,-4 7 0,11-15 0,-20 35 0,-18 30 0,-8 14 1725,-9 11-1725,-11 11 41,-16 15-41,-18 20 0,19-20 0,-2 3 0,-3 6 0,-1 1 0,-3 5 0,2-1 0,0 0 0,2-2 0,6-8 0,2-3 0,-16 21 0,20-25 0,14-17 0,8-8 0,4-1 0,3 1 0,0 2 0,0 1 0,-2-3 0,-2-2 0,0-2 0,0 1 0,0 1 0,-4 3 0,-4 2 0,-2-1 0,0-1 0,6 1 0,7 0 0,5 1 0,2-4 0,1-2 0,-4-1 0,0 4 0,1 9 0,-3 10 0,2 8 0,-2 0 0,-2-4 0,1-7 0,1-10 0,8-2 0,14-1 0,13 1 0,9 2 0,2 0 0,-5-5 0,5-5 0,23-5 0,-23-3 0,5 0 0,11 0 0,2 0 0,2 0 0,-1 0 0,-9 0 0,-5 1 0,24 1 0,-35 1 0,-24-1 0,-12-2 0,-5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8:07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24575,'22'-2'0,"8"1"0,9 3 0,11 9 0,0 8 0,5 6 0,7 6 0,-10-1 0,5 7 0,-9-4 0,-6 4 0,3 3 0,-4 3 0,3 6 0,-1-1 0,5 10 0,-3 2 0,-3-2 0,3 7 0,-7-7 0,6 8 0,6 8 0,-1 0 0,-1-1 0,-8-9 0,-4-3 0,-4-3 0,3 6 0,-1-3 0,-2-4 0,-2-1 0,-3-7 0,-3-4 0,-2-5 0,-4-9 0,-2-5 0,-1-1 0,-1-4 0,1 4 0,0 1 0,1-1 0,0 1 0,0 2 0,3 3 0,0 1 0,1 2 0,0 1 0,0 0 0,0 3 0,2-3 0,1 1 0,1-1 0,1 2 0,-1-1 0,1 0 0,1 0 0,-3-1 0,-1 0 0,-2-1 0,-3-3 0,0-1 0,0 2 0,3 2 0,2 5 0,2 2 0,-1 0 0,-2 1 0,1 0 0,0-3 0,0 0 0,-2-2 0,0-4 0,-3-3 0,0-3 0,-1-4 0,-3-2 0,0-3 0,0-2 0,-2-3 0,-1-3 0,-2 0 0,-2-2 0,-2-1 0,-4-1 0,-3-4 0,-1 0 0,2 6 0,10 11 0,10 15 0,8 15 0,4 8 0,1 6 0,1 3 0,4 9 0,1 9-568,-3 2 568,3 7 0,-17-45 0,1 1-542,2 6 0,1 2 542,2 6 0,0 1 0,1 1 0,0 0 0,-1 0 0,2 0 0,-2-3 0,1 0 0,2-2 0,1 0 0,0-1 0,0 0 0,0-3 0,0-1 0,-3-6 0,-1-2-165,20 36 165,-1-9 0,-1-6 0,6 4 0,-3-5 0,-2-6 0,-2-3 0,-5-9 0,-2-3 531,-4-6-531,0 0 1106,-3-3-1106,0 2 180,-1-3-180,-4-6 0,1-1 0,-2-3 0,4 1 0,3 3 0,3 1 0,0-2 0,0 0 0,0-1 0,0 1 0,1 0 0,1 0 0,1 0 0,1-2 0,3 2 0,0-2 0,2 0 0,1 0 0,-1-3 0,3-1 0,-5-2 0,0-1 0,1 0 0,-1-2 0,-3-3 0,-2-2 0,0 0 0,1 1 0,1-1 0,1 1 0,-4-3 0,-3-1 0,-5-1 0,-4-1 0,-4 1 0,-2-2 0,-3-1 0,-1-2 0,-2-1 0,-2-1 0,-3-2 0,-2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2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24575,'0'62'0,"0"30"0,0-18 0,0 6 0,0 3 0,0 2 0,0 6 0,0 6-2186,0-20 0,0 4 0,0 4 2186,0-2 0,0 5 0,0 2 0,0 0 0,0 4 0,0 2 0,0 0 0,0 0 0,1-2 0,0 1 0,0-2 0,1-4 0,-1 10 0,1-6 0,1-6-640,2 7 1,1-5 639,1 7 0,1 1-692,0-6 1,0 0 691,1 4 0,0-2 0,0-12 0,1 0 0,0 2 0,1 0-365,-1-12 1,1-2 364,2-3 0,1-3 1554,-2-3 1,0-3-1555,11 37 0,3 1 0,-3-9 0,-1-8 2901,-2-13-2901,-4-10 2032,-2-11-2032,-3-8 0,-4-8 1286,-2-7-1286,-2-3 621,0-4-621,2-1 0,-2 0 0,1-1 0,-1 1 0,-3-1 0,3 1 0,0-1 0,0 4 0,0 0 0,-3 0 0,1 0 0,-1-2 0,2-2 0,1 1 0,0-1 0,0-1 0,-3-1 0,0 0 0,0 1 0,0 1 0,0 0 0,0 1 0,0 0 0,0-1 0,0 6 0,0-1 0,0 5 0,0-5 0,0 2 0,0 1 0,0 1 0,0 2 0,0-3 0,0 1 0,0-1 0,0-3 0,0 3 0,0 0 0,0 0 0,0 3 0,0 0 0,0 1 0,0 0 0,0 0 0,0 0 0,0-3 0,0 2 0,0-3 0,0-3 0,0-2 0,0-3 0,0 1 0,0-1 0,0-1 0,0-1 0,0 1 0,0 1 0,0-5 0,0-1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3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24575,'0'91'0,"0"-33"0,0 3-2105,0 14 1,0 4 2104,0-14 0,0 4 0,0 1-1016,0 11 1,0 3-1,0 2 1016,0 6 0,0 3 0,0 2-505,0-18 0,0 1 0,0 1 0,0 0 505,0 3 0,0 2 0,0-1 0,0-1 0,0-5 0,0 0 0,0-1 0,0 0 0,0 22 0,0-1 0,0 0-656,0-4 0,0-1 1,0-3 655,0-12 0,0-3 0,0-1 5,0-1 1,0 0 0,0-2-6,0 24 0,0-5 0,0-13 0,0-5 931,0-8 1,0-3-932,0 37 3520,0-30-3520,0-22 3118,0-3-3118,0-7 2127,0 2-2127,0 9 598,0-1-598,0 3 0,0 5 0,0-4 0,0 0 0,-7-1 0,-1-5 0,0-8 0,1-6 0,7-8 0,0-8 0,0-1 0,0-3 0,0-6 0,0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5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0 147 24575,'35'0'0,"13"0"0,33 0 0,-32 0 0,4 0 0,18 1 0,6-2-1339,-11 1 1,4 1-1,2-2 1339,6 1 0,2 0 0,2 0 0,6 1 0,2-1 0,-2-1 0,-5 2 0,-2-1 0,0-1 0,-6 1 0,0 0 0,0 0 0,5 0 0,0 0 0,0 0-736,5 1 1,0-2-1,1 1 736,3 1 0,1-1 0,-1-1 0,-1 1 0,0 1 0,-1-2 0,-3 1 0,0 0 0,-2 0-606,-4 0 0,-2 0 0,0 0 606,-8 1 0,-1-1 0,0-1 0,32 0 0,-2-2 0,-6 0 0,-2 0 0,1 0 0,0-1-572,-3-1 0,-1 1 572,-7 1 0,-1 0 0,-5 0 0,0 1 0,6-3 0,1 0 0,5 2 0,0-1 0,-4 1 0,-1-1 0,-3 0 0,0-1 539,-4 2 1,-2 1-540,-3-1 0,0 1 0,5-3 0,2 1 0,4 0 0,0 1 0,-2 0 0,-1 0 0,6 0 0,-1 1 0,-3 2 0,-1 0 0,-4 0 0,0 0 0,-2 0 0,0 0 0,2 0 0,1 0 0,0 0 0,3 0 589,9 0 0,2 0-589,-1 0 0,2 0 0,3 0 0,2 0-37,4 0 0,1 0 37,-33 0 0,1 0 0,1 0 0,1 0 0,0 0 0,0 0 0,1 0 0,-1 0 0,0 0 0,-1 0 0,-1 0 0,0 0 0,0 0 0,1 0 0,-2 0 0,33 0 0,-1 0-133,-4 0 0,-1 0 133,-4 0 0,-1 0 0,-2 0 0,-2 0 27,-10 0 0,-2 0-27,-5-2 0,0 0 0,-1-1 0,-1 0 0,-5-2 0,0 0 454,4 0 0,0 0-454,-4 2 0,-1 1 0,-5 0 0,-1 0 1914,46 2-1914,-7 0 0,-16 0 1985,-12 0-1985,-11 0 1280,-9 0-1280,-1 0 817,-5 0-817,-4 0 310,-4 0-310,-4 0 0,-5 0 0,-4 0 0,-3 0 0,-3 2 0,-4 4 0,-3-2 0,-4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6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24575,'0'14'0,"0"6"0,0 11 0,0 6 0,0 5 0,0 15 0,0 9 0,0 2 0,0-1 0,0-11 0,0 1 0,0 4 0,0 5 0,0-1 0,0 1 0,0-5 0,0-3 0,0-7 0,3-6 0,7-8 0,13-13 0,14-5 0,15-8 0,7-3 0,17-3 0,3-6 0,2-11 0,3-14 0,-11-13 0,-1-10 0,-9 2 0,-12 6 0,-13 9 0,-11 8 0,-9 7 0,-4 6 0,-7 4 0,-1 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27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24575,'37'0'0,"17"0"0,19 0 0,7 0 0,11 0 0,-10 0 0,-31 0 0,1 0-761,1 0 0,-1 0 761,34 0 232,-8 0-232,-29 0 0,-5 0 0,0 0 0,-21 0 0,-7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0 284 24575,'86'0'0,"-6"0"0,5 0 0,7 0-1148,-13 0 1,3 0 1147,-12 0 0,5 0 0,0 0-1042,2 0 0,1 0 1,1 0 1041,1 0 0,0 0 0,2 0 0,8 0 0,1 0 0,0 0-724,-3 0 0,0 0 1,2 0 723,-16 0 0,2 1 0,0-1 0,1-1-835,3 1 0,1-1 0,0-1 1,2 0 834,9 0 0,2-1 0,2 0 0,0-1-510,-16 0 0,0 0 0,1 0 0,0 0 0,1-1 510,5 0 0,0 0 0,1-1 0,0 0 0,0 0 0,1 1 0,1-1 0,1 0 0,-2 0 0,-2 0 0,14 0 0,-3 0 0,0 0 0,-1 0-237,1 0 0,0 0 0,-1 0 0,-1 1 237,-4 0 0,0 1 0,-1 0 0,0 0 0,-2 0 0,-1 0 0,0 1 0,0-1-37,0 0 0,1 0 0,0 1 0,-3-1 37,-6 2 0,-1 0 0,-1 0 0,-2 0 250,18-2 1,-3 0 0,-1 0-251,-7 2 0,-2 0 0,-1-1 658,-7 1 1,-1 0-1,-3 0-658,18-1 0,-3 1 1208,-6 1 0,-3 1-1208,-9 0 0,-2 0 0,-4 0 0,-2 0 1378,5 0 1,-1 0-1379,-8 0 0,-1 0 0,41-3 0,-8 0 0,-7-2 0,3 0 0,9 4 0,3 0 0,6 0 0,-49 0 0,0-1 0,1 0 0,-1-1 0,1 1 0,-1 0 0,48-2 0,-3-1 0,-5 0 0,-1 1 0,-5 0 2499,-1 3-2499,0 0 0,-4 1 0,4 0 0,-1 0 0,1 0 0,3 0 0,12 0 583,-46 2 1,1 0-584,-2 0 0,-1 1 0,49 2 0,-19 2 0,-4-4 898,9 2-898,3-1 0,7 1 0,-2 0 0,-3 0 0,-1-1 0,0 0 0,-1 1 0,1-1 0,-6 0 0,0-3 0,-5-1 0,-6 0 646,-5 0-646,-11 0 257,-6 0-257,-8 0 808,-10 0-808,-9 0 401,-8 0-401,-4 0 0,1 0 0,-1 0 0,-1 0 0,0 0 0,0 0 0,-2 3 0,-3-3 0,-3 3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1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24575,'0'31'0,"0"11"0,0 11 0,0 10 0,0 13 0,0 4 0,0 10 0,0-5 0,0-6 0,0-9 0,0-12 0,0-1 0,0-14 0,0-2 0,0-4 0,0-7 0,3-3 0,3-3 0,8-3 0,6-1 0,4 0 0,2-3 0,-1-1 0,-2-2 0,3-2 0,1 0 0,4 1 0,0 1 0,-2-3 0,2-2 0,1-5 0,1-2 0,-2-2 0,-2 0 0,-1 0 0,0 0 0,0 0 0,-1 0 0,-2-5 0,-4-5 0,-1-4 0,-3-2 0,0 3 0,-2 3 0,-3 1 0,1 0 0,-1-1 0,0-2 0,-1 0 0,0 1 0,-5 5 0,-1 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2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982 0 24575,'-34'0'0,"-8"0"0,-1 0 0,-2 0 0,-3 0 0,1 0 0,-10 0 0,-6 0 0,-7 0 0,1 0 0,7 0 0,7 0 0,6 0 0,-2 0 0,1 0 0,7 3 0,6 1 0,5 2 0,8 1 0,4-3 0,4 1 0,4-1 0,5-1 0,2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0 24575,'0'39'0,"-9"22"0,-10 35 0,5-37 0,-2 3 0,-5 11 0,-1 3-535,-1 3 0,1 0 535,2-5 0,0-2-3927,2-6 0,0-5 3927,-7 24 1777,8-24-1777,3-16 0,8-15 0,0-4 90,3-7 1,2-10 0,0-3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5.7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24575,'26'24'0,"10"12"0,11 12 0,10 12 0,11 7-979,0 5 979,-32-34 0,0 0 0,-1-1 0,0-1 0,29 30 0,3-2 0,-5-1 0,-7-2 240,-5-9-240,-9-4 0,-6-9 0,-1-1 0,-5-2 0,-4-3 739,-4-6-739,-5-7 0,-4-5 0,0-3 0,0 1 0,-2-2 0,-2-3 0,-5-3 0,-1-2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38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1 438 24575,'25'54'0,"10"-1"0,4 8 0,11-1 0,-4-6 0,4 0 0,-1-5 0,-6-11 0,-2-8 0,-9-3 0,-1-9 0,-7-3 0,-5-4 0,-4-5 0,-4 3 0,0-3 0,2-3 0,0-5 0,-3-10 0,0-7 0,-4-10 0,-2-6 0,2-3 0,2-8 0,2 4 0,4-7 0,-1 2 0,1 2 0,1-4 0,-1 3 0,1 3 0,0 5 0,-1 4 0,-1 8 0,1 4 0,-2 4 0,-1 4 0,-5 1 0,0 3 0,-2 1 0,0 0 0,1-1 0,-2-2 0,3-1 0,0 1 0,-3 0 0,2 3 0,-3 1 0,1 0 0,2 2 0,-1-2 0,2-1 0,0 0 0,0-3 0,2 0 0,-1 0 0,1 0 0,1 0 0,-2-1 0,1 1 0,1-4 0,1-1 0,3 1 0,-1 0 0,-3 4 0,0 2 0,-4 9 0,-2 0 0,-1 5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45.8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1 782 24575,'38'0'0,"1"0"0,9 0 0,2 0 0,4 0 0,5 0 0,-3 2 0,5 2 0,0 3 0,2 3 0,2 3 0,1 2 0,-1 0 0,-2 1 0,-2 1 0,-4-2 0,0 1 0,-1 3 0,0 4 0,4 4 0,-2 1 0,2 0 0,-5-1 0,6 8 0,6 4 0,-4 0 0,-7-2 0,-12-8 0,-8-1 0,-7-3 0,5 2 0,-2 5 0,-1 1 0,4 6 0,-1 2 0,11 15 0,6 9 0,6 10-676,2 5 676,-4-4 0,3 5 0,-4-2 0,-26-37 0,0-1 0,22 36 0,-5-3-125,-3-6 125,-5-7 0,1 6 0,0 1 0,-5 0 0,5 7 0,0-4 0,0 5 0,3 4 0,-2-3 0,3-1 0,-5-15 0,-5-4 0,4 1 0,1 2 0,10 7 0,-1-4 0,0-2 0,0-2 0,1 1 0,3-3 0,-4-3 0,0-4 672,-6-5-672,0-2 129,-2-4-129,0-4 0,-1-1 0,0-8 0,0-1 0,-1 0 0,4-3 0,1 0 0,3-4 0,0-3 0,5 0 0,-1-1 0,3-1 0,5 1 0,1-2 0,7-3 0,0-4 0,2-3 0,0-1 0,0-1 0,0 0 0,0-3 0,-4-7 0,-1-8 0,-4-8 0,-1-4 0,1-5 0,-5-1 0,5-9 0,-2-5 0,4-6 0,1-3 0,-4-1 0,-1-5-547,2-5 547,1-6 0,0-4 0,-3 6 0,-6 6 0,1-1 0,1-1 0,-1-6 0,-2-2 0,-3 1 0,-5 4 0,-2 2 0,-4-1 0,1-1 0,1-15 0,-19 40 0,-1 0 0,-1-4 0,-1 0 0,1-7 0,-1 0 0,-1 0 0,-1 1-515,3-6 0,0-1 515,0 3 0,0 1 0,-1-1 0,2 1 0,0-1 0,1 2 0,-2 1 0,0 1 0,2-2 0,-1 0 0,-2 6 0,0 1-109,-1 3 1,1 1 108,12-39 0,-4 19 0,-1 11 0,-3 10 512,1 3-512,4-1 1047,0 1-1047,5-2 235,2 0-235,5 0 0,7-1 0,2-1 0,4 0 0,1-1 0,5 0 0,0 3 0,0 1 0,-1 5 0,-6 4 0,0 2 0,-2 4 0,0 1 0,0 3 0,0 4 0,-1 5 0,0 7 0,0 0 0,-2 3 0,2 4 0,2 1 0,7 3 0,10 0 0,5 0 0,7 0 0,6 3 0,2 8 0,0 8 0,-4 8 0,-6 5 0,-9 0 0,-7-1 0,-5 1 0,-6-2 0,-3 4 0,0 4 0,0 6 0,-8 2 0,-1 3 0,17 19-323,-16-16 1,-1 1 322,8 28 0,1 3 0,-2 2 0,-5-4 0,-3-11 0,-5-2 0,-2 2 0,-3 0 0,-3 8 0,-2-7 0,-1 0 0,-1-7 0,-4-3 645,-3 7-645,-1-3 0,-3 1 0,3-1 0,0 4 0,0 2 0,0 0 0,0 0 0,4-11 0,-4-5 0,3-7 0,0-4 0,0-1 0,4-4 0,-2-5 0,-1-1 0,0 0 0,1 5 0,2 2 0,-1 0 0,1-3 0,-1-1 0,1 0 0,-1-4 0,0-1 0,0-1 0,3 2 0,0-1 0,1-3 0,-2-4 0,-2-2 0,3 2 0,0 2 0,1 1 0,1-1 0,-2-3 0,0-1 0,2 0 0,-2 0 0,3 4 0,0-3 0,1 0 0,2-1 0,1 1 0,3 5 0,3 3 0,6 1 0,1-3 0,2-3 0,1-3 0,1-1 0,0-1 0,0-2 0,0-1 0,-3-4 0,-1 0 0,-1-4 0,-3-4 0,-1-3 0,4-4 0,-4 3 0,0 1 0,-1 0 0,-4-2 0,4-2 0,0 0 0,1 0 0,2 0 0,-2 0 0,1-2 0,-1-1 0,-3-3 0,-4-1 0,-1 3 0,-2-2 0,-5 2 0,0-2 0,-4 0 0,3-1 0,0 1 0,1 2 0,-1-2 0,-4-1 0,4-3 0,1-6 0,3-4 0,0-4 0,1-7 0,3 0 0,1-5 0,0-8 0,-2 2 0,-3-6 0,-1 0 0,2 0 0,-1-5 0,0 1 0,-4 5 0,-1 4 0,3 1 0,0 4 0,1 1 0,-2 4 0,-2 4 0,2 0 0,0 4 0,3 1 0,3 0 0,1-4 0,8-5 0,6-4 0,4-2 0,5 0 0,-1 0 0,-5 5 0,-4 1 0,-9 10 0,-7 4 0,2 2 0,-8 7 0,4-2 0,-5 7 0,-1-1 0,-1-1 0,1-2 0,-2-3 0,4 0 0,5-4 0,3-1 0,1-4 0,0-2 0,-3-2 0,-1-2 0,0 3 0,-3 1 0,-4 0 0,-4 3 0,-2-1 0,-2 2 0,3-1 0,1-5 0,3-8 0,4-6 0,6-9 0,-10 19 0,1 5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6:51.77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2300 24575,'0'17'0,"2"1"0,7 8 0,11 9 0,10 6-730,13 13 730,7 6 0,-23-27 0,0 2 0,0-2 0,1 0 0,20 27 0,-1-3 0,-2-2 0,1-1 0,-4-7 180,-4-7-180,-7-7 0,-7-8 0,-5-7 0,-8-7 0,-2-3 0,2 1 0,1 1 550,3 1-550,1 4 0,0 2 0,6 6 0,1 2 0,7 4 0,3 3 0,2-2 0,0 1 0,-2-4 0,-2-4 0,-7-3 0,-1-4 0,-7-3 0,-2-3 0,-1-2 0,-3-1 0,0 0 0,0 0 0,2 3 0,0-2 0,0-1 0,0-1 0,-4-1 0,1 0 0,1 0 0,2-1 0,3 2 0,2-1 0,4 0 0,1 1 0,3 1 0,2 0 0,-1 0 0,-3-1 0,-3-2 0,-3-1 0,-4-3 0,0 0 0,-2 0 0,-1 0 0,0 0 0,0 0 0,-1 0 0,4 0 0,0 0 0,3 0 0,2 0 0,2 0 0,2 0 0,-1 0 0,-1 0 0,-1 0 0,-1 0 0,1 0 0,-3 0 0,-2 0 0,0 0 0,-3 0 0,0 0 0,-1 0 0,0 0 0,-1 0 0,0-1 0,0-2 0,0 0 0,-1-3 0,3 0 0,2-2 0,5-2 0,4-2 0,7-7 0,3-3 0,4-3 0,1-4 0,1 2 0,-3-3 0,-3 1 0,-2 3 0,-3 1 0,0 2 0,2 1 0,-2 0 0,-2 1 0,5-2 0,-5 2 0,1 2 0,-1 0 0,-3 2 0,0 1 0,-4 0 0,-1 3 0,-1 0 0,-2-1 0,2-1 0,0-2 0,-2 1 0,0-2 0,-1 0 0,-1 2 0,1-2 0,1-2 0,2-2 0,1-5 0,1-6 0,7-9 0,6-11 0,4-15-630,-15 31 1,0-2 629,3-5 0,1-2 0,1-3 0,0-2-943,4-3 0,1-3 943,1-3 0,1-1 0,0-1 0,1-2 0,1-1 0,0 0-1689,3-1 1,0 0 1688,-3 6 0,1 2 0,-1 1 0,2 0-668,-1 3 1,1 0 667,-1 0 0,0 1 0,2-1 0,0 0 0,-3 3 0,0 3 49,-3 2 1,2 1-50,-3 5 0,0 1 0,2 0 0,-2 1 0,0 4 0,-1 1 522,-2 2 1,1 0-523,24-25 0,-4 1 0,-2 3 0,-3 5 0,-5 5 3331,-2 4-3331,-4 4 1807,1 1-1807,-2 3 1083,-4 4-1083,3-2 492,-3 3-492,2-1 0,3 1 0,-2 4 0,-2 1 0,-3 1 0,-2 1 0,2-1 0,1-1 0,1 1 0,-2 2 0,-2 2 0,0 2 0,-1 2 0,1 2 0,-1 3 0,3 3 0,4 3 0,10-1 0,10 6 0,10 14 0,-23-3 0,2 3-616,0 7 0,2 4 616,5 6 0,0 1 0,2 4 0,-1 1 0,-7-1 0,0 0 0,3 6 0,-1 1 0,-2 1 0,-2-1 0,-4-4 0,0 1 0,-1-1 0,-1 1 0,-8-4 0,0-1 0,-1 3 0,-1 2 0,3 6 0,-1 1 0,0 2 0,-1 1 0,0 0 0,-1 0-767,-1 2 0,-1 0 767,0-3 0,-1 1 0,2 2 0,-2 1 0,-2-9 0,0 1 0,-1-1 0,5 7 0,-2-2 0,5 16 0,-1-3 0,-8-23 0,-1-3-173,0-1 0,0-1 173,11 34 0,-6-12 0,-1-7 0,-3-7 0,1-3 1111,1-2-1111,3 0 1601,-1 0-1601,0 0 0,7 1 0,0 0 400,5 2-400,0 7 0,1 1 0,3 4 0,1 0 0,-1-4 0,-2-3 0,-2-5 0,-3-4 0,-3-8 0,-2 0 0,-1-4 0,-1-3 0,0 1 0,3-1 0,0 2 0,4 3 0,4 3 0,6 2 0,2 3 0,1-2 0,-2-3 0,0-1 0,-3-3 0,-3-7 0,-5-4 0,-4-2 0,1-4 0,-1 2 0,4-1 0,4 0 0,2 1 0,3 0 0,-1-3 0,3-3 0,1 1 0,2-3 0,0 2 0,-1-3 0,-5-2 0,-2 1 0,-2-1 0,-1-1 0,-1 0 0,-2-3 0,-2 0 0,-4 0 0,1 0 0,3 0 0,1 0 0,-1 0 0,0 0 0,0 0 0,0 0 0,4 0 0,3 0 0,-2 0 0,2 0 0,1 0 0,0 0 0,0-2 0,0-2 0,-2-4 0,-1-2 0,-1-1 0,-3-1 0,0-2 0,-3 0 0,0-1 0,-1 2 0,-2-3 0,-1-2 0,-3 0 0,0-3 0,3 0 0,-2-2 0,1-1 0,3-10 0,-3 2 0,2 0 0,-1 0 0,-5 9 0,1-2 0,-2 5 0,-1 2 0,-1 1 0,0 0 0,0 0 0,-1 2 0,1 0 0,-3 2 0,0 1 0,0 2 0,-1 0 0,4 1 0,-2-1 0,1 0 0,0 1 0,-3 0 0,0 0 0,0 0 0,-1 1 0,1 0 0,0 1 0,-2 1 0,0 0 0,0 2 0,0-3 0,2 2 0,1-2 0,1 0 0,0 0 0,2-2 0,-2 0 0,2-3 0,0-3 0,-1-3 0,4-3 0,0 0 0,2-3 0,2-3 0,-3-7 0,3-4 0,-3-1 0,0 6 0,1 3 0,-3 1 0,3 0 0,-1-1 0,1 1 0,1 6 0,-2 3 0,-2 3 0,-2 3 0,0 1 0,-1 1 0,-1 1 0,-2 4 0,-4 1 0,0 4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48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1512 0 24575,'-86'0'0,"0"0"0,1 0 0,-10 6 0,3-3 0,-17 0 0,23 3 0,24 13 0,-4 8 0,7-5 0,10 0 0,2 1 0,5 1 0,-2 5 0,2 1 0,2-1 0,3 3 0,4 4 0,1 1 0,3 3 0,3-7 0,4-5 0,3-1 0,5-6 0,1 2 0,3-2 0,2 6 0,1 5 0,-3 8 0,1 11 0,-2 4 0,-1 13 0,-1 7 0,-4 7 0,0 6 0,2 0-410,2 2 410,-1 0 0,4-6 0,-3-1 0,4-5 0,4-6 0,1-7 0,4-6 0,0 0 0,0 1 0,0-2 0,0-2 0,0-1 410,0 3-410,0 5 0,3-2 0,3 0 0,2-4 0,2 0 0,1-1 0,1-3 0,3-3 0,0-6 0,2-3 0,5 0 0,3-3 0,1 2 0,3-2 0,0-5 0,0 0 0,6-5 0,6 1 0,5-2 0,13 0 0,16-2 0,-4-5 0,12-1 0,-1-4 0,-2-2-530,18-3 530,-3-4 0,2-4 0,-1-1 0,-9-1 0,-2 0 0,-6-6-3,-9-8 3,-3-8 0,-4-12 0,-3-6 0,1-11 0,-1-5 0,-2-5 0,1-6 0,-2-4-425,-3-4 425,-6-4 0,-4-4 0,-6 5 0,-4-2 0,-4 10 0,-4 7 518,-4 2-518,-4 4 3,0-7-3,-2-1 437,1 3-437,-4 4 0,-4 6 0,-4 4 0,-3 2 0,-2-4 0,0-1 0,0 0 0,0 1 0,0 3 0,0 1 0,0 0 0,0 4 0,0 2 0,0 3 0,-3 5 0,0 4 0,-1 5 0,1 4 0,3 4 0,-2 3 0,-1 4 0,-3-1 0,-2-3 0,-2-10 0,-3-8 0,-1-8 0,-4-6 0,-1 0 0,-3-2 0,0 1 0,-1-1 0,0 1 0,0-2 0,0 5 0,4 6 0,-1 4 0,0 5 0,-1 4 0,-2 0 0,3 4 0,-4 3 0,-3 4 0,-1 2 0,-3 2 0,3 1 0,2 0 0,2 0 0,0 0 0,2 0 0,1-2 0,1-1 0,3 0 0,0 0 0,0 3 0,4 1 0,0-1 0,1 3 0,2-1 0,2 1 0,0 1 0,1 1 0,-4 2 0,0 0 0,-2 0 0,0 0 0,-2-3 0,0 0 0,-2-3 0,-1-2 0,2 1 0,-9-5 0,1 1 0,-1 1 0,3-3 0,9 6 0,0 1 0,1 0 0,3 1 0,3-4 0,3-2 0,3 0 0,0 5 0,0 1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4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24575,'0'13'0,"0"0"0,0-2 0,0 1 0,2-2 0,4 0 0,3 2 0,6 7 0,7 17 0,9 11 0,8 12 0,9 9 0,0 1 0,-4-3 0,-6-4 0,-10-14 0,-5-7 0,-1-6 0,-4-7 0,1 6 0,1-2 0,-2 1 0,0-1 0,2-1 0,-1 2 0,2-1 0,-1 0 0,2-1 0,2 2 0,-2 2 0,2 2 0,1-1 0,-2 1 0,-2-7 0,0-3 0,-4-6 0,-1-4 0,-3-2 0,-4-3 0,-6-5 0,0-2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3:56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1016 1 24575,'-13'12'0,"-6"5"0,-2 10 0,-3 0 0,0 3 0,7-6 0,-4-2 0,4-3 0,-3 1 0,0 4 0,-1 0 0,1-1 0,3-3 0,-3 3 0,4 2 0,-2 0 0,-1 3 0,1-7 0,-1 3 0,1-3 0,-2 3 0,2 3 0,0-2 0,0 2 0,4-6 0,0-3 0,4-1 0,0-4 0,-2 2 0,-2 5 0,-3 0 0,4 0 0,2-1 0,-1-1 0,-3 6 0,-6 1 0,0 0 0,4-2 0,1-3 0,4-2 0,-1 0 0,-2-1 0,1-3 0,-2 4 0,3-2 0,-1 1 0,1-1 0,1-3 0,-1 0 0,0 0 0,1-1 0,2 1 0,0-1 0,1 1 0,1-1 0,2 1 0,0-1 0,2 1 0,-2-1 0,-3 0 0,-1 1 0,-2 2 0,2 1 0,0 1 0,4-3 0,0-4 0,1 1 0,0-1 0,-3 2 0,1 0 0,-2 1 0,3-1 0,1 0 0,-1-1 0,3-2 0,-1-5 0,2-1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2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1919 20 24575,'-13'0'0,"-1"0"0,-2 0 0,1 0 0,-6 0 0,-3 0 0,-3 0 0,-2 0 0,3 0 0,-2 0 0,1 0 0,-5 0 0,0 0 0,-1 0 0,-2 0 0,2 0 0,-4 0 0,2 0 0,2 0 0,3 0 0,-1 0 0,1 0 0,2 0 0,1 0 0,3 0 0,-3 0 0,0 0 0,0 0 0,-1 2 0,0 4 0,1 3 0,-1 3 0,0 1 0,0 1 0,0 3 0,0 0 0,0 3 0,0 1 0,0-1 0,4 1 0,0-1 0,0 4 0,0-1 0,-3 4 0,0 0 0,0 0 0,0 4 0,1-2 0,1 2 0,0 3 0,-3 2 0,-2 3 0,3 1 0,2-2 0,4-1 0,0 0 0,-1 0 0,1-1 0,-1 0 0,0 4 0,0 1 0,0 0 0,-3 0 0,2-1 0,-3 6 0,2 5 0,0 0 0,1-2 0,4-5 0,2-3 0,2-2 0,1-4 0,1-3 0,1-1 0,2 0 0,0 1 0,3 0 0,-1 0 0,1-4 0,3 1 0,0-4 0,3-4 0,0-3 0,1-4 0,0-1 0,0-1 0,-1 1 0,1 2 0,0 5 0,0 4 0,0 3 0,0 0 0,0 0 0,0 0 0,0 0 0,0 0 0,0 0 0,2-3 0,1 0 0,2-1 0,4 1 0,1 2 0,3 2 0,0 2 0,4 5 0,4 5 0,4 3 0,8 7 0,3 2 0,0 0 0,0-1 0,-5-4 0,-1-2 0,0-2 0,-3-6 0,-3-5 0,0-7 0,-3-2 0,2-2 0,1-4 0,-1-1 0,4-3 0,-2 0 0,-2-2 0,3-1 0,2-1 0,6 0 0,4 0 0,-1 1 0,4-2 0,-1-4 0,5 0 0,5-3 0,4-1 0,1 0 0,0 0 0,5 0 0,6 0 0,6 0 0,5 0 0,1-3 0,-1-6 0,5-8 0,0-5 0,5-4 0,-5-3 0,-2-1 0,-10-1 0,-8 5 0,-1 1 0,-4 0 0,4-3 0,-5-2 0,-4-1 0,-4 1 0,-5 0 0,-1 0 0,-5 1 0,-3 0 0,-2 0 0,-3 2 0,-1-5 0,1 0 0,-4-4 0,-2-5 0,-1-5 0,-2-5 0,0-4 0,0-4 0,-5 3 0,-3-2 0,-4-1 0,-5 7 0,-3 3 0,0 6 0,0 4 0,0-5 0,0 2 0,0 1 0,0 3 0,0 4 0,0-2 0,-2 2 0,-2 1 0,-2 1 0,-1 0 0,0 0 0,0-1 0,0 1 0,-3 4 0,2 0 0,-1 4 0,2 0 0,1 4 0,-4 1 0,3-1 0,-2 1 0,0 0 0,3 2 0,-2-3 0,-1-1 0,-1-4 0,0-1 0,0-5 0,-1 0 0,0-2 0,-2 2 0,-1 5 0,1 1 0,2 4 0,1 4 0,0-3 0,0 3 0,-3 0 0,0 1 0,-3 0 0,0-1 0,-4-3 0,0 0 0,0 4 0,0-4 0,0 4 0,1-2 0,2 0 0,-1 3 0,1 0 0,-3 1 0,3 3 0,3 1 0,3 2 0,1 3 0,2 0 0,2-2 0,2-3 0,4-1 0,-4-8 0,-3-2 0,-1-1 0,-1-1 0,1 2 0,2 0 0,-1 0 0,1 4 0,2 2 0,0 2 0,-2 2 0,2 1 0,-2 3 0,-2 3 0,-2-2 0,-2 2 0,0 1 0,0-3 0,-4 2 0,0 1 0,-4-3 0,1 2 0,-1-3 0,0 1 0,5 0 0,1 0 0,3 1 0,1-1 0,-3 2 0,6 1 0,0 2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04:04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24575,'24'52'0,"13"14"0,-7-20 0,2 1 0,0 0 0,0-1 0,-2 0 0,-1-1 0,23 37 0,-6-2 0,-5-5 0,-1-3 0,-6-9 0,-5-6 0,-2-6 0,-3-4 0,-5-5 0,2-5 0,-3-5 0,-1-8 0,-1-4 0,-6-5 0,-1-3 0,-3 1 0,-3-6 0,0-6 0,-3-24 0,2-16 0,5-17 0,3-13 0,5 0 0,4-7 0,2-1 0,0-4 0,0 1 0,-3 6 0,-2 11 0,0 10 0,-2 12 0,1 6 0,-4 9 0,-2 8 0,1 2 0,-4 3 0,3 1 0,0-4 0,-1 1 0,4-2 0,1-3 0,2-1 0,2-5 0,2 2 0,-2 3 0,0 3 0,-3 4 0,-4 3 0,-5 4 0,-2 4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26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0 24575,'0'25'0,"0"19"0,0 22 0,0 15 0,0 1-942,0 4 942,0 6 0,0-42 0,0 1-415,0 5 0,0 1 415,0 2 0,0 1 0,0 2 0,0 0 0,0-2 0,0 0 0,0 4 0,0 1 0,0 4 0,0 0 0,0-4 0,0 0 0,0 9 0,0 1 0,0-10 0,0-2 0,0-5 0,0-1 0,0 5 0,0-1 0,0-7 0,0 0 0,0 9 0,0 2 0,0-1 0,0-2 0,0-2 0,0-2 0,0 0 0,0-1 0,-2-5 0,0 1 0,-1 3 0,1 0 0,-1 0 0,1 0 0,-3 6 0,1 1 0,1 5 0,0-1 0,-1-8 0,0 1 0,0 2 0,-1 0 0,2-6 0,-1 0 0,0 2 0,0 1 0,1 10 0,-1 1 0,0-9 0,0 0 0,1 1 0,1 1 0,-1-4 0,1 0 0,0 1 0,0 1 0,1 8 0,1 1 0,0-5 0,-1-2 0,1 0 0,0 0 0,0 4 0,0 0 0,0-7 0,0 1 0,0 2 0,0 1 0,0-2 0,-1-1 0,1-1 0,0 0 0,0 3 0,0 0 0,0-1 0,0 0 0,0-4 0,0-1 0,0-6 0,0 0 0,0 2 0,0 0 41,0-3 1,0 0-42,0 50 0,0-8 0,0-16 0,0-5 0,0-6 447,0-2-447,0 3 872,0-8-872,0-8 370,0-13-370,0-8 0,0-10 0,0-4 0,0-7 0,0-2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29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1 257 24575,'74'0'0,"-15"0"0,3 0 0,5 0-4916,-9 0 1,2 0 4170,16 0 0,2 0 745,-2 0 0,0 0 814,-1 0 1,1 0-815,-1 0 0,0 0 0,-5 0 0,-1 0 0,6 0 0,0 0 0,-10 0 0,-2 0 722,-5 0 0,-1 0-722,-2 0 0,0 0 0,1 0 0,0 0 0,1 0 0,1 0 0,2 0 0,0 0 0,3 0 0,0 0 0,-5 1 0,0 1 0,-1 2 0,0 0 0,-2 0 0,0 1 0,-5 1 0,1 0 0,4 1 0,-1 0 0,-3-2 0,0 0 0,0 2 0,-1-1 0,46 3 0,-1-3 0,-3-2 0,-5-4 0,-35 0 0,1 0 0,-2 0 0,0 0 0,3 0 0,0 0 0,4 0 0,0 0 0,-3 0 0,2 0 0,11 0 0,1 0 0,-3 1 0,0 1 0,8-1 0,1 1-413,-2 2 1,0 0 412,-2-1 0,1 2 0,1-1 0,0 0 0,-3 3 0,-1 0 0,0 0 0,-1 0 0,-1 1 0,1-1 0,3 0 0,0 1 0,-2-1 0,0 0 0,-2-1 0,1 0 0,5 2 0,-2 0 0,-8-3 0,-1 1 0,7 0 0,1 0 0,6 0 0,1-1 0,-6-2 0,0 0 0,7 2 0,-1 0 0,-6-2 0,-2-1 0,1 1 0,0 0 0,1-1 0,-2 0 0,-10-1 0,-1-2 0,-4 1 0,-1 0 5218,45 0-5218,-49 0 0,2 0 0,8 0 0,1 0 180,5 0 0,0 0-180,1 0 0,0 0 0,-3 0 0,0 0 0,0 0 0,-2 0 0,-4 0 0,0 0 0,0 0 0,1 0 0,7 0 0,2 0 0,2 0 0,1 0 0,2 1 0,1-2 0,3 0 0,-3-2 0,-10 1 0,-3-1 0,0-3 0,-2-2 5,-3-1 1,-1 0-6,-1-1 0,0-1 0,2 0 0,-1 0 0,-3 3 0,-1 1 0,44-6 0,-7 0 0,-1-1 0,1-3 0,-8 3 0,-3 3 1129,-1 0-1129,2 2 0,9-2 0,2 1 0,0 1 0,1 0 0,0 3 0,1-2 0,-1 3 0,1-1 0,-1 2 0,-4 3-5689,-1 1 5689,-3-1 0,-7 1 729,-2-3-729,-6-2 455,-2 1-455,1 0 76,0 0-76,-5-1 6784,-1 1-6784,-5 0 0,-6 4 0,-1 0 0,-3 0 0,0 0 0,1 0 0,1 0 0,-4 0 0,0 0 0,-1 0 0,-3 0 0,2 0 0,1 0 0,-3 0 0,2 0 0,0 0 0,2 0 0,3 0 0,0 0 0,1 0 0,-1 0 0,-3 0 0,-2 0 0,-5 0 0,1 0 0,-1 0 0,-6 0 0,-2 0 0,-3 0 0,-1 0 0,7-2 0,1-2 0,4-2 0,1-1 0,-3-1 0,-4 1 0,-7 0 0,-1-2 0,-4 2 0,0-3 0,0-2 0,-4-2 0,-3-13 0,-3-24 0,-4 25 0,-2-12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1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 24575,'0'26'0,"0"33"0,-3 34 0,-5-20 0,-1 4 0,-1 3 0,0-1-1146,0-6 0,0-1 1146,2-3 0,2-4 0,4 33 216,0 1-216,2-15 0,0-18 498,0-12-498,0-15 0,-1-12 0,1-7 1156,0-7-1156,0-1 422,0 3-422,3 4 0,7 1 0,8 4 0,10 3 0,13 8 0,7 10 0,4-1 0,4 2 0,-2-4 0,-1-7 0,-2-5 0,0-8 0,0-8 0,4-4 0,4-5 0,2-4 0,5-1 0,-1-7 0,1-8 0,-4-9 0,-5-12 0,-5 1 0,-10 0 0,-5 5 0,-10 10 0,-7 4 0,-5 6 0,-4 4 0,-5 3 0,-1 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1055 1 24575,'-16'0'0,"-6"0"0,-11 0 0,-12 0 0,-5 0 0,5 0 0,5 0 0,6 0 0,3 0 0,-1 0 0,4 0 0,0 0 0,-3 0 0,1 0 0,5 0 0,2 0 0,4 0 0,-2 0 0,1 0 0,4 0 0,2 0 0,0 0 0,0 0 0,-2 0 0,-2 0 0,1 0 0,1 0 0,2 0 0,2 0 0,-1 0 0,1 0 0,0 0 0,-3 0 0,-1 0 0,1 0 0,1 0 0,3 0 0,-3 0 0,-5 3 0,-1 1 0,-2-1 0,2 3 0,4-3 0,0 1 0,4 1 0,0-2 0,1 1 0,0-2 0,0-2 0,-1 0 0,2 3 0,1 0 0,5-1 0,1 1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24575,'15'20'0,"7"5"0,15 11 0,7 10 0,1 2 0,4 9 0,-2 1 0,2-4 0,0-4 0,-10-12 0,-9-6 0,-11-9 0,-8-5 0,0-4 0,0-3 0,-1 1 0,-1-2 0,-2 0 0,0-3 0,0-1 0,-4 3 0,3 0 0,0 3 0,0 0 0,2-2 0,-4-4 0,-2-4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36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1 24575,'0'16'0,"-3"7"0,-7 9 0,-7 7 0,-9 5 0,-7 10 0,-2 4 0,0 6 0,-4 10 0,4-3 0,1-2 0,4-10 0,7-13 0,1-3 0,1 1 0,-2 2 0,0-1 0,3 1 0,-2 0 0,2-3 0,1-6 0,-1-3 0,1-5 0,4-4 0,2-4 0,2-4 0,4-4 0,-2-3 0,2 0 0,3-1 0,-2-3 0,6 0 0,-3-3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2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377 0 24575,'0'39'0,"0"0"0,0 31 0,0 2 0,0-19 0,0 5-1028,0 7 1,0 4 1027,0 5 0,0 1 0,0-2 0,0-2 0,-1-9 0,-2 0 0,-1-2 0,-1-1 0,-1-2 0,-2 0 0,-1 6 0,0 0 0,1-4 0,0 0 0,1-1 0,0 0 0,0 0 0,-1-1 0,1-2 0,-1 0 18,1 0 1,-1-1-19,1-2 0,1-2 0,-4 44 0,2-12 0,-1-7 0,1-5 0,0-15 485,4-9-485,0-8 0,2-6 0,-1 1 1029,-1-1-1029,-1-3 504,1 2-504,-1 4 0,2 9 0,2 8 0,1 7 0,-1 20 0,1 15-851,0 5 851,0-40 0,0 0 0,0-6 0,0 1 0,-2 6 0,-1 0 0,0 0 0,0 0 0,0-2 0,0-1 0,0 4 0,1 1 0,2-7 0,0 1 0,-2 3 0,0 1 0,-1 6 0,1 0-631,-1 3 1,1 0 630,-1 3 0,1-1 0,2-5 0,0-2 0,0-13 0,0-1-260,0 47 260,-3-4 0,1-40 0,0 0 0,-1 1 0,1 0 0,-1-2 0,2-1 0,-1 47 0,2-10 0,-1-7 0,1-12 0,0-16 0,0-8 0,0-12 0,0-7 785,-3 2-785,-1-4 1296,-1 4-1296,2 7 291,3-3-291,-4 8 0,0 5 0,-1 5 0,2 5 0,3-7 0,0 3 0,-3-3 0,0 5 0,-1 2 0,0-3 0,3 2 0,1-2 0,-1 3 0,1 0 0,0 1 0,0 3 0,0 2 0,0 4 0,0 1 0,0 0 0,0-4 0,0-6 0,-4-4 0,0-7 0,0-3 0,1-6 0,3-6 0,0-3 0,0-4 0,0-6 0,-2-3 0,-1-3 0,-1 1 0,2 0 0,1 1 0,0 0 0,-1-1 0,-2 0 0,-2 0 0,-2-2 0,4-4 0,-1-3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5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 24575,'20'0'0,"11"0"0,15 0 0,12 0 0,34 0 0,-42 0 0,1 0-635,11 0 0,2 0 635,1 0 0,0 0 0,-2 0 0,-2 0 0,-1 0 0,-1 0 0,-7 0 0,0 0 0,2 0 0,0 0 0,-2 0 0,0 0 0,4 0 0,0 0 0,1 0 0,-2 0 0,-1 0 0,-1 0 0,0 0 0,-1 0 0,39 0 0,-8 3 275,-6 1-275,-9 0 0,2 3 0,-3-2 0,-1-1 0,0 0 0,6 1 958,-4 0-958,0-1 37,-3 0-37,1-4 0,9 0 0,3 3 0,4 1 0,1 1 0,1-2 0,5 1-406,0 1 406,0 0 0,-1-1 0,-1 0 0,0 0 0,-1 1 0,-4-1 0,0-4 0,4 3 0,3 1 0,10 1 0,-47-2 0,1-2 0,-2 0 0,1-1 0,2 1 0,0-1 0,-2 0 0,-1 0 0,48 0 0,-3 0 0,-6 0 0,0 0 0,-6 0 0,-1 0 0,6 0 0,7 0 0,-43 0 0,2 0 0,1 0 0,2 0 0,-1 0 0,1 0 0,2 0 0,1 0 0,-5 0 0,-1 0 0,-2 0 0,1 0 0,2 0 0,-1 0 0,-3 0 0,0 0 0,-1 0 0,0 0 0,42 0 0,-12 0 0,1 0 0,6 0 0,0 0 0,2 0 0,0-3 0,4-1 0,1-1 0,1 1 0,-46 2 0,0-1 0,47-2 0,-46 1 0,0-1 0,5 1 0,0-1 0,-2 0 0,-1 1 0,8-1 0,0 1 0,-3 0 0,-1-1 0,-3 1 0,0 0-571,9-1 1,1 1 570,0-2 0,-1 2 0,1 1 0,-1 0 0,1-2 0,-2 0 0,-5 2 0,-1 1 0,-1-1 0,-1 0 0,6 0 0,-2 2 0,-6 0 0,-2 2 0,45-1-513,-4 0 513,-1 0 0,1 0 0,-2 0 0,-9 0 0,-1 0-54,-1 0 54,-4 0 372,-3 0-372,-3 0 1128,-1 0-1128,-1 0 554,5 0-554,1 0 60,1 0-60,-2 0 0,1 0 0,6 0 0,-1 0 0,4 0 0,0 0 0,-4 0 0,3 0 0,-7 0 0,-6 0 0,0 0 0,-5 0 0,4 2 0,0 2 0,0 3 0,-4 3 0,-1-1 0,0 2 0,0-3 0,4 1 0,1-1 0,0 0 0,0 3 0,1 2 0,-1-1 0,0 0 0,0 0 0,0 1 0,-1 3 0,0 0 0,0-3 0,-6-2 0,0 0 0,0-3 0,-6 2 0,4-3 0,-1 0 0,19 1 0,6 0 0,2 1 0,-3-4 0,-15-2 0,6-2 0,1 2 0,10 1 0,-5-1 0,-6 0 0,-7-3 0,-10 0 0,4 0 0,-7 0 0,-1 0 0,-5 0 0,-1 0 0,-4 0 0,-4 0 0,-8 0 0,-2 0 0,1 0 0,1 0 0,3 0 0,-3 0 0,1 0 0,-2 0 0,1 0 0,0 0 0,-4 0 0,0 0 0,0 0 0,-3 0 0,0 0 0,-5 0 0,-3 0 0,0 0 0,-1 0 0,0 0 0,-5 0 0,-2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7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0 24575,'-3'27'0,"-5"7"0,-2 8 0,-3 5 0,-2 25 0,-1 12 0,-1 13 0,3-3 0,-1-23 0,2 1 0,3-12 0,2-7 0,6-10 0,1-8 0,1-5 0,0-9 0,0-1 0,0-3 0,0 3 0,3 3 0,6-2 0,5 3 0,6-1 0,3 1 0,2 6 0,-2-1 0,-2 0 0,0-5 0,-3-3 0,4 0 0,-1-3 0,-1-1 0,0-3 0,0 0 0,3 0 0,1-1 0,3-2 0,0-3 0,4-4 0,1-3 0,4-1 0,4 0 0,1 0 0,1 0 0,-2 0 0,-4 0 0,-7 0 0,-2 0 0,-7 0 0,-2-2 0,-8 2 0,-3-2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49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24575,'22'0'0,"4"0"0,7 0 0,3 0 0,1 0 0,-4 0 0,9 0 0,-2 0 0,2 0 0,-1 0 0,-9 0 0,8 0 0,-3 0 0,2 0 0,-6 0 0,-6 0 0,-5 0 0,-7 0 0,-1 0 0,-4 0 0,2 0 0,1 0 0,0 0 0,0 0 0,-1 0 0,-1 0 0,1 0 0,0 0 0,0 0 0,0 0 0,1 0 0,-1 0 0,-1 0 0,0 0 0,-5 0 0,-1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3:51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0 315 24575,'24'30'0,"7"5"0,5 4 0,2 0 0,0 3 0,-6-7 0,2 2 0,1 5 0,-1-3 0,-4-4 0,-9-8 0,-5-7 0,-3-4 0,-1-1 0,0-3 0,-1-1 0,-3 0 0,0 0 0,0 0 0,-1 0 0,1 1 0,-2 0 0,1 1 0,-1-1 0,0 1 0,0-1 0,1 1 0,1-1 0,-1 0 0,1-3 0,-2-1 0,0-3 0,-1-4 0,-1-5 0,-2-4 0,-1-7 0,-1-4 0,0-5 0,0-3 0,3 0 0,4-5 0,2 1 0,6-2 0,1-2 0,0 0 0,1-5 0,-1-1 0,-1 4 0,-1 3 0,0 5 0,-1 0 0,1 4 0,-1 4 0,0 4 0,-4 3 0,0 0 0,-2 1 0,-3 0 0,2 0 0,-2 0 0,2 1 0,0-1 0,0 1 0,0-1 0,0-2 0,3-2 0,0 0 0,3-2 0,-3-2 0,0-3 0,0 0 0,1 0 0,3 3 0,-3 0 0,-3 1 0,-1 5 0,-1 1 0,0 6 0,1 1 0,-2 4 0,-2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4:43.31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386 406 24575,'0'25'0,"-6"-2"0,-5 0 0,-6-3 0,-3-3 0,0-2 0,0-6 0,1-3 0,-2-2 0,3-3 0,-6 0 0,-1-9 0,0-10 0,-1-13 0,1-14 0,1-11 0,3-1 0,0-5 0,8 6 0,3 9 0,6 5 0,3 12 0,0 5 0,1 4 0,0 4 0,3 1 0,6 6 0,8 4 0,10 3 0,5 3 0,3 0 0,-2 0 0,-1 0 0,-1 0 0,1 0 0,3 0 0,-3 3 0,0 5 0,-6 7 0,-3 6 0,-5 8 0,-2 6 0,-1 9 0,-2 5 0,-5 5 0,-3 3 0,-5-5 0,1-2 0,-1-4 0,-6-5 0,-8-1 0,-5-7 0,-5-9 0,1-4 0,-5-7 0,-1 0 0,1-3 0,1-4 0,5-3 0,-1-1 0,2-2 0,3 1 0,1-6 0,5-7 0,4-6 0,3-11 0,4-5 0,0-3 0,1-2 0,0 2 0,3 3 0,3 2 0,7 7 0,3 3 0,4 5 0,3 6 0,-2 4 0,2 4 0,0 3 0,0 0 0,4 0 0,-5 0 0,-1 0 0,-4 2 0,0 3 0,2 6 0,-1 6 0,-4 5 0,-5 4 0,-4 1 0,-4 4 0,0 0 0,-1 1 0,-9 0 0,-11-2 0,-9-4 0,-10-3 0,-5-3 0,-3-5 0,-4-2 0,1-5 0,4-5 0,5-2 0,6-4 0,4-7 0,6-11 0,8-5 0,7-6 0,6-2 0,4-1 0,0-8 0,0-1 0,3-1 0,5 3 0,8 4 0,6 7 0,7 4 0,2 7 0,1 4 0,0 4 0,-4 7 0,0 1 0,0 3 0,0 1 0,-1 3 0,-2 10 0,-4 9 0,-3 15 0,-4 8 0,-2 9 0,-4 8 0,-5-2 0,-3-1 0,0-12 0,-3-6 0,-2-6 0,-7-8 0,-6-4 0,-2-7 0,-6-6 0,-1-6 0,-2-3 0,-5 0 0,1-6 0,0-12 0,3-7 0,4-11 0,3-1 0,8 3 0,1 4 0,7 6 0,3 3 0,1 3 0,3-2 0,0 3 0,4 0 0,6 4 0,7 4 0,10-1 0,4 0 0,0 2 0,1 2 0,-4 4 0,-2 0 0,-5 1 0,-4-1 0,-6 6 0,-3 11 0,-4 11 0,-4 12 0,1 2 0,-8-1 0,-7 1 0,-12-3 0,-7-4 0,0-9 0,-2-7 0,3-7 0,0-4 0,1-4 0,8-5 0,4-8 0,4-10 0,5-15 0,2-10 0,3-1 0,4 0 0,0 7 0,1 5 0,2 4 0,6 10 0,7 5 0,7 6 0,4 4 0,1 1 0,-3 4 0,-3-1 0,-5 1 0,-2 6 0,-4 4 0,-4 7 0,-3 6 0,-3 0 0,0 1 0,0-5 0,0-5 0,-4-3 0,3-6 0,-3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4:47.3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192 315 24575,'15'-28'0,"4"8"0,11-17 0,6 10 0,-3 1 0,0-3 0,3 10 0,-8 2 0,0 8 0,-1 5 0,-7 2 0,-2 2 0,-4 0 0,-4 0 0,1 0 0,1 0 0,-2 8 0,-3 7 0,-3 8 0,-3 6 0,-1-4 0,0-2 0,0 1 0,0-3 0,0-1 0,0 0 0,-5-3 0,-9 1 0,-10-1 0,-12-3 0,-4-2 0,-10-5 0,-4-3 0,-2-4 0,-3 0 0,9 0 0,9 0 0,5-3 0,8-2 0,2-2 0,4-2 0,6 0 0,6-1 0,5-2 0,3 0 0,2-3 0,-1-1 0,1-3 0,6-4 0,10-1 0,10-8 0,9-2 0,2 0 0,0 1 0,-1 8 0,-4 3 0,-5 6 0,-4 2 0,-4 4 0,-4 4 0,-1 3 0,-3 3 0,1 0 0,-2 5 0,-3 4 0,-2 9 0,-1 8 0,1 2 0,-2 6 0,-3-1 0,1 0 0,-1-2 0,0-3 0,0-3 0,0-2 0,-7-3 0,-6-3 0,-12 0 0,-7-6 0,1-4 0,0-4 0,0-3 0,-1 0 0,-1 0 0,1-5 0,3-6 0,2-8 0,5-5 0,6 0 0,4 3 0,5 4 0,2 3 0,2 1 0,2 0 0,1 1 0,0-1 0,5 1 0,12-5 0,17-2 0,12 0 0,4 1 0,-1 3 0,-5 0 0,0 3 0,-4 5 0,-4 3 0,-5 4 0,-2 0 0,-1 0 0,-3 0 0,-3 5 0,-4 10 0,-5 8 0,-4 9 0,-5 7 0,-3 1 0,0 1 0,-1 0 0,0-7 0,-3-5 0,-7-4 0,-3-7 0,-7-1 0,-3-4 0,-1-3 0,-4-3 0,1-4 0,-3-3 0,0 0 0,2 0 0,0 0 0,4 0 0,-3-2 0,3-2 0,3-1 0,5-4 0,5 0 0,3-3 0,3 0 0,2-1 0,2-2 0,1-1 0,2 0 0,7-1 0,7 1 0,4 1 0,3 1 0,-3 4 0,-3 6 0,-2 1 0,-3 3 0,-5 0 0,-6 0 0,-7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5:50.9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301 257 24575,'0'28'0,"0"-7"0,0 7 0,0-9 0,0-2 0,-2-4 0,-4-6 0,-3-3 0,-3-4 0,-1 0 0,-2 0 0,-2 0 0,0 0 0,-3 0 0,3-2 0,-1-1 0,1-2 0,3-3 0,0 1 0,1-2 0,3 0 0,2-1 0,4-2 0,3 0 0,1-4 0,0 0 0,5 0 0,9-1 0,7 1 0,6 2 0,-1-3 0,-2 4 0,-4 3 0,-3 1 0,-1 4 0,2-2 0,-1 3 0,-1 0 0,-3 3 0,0 0 0,0 1 0,0-1 0,-1 1 0,1 0 0,-1 0 0,1 2 0,-1 4 0,1 3 0,-1 6 0,-1 1 0,-1 7 0,-3 5 0,-3 1 0,0 6 0,-4-4 0,0 1 0,0-1 0,0-7 0,0-3 0,0-4 0,0-3 0,-5 0 0,-4-1 0,-5-2 0,-7-3 0,-5-4 0,-5-3 0,-4-1 0,-1 0 0,0 0 0,-23-5 0,22-5 0,-17-4 0,27-3 0,2 3 0,5 1 0,4 3 0,6 1 0,4 0 0,3 0 0,3-1 0,0-3 0,0-4 0,2-4 0,6-2 0,7 0 0,6-1 0,4 2 0,-1 1 0,0 3 0,-3 4 0,-3 2 0,-2 5 0,-3 3 0,0 3 0,-1 1 0,1-1 0,-1 1 0,1 0 0,-1 0 0,0 0 0,1 3 0,2 3 0,1 4 0,0 2 0,-1 1 0,-6 4 0,-1 5 0,-1 6 0,-2 4 0,-2 2 0,-2-2 0,0 1 0,-1-1 0,0-4 0,-3 1 0,-5-2 0,-5-2 0,-6-4 0,-1-4 0,0-3 0,0-3 0,0-4 0,0-4 0,3-3 0,-2 0 0,2 0 0,1-2 0,0-4 0,3-7 0,2-5 0,1-2 0,4-4 0,3-3 0,1-3 0,1-2 0,1 1 0,2 2 0,6 1 0,7 0 0,7 2 0,4 5 0,1 5 0,-2 5 0,-4 3 0,-5 4 0,-2 1 0,-2 2 0,1 1 0,-1 0 0,-2 2 0,-4 7 0,-4 8 0,-2 6 0,0 2 0,0 1 0,0 1 0,0-1 0,-2 1 0,-3-5 0,-4-3 0,-3-2 0,0-4 0,2 0 0,1-3 0,-1-3 0,1-3 0,-3-3 0,-1-1 0,1-3 0,2-3 0,1-3 0,2-7 0,4 0 0,0-1 0,3 2 0,0 2 0,0 0 0,0-1 0,0 0 0,0 0 0,0 0 0,2 1 0,3 3 0,3 0 0,3 3 0,1 0 0,0 0 0,6 0 0,-4 1 0,4 2 0,-6 1 0,-4 2 0,-7 1 0,-19 0 0,-1 0 0,-6-5 0,6-2 0,7-2 0,1-3 0,2 3 0,3-4 0,3 2 0,3 2 0,7 3 0,8 4 0,7 1 0,3 1 0,-1 0 0,0 0 0,-4 0 0,-3 0 0,0 0 0,-4 0 0,-4 2 0,-2 4 0,-5 3 0,-2 2 0,0 2 0,0 1 0,0 0 0,-2 2 0,-3-3 0,-3-3 0,-6-2 0,-2-4 0,-3-3 0,0-1 0,-1 1 0,-3-1 0,-2-3 0,-2-6 0,2-11 0,3-12 0,4-9 0,5-4 0,3 4 0,2 4 0,4 9 0,1 9 0,3 3 0,0 5 0,0 0 0,0 1 0,2 0 0,1 0 0,2 3 0,3 2 0,1 2 0,2 3 0,1 0 0,4 0 0,0 0 0,0 0 0,3 0 0,-2 0 0,0 0 0,-2 0 0,-2 0 0,0 0 0,-1 3 0,-3 3 0,-3 4 0,-3 2 0,-3 0 0,0 1 0,0 0 0,0 2 0,0 1 0,0 1 0,0 0 0,0-1 0,0-3 0,-2 0 0,-1 0 0,-1-1 0,-1-2 0,1-1 0,-2-2 0,-2 0 0,-2-1 0,-1-3 0,0 0 0,1-3 0,-1-5 0,2-3 0,-1-7 0,3-2 0,2 0 0,1 1 0,0 2 0,1 1 0,-1 0 0,1 0 0,11 3 0,8 3 0,12 5 0,7 2 0,-4 0 0,0 0 0,-7 0 0,-3 0 0,-3 0 0,-4 0 0,0 0 0,-2 0 0,-1 2 0,-3 3 0,-4 4 0,-3 3 0,-1 0 0,0 3 0,0 1 0,-3-3 0,-3-5 0,-4-5 0,-1-3 0,0 0 0,1 0 0,-2 0 0,0 0 0,0 0 0,-1 0 0,1 0 0,-1 0 0,6 0 0,1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5:55.70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169 215 24575,'13'0'0,"1"0"0,-2 0 0,0 0 0,-1 0 0,0 2 0,-2 3 0,-3 3 0,0 4 0,-1 0 0,-1 0 0,-1 0 0,-3 2 0,0 2 0,0 1 0,0-2 0,0-2 0,-3-3 0,-3-3 0,-6-4 0,-5-2 0,-2-1 0,-4 0 0,-13 0 0,6 0 0,-5 0 0,15-3 0,2-2 0,5-3 0,1-1 0,4 0 0,0 1 0,2 2 0,2-4 0,0-2 0,4-4 0,-1-4 0,4 1 0,3-1 0,4-4 0,6 0 0,4 0 0,1 4 0,2 4 0,-4 3 0,-2 1 0,3 3 0,-3 3 0,4 0 0,1 2 0,-1-1 0,2 2 0,0 2 0,-2 1 0,2-1 0,-2 3 0,-3 4 0,-2 3 0,-5 5 0,-1 5 0,-3 1 0,-3 3 0,-1-3 0,-3 1 0,1-2 0,-1-2 0,0-1 0,-3-4 0,-3 0 0,-4 0 0,-2 0 0,-1-2 0,-1-4 0,-3-4 0,-1-2 0,-2 0 0,-3 0 0,0 0 0,-4 0 0,0 0 0,-1 0 0,1 0 0,2-2 0,1-4 0,5-3 0,5-1 0,3 1 0,4 2 0,1 0 0,2-2 0,1 0 0,3-7 0,0 0 0,0-1 0,4-2 0,7 1 0,4-3 0,5-2 0,2 2 0,1 0 0,2 3 0,-2 3 0,-2 3 0,-3 3 0,-1 3 0,-4 1 0,0 1 0,0 1 0,-1 3 0,1-1 0,-1 4 0,-2 6 0,-4 8 0,-4 6 0,-2 4 0,0-4 0,0-2 0,0-5 0,0-1 0,0-1 0,0-1 0,0 0 0,-2-3 0,-3-2 0,-4-4 0,-5-3 0,-4 0 0,-5-1 0,-4 0 0,0 0 0,0 0 0,2 0 0,4 0 0,5-3 0,10 0 0,13-1 0,12-3 0,12 0 0,5-3 0,4-1 0,0 3 0,-7 0 0,-8 4 0,-8 1 0,-3 3 0,-4 2 0,-4 2 0,-3 4 0,-5 0 0,-6 1 0,-3-2 0,-4-2 0,0-2 0,3-3 0,-1 0 0,0 0 0,-2 0 0,2-2 0,4-4 0,4 2 0,5 4 0,6 3 0,-2 5 0,6-3 0,-6-2 0,0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42.4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583 214 24575,'17'0'0,"-2"0"0,2 0 0,-5 0 0,-2 2 0,-3 4 0,-4 2 0,-1 4 0,2 0 0,-1 0 0,0 1 0,-3-1 0,0 0 0,0 0 0,0-1 0,-5-2 0,-3-4 0,-7-2 0,-8-3 0,-4 0 0,-7 0 0,-4 0 0,-2 0 0,-5 0 0,1 0 0,2 0 0,1 0 0,6-2 0,5-2 0,5-1 0,7-2 0,4 1 0,7-3 0,4 0 0,3-4 0,0 2 0,-1 0 0,1 0 0,3 0 0,2 0 0,5-1 0,5 0 0,3-1 0,16-6 0,-8 6 0,13-3 0,-12 5 0,5 3 0,1 1 0,3 3 0,1 4 0,-1 0 0,0 0 0,-4-1 0,-1 1 0,-4 0 0,-4 0 0,0 0 0,-5 2 0,-3 3 0,-1 2 0,-4 4 0,0 1 0,0 0 0,-3 0 0,-3 1 0,-1-1 0,-2 1 0,-1-1 0,0 1 0,0-1 0,0 1 0,0-1 0,0 1 0,-2-1 0,-4 0 0,-7-2 0,-6-1 0,-5-2 0,-4-3 0,1-1 0,0-3 0,0 0 0,3 0 0,0 0 0,3 0 0,1 0 0,-1 0 0,1 0 0,0 0 0,3 0 0,0 0 0,3 0 0,1 0 0,2-3 0,4-2 0,3-4 0,3-3 0,1 0 0,0 0 0,0 0 0,0-1 0,0 1 0,0 1 0,0 0 0,0 0 0,0 0 0,0-1 0,0 1 0,2-1 0,3 2 0,4 1 0,3 0 0,0 1 0,0-1 0,1 3 0,-1 2 0,0 1 0,1 3 0,-1-1 0,0 1 0,0 0 0,0 0 0,-1 0 0,-2 3 0,-3 2 0,-3 4 0,-3 2 0,0 0 0,0 4 0,0 3 0,0 6 0,0-1 0,-6 1 0,-6-4 0,-9-2 0,-10-1 0,-5-2 0,-5 0 0,0-4 0,1-4 0,1-3 0,-1-4 0,-1 0 0,5 0 0,2-3 0,2-5 0,2-4 0,1-4 0,9 1 0,4 1 0,4 1 0,6-1 0,2 1 0,3 1 0,4-1 0,10-3 0,12-1 0,12-5 0,12-1 0,1 1 0,4-1 0,0 3 0,-9 2 0,-1 3 0,-9 2 0,0 1 0,-2 2 0,-4 2 0,-3 3 0,-6 3 0,-2 1 0,-4 1 0,-1 0 0,0-1 0,-1 1 0,1 3 0,-3 2 0,-2 4 0,-1 3 0,-1 3 0,0 2 0,-2 2 0,-1 1 0,-3-4 0,0-1 0,0-3 0,0-1 0,0 0 0,0 0 0,-5-2 0,-6-2 0,-7-4 0,-10-2 0,-6 0 0,-2-1 0,-4 0 0,0 0 0,-2 0 0,-3 0 0,3 0 0,5 0 0,4-3 0,8-4 0,1-3 0,4-3 0,6 1 0,4-1 0,7 2 0,3 0 0,3-3 0,5 0 0,10-2 0,9 0 0,7 2 0,1-1 0,1 4 0,-2 0 0,-5 4 0,-5 3 0,-6 1 0,-2 3 0,-4 0 0,1 0 0,-1 0 0,4 0 0,-4 0 0,2 2 0,-9 5 0,-1 7 0,-3 7 0,-1 8 0,0 2 0,0 4 0,0 0 0,0-2 0,0-4 0,-5-7 0,-4-5 0,-3-4 0,-4 0 0,3-3 0,-1-2 0,2-5 0,2-1 0,4-1 0,3-4 0,3-3 0,3-6 0,-3 6 0,3 1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48.6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101 35 24575,'3'-17'0,"2"5"0,4 7 0,3 5 0,-1 0 0,-1 0 0,1 0 0,0 0 0,1 0 0,-2 2 0,-4 4 0,-3 2 0,-3 4 0,0-1 0,0-1 0,0 1 0,0-1 0,0 1 0,-2-1 0,-1-1 0,-2 0 0,-4 0 0,0 3 0,-3 0 0,0-2 0,0-1 0,-1-2 0,3-1 0,1 0 0,-1-2 0,1-1 0,-4-3 0,2 0 0,-1 0 0,1 0 0,0 0 0,2-2 0,3-4 0,3-2 0,3-4 0,-1 0 0,1 0 0,0 0 0,0-1 0,0 1 0,0 0 0,0 0 0,0 1 0,2 2 0,3 4 0,3 2 0,3 2 0,0 1 0,1 0 0,0 0 0,0-1 0,1 1 0,-1 0 0,1 0 0,-1 0 0,0 0 0,1 0 0,-1 0 0,1 0 0,-1 0 0,-1 0 0,-2 2 0,-4 3 0,0 3 0,-2 5 0,3 5 0,0 4 0,-2 8 0,-1 1 0,1 4 0,0 4 0,0-2 0,-1 0 0,-2-5 0,-1-3 0,0-4 0,0-4 0,0-5 0,0-3 0,0-1 0,0 1 0,0-1 0,-4-3 0,-4-3 0,-5-3 0,-4-3 0,-2 0 0,0 0 0,-1 0 0,0 0 0,-2 0 0,1-2 0,3-4 0,4-3 0,6 0 0,2 0 0,2 0 0,1-1 0,2-2 0,1 0 0,0-1 0,0 1 0,0 0 0,0-1 0,0 1 0,0 0 0,0 1 0,0 0 0,0 0 0,0 0 0,0-1 0,2 0 0,3-1 0,3 2 0,4 1 0,-1 4 0,4-1 0,4 1 0,4-1 0,4 0 0,0 3 0,5-3 0,0 3 0,-3 0 0,-2 0 0,-7 4 0,-4 0 0,0 0 0,-5 0 0,-2 2 0,-3 3 0,-3 3 0,-3 3 0,0 3 0,0 5 0,0 4 0,0 3 0,0-1 0,0-2 0,0 1 0,0-3 0,-3-1 0,-3-4 0,-3-3 0,-7 0 0,0-1 0,-1-2 0,2-4 0,-1-3 0,0-3 0,-1 0 0,-1 0 0,2 0 0,-5 0 0,0 0 0,1 0 0,3 0 0,3 0 0,1-3 0,0 0 0,3-2 0,3-4 0,3 0 0,3-3 0,1-1 0,-1 1 0,1 0 0,0-1 0,0-3 0,0-1 0,0-2 0,0-1 0,0 0 0,0 2 0,0 3 0,2 1 0,3 3 0,1-1 0,1 2 0,2 0 0,1 3 0,2 2 0,0 2 0,-1 2 0,4 1 0,4 0 0,8 0 0,5-1 0,0 1 0,-4 3 0,-4 3 0,-4 1 0,-1 3 0,1-1 0,-4 1 0,-1-1 0,-5-1 0,-4 0 0,-3 0 0,-3 3 0,0 1 0,0 0 0,-6 0 0,-6 0 0,-11-1 0,-7-2 0,-5-1 0,-5-1 0,-1 0 0,-5-3 0,5 0 0,0-4 0,8 0 0,4 0 0,6 0 0,6 0 0,2 0 0,5-2 0,4-3 0,3-3 0,3-3 0,0-1 0,0 0 0,0-3 0,3-1 0,2-1 0,4 1 0,2 5 0,2 1 0,-1 4 0,0-1 0,1 1 0,-1 2 0,-5 1 0,-2 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1.27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130 0 24575,'22'0'0,"5"0"0,5 0 0,0 0 0,-5 0 0,-3 0 0,-6 0 0,-2 2 0,-5 3 0,0 3 0,-1 3 0,-1 3 0,-2 2 0,-3 3 0,-3 0 0,-1-1 0,0-2 0,0-3 0,0 0 0,0-1 0,0 1 0,-2-3 0,-4-4 0,-7-3 0,-3-2 0,-7-1 0,-5 0 0,-5 0 0,0 0 0,2 0 0,0 0 0,3 0 0,-3 0 0,5 0 0,4-3 0,4 0 0,6-2 0,2-1 0,2 0 0,4-3 0,0-1 0,3-1 0,1-1 0,0-1 0,2 4 0,4 0 0,4 0 0,2 2 0,0-2 0,3 2 0,0 4 0,0 0 0,-1 3 0,-3 0 0,1 0 0,0 0 0,0 0 0,0 0 0,1 2 0,-1 4 0,0 2 0,1 3 0,-1 4 0,1 4 0,1 4 0,-1 1 0,-2-1 0,-4-2 0,-4-4 0,-3-1 0,0-4 0,0 1 0,-2-4 0,-3-3 0,-6-3 0,-4-5 0,-5-10 0,-1-7 0,3-4 0,2 1 0,7 5 0,2 1 0,4-1 0,2 0 0,1 1 0,0 4 0,0-1 0,2 1 0,3 3 0,3 3 0,2 3 0,1 3 0,1 0 0,0 0 0,0 0 0,1 0 0,-1 0 0,0 0 0,1 0 0,0 0 0,-3 3 0,-1 0 0,-3 3 0,-3-2 0,-1-2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3.7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191 231 24575,'0'-16'0,"0"-3"0,0-3 0,0-5 0,2 2 0,7 4 0,3 6 0,4 5 0,3 3 0,1 3 0,0 1 0,0 3 0,-4 0 0,-4 0 0,0 0 0,-1 0 0,-2 2 0,-3 3 0,-4 2 0,-1 6 0,-1 4 0,0 5 0,0 4 0,0 1 0,-6 4 0,-6 1 0,-8 0 0,-7 0 0,0-4 0,-1-3 0,1-3 0,-1-5 0,0-3 0,0-3 0,4-4 0,0-4 0,5-3 0,2 0 0,2 0 0,2-9 0,1-7 0,2-10 0,3-8 0,4 1 0,2-2 0,0 0 0,1 1 0,-1 1 0,4 1 0,2 6 0,7 1 0,6 1 0,5 5 0,4 2 0,3 3 0,3 5 0,-1 1 0,0 4 0,-4 3 0,-1 1 0,0 0 0,0 0 0,-3 0 0,-5 3 0,-3 3 0,-5 2 0,-1 3 0,1-1 0,-3 3 0,0 3 0,-4 5 0,-3 5 0,-1 2 0,1 3 0,-4-3 0,-3-1 0,-6 1 0,-7-3 0,-8-3 0,-5-4 0,0-3 0,1-3 0,2-5 0,1-4 0,4-3 0,4 0 0,4 0 0,4-5 0,2-8 0,4-5 0,3-5 0,3 0 0,0-1 0,5-3 0,9-1 0,11 0 0,8 1 0,2 4 0,-3 3 0,-3 8 0,-4 3 0,-4 4 0,-4 4 0,-3 1 0,-2-1 0,-2 7 0,-3 6 0,-4 8 0,-3 6 0,0 1 0,0-3 0,0-1 0,0-4 0,0-4 0,-2-1 0,-2-3 0,-4-3 0,-4-1 0,0-3 0,0-2 0,-1-2 0,6 0 0,1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7.23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232 1 24575,'19'15'0,"0"11"0,3 17 0,-4 5 0,-3 2 0,-7-4 0,-4 0 0,-3-5 0,-1-5 0,0-5 0,0-7 0,0-4 0,0-5 0,-3-6 0,-4-3 0,-4-3 0,-9-3 0,-5 0 0,-3-5 0,-5-4 0,3-6 0,1-7 0,3-2 0,7 0 0,4 1 0,6-1 0,5 0 0,3-1 0,1 2 0,-1 2 0,1 0 0,0 1 0,0 3 0,3 1 0,3 4 0,3 2 0,3 1 0,0 3 0,-1 3 0,2 0 0,1 3 0,6 0 0,9-3 0,0-1 0,1 0 0,-5 1 0,-3 3 0,-2 0 0,-3 0 0,0 0 0,-4 0 0,-1 3 0,1 5 0,0 12 0,1 11 0,-2 10 0,-4 3 0,-5 2 0,-3-2 0,0 1 0,0-1 0,0-4 0,0-4 0,0-8 0,-2-7 0,-3-4 0,-3-2 0,-5-2 0,-5 1 0,-7-3 0,-6-3 0,-3-4 0,-2-3 0,-1 0 0,-3-1 0,3-5 0,-1-11 0,5-12 0,5-12 0,8-4 0,7 2 0,9 1 0,3 1 0,1 2 0,0 6 0,0 5 0,0 7 0,2 4 0,3 1 0,6 4 0,5 2 0,4 3 0,5 2 0,2 2 0,0 1 0,0 1 0,1 0 0,-1 2 0,1 6 0,-3 8 0,-3 6 0,-4 8 0,-3 2 0,-1 0 0,-2 3 0,-5-2 0,-4 0 0,-2-2 0,-1-3 0,0-4 0,0-5 0,0-3 0,-7-4 0,-2-1 0,-5 0 0,-6 1 0,-1-3 0,-4-1 0,-4-4 0,-6-2 0,-1-2 0,-1-2 0,1-7 0,6-7 0,0-7 0,4-7 0,9-2 0,5-4 0,7 0 0,4-1 0,1 0 0,0 4 0,0 1 0,5 7 0,9 5 0,11 6 0,6 7 0,5 4 0,-3 3 0,-5 0 0,-3 0 0,-5 0 0,0 0 0,-2 0 0,-1 2 0,-4 3 0,0 6 0,-2 7 0,-4 4 0,-3 5 0,-3 0 0,0-3 0,-1-3 0,0-5 0,0-2 0,0-7 0,0-2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6:59.78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93 113 24575,'3'-15'0,"4"3"0,8-2 0,3 5 0,4 4 0,2 1 0,-2 3 0,1 1 0,-2 0 0,-3 0 0,2 0 0,-3 0 0,-1 2 0,-3 8 0,0 6 0,-3 8 0,-3 7 0,-4 0 0,-3 1 0,0 3 0,0-4 0,-2-2 0,-5-3 0,-5-6 0,-4-2 0,-2 0 0,-2-4 0,-3-5 0,-4-4 0,0-4 0,0 0 0,-1-1 0,0 0 0,3-5 0,1-8 0,2-7 0,4-6 0,1-1 0,6 2 0,3 1 0,5 4 0,2 0 0,1-3 0,0-1 0,0-3 0,0 3 0,2 2 0,7 2 0,9 2 0,7-1 0,6 1 0,1 5 0,4 4 0,0 3 0,-5 5 0,6 0 0,-18 0 0,7 1 0,-12 5 0,-3 5 0,-2 6 0,-6 7 0,-2 0 0,-1 5 0,0 2 0,0 4 0,0 1 0,-6-5 0,-3-9 0,-4-7 0,-1-3 0,3 0 0,-1 1 0,0-2 0,-1-3 0,1-3 0,-1-2 0,1-2 0,-1 0 0,0 0 0,1 0 0,2-5 0,3-5 0,4-7 0,2-2 0,1-1 0,0 0 0,2 3 0,8 1 0,3 4 0,7 2 0,-1 3 0,-4 4 0,-1 3 0,-3 0 0,-1 0 0,3 0 0,-1 0 0,0 3 0,-1 2 0,-4 3 0,-4 6 0,-2 1 0,-1 1 0,0 3 0,0-3 0,0 1 0,0-1 0,0-3 0,-3-3 0,-2-3 0,-8-4 0,-6-3 0,-2-6 0,7 4 0,5-4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1.12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93 29 24575,'10'15'0,"-4"1"0,-1 15 0,-5 3 0,0 3 0,0 2 0,0-3 0,0-7 0,0-2 0,0-3 0,-6-4 0,-1-4 0,-4-4 0,0-2 0,3-4 0,-2-3 0,-1-3 0,-1 0 0,-1-5 0,3-4 0,2-5 0,4-6 0,3-3 0,0-3 0,1 1 0,0 2 0,0-1 0,2 0 0,7-4 0,5 1 0,6 2 0,3 0 0,-2 5 0,-1 2 0,-1 2 0,-3 6 0,0 1 0,0 2 0,-4 4 0,-1 0 0,-1 3 0,1 0 0,0 0 0,1 2 0,-1 6 0,-4 6 0,-4 10 0,-3 6 0,1 2 0,-1-1 0,0-5 0,0-2 0,0-3 0,0-4 0,0-1 0,-3-3 0,-6-3 0,-5-4 0,-2-3 0,0-3 0,0 0 0,0 0 0,0 0 0,-1 0 0,3 0 0,-1 0 0,1-2 0,2-6 0,4-4 0,4-3 0,3 0 0,1 3 0,-1-1 0,4 0 0,2 3 0,7 3 0,7 4 0,1 2 0,3 1 0,-3 0 0,-3 0 0,-1 2 0,-4 5 0,0 5 0,1 8 0,-3 3 0,-3 4 0,-4 1 0,-3 2 0,0 2 0,0 0 0,0-1 0,-5-2 0,-4-1 0,-4 1 0,-5-4 0,-2-3 0,-1-5 0,-2-2 0,0-4 0,1-3 0,-1-5 0,2-2 0,4-1 0,1 0 0,3 0 0,3-3 0,4-6 0,3-12 0,3-7 0,0-8 0,2 3 0,3 4 0,6 2 0,6 5 0,3 1 0,2 3 0,-2 6 0,-2 1 0,-2 3 0,-2 3 0,-1 2 0,-1 2 0,1 1 0,-1-1 0,1 4 0,-1 5 0,1 9 0,1 2 0,-5 1 0,-2 3 0,-4 1 0,-3 4 0,0-2 0,0-3 0,0-3 0,0-5 0,0-1 0,-2-4 0,-5 1 0,-7 1 0,-7-1 0,-2-3 0,0-4 0,0-2 0,-1-2 0,0 0 0,0 0 0,3 0 0,3-2 0,4-7 0,4-7 0,3-7 0,2-4 0,2-1 0,3 0 0,0 1 0,2 0 0,8 2 0,7 5 0,7 4 0,2 3 0,2 3 0,-1 3 0,1 4 0,-2 1 0,-1 2 0,-4-1 0,-3 1 0,-2 0 0,-2 0 0,-1-1 0,-3 4 0,-3 2 0,-3 4 0,-4 6 0,0 4 0,0 1 0,-3 0 0,-3-4 0,-4-4 0,-2 1 0,0-4 0,-1-3 0,0-3 0,-1-3 0,0 0 0,0 0 0,-2 0 0,0 0 0,-1 0 0,3-5 0,3-4 0,4-3 0,2-6 0,1-1 0,4-5 0,-1-3 0,1 0 0,6 2 0,10 3 0,9 4 0,7 7 0,3 3 0,-3 5 0,0 2 0,-1 1 0,-4 0 0,-4 0 0,-4 2 0,-5 5 0,-3 9 0,-2 8 0,-1 6 0,-3 0 0,-4-2 0,0-2 0,-1-2 0,0-3 0,0-3 0,0-2 0,-5-2 0,-4-3 0,-7-4 0,-3-3 0,-1-3 0,-4-1 0,3 0 0,-3 0 0,4 0 0,0-6 0,0-8 0,4-3 0,2-6 0,5 3 0,3 5 0,2 1 0,2 3 0,2 6 0,0-1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4.9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221 0 24575,'13'3'0,"-3"3"0,1 11 0,-1 11 0,2 9 0,-1 11 0,-4 6 0,-3-2 0,-4-7 0,-3-7 0,-5-6 0,-4 0 0,-6-2 0,-4-7 0,-1-6 0,-3-7 0,-2-5 0,0-3 0,1-4 0,2-6 0,3-8 0,4-6 0,3-2 0,4 1 0,3 2 0,5 1 0,2-1 0,1 5 0,0-4 0,0 4 0,0-1 0,0 1 0,3 4 0,6 0 0,3 0 0,5 1 0,3 2 0,-2 0 0,4 2 0,0 2 0,-1 2 0,2 2 0,1 0 0,-3 1 0,2 0 0,0 0 0,-1-1 0,-2 1 0,-4 0 0,-2 3 0,-2 3 0,-2 10 0,-3 8 0,-5 4 0,-1 7 0,-1-3 0,0 4 0,-6-1 0,-8-3 0,-5-4 0,-4-7 0,-4-3 0,-1-2 0,-3-2 0,0-2 0,5-3 0,1-5 0,4-2 0,2-7 0,2-10 0,4-12 0,5-11 0,3-5 0,4-2 0,1-1 0,0 4 0,0 5 0,0 4 0,5 8 0,6 1 0,6 7 0,6 3 0,1 4 0,3 6 0,-1 1 0,-1 3 0,-2 0 0,1 0 0,0 0 0,2 0 0,1 0 0,-2 0 0,-1 3 0,-3 2 0,-3 4 0,-4 6 0,-6 3 0,-4 5 0,-3 4 0,-1 0 0,0-2 0,0-2 0,-3-2 0,-3-4 0,-7-1 0,-3-6 0,-1-1 0,-1-3 0,1-2 0,0-2 0,0-2 0,2 0 0,-2 0 0,1 0 0,-1 0 0,1 0 0,2 0 0,3-2 0,3-4 0,4-2 0,4-4 0,0 0 0,-1 0 0,4 2 0,3 1 0,6 3 0,8 2 0,0 1 0,0 3 0,-5 0 0,-3 0 0,0 0 0,-1 0 0,-2 2 0,-3 3 0,-4 3 0,-1 2 0,0 4 0,-1 2 0,0 3 0,-5 1 0,-4-3 0,-6 0 0,-7-3 0,2-1 0,-1 1 0,2-4 0,1-3 0,1-4 0,1-3 0,4 1 0,2-4 0,4-2 0,4-3 0,2-2 0,0-1 0,0-1 0,4-1 0,7 0 0,8 2 0,6 1 0,1 2 0,1 3 0,1 2 0,-1 2 0,-2 0 0,-1 1 0,-4 0 0,-3 0 0,-1 0 0,-3 2 0,-3 5 0,-4 2 0,-3 3 0,-3 4 0,0 0 0,-3 0 0,-4-2 0,-4-3 0,-6 0 0,0-1 0,-1-3 0,2-3 0,2-2 0,1-1 0,0-1 0,0 0 0,3-3 0,3-2 0,1-2 0,1-1 0,2 4 0,0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37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173 52 24575,'11'3'0,"-3"3"0,-8 6 0,-6 4 0,-4 0 0,0-2 0,2-5 0,-1-1 0,0-1 0,-2-3 0,-1-1 0,2-5 0,4-4 0,5-3 0,10-6 0,8-5 0,7-1 0,8-1 0,5 4 0,1 4 0,0 4 0,-7 4 0,-5 4 0,-4 1 0,-3 1 0,-3 0 0,-2-1 0,-3 6 0,-4 7 0,-3 7 0,-4 3 0,0 0 0,-2-1 0,-8-4 0,-3-1 0,-4-3 0,2-1 0,-1-2 0,0-4 0,-1-4 0,0-2 0,0 0 0,-1 0 0,-2 0 0,1 0 0,-2 0 0,1 0 0,3 0 0,0 0 0,3 0 0,3-2 0,4-4 0,4-3 0,2-3 0,1 0 0,2-6 0,8 4 0,6-5 0,8 6 0,6-1 0,0 2 0,1 1 0,0 3 0,-3 1 0,3 2 0,-6-1 0,-3 2 0,-4 1 0,-4 0 0,-1 2 0,-2 5 0,-4 8 0,-6 7 0,-7 6 0,-7 2 0,-8 1 0,-3-4 0,-3-1 0,3-3 0,1 0 0,0 0 0,2-5 0,-2 0 0,0-4 0,2-1 0,-2-2 0,-1-4 0,0-2 0,-4-1 0,1-4 0,1-5 0,5-7 0,2-8 0,4-3 0,4-1 0,3 2 0,4 1 0,3 3 0,1 4 0,-1 1 0,1 3 0,0 1 0,6 2 0,3 1 0,11 3 0,4 2 0,1-1 0,5 2 0,-2 0 0,6-1 0,1 4 0,-1-1 0,-2 1 0,-3 0 0,-1-1 0,-3 1 0,-4 0 0,-4 2 0,-4 4 0,-2 2 0,-5 7 0,-2 4 0,-4 5 0,0 3 0,0 0 0,0-2 0,-6-2 0,-4-4 0,2-8 0,-1-2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42.5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25 24575,'25'-9'0,"1"0"0,-3 5 0,0 1 0,-5 3 0,-1 0 0,0 0 0,-3 0 0,4 0 0,-1 0 0,-1 0 0,-2 5 0,-4 6 0,-3 8 0,-2 6 0,-2 2 0,-2 1 0,-1-1 0,0-2 0,0-2 0,0-2 0,0-4 0,0-1 0,0-3 0,-6-1 0,-4 1 0,-7-1 0,-6-2 0,-1-3 0,0-4 0,4-3 0,0 0 0,3 0 0,-2-8 0,1-7 0,5-11 0,2-10 0,2 0 0,4 0 0,0 3 0,4 7 0,1 4 0,0 5 0,-1 3 0,4 4 0,2 3 0,5 4 0,5 2 0,4 1 0,5 0 0,3 0 0,-5 0 0,-1 3 0,-4 2 0,-3 3 0,2 3 0,-3 1 0,0 0 0,-3 0 0,-3 1 0,-3-1 0,-3 0 0,-1 1 0,0-1 0,-2-2 0,-7 0 0,-4-3 0,-3-3 0,0-1 0,4-3 0,-1 0 0,2 0 0,4 0 0,2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49.1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80 1 24575,'16'0'0,"2"0"0,6 0 0,3 0 0,0 0 0,1 0 0,-4 0 0,-5 0 0,-2 0 0,-5 0 0,-2 6 0,-4 7 0,-3 12 0,-3 15 0,0 10 0,-4 6 0,-7 2 0,-6-8 0,-9-5 0,-5-1 0,0-7 0,-1-1 0,5-6 0,1-7 0,5-3 0,2-5 0,2-6 0,4-5 0,-1-3 0,4-3 0,3-10 0,3-12 0,4-13 0,0-7 0,0 3 0,0 4 0,0 6 0,2 7 0,5 1 0,2 3 0,4 7 0,-2 2 0,2 3 0,3 2 0,5-3 0,4 2 0,2 2 0,0 1 0,1 3 0,-1 0 0,1 1 0,-4 0 0,-3-1 0,-4 1 0,-3 0 0,-2 0 0,-2 6 0,-3 10 0,-4 9 0,-2 11 0,-1 4 0,-3-3 0,-4 2 0,-7-3 0,-7-8 0,1-5 0,0-9 0,2-3 0,1 0 0,-2 0 0,0-4 0,-1-2 0,2-4 0,2 0 0,2-1 0,1-2 0,3-10 0,2-11 0,5-16 0,2-13 0,0-4 0,1 0 0,0 6 0,0 3 0,6 5 0,4 9 0,7 8 0,2 9 0,-3 6 0,0 1 0,-5 3 0,-2 5 0,-3 6 0,-4-1 0,-1 2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8:52.25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303 343 24575,'-11'15'0,"-2"-1"0,-5-4 0,-1-3 0,2-5 0,-1-4 0,2-7 0,0-8 0,4-11 0,5-4 0,4-3 0,3 0 0,0-1 0,0 0 0,0 2 0,2 4 0,6 7 0,7 5 0,6 2 0,5 2 0,0 2 0,2 4 0,-1 4 0,1 3 0,0 1 0,3-1 0,1 1 0,1 0 0,-2 0 0,-6 0 0,-5 3 0,-4 6 0,-4 8 0,1 6 0,-2 2 0,-4 1 0,-4 1 0,-3 1 0,0 3 0,0-5 0,-5-2 0,-7-3 0,-9-2 0,-12-1 0,-5-5 0,-10-4 0,-2-4 0,-5-4 0,0-1 0,3-6 0,5-7 0,5-6 0,5-5 0,7 3 0,5 3 0,9 2 0,7 4 0,2 1 0,5 0 0,10 2 0,7 3 0,9 0 0,7 2 0,-1 0 0,-1 0 0,-8 4 0,-4-1 0,-3 1 0,-1 0 0,-3 5 0,-3 11 0,-4 8 0,-3 7 0,-6-3 0,-4-4 0,-7-4 0,-3-3 0,0-1 0,-3-3 0,4-3 0,-2-3 0,4-4 0,2-3 0,0 0 0,1 0 0,1 0 0,3-2 0,2-6 0,4-7 0,3-7 0,0-4 0,4-4 0,9-3 0,9 0 0,11 2 0,3 9 0,-2 4 0,-5 3 0,-4 4 0,-4 5 0,-3 3 0,-5 5 0,-5 5 0,-5 7 0,-2 3 0,0 4 0,0-1 0,0-3 0,0 0 0,0-4 0,-2-2 0,-4-4 0,-3-3 0,0-6 0,5 0 0,6-3 0,6 0 0,3 1 0,1-2 0,1 2 0,-3 3 0,-3 4 0,-7 6 0,-6 0 0,-5 1 0,-4-1 0,0-2 0,1-2 0,7-3 0,2-2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4.14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 80 24575,'35'0'0,"-6"0"0,8 0 0,-12 0 0,-4 0 0,-5 0 0,-4 0 0,0 0 0,-2 2 0,-3 4 0,-4 3 0,-3 3 0,0 0 0,0 0 0,-2-3 0,-3-3 0,-3-4 0,-3-2 0,-1 0 0,0 0 0,0 0 0,0 0 0,-1 0 0,1-2 0,2-4 0,3-3 0,4-3 0,2 0 0,1 0 0,0 0 0,0-1 0,3 1 0,4 2 0,6 2 0,7 0 0,4-1 0,0-1 0,-1 3 0,1 2 0,-3 4 0,-1 0 0,-3 1 0,-3 0 0,-1-1 0,0 1 0,-2 3 0,-5 2 0,-2 7 0,-4 11 0,0 6 0,0 3 0,-6-1 0,-8-4 0,-4-1 0,-5-2 0,2-5 0,1-2 0,-4-3 0,0 2 0,0-2 0,0-3 0,3-3 0,3-3 0,1-1 0,3-3 0,1-1 0,0 0 0,1 0 0,-1 0 0,3-2 0,0-4 0,4-6 0,2-4 0,1-1 0,3 1 0,0 4 0,-1-1 0,1 1 0,0 0 0,2 1 0,2 0 0,4 0 0,5 3 0,5-2 0,4 3 0,4 2 0,1 1 0,0 3 0,-2 0 0,-1 1 0,-3 0 0,-4-1 0,0 1 0,-4 0 0,-1 3 0,-2 2 0,-3 4 0,-4 3 0,-3 0 0,0 4 0,0 0 0,0 0 0,0 0 0,-2-5 0,-2-1 0,-4 1 0,-3-3 0,-1 1 0,-1-2 0,1-2 0,-1-2 0,1-2 0,-1-1 0,0 0 0,2-2 0,5-4 0,3-3 0,2-3 0,1 0 0,0 0 0,2 2 0,2 1 0,6 3 0,4 1 0,2 1 0,0 0 0,-3 1 0,-2 5 0,-4-2 0,-3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6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268 0 24575,'11'3'0,"-3"10"0,-5 12 0,-3 8 0,-8 6 0,-12 5 0,-5-1 0,-6-1 0,2-5 0,4-11 0,0-3 0,2-7 0,2-7 0,3-5 0,1-3 0,4 0 0,0-4 0,3-5 0,3-9 0,4-6 0,2-4 0,1 3 0,0 1 0,0 3 0,0 3 0,0-1 0,2 0 0,5 2 0,4 1 0,6 5 0,4 0 0,5-1 0,4 4 0,5 2 0,4 4 0,1 0 0,1 1 0,0 0 0,-4-1 0,-6 1 0,-3 0 0,-7 2 0,-3 7 0,-4 8 0,-7 6 0,-4 4 0,-3 0 0,0 1 0,0-2 0,0 5 0,-6 1 0,-7-4 0,-6-3 0,-4-5 0,-1-2 0,0 3 0,-3 0 0,0-3 0,-1 0 0,0-6 0,0-4 0,1-3 0,-1-4 0,0-1 0,0 0 0,3 0 0,2 0 0,2 0 0,6-5 0,5-6 0,7-6 0,2-5 0,1-2 0,0-3 0,0-4 0,6-1 0,5 3 0,16-11 0,-4 15 0,6-9 0,-11 14 0,-2 2 0,-1 5 0,-2 5 0,-6 4 0,-1 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8.6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253 82 24575,'23'0'0,"-2"0"0,-3 0 0,-4 5 0,-8 6 0,-3 12 0,-13 12 0,-10 6 0,-8 5 0,-10 1 0,3-5 0,2-6 0,1-7 0,8-9 0,1-4 0,4-4 0,3-2 0,2-4 0,3-3 0,-1-8 0,2-6 0,3-7 0,3-6 0,4-2 0,-1-1 0,1 2 0,0 1 0,0 4 0,2-1 0,4 1 0,4 5 0,5 2 0,1 3 0,6 1 0,4 0 0,-3 2 0,3 4 0,-6 2 0,-6 1 0,0 0 0,-3 0 0,0 0 0,2 2 0,-3 3 0,-3 6 0,-3 8 0,-3 3 0,-1 4 0,0 5 0,0-1 0,0 2 0,-3 3 0,-7-5 0,-7-1 0,-4-4 0,2-8 0,-1-1 0,3-6 0,1-3 0,0-4 0,4-3 0,0 0 0,1 0 0,0-2 0,2-6 0,3-12 0,2-13 0,3-12 0,0-7 0,1-3 0,-1 0 0,7 3 0,10 4 0,11 8 0,9 5 0,3 7 0,-3 8 0,-3 5 0,-1 6 0,-7 5 0,-4 0 0,-5 4 0,-4 0 0,-2 2 0,-4 8 0,-3 10 0,-3 6 0,0 2 0,0-1 0,0-6 0,0 0 0,0-4 0,-2-3 0,-4-1 0,-2 0 0,-3-1 0,-2-1 0,1-4 0,-1-4 0,1-2 0,5-1 0,1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09.7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24575,'0'0'0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1.02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307 268 24575,'0'-19'0,"0"-4"0,0-10 0,0 3 0,0-1 0,0 10 0,0 5 0,2 4 0,3 5 0,3 1 0,3 6 0,1 0 0,0 3 0,0 2 0,-2 7 0,-4 10 0,-3 10 0,-3 8 0,0 9 0,-4 6 0,-3 1 0,-13 0 0,-7-7 0,-5-3 0,-1-5 0,9-8 0,3-8 0,3-8 0,1-2 0,-3-1 0,3-3 0,-1-3 0,2-3 0,-1-4 0,1 0 0,1-1 0,-3-3 0,3-6 0,1-7 0,4-7 0,6-4 0,1-1 0,2 4 0,1 0 0,0 4 0,0 3 0,0 2 0,0 2 0,0 1 0,1 3 0,4 3 0,3 3 0,3 3 0,3 0 0,4 0 0,2 0 0,2 0 0,-2 0 0,-2 0 0,-2 2 0,-2 4 0,-4 5 0,-3 7 0,-3 5 0,-4 4 0,1 0 0,-1 1 0,0-1 0,0-2 0,-3-5 0,-3-5 0,-4-2 0,-2-1 0,-1-3 0,1-3 0,1-3 0,0-3 0,0 0 0,1 0 0,-3-8 0,2-7 0,3-11 0,3-18 0,4-9 0,0-8 0,1-2 0,6 2 0,12-2 0,15-5 0,8 3 0,0 9 0,-6 14 0,-9 16 0,-6 8 0,-4 8 0,-4 3 0,1 5 0,-4 4 0,-3 5 0,-3 7 0,-3 9 0,0 14 0,0 0 0,0 1 0,0-6 0,0-12 0,0-1 0,0-6 0,0 0 0,0 0 0,-3-1 0,-3-2 0,-6-1 0,-3-3 0,-4-2 0,8-2 0,3-2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2.76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244 1 24575,'0'15'0,"0"2"0,0 6 0,0 13 0,0 4 0,0 6 0,0 6 0,0 0 0,0 8 0,0 0 0,0-4 0,0-6 0,0-8 0,0-1 0,0-8 0,-3-4 0,-1-5 0,-5-8 0,-2 0 0,1-6 0,-1-4 0,1-3 0,-6-3 0,-3 0 0,-3-5 0,-1-7 0,1-6 0,1-10 0,-5-26 0,12 10 0,-2-20 0,12 19 0,2-1 0,2-1 0,0 1 0,5 4 0,9 5 0,3 5 0,10 7 0,1 7 0,1 8 0,2 7 0,-4 3 0,-3 0 0,-1 0 0,1 0 0,0 7 0,1 8 0,0 11 0,-2 9 0,-3 4 0,-1 5 0,-5-2 0,-5-1 0,-5-4 0,-3-6 0,0-6 0,-1-8 0,0-3 0,-3-1 0,-3-4 0,-6-2 0,-8-4 0,-1-3 0,-2 0 0,0 0 0,0 0 0,-1-6 0,4-4 0,5-5 0,5-2 0,2 2 0,2 1 0,1-1 0,2 2 0,4 1 0,-1 5 0,3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19:14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97 264 24575,'9'-14'0,"5"-1"0,2-3 0,8 1 0,6-1 0,-1 7 0,-1 4 0,-2 4 0,-5 2 0,-2 1 0,-4 0 0,-4 0 0,-2 3 0,-4 8 0,-1 10 0,-8 9 0,-5 4 0,-7-2 0,-4-3 0,0-4 0,-16 3 0,15-12 0,-18 1 0,10-10 0,-1-3 0,-1-8 0,8-10 0,2-11 0,0-20 0,3-4 0,6 1 0,6 7 0,6 12 0,0 1 0,0 2 0,0 4 0,2 2 0,6 5 0,7 0 0,7 2 0,4 4 0,1 1 0,0 4 0,-2 3 0,-2 1 0,-2 0 0,-1 0 0,0-1 0,-3 7 0,0 8 0,-4 6 0,-2 7 0,-4 0 0,-5 4 0,-2-2 0,0-1 0,0-3 0,0-5 0,0 1 0,0-4 0,0 0 0,-2-4 0,-3-2 0,-4-4 0,-2-3 0,-1-3 0,-1-1 0,3-2 0,4-4 0,3-6 0,2-5 0,1 1 0,3 1 0,6 2 0,8 3 0,2 4 0,1 3 0,-3 3 0,-2 0 0,0 0 0,-2 0 0,-2 3 0,-3 2 0,-4 3 0,-3 3 0,-1 1 0,-2-2 0,1-4 0,-1-3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0:35.64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3863 24575,'0'-42'0,"0"-10"0,2-23 0,5 25 0,4-2-2979,5-11 0,4-3 2979,8-12 0,3-4 0,-7 17 0,1-1 0,-1 2 0,7-18 0,0 5 0,-3 8 0,-1 4 488,-4 9 1,-1 2-489,17-36 0,-17 39 0,0 0 0,-3 3 0,0 3 1118,13-30-1118,-2 12 0,-10 15 0,-4 7 3117,-4 7-3117,-1 4 746,3-2-746,-1 3 0,1 0 0,0-2 0,0 1 0,0-6 0,1 0 0,-1-1 0,1 0 0,-1 5 0,0 0 0,-1 5 0,0 3 0,-3 1 0,-1 0 0,-2 2 0,-2 0 0,3 1 0,1-1 0,2-2 0,2-3 0,0 1 0,1 1 0,-1 0 0,1 0 0,-1-3 0,1-4 0,3-1 0,1 0 0,3-4 0,7-1 0,3-6 0,9-4 0,-1 0 0,1 0 0,17-30 0,-13 20 0,14-24 0,-22 33 0,-4 4 0,-1 3 0,-5 1 0,2-1 0,-2 4 0,-3 3 0,-2 5 0,-2 0 0,-2 4 0,0 3 0,-1 3 0,1 0 0,3-1 0,0 0 0,0-1 0,2-1 0,3 0 0,5-2 0,3 0 0,3-2 0,0-3 0,-4 4 0,2 1 0,-2 3 0,-4 0 0,-3 2 0,-8 5 0,-3 3 0,1 5 0,-2-1 0,0 1 0,-1-1 0,1 1 0,-1 0 0,1-1 0,-1 3 0,1-1 0,-3-2 0,-1 1 0,-5 0 0,-1 3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3.2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24575,'14'14'0,"0"0"0,1-2 0,5 1 0,3 0 0,8 4 0,0 4 0,5 4 0,-3 0 0,-4 0 0,3 4 0,-3 0 0,4 4 0,-1 2 0,-3-2 0,-2 3 0,-2 0 0,-3-3 0,-3 2 0,1-2 0,-1 3 0,-1 4 0,3-3 0,-3 4 0,1-5 0,-2-3 0,-3 2 0,0-3 0,0 0 0,0-1 0,-1-5 0,-1-1 0,0-4 0,-1-4 0,0 0 0,-1 0 0,0 0 0,-3-2 0,0-1 0,-1 1 0,1 1 0,1 4 0,2 2 0,0 1 0,6 20 0,-4-8 0,6 14 0,-7-9 0,0 2 0,0 3 0,0 0 0,4-1 0,-4 5 0,0 0 0,0 1 0,-3-1 0,1-7 0,0 1 0,1 1 0,1 0 0,1 6 0,-1 0 0,-2 1 0,2-1 0,0-4 0,1 0 0,2 0 0,-2 3 0,-1 2 0,0 4 0,2 4 0,-1-2 0,0 3 0,0-4 0,-3-4 0,2-2 0,-4-9 0,1-1 0,-1-5 0,0-3 0,0-6 0,-3-6 0,1-1 0,-2-1 0,0 1 0,2-2 0,-1-3 0,-1-1 0,0 0 0,-2-1 0,-1 1 0,0-1 0,3 1 0,0-1 0,0 0 0,-1 0 0,1 0 0,0 0 0,0 1 0,3-1 0,-3 0 0,0 3 0,2 0 0,-3 0 0,1 1 0,0-2 0,0 2 0,0-1 0,1-1 0,1-1 0,-2-1 0,1 1 0,1 0 0,-1-1 0,2 0 0,-1 0 0,-1 0 0,1 0 0,-2 1 0,1-1 0,1-3 0,-1-1 0,-1-5 0,0-1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4.45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5.30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5:24:46.06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24575,'0'0'0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2:59.5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24575,'74'42'0,"-1"0"0,-3 0 0,5 5 0,5 5 0,-15-10 0,4 3 0,3 2 0,2 1 0,1 1-1073,-3-3 0,1 2 1,1 0-1,2 1 1,0 0-1,2 0 1073,4 2 0,2 0 0,0 0 0,2 0 0,0-1 0,0-2-341,1 1 1,0-1 0,1 0-1,0-2 1,1-1 0,0-2 340,-2-3 0,2-1 0,0-2 0,0-2 0,0-1 0,-1-2 0,-2-2 0,0-3 0,0 0 0,0-3 0,-1-1 0,1-2 0,-2-2 0,1-2 0,-1-2 0,0-1 0,0-1 0,-3-1 22,10 0 0,-2-2 1,0 0-1,-2-2 0,-2-1-22,12 0 0,-2-1 0,-2-1 0,-1-1-175,-10 0 0,-1-1 0,-3-1 0,-1 1 175,9-1 0,-4 0 0,-1-1 665,-4-1 1,-1-1 0,-2-2-666,-5-2 0,-2-2 0,0-2 0,0-3 0,0-3 0,-1-1 0,-2-3 0,0-1 0,0-3 0,0-1 0,-1-2 0,0 0 0,30-13 0,-3 0 1524,-7 3 0,-1 1-1524,-3 2 0,0 1 0,-8 4 0,-2 2 0,-6 3 0,-1 2 1089,-2 2 1,-1 1-1090,-6 2 0,-2 1 1143,39-8-1143,-12 4 549,-20 4-549,-17 4 151,-16 3-151,-3 2 0,14 2 0,21-2 0,23-4 0,17-5 0,-47 7 0,0 0 0,47-3 0,-8 3 0,-14 1 0,-10-4 0,-10-3 0,-7-3 0,-5-3 0,-3-3 0,-2-2 0,3-5 0,6-8 0,4-5 0,8-9 0,1-3 0,-2-4 0,-4 1 0,-7 9 0,-11 11 0,-10 12 0,-10 10 0,-8 5 0,-4 2 0,-5 2 0,-2 3 0,-3 2 0,-3 2 0,1 0 0,-1 0 0,2 0 0,0 0 0,2 0 0,2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3:04.7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0 112 24575,'86'3'0,"-35"-1"0,4-1 0,15 0 0,5-2 0,8 1 0,1 0 0,-1-1 0,-1-1 0,-2-2 0,-2-2 0,-8 0 0,-3-3 0,-8-2 0,-4-1 0,35-11 0,-26 2 0,-22 7 0,-18 6 0,-10 8 0,-4 8 0,1 11 0,-1 16 0,4 13 0,4 12 0,9 11 0,-3-21 0,6 4 0,4-2 0,5 4 0,6 4-1017,5 3 0,5 4 1,5 4-1,3 3 1017,-9-11 0,3 3 0,3 3 0,1 0 0,2 1 0,-1 0 0,-4-5 0,2 1 0,0 0 0,1 0 0,0 1 0,0-1 0,-1-1 0,7 8 0,1 0 0,0 0 0,-1-1 0,-1-2 0,-2-2 0,2 3 0,0-2 0,-2-1 0,-3-3 0,-3-5 0,13 12 0,-5-6 0,-5-6 0,3 1 0,-7-9 0,11 7 0,-37-36 0,-17-13 0,-7-4 0,-4-3 0,-3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3:12.2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8330 1055 24575,'-46'0'0,"-29"0"0,17-1 0,-5-1 0,-16-5 0,-5-4 0,-7-8 0,-2-7 0,29 3 0,0-4 0,1-4 0,1-5 0,2-5 0,0 0 0,0-3 0,0-1 0,2 1 0,1 2 0,2 0 0,0 1 0,-23-15 0,2 4 0,5 10 0,1 5 0,7 5 0,-1 5 0,3 3 0,-1 3 0,3 6 0,-1 3 0,-3 1 0,-2 1 0,-3 1 0,0 0 0,-2 1 0,-1 0 0,-1-1 0,2 0 0,4-1 0,1 1 0,3-1 0,3-1 0,4 1 0,2 0 0,-36-7 0,13 5 0,14 2 0,10 2 0,4 4 0,4-1 0,4 2 0,1-1 0,-1 0 0,-3 0 0,-9-1 0,-9 2 0,-7 1 0,-11 2 0,-4 0 0,-4 0 0,-5 1 0,0 4 0,-5 7 0,42-4 0,-1 2 0,-3 1 0,-3 1 0,-9 0 0,-2 1 0,-4 2 0,-2 1 0,3 2 0,0 1 0,0 1 0,2 1 0,6 0 0,1 1 0,5-1 0,1-1 0,3 0 0,2 0 0,3-2 0,1 0 0,-41 14 0,10-4 0,6-2 0,8-5 0,-1-1 0,-5 5 0,-8 7 0,33-11 0,-2 2 0,-7 5 0,-1 1 0,-2 2 0,-1 0 0,-3 2 0,0 2 0,3-1 0,0 1 0,5-2 0,0 0 0,3-1 0,1 0 0,1-1 0,2 0 0,-2 0 0,0 0 0,-4 1 0,0 1 0,-3 1 0,-1 1 0,2 0 0,0 0 0,3-2 0,2-2 0,6-3 0,3-2 0,-25 11 0,24-15 0,20-12 0,12-5 0,-1-1 0,-11 4 0,-13 10 0,-16 10 0,-11 6 0,-4 5 0,-3-1 0,3-3 0,7-6 0,12-7 0,14-4 0,16-11 0,12-11 0,9-19 0,19-34 0,4 9 0,5-8 0,14-22 0,6-8-577,-8 17 1,2-3 0,1 0 576,-1 1 0,1-1 0,-2 2-13,-2 6 1,-2 1 0,-1 4 12,6-9 0,-4 7 0,11-15 0,-20 35 0,-18 30 0,-8 14 1725,-9 11-1725,-11 11 41,-16 15-41,-18 20 0,19-20 0,-2 3 0,-3 6 0,-1 1 0,-3 5 0,2-1 0,0 0 0,2-2 0,6-8 0,2-3 0,-16 21 0,20-25 0,14-17 0,8-8 0,4-1 0,3 1 0,0 2 0,0 1 0,-2-3 0,-2-2 0,0-2 0,0 1 0,0 1 0,-4 3 0,-4 2 0,-2-1 0,0-1 0,6 1 0,7 0 0,5 1 0,2-4 0,1-2 0,-4-1 0,0 4 0,1 9 0,-3 10 0,2 8 0,-2 0 0,-2-4 0,1-7 0,1-10 0,8-2 0,14-1 0,13 1 0,9 2 0,2 0 0,-5-5 0,5-5 0,23-5 0,-23-3 0,5 0 0,11 0 0,2 0 0,2 0 0,-1 0 0,-9 0 0,-5 1 0,24 1 0,-35 1 0,-24-1 0,-12-2 0,-5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8T17:08:07.2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24575,'22'-2'0,"8"1"0,9 3 0,11 9 0,0 8 0,5 6 0,7 6 0,-10-1 0,5 7 0,-9-4 0,-6 4 0,3 3 0,-4 3 0,3 6 0,-1-1 0,5 10 0,-3 2 0,-3-2 0,3 7 0,-7-7 0,6 8 0,6 8 0,-1 0 0,-1-1 0,-8-9 0,-4-3 0,-4-3 0,3 6 0,-1-3 0,-2-4 0,-2-1 0,-3-7 0,-3-4 0,-2-5 0,-4-9 0,-2-5 0,-1-1 0,-1-4 0,1 4 0,0 1 0,1-1 0,0 1 0,0 2 0,3 3 0,0 1 0,1 2 0,0 1 0,0 0 0,0 3 0,2-3 0,1 1 0,1-1 0,1 2 0,-1-1 0,1 0 0,1 0 0,-3-1 0,-1 0 0,-2-1 0,-3-3 0,0-1 0,0 2 0,3 2 0,2 5 0,2 2 0,-1 0 0,-2 1 0,1 0 0,0-3 0,0 0 0,-2-2 0,0-4 0,-3-3 0,0-3 0,-1-4 0,-3-2 0,0-3 0,0-2 0,-2-3 0,-1-3 0,-2 0 0,-2-2 0,-2-1 0,-4-1 0,-3-4 0,-1 0 0,2 6 0,10 11 0,10 15 0,8 15 0,4 8 0,1 6 0,1 3 0,4 9 0,1 9-568,-3 2 568,3 7 0,-17-45 0,1 1-542,2 6 0,1 2 542,2 6 0,0 1 0,1 1 0,0 0 0,-1 0 0,2 0 0,-2-3 0,1 0 0,2-2 0,1 0 0,0-1 0,0 0 0,0-3 0,0-1 0,-3-6 0,-1-2-165,20 36 165,-1-9 0,-1-6 0,6 4 0,-3-5 0,-2-6 0,-2-3 0,-5-9 0,-2-3 531,-4-6-531,0 0 1106,-3-3-1106,0 2 180,-1-3-180,-4-6 0,1-1 0,-2-3 0,4 1 0,3 3 0,3 1 0,0-2 0,0 0 0,0-1 0,0 1 0,1 0 0,1 0 0,1 0 0,1-2 0,3 2 0,0-2 0,2 0 0,1 0 0,-1-3 0,3-1 0,-5-2 0,0-1 0,1 0 0,-1-2 0,-3-3 0,-2-2 0,0 0 0,1 1 0,1-1 0,1 1 0,-4-3 0,-3-1 0,-5-1 0,-4-1 0,-4 1 0,-2-2 0,-3-1 0,-1-2 0,-2-1 0,-2-1 0,-3-2 0,-2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4B262-1B8B-4A4C-819C-0B7118916BFD}" type="datetimeFigureOut"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6DEC-9F58-194B-86B9-A0870E5C21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33E-B3E4-D8BF-B72B-3F99C8E4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D9EF3-5FE3-C61F-98D6-E8FD88A4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192D-F152-FAA0-B4DC-84915309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1A3-698B-7644-26F4-7E25AAA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9BC-ABA8-801D-6039-2BCAF273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340-2A5D-9FB2-EE63-A5A7BE0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B61D-74C6-3CE1-EB04-9CB162B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2CCA-CE9B-F23C-A59D-29C7370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91C1-7A87-2073-0250-B7D55D8B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C2CF-7EB1-F436-0711-D29B9E2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481-777C-F700-6715-6054DE7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9CBD-F458-29FA-8E35-4AA82B86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357B-2F6B-3B74-1166-DA39573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B74B-EF09-9330-B5EF-CD3382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A8CE-01F8-FA16-5B9F-2862FEE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4AEF-07C2-1ADC-16F8-ABC7717A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002D-5A6D-9C8C-3421-75B9117A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8773-94D3-8AB1-FB00-B17AA969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059AB-2836-81D1-C0BE-2E656A19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4C135-8FE2-FA2E-C91D-EE1B1B0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54F4-CE46-86B3-21E3-5B6ABC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AE6-1C38-FA87-7D05-08171661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5E04-953C-6026-E6B7-CD1557147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90B6-7E39-0F59-D422-B34787C2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CB19E-1F65-EA6B-1DE7-C4617E232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C98FD-BF81-6C18-5296-BCEB3619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DB79-8863-0DA7-F8E4-229B6561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2CC33-1C75-C6A3-8803-22C0B52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E189-3744-D268-6860-5C0D081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1F1-7BAE-6DF2-0597-710BB175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4002-DECD-1DD5-370C-36935B7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C536A-1252-F499-406F-88379486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2F046-1AC9-B7E5-7053-BFA9C348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8825C-C265-5CAB-7AC0-234394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41E9-CE1B-FFF8-0DFF-7374EA2A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B226-0556-2DD2-A2F4-E84E8F9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27F-0FE7-B99E-99CA-715FE1B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9ADE-C28A-1C3D-D71D-F439E74F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A4577-3B61-9617-C828-92398BAF7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225C-6E8F-3199-5A3B-C315D2BA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5E875-97F1-4B2A-5AC0-2708F95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913F0-2055-E8BD-7B35-7E894E49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6A4-D083-E51D-7524-E16AB09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D880-38EE-237D-3B88-94692F10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C8615-1F31-7C21-7C9F-42E9CAF5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19CCF-F8C3-71E1-3349-C5899E5C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0CE98-EA24-C4F2-2E03-187AED28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0172-B8E6-505C-52B3-AE108F4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4F2-4109-BD4B-6D8C-A57D0513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E555-8D2E-C3F2-9CA2-43C5006F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83CD-08CA-0D74-7CDD-56087C9B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D11C-63FE-4B11-B038-2FE2645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5DCBD-EC9E-3896-73AC-1D10CD39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ED0E-7240-2A07-6730-FCED2E24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051B0-D11C-F6BC-941E-5F6EA59D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A2D8-5FF9-4174-9DEA-697BE8BE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EC65-256E-FCF4-185C-ED1C9447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77BC-7B02-B700-CCD6-342F9BF4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67B5-93D6-11CF-76A0-070C5F4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5ED-9CA4-E2D1-3B66-C39D9480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462-D29C-2E3A-787F-43D9CCDE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46F92-438E-6F40-B57C-2225BFA3E3AC}" type="datetimeFigureOut">
              <a:t>9/10/26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67E5-E6D2-5D53-ED01-171102C4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2A63-327D-25E4-F362-1FC7B3E1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5.png"/><Relationship Id="rId1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210.png"/><Relationship Id="rId12" Type="http://schemas.openxmlformats.org/officeDocument/2006/relationships/customXml" Target="../ink/ink5.xml"/><Relationship Id="rId17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4.png"/><Relationship Id="rId5" Type="http://schemas.openxmlformats.org/officeDocument/2006/relationships/image" Target="../media/image3.png"/><Relationship Id="rId15" Type="http://schemas.openxmlformats.org/officeDocument/2006/relationships/image" Target="../media/image6.png"/><Relationship Id="rId10" Type="http://schemas.openxmlformats.org/officeDocument/2006/relationships/customXml" Target="../ink/ink4.xml"/><Relationship Id="rId19" Type="http://schemas.openxmlformats.org/officeDocument/2006/relationships/image" Target="../media/image9.png"/><Relationship Id="rId4" Type="http://schemas.openxmlformats.org/officeDocument/2006/relationships/customXml" Target="../ink/ink1.xml"/><Relationship Id="rId9" Type="http://schemas.openxmlformats.org/officeDocument/2006/relationships/image" Target="../media/image310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5.png"/><Relationship Id="rId18" Type="http://schemas.openxmlformats.org/officeDocument/2006/relationships/image" Target="../media/image8.png"/><Relationship Id="rId26" Type="http://schemas.openxmlformats.org/officeDocument/2006/relationships/image" Target="../media/image18.png"/><Relationship Id="rId3" Type="http://schemas.openxmlformats.org/officeDocument/2006/relationships/image" Target="../media/image11.png"/><Relationship Id="rId21" Type="http://schemas.openxmlformats.org/officeDocument/2006/relationships/image" Target="../media/image13.png"/><Relationship Id="rId7" Type="http://schemas.openxmlformats.org/officeDocument/2006/relationships/image" Target="../media/image210.png"/><Relationship Id="rId12" Type="http://schemas.openxmlformats.org/officeDocument/2006/relationships/customXml" Target="../ink/ink12.xml"/><Relationship Id="rId17" Type="http://schemas.openxmlformats.org/officeDocument/2006/relationships/image" Target="../media/image7.png"/><Relationship Id="rId25" Type="http://schemas.openxmlformats.org/officeDocument/2006/relationships/image" Target="../media/image17.png"/><Relationship Id="rId2" Type="http://schemas.openxmlformats.org/officeDocument/2006/relationships/image" Target="../media/image10.png"/><Relationship Id="rId16" Type="http://schemas.openxmlformats.org/officeDocument/2006/relationships/customXml" Target="../ink/ink14.xml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11" Type="http://schemas.openxmlformats.org/officeDocument/2006/relationships/image" Target="../media/image4.png"/><Relationship Id="rId24" Type="http://schemas.openxmlformats.org/officeDocument/2006/relationships/image" Target="../media/image16.png"/><Relationship Id="rId5" Type="http://schemas.openxmlformats.org/officeDocument/2006/relationships/image" Target="../media/image3.png"/><Relationship Id="rId15" Type="http://schemas.openxmlformats.org/officeDocument/2006/relationships/image" Target="../media/image6.png"/><Relationship Id="rId23" Type="http://schemas.openxmlformats.org/officeDocument/2006/relationships/image" Target="../media/image15.png"/><Relationship Id="rId10" Type="http://schemas.openxmlformats.org/officeDocument/2006/relationships/customXml" Target="../ink/ink11.xml"/><Relationship Id="rId19" Type="http://schemas.openxmlformats.org/officeDocument/2006/relationships/image" Target="../media/image9.png"/><Relationship Id="rId4" Type="http://schemas.openxmlformats.org/officeDocument/2006/relationships/customXml" Target="../ink/ink8.xml"/><Relationship Id="rId9" Type="http://schemas.openxmlformats.org/officeDocument/2006/relationships/image" Target="../media/image310.png"/><Relationship Id="rId14" Type="http://schemas.openxmlformats.org/officeDocument/2006/relationships/customXml" Target="../ink/ink13.xml"/><Relationship Id="rId22" Type="http://schemas.openxmlformats.org/officeDocument/2006/relationships/image" Target="../media/image14.png"/><Relationship Id="rId27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5.png"/><Relationship Id="rId1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210.png"/><Relationship Id="rId12" Type="http://schemas.openxmlformats.org/officeDocument/2006/relationships/customXml" Target="../ink/ink19.xml"/><Relationship Id="rId17" Type="http://schemas.openxmlformats.org/officeDocument/2006/relationships/image" Target="../media/image7.png"/><Relationship Id="rId2" Type="http://schemas.openxmlformats.org/officeDocument/2006/relationships/image" Target="../media/image20.png"/><Relationship Id="rId16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4.png"/><Relationship Id="rId5" Type="http://schemas.openxmlformats.org/officeDocument/2006/relationships/image" Target="../media/image3.png"/><Relationship Id="rId15" Type="http://schemas.openxmlformats.org/officeDocument/2006/relationships/image" Target="../media/image6.png"/><Relationship Id="rId10" Type="http://schemas.openxmlformats.org/officeDocument/2006/relationships/customXml" Target="../ink/ink18.xml"/><Relationship Id="rId19" Type="http://schemas.openxmlformats.org/officeDocument/2006/relationships/image" Target="../media/image9.png"/><Relationship Id="rId4" Type="http://schemas.openxmlformats.org/officeDocument/2006/relationships/customXml" Target="../ink/ink15.xml"/><Relationship Id="rId9" Type="http://schemas.openxmlformats.org/officeDocument/2006/relationships/image" Target="../media/image310.png"/><Relationship Id="rId14" Type="http://schemas.openxmlformats.org/officeDocument/2006/relationships/customXml" Target="../ink/ink20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2.xml"/><Relationship Id="rId21" Type="http://schemas.openxmlformats.org/officeDocument/2006/relationships/image" Target="../media/image100.png"/><Relationship Id="rId42" Type="http://schemas.openxmlformats.org/officeDocument/2006/relationships/customXml" Target="../ink/ink40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53.xml"/><Relationship Id="rId84" Type="http://schemas.openxmlformats.org/officeDocument/2006/relationships/customXml" Target="../ink/ink61.xml"/><Relationship Id="rId89" Type="http://schemas.openxmlformats.org/officeDocument/2006/relationships/image" Target="../media/image44.png"/><Relationship Id="rId11" Type="http://schemas.openxmlformats.org/officeDocument/2006/relationships/image" Target="../media/image5.png"/><Relationship Id="rId32" Type="http://schemas.openxmlformats.org/officeDocument/2006/relationships/customXml" Target="../ink/ink35.xml"/><Relationship Id="rId37" Type="http://schemas.openxmlformats.org/officeDocument/2006/relationships/image" Target="../media/image180.png"/><Relationship Id="rId53" Type="http://schemas.openxmlformats.org/officeDocument/2006/relationships/image" Target="../media/image26.png"/><Relationship Id="rId58" Type="http://schemas.openxmlformats.org/officeDocument/2006/relationships/customXml" Target="../ink/ink48.xml"/><Relationship Id="rId74" Type="http://schemas.openxmlformats.org/officeDocument/2006/relationships/customXml" Target="../ink/ink56.xml"/><Relationship Id="rId79" Type="http://schemas.openxmlformats.org/officeDocument/2006/relationships/image" Target="../media/image39.png"/><Relationship Id="rId5" Type="http://schemas.openxmlformats.org/officeDocument/2006/relationships/image" Target="../media/image210.png"/><Relationship Id="rId90" Type="http://schemas.openxmlformats.org/officeDocument/2006/relationships/customXml" Target="../ink/ink63.xml"/><Relationship Id="rId95" Type="http://schemas.openxmlformats.org/officeDocument/2006/relationships/customXml" Target="../ink/ink67.xml"/><Relationship Id="rId22" Type="http://schemas.openxmlformats.org/officeDocument/2006/relationships/customXml" Target="../ink/ink30.xml"/><Relationship Id="rId27" Type="http://schemas.openxmlformats.org/officeDocument/2006/relationships/image" Target="../media/image130.png"/><Relationship Id="rId43" Type="http://schemas.openxmlformats.org/officeDocument/2006/relationships/image" Target="../media/image211.png"/><Relationship Id="rId48" Type="http://schemas.openxmlformats.org/officeDocument/2006/relationships/customXml" Target="../ink/ink43.xml"/><Relationship Id="rId64" Type="http://schemas.openxmlformats.org/officeDocument/2006/relationships/customXml" Target="../ink/ink51.xml"/><Relationship Id="rId69" Type="http://schemas.openxmlformats.org/officeDocument/2006/relationships/image" Target="../media/image34.png"/><Relationship Id="rId8" Type="http://schemas.openxmlformats.org/officeDocument/2006/relationships/customXml" Target="../ink/ink25.xml"/><Relationship Id="rId51" Type="http://schemas.openxmlformats.org/officeDocument/2006/relationships/image" Target="../media/image25.png"/><Relationship Id="rId72" Type="http://schemas.openxmlformats.org/officeDocument/2006/relationships/customXml" Target="../ink/ink55.xml"/><Relationship Id="rId80" Type="http://schemas.openxmlformats.org/officeDocument/2006/relationships/customXml" Target="../ink/ink59.xml"/><Relationship Id="rId85" Type="http://schemas.openxmlformats.org/officeDocument/2006/relationships/image" Target="../media/image42.png"/><Relationship Id="rId93" Type="http://schemas.openxmlformats.org/officeDocument/2006/relationships/customXml" Target="../ink/ink66.xml"/><Relationship Id="rId98" Type="http://schemas.openxmlformats.org/officeDocument/2006/relationships/image" Target="../media/image46.png"/><Relationship Id="rId3" Type="http://schemas.openxmlformats.org/officeDocument/2006/relationships/image" Target="../media/image110.png"/><Relationship Id="rId12" Type="http://schemas.openxmlformats.org/officeDocument/2006/relationships/customXml" Target="../ink/ink27.xml"/><Relationship Id="rId17" Type="http://schemas.openxmlformats.org/officeDocument/2006/relationships/image" Target="../media/image80.png"/><Relationship Id="rId25" Type="http://schemas.openxmlformats.org/officeDocument/2006/relationships/image" Target="../media/image120.png"/><Relationship Id="rId33" Type="http://schemas.openxmlformats.org/officeDocument/2006/relationships/image" Target="../media/image160.png"/><Relationship Id="rId38" Type="http://schemas.openxmlformats.org/officeDocument/2006/relationships/customXml" Target="../ink/ink38.xml"/><Relationship Id="rId46" Type="http://schemas.openxmlformats.org/officeDocument/2006/relationships/customXml" Target="../ink/ink42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29.xml"/><Relationship Id="rId41" Type="http://schemas.openxmlformats.org/officeDocument/2006/relationships/image" Target="../media/image200.png"/><Relationship Id="rId54" Type="http://schemas.openxmlformats.org/officeDocument/2006/relationships/customXml" Target="../ink/ink46.xml"/><Relationship Id="rId62" Type="http://schemas.openxmlformats.org/officeDocument/2006/relationships/customXml" Target="../ink/ink50.xml"/><Relationship Id="rId70" Type="http://schemas.openxmlformats.org/officeDocument/2006/relationships/customXml" Target="../ink/ink54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91" Type="http://schemas.openxmlformats.org/officeDocument/2006/relationships/customXml" Target="../ink/ink64.xml"/><Relationship Id="rId9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23" Type="http://schemas.openxmlformats.org/officeDocument/2006/relationships/image" Target="../media/image111.png"/><Relationship Id="rId28" Type="http://schemas.openxmlformats.org/officeDocument/2006/relationships/customXml" Target="../ink/ink33.xml"/><Relationship Id="rId36" Type="http://schemas.openxmlformats.org/officeDocument/2006/relationships/customXml" Target="../ink/ink37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26.xml"/><Relationship Id="rId31" Type="http://schemas.openxmlformats.org/officeDocument/2006/relationships/image" Target="../media/image150.png"/><Relationship Id="rId44" Type="http://schemas.openxmlformats.org/officeDocument/2006/relationships/customXml" Target="../ink/ink41.xml"/><Relationship Id="rId52" Type="http://schemas.openxmlformats.org/officeDocument/2006/relationships/customXml" Target="../ink/ink45.xml"/><Relationship Id="rId60" Type="http://schemas.openxmlformats.org/officeDocument/2006/relationships/customXml" Target="../ink/ink49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58.xml"/><Relationship Id="rId81" Type="http://schemas.openxmlformats.org/officeDocument/2006/relationships/image" Target="../media/image40.png"/><Relationship Id="rId86" Type="http://schemas.openxmlformats.org/officeDocument/2006/relationships/customXml" Target="../ink/ink62.xml"/><Relationship Id="rId94" Type="http://schemas.openxmlformats.org/officeDocument/2006/relationships/image" Target="../media/image43.png"/><Relationship Id="rId99" Type="http://schemas.openxmlformats.org/officeDocument/2006/relationships/customXml" Target="../ink/ink69.xml"/><Relationship Id="rId4" Type="http://schemas.openxmlformats.org/officeDocument/2006/relationships/customXml" Target="../ink/ink23.xml"/><Relationship Id="rId9" Type="http://schemas.openxmlformats.org/officeDocument/2006/relationships/image" Target="../media/image4.png"/><Relationship Id="rId18" Type="http://schemas.openxmlformats.org/officeDocument/2006/relationships/customXml" Target="../ink/ink28.xml"/><Relationship Id="rId39" Type="http://schemas.openxmlformats.org/officeDocument/2006/relationships/image" Target="../media/image190.png"/><Relationship Id="rId34" Type="http://schemas.openxmlformats.org/officeDocument/2006/relationships/customXml" Target="../ink/ink36.xml"/><Relationship Id="rId50" Type="http://schemas.openxmlformats.org/officeDocument/2006/relationships/customXml" Target="../ink/ink44.xml"/><Relationship Id="rId55" Type="http://schemas.openxmlformats.org/officeDocument/2006/relationships/image" Target="../media/image27.png"/><Relationship Id="rId76" Type="http://schemas.openxmlformats.org/officeDocument/2006/relationships/customXml" Target="../ink/ink57.xml"/><Relationship Id="rId97" Type="http://schemas.openxmlformats.org/officeDocument/2006/relationships/customXml" Target="../ink/ink68.xml"/><Relationship Id="rId7" Type="http://schemas.openxmlformats.org/officeDocument/2006/relationships/image" Target="../media/image310.png"/><Relationship Id="rId71" Type="http://schemas.openxmlformats.org/officeDocument/2006/relationships/image" Target="../media/image35.png"/><Relationship Id="rId92" Type="http://schemas.openxmlformats.org/officeDocument/2006/relationships/customXml" Target="../ink/ink65.xml"/><Relationship Id="rId2" Type="http://schemas.openxmlformats.org/officeDocument/2006/relationships/customXml" Target="../ink/ink22.xml"/><Relationship Id="rId29" Type="http://schemas.openxmlformats.org/officeDocument/2006/relationships/image" Target="../media/image140.png"/><Relationship Id="rId24" Type="http://schemas.openxmlformats.org/officeDocument/2006/relationships/customXml" Target="../ink/ink31.xml"/><Relationship Id="rId40" Type="http://schemas.openxmlformats.org/officeDocument/2006/relationships/customXml" Target="../ink/ink39.xml"/><Relationship Id="rId45" Type="http://schemas.openxmlformats.org/officeDocument/2006/relationships/image" Target="../media/image22.png"/><Relationship Id="rId66" Type="http://schemas.openxmlformats.org/officeDocument/2006/relationships/customXml" Target="../ink/ink52.xml"/><Relationship Id="rId61" Type="http://schemas.openxmlformats.org/officeDocument/2006/relationships/image" Target="../media/image30.png"/><Relationship Id="rId82" Type="http://schemas.openxmlformats.org/officeDocument/2006/relationships/customXml" Target="../ink/ink60.xml"/><Relationship Id="rId19" Type="http://schemas.openxmlformats.org/officeDocument/2006/relationships/image" Target="../media/image90.png"/><Relationship Id="rId30" Type="http://schemas.openxmlformats.org/officeDocument/2006/relationships/customXml" Target="../ink/ink34.xml"/><Relationship Id="rId35" Type="http://schemas.openxmlformats.org/officeDocument/2006/relationships/image" Target="../media/image170.png"/><Relationship Id="rId56" Type="http://schemas.openxmlformats.org/officeDocument/2006/relationships/customXml" Target="../ink/ink47.xml"/><Relationship Id="rId77" Type="http://schemas.openxmlformats.org/officeDocument/2006/relationships/image" Target="../media/image38.png"/><Relationship Id="rId100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75.xml"/><Relationship Id="rId18" Type="http://schemas.openxmlformats.org/officeDocument/2006/relationships/image" Target="../media/image54.png"/><Relationship Id="rId26" Type="http://schemas.openxmlformats.org/officeDocument/2006/relationships/image" Target="../media/image58.png"/><Relationship Id="rId3" Type="http://schemas.openxmlformats.org/officeDocument/2006/relationships/customXml" Target="../ink/ink70.xml"/><Relationship Id="rId21" Type="http://schemas.openxmlformats.org/officeDocument/2006/relationships/customXml" Target="../ink/ink79.xml"/><Relationship Id="rId7" Type="http://schemas.openxmlformats.org/officeDocument/2006/relationships/customXml" Target="../ink/ink72.xml"/><Relationship Id="rId12" Type="http://schemas.openxmlformats.org/officeDocument/2006/relationships/image" Target="../media/image51.png"/><Relationship Id="rId17" Type="http://schemas.openxmlformats.org/officeDocument/2006/relationships/customXml" Target="../ink/ink77.xml"/><Relationship Id="rId25" Type="http://schemas.openxmlformats.org/officeDocument/2006/relationships/customXml" Target="../ink/ink81.xml"/><Relationship Id="rId2" Type="http://schemas.openxmlformats.org/officeDocument/2006/relationships/image" Target="../media/image48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11" Type="http://schemas.openxmlformats.org/officeDocument/2006/relationships/customXml" Target="../ink/ink74.xml"/><Relationship Id="rId24" Type="http://schemas.openxmlformats.org/officeDocument/2006/relationships/image" Target="../media/image57.png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23" Type="http://schemas.openxmlformats.org/officeDocument/2006/relationships/customXml" Target="../ink/ink80.xml"/><Relationship Id="rId28" Type="http://schemas.openxmlformats.org/officeDocument/2006/relationships/image" Target="../media/image59.png"/><Relationship Id="rId10" Type="http://schemas.openxmlformats.org/officeDocument/2006/relationships/image" Target="../media/image50.png"/><Relationship Id="rId19" Type="http://schemas.openxmlformats.org/officeDocument/2006/relationships/customXml" Target="../ink/ink78.xml"/><Relationship Id="rId4" Type="http://schemas.openxmlformats.org/officeDocument/2006/relationships/image" Target="../media/image470.png"/><Relationship Id="rId9" Type="http://schemas.openxmlformats.org/officeDocument/2006/relationships/customXml" Target="../ink/ink73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Relationship Id="rId27" Type="http://schemas.openxmlformats.org/officeDocument/2006/relationships/customXml" Target="../ink/ink8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hyperlink" Target="https://en.wikipedia.org/wiki/Quantum_harmonic_oscillato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3.xml"/><Relationship Id="rId21" Type="http://schemas.openxmlformats.org/officeDocument/2006/relationships/image" Target="../media/image100.png"/><Relationship Id="rId42" Type="http://schemas.openxmlformats.org/officeDocument/2006/relationships/customXml" Target="../ink/ink10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114.xml"/><Relationship Id="rId84" Type="http://schemas.openxmlformats.org/officeDocument/2006/relationships/customXml" Target="../ink/ink122.xml"/><Relationship Id="rId89" Type="http://schemas.openxmlformats.org/officeDocument/2006/relationships/image" Target="../media/image44.png"/><Relationship Id="rId11" Type="http://schemas.openxmlformats.org/officeDocument/2006/relationships/image" Target="../media/image5.png"/><Relationship Id="rId32" Type="http://schemas.openxmlformats.org/officeDocument/2006/relationships/customXml" Target="../ink/ink96.xml"/><Relationship Id="rId37" Type="http://schemas.openxmlformats.org/officeDocument/2006/relationships/image" Target="../media/image180.png"/><Relationship Id="rId53" Type="http://schemas.openxmlformats.org/officeDocument/2006/relationships/image" Target="../media/image26.png"/><Relationship Id="rId58" Type="http://schemas.openxmlformats.org/officeDocument/2006/relationships/customXml" Target="../ink/ink109.xml"/><Relationship Id="rId74" Type="http://schemas.openxmlformats.org/officeDocument/2006/relationships/customXml" Target="../ink/ink117.xml"/><Relationship Id="rId79" Type="http://schemas.openxmlformats.org/officeDocument/2006/relationships/image" Target="../media/image39.png"/><Relationship Id="rId5" Type="http://schemas.openxmlformats.org/officeDocument/2006/relationships/image" Target="../media/image210.png"/><Relationship Id="rId90" Type="http://schemas.openxmlformats.org/officeDocument/2006/relationships/customXml" Target="../ink/ink124.xml"/><Relationship Id="rId95" Type="http://schemas.openxmlformats.org/officeDocument/2006/relationships/customXml" Target="../ink/ink128.xml"/><Relationship Id="rId22" Type="http://schemas.openxmlformats.org/officeDocument/2006/relationships/customXml" Target="../ink/ink91.xml"/><Relationship Id="rId27" Type="http://schemas.openxmlformats.org/officeDocument/2006/relationships/image" Target="../media/image130.png"/><Relationship Id="rId43" Type="http://schemas.openxmlformats.org/officeDocument/2006/relationships/image" Target="../media/image211.png"/><Relationship Id="rId48" Type="http://schemas.openxmlformats.org/officeDocument/2006/relationships/customXml" Target="../ink/ink104.xml"/><Relationship Id="rId64" Type="http://schemas.openxmlformats.org/officeDocument/2006/relationships/customXml" Target="../ink/ink112.xml"/><Relationship Id="rId69" Type="http://schemas.openxmlformats.org/officeDocument/2006/relationships/image" Target="../media/image34.png"/><Relationship Id="rId8" Type="http://schemas.openxmlformats.org/officeDocument/2006/relationships/customXml" Target="../ink/ink86.xml"/><Relationship Id="rId51" Type="http://schemas.openxmlformats.org/officeDocument/2006/relationships/image" Target="../media/image25.png"/><Relationship Id="rId72" Type="http://schemas.openxmlformats.org/officeDocument/2006/relationships/customXml" Target="../ink/ink116.xml"/><Relationship Id="rId80" Type="http://schemas.openxmlformats.org/officeDocument/2006/relationships/customXml" Target="../ink/ink120.xml"/><Relationship Id="rId85" Type="http://schemas.openxmlformats.org/officeDocument/2006/relationships/image" Target="../media/image42.png"/><Relationship Id="rId93" Type="http://schemas.openxmlformats.org/officeDocument/2006/relationships/customXml" Target="../ink/ink127.xml"/><Relationship Id="rId98" Type="http://schemas.openxmlformats.org/officeDocument/2006/relationships/image" Target="../media/image46.png"/><Relationship Id="rId3" Type="http://schemas.openxmlformats.org/officeDocument/2006/relationships/image" Target="../media/image110.png"/><Relationship Id="rId12" Type="http://schemas.openxmlformats.org/officeDocument/2006/relationships/customXml" Target="../ink/ink88.xml"/><Relationship Id="rId17" Type="http://schemas.openxmlformats.org/officeDocument/2006/relationships/image" Target="../media/image80.png"/><Relationship Id="rId25" Type="http://schemas.openxmlformats.org/officeDocument/2006/relationships/image" Target="../media/image120.png"/><Relationship Id="rId33" Type="http://schemas.openxmlformats.org/officeDocument/2006/relationships/image" Target="../media/image160.png"/><Relationship Id="rId38" Type="http://schemas.openxmlformats.org/officeDocument/2006/relationships/customXml" Target="../ink/ink99.xml"/><Relationship Id="rId46" Type="http://schemas.openxmlformats.org/officeDocument/2006/relationships/customXml" Target="../ink/ink10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90.xml"/><Relationship Id="rId41" Type="http://schemas.openxmlformats.org/officeDocument/2006/relationships/image" Target="../media/image200.png"/><Relationship Id="rId54" Type="http://schemas.openxmlformats.org/officeDocument/2006/relationships/customXml" Target="../ink/ink107.xml"/><Relationship Id="rId62" Type="http://schemas.openxmlformats.org/officeDocument/2006/relationships/customXml" Target="../ink/ink111.xml"/><Relationship Id="rId70" Type="http://schemas.openxmlformats.org/officeDocument/2006/relationships/customXml" Target="../ink/ink11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91" Type="http://schemas.openxmlformats.org/officeDocument/2006/relationships/customXml" Target="../ink/ink125.xml"/><Relationship Id="rId96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5.xml"/><Relationship Id="rId23" Type="http://schemas.openxmlformats.org/officeDocument/2006/relationships/image" Target="../media/image111.png"/><Relationship Id="rId28" Type="http://schemas.openxmlformats.org/officeDocument/2006/relationships/customXml" Target="../ink/ink94.xml"/><Relationship Id="rId36" Type="http://schemas.openxmlformats.org/officeDocument/2006/relationships/customXml" Target="../ink/ink9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87.xml"/><Relationship Id="rId31" Type="http://schemas.openxmlformats.org/officeDocument/2006/relationships/image" Target="../media/image150.png"/><Relationship Id="rId44" Type="http://schemas.openxmlformats.org/officeDocument/2006/relationships/customXml" Target="../ink/ink102.xml"/><Relationship Id="rId52" Type="http://schemas.openxmlformats.org/officeDocument/2006/relationships/customXml" Target="../ink/ink106.xml"/><Relationship Id="rId60" Type="http://schemas.openxmlformats.org/officeDocument/2006/relationships/customXml" Target="../ink/ink11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119.xml"/><Relationship Id="rId81" Type="http://schemas.openxmlformats.org/officeDocument/2006/relationships/image" Target="../media/image40.png"/><Relationship Id="rId86" Type="http://schemas.openxmlformats.org/officeDocument/2006/relationships/customXml" Target="../ink/ink123.xml"/><Relationship Id="rId94" Type="http://schemas.openxmlformats.org/officeDocument/2006/relationships/image" Target="../media/image43.png"/><Relationship Id="rId99" Type="http://schemas.openxmlformats.org/officeDocument/2006/relationships/customXml" Target="../ink/ink130.xml"/><Relationship Id="rId4" Type="http://schemas.openxmlformats.org/officeDocument/2006/relationships/customXml" Target="../ink/ink84.xml"/><Relationship Id="rId9" Type="http://schemas.openxmlformats.org/officeDocument/2006/relationships/image" Target="../media/image4.png"/><Relationship Id="rId18" Type="http://schemas.openxmlformats.org/officeDocument/2006/relationships/customXml" Target="../ink/ink89.xml"/><Relationship Id="rId39" Type="http://schemas.openxmlformats.org/officeDocument/2006/relationships/image" Target="../media/image190.png"/><Relationship Id="rId34" Type="http://schemas.openxmlformats.org/officeDocument/2006/relationships/customXml" Target="../ink/ink97.xml"/><Relationship Id="rId50" Type="http://schemas.openxmlformats.org/officeDocument/2006/relationships/customXml" Target="../ink/ink105.xml"/><Relationship Id="rId55" Type="http://schemas.openxmlformats.org/officeDocument/2006/relationships/image" Target="../media/image27.png"/><Relationship Id="rId76" Type="http://schemas.openxmlformats.org/officeDocument/2006/relationships/customXml" Target="../ink/ink118.xml"/><Relationship Id="rId97" Type="http://schemas.openxmlformats.org/officeDocument/2006/relationships/customXml" Target="../ink/ink129.xml"/><Relationship Id="rId7" Type="http://schemas.openxmlformats.org/officeDocument/2006/relationships/image" Target="../media/image310.png"/><Relationship Id="rId71" Type="http://schemas.openxmlformats.org/officeDocument/2006/relationships/image" Target="../media/image35.png"/><Relationship Id="rId92" Type="http://schemas.openxmlformats.org/officeDocument/2006/relationships/customXml" Target="../ink/ink126.xml"/><Relationship Id="rId2" Type="http://schemas.openxmlformats.org/officeDocument/2006/relationships/customXml" Target="../ink/ink83.xml"/><Relationship Id="rId29" Type="http://schemas.openxmlformats.org/officeDocument/2006/relationships/image" Target="../media/image140.png"/><Relationship Id="rId24" Type="http://schemas.openxmlformats.org/officeDocument/2006/relationships/customXml" Target="../ink/ink92.xml"/><Relationship Id="rId40" Type="http://schemas.openxmlformats.org/officeDocument/2006/relationships/customXml" Target="../ink/ink100.xml"/><Relationship Id="rId45" Type="http://schemas.openxmlformats.org/officeDocument/2006/relationships/image" Target="../media/image22.png"/><Relationship Id="rId66" Type="http://schemas.openxmlformats.org/officeDocument/2006/relationships/customXml" Target="../ink/ink113.xml"/><Relationship Id="rId61" Type="http://schemas.openxmlformats.org/officeDocument/2006/relationships/image" Target="../media/image30.png"/><Relationship Id="rId82" Type="http://schemas.openxmlformats.org/officeDocument/2006/relationships/customXml" Target="../ink/ink121.xml"/><Relationship Id="rId19" Type="http://schemas.openxmlformats.org/officeDocument/2006/relationships/image" Target="../media/image90.png"/><Relationship Id="rId30" Type="http://schemas.openxmlformats.org/officeDocument/2006/relationships/customXml" Target="../ink/ink95.xml"/><Relationship Id="rId35" Type="http://schemas.openxmlformats.org/officeDocument/2006/relationships/image" Target="../media/image170.png"/><Relationship Id="rId56" Type="http://schemas.openxmlformats.org/officeDocument/2006/relationships/customXml" Target="../ink/ink108.xml"/><Relationship Id="rId77" Type="http://schemas.openxmlformats.org/officeDocument/2006/relationships/image" Target="../media/image38.png"/><Relationship Id="rId100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54E-FC70-7D3C-FB87-2A4422261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10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4400"/>
              <a:t>Ling 285</a:t>
            </a:r>
            <a:br>
              <a:rPr lang="en-US" sz="4400"/>
            </a:br>
            <a:r>
              <a:rPr lang="en-US" sz="4400"/>
              <a:t>Human Language and Technology</a:t>
            </a:r>
            <a:br>
              <a:rPr lang="en-US" sz="4400"/>
            </a:br>
            <a:r>
              <a:rPr lang="en-US" sz="4400"/>
              <a:t>Lecture 4+5</a:t>
            </a:r>
            <a:br>
              <a:rPr lang="en-US" sz="4400"/>
            </a:br>
            <a:br>
              <a:rPr lang="en-US" sz="4400"/>
            </a:br>
            <a:r>
              <a:rPr lang="en-US" sz="4400"/>
              <a:t>Dynamical Systems 3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E1F82-DB91-1E57-EE5B-ECA1A523F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9700" y="4459288"/>
            <a:ext cx="9144000" cy="1655762"/>
          </a:xfrm>
        </p:spPr>
        <p:txBody>
          <a:bodyPr/>
          <a:lstStyle/>
          <a:p>
            <a:r>
              <a:rPr lang="en-US"/>
              <a:t>Khalil Iskarous</a:t>
            </a:r>
          </a:p>
          <a:p>
            <a:r>
              <a:rPr lang="en-US"/>
              <a:t>Department of Linguistics</a:t>
            </a:r>
          </a:p>
          <a:p>
            <a:r>
              <a:rPr lang="en-US"/>
              <a:t>University of Southern California</a:t>
            </a:r>
          </a:p>
        </p:txBody>
      </p:sp>
    </p:spTree>
    <p:extLst>
      <p:ext uri="{BB962C8B-B14F-4D97-AF65-F5344CB8AC3E}">
        <p14:creationId xmlns:p14="http://schemas.microsoft.com/office/powerpoint/2010/main" val="158151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12B55-31DD-8BB5-667B-3D965B57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HW Due Friday at 5pm</a:t>
            </a:r>
          </a:p>
        </p:txBody>
      </p:sp>
    </p:spTree>
    <p:extLst>
      <p:ext uri="{BB962C8B-B14F-4D97-AF65-F5344CB8AC3E}">
        <p14:creationId xmlns:p14="http://schemas.microsoft.com/office/powerpoint/2010/main" val="171149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CF787D-D387-6A47-D3A4-D588987371C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19100" y="280809"/>
                <a:ext cx="11580642" cy="1325563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Harmonic Oscillator: Elements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CF787D-D387-6A47-D3A4-D588987371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19100" y="280809"/>
                <a:ext cx="11580642" cy="1325563"/>
              </a:xfrm>
              <a:blipFill>
                <a:blip r:embed="rId2"/>
                <a:stretch>
                  <a:fillRect l="-2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79889-DFFD-C583-24AC-02F11F1A7C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905108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We are interested in how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will change in time</a:t>
                </a:r>
                <a:r>
                  <a:rPr lang="en-US" i="1"/>
                  <a:t>, due to the their relation</a:t>
                </a:r>
                <a:r>
                  <a:rPr lang="en-US"/>
                  <a:t>. </a:t>
                </a:r>
              </a:p>
              <a:p>
                <a:r>
                  <a:rPr lang="en-US"/>
                  <a:t>We will use the symbol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to mean the change of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as time increases.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/>
                  <a:t> is the 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as time increases.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is positive means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rises.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is negative means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falls</a:t>
                </a:r>
              </a:p>
              <a:p>
                <a:r>
                  <a:rPr lang="en-US"/>
                  <a:t>Same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. </a:t>
                </a:r>
              </a:p>
              <a:p>
                <a:r>
                  <a:rPr lang="en-US"/>
                  <a:t>This is Isaac Newton’s notation.</a:t>
                </a:r>
              </a:p>
              <a:p>
                <a:r>
                  <a:rPr lang="en-US"/>
                  <a:t>Harmonic Oscillator: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change each other!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579889-DFFD-C583-24AC-02F11F1A7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905108" cy="4351338"/>
              </a:xfrm>
              <a:blipFill>
                <a:blip r:embed="rId3"/>
                <a:stretch>
                  <a:fillRect l="-1546" t="-3198" r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95E2C4-A2E1-F1D2-FF06-E653CFFABA6A}"/>
                  </a:ext>
                </a:extLst>
              </p14:cNvPr>
              <p14:cNvContentPartPr/>
              <p14:nvPr/>
            </p14:nvContentPartPr>
            <p14:xfrm>
              <a:off x="6629350" y="3670564"/>
              <a:ext cx="869760" cy="111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95E2C4-A2E1-F1D2-FF06-E653CFFABA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1350" y="3652564"/>
                <a:ext cx="905400" cy="11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A7A8B81-0653-4D57-597D-0DC7A2DBABC1}"/>
              </a:ext>
            </a:extLst>
          </p:cNvPr>
          <p:cNvGrpSpPr/>
          <p:nvPr/>
        </p:nvGrpSpPr>
        <p:grpSpPr>
          <a:xfrm>
            <a:off x="6899350" y="3991684"/>
            <a:ext cx="365760" cy="488160"/>
            <a:chOff x="6491387" y="3021013"/>
            <a:chExt cx="3657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614AAF2-9E89-33D3-6F00-48078AEC6AB5}"/>
                    </a:ext>
                  </a:extLst>
                </p14:cNvPr>
                <p14:cNvContentPartPr/>
                <p14:nvPr/>
              </p14:nvContentPartPr>
              <p14:xfrm>
                <a:off x="6524867" y="3054853"/>
                <a:ext cx="285120" cy="45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14AAF2-9E89-33D3-6F00-48078AEC6A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6867" y="3036853"/>
                  <a:ext cx="320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9AFADD7-C4EE-2023-6DE6-DFFC855BAF36}"/>
                    </a:ext>
                  </a:extLst>
                </p14:cNvPr>
                <p14:cNvContentPartPr/>
                <p14:nvPr/>
              </p14:nvContentPartPr>
              <p14:xfrm>
                <a:off x="6491387" y="3021013"/>
                <a:ext cx="365760" cy="48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AFADD7-C4EE-2023-6DE6-DFFC855BA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73747" y="3003373"/>
                  <a:ext cx="4014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E3278A8-78E7-73F9-F93A-0FF6A2CE3EE5}"/>
              </a:ext>
            </a:extLst>
          </p:cNvPr>
          <p:cNvGrpSpPr/>
          <p:nvPr/>
        </p:nvGrpSpPr>
        <p:grpSpPr>
          <a:xfrm>
            <a:off x="10012270" y="3533764"/>
            <a:ext cx="1024920" cy="1036800"/>
            <a:chOff x="9604307" y="2563093"/>
            <a:chExt cx="1024920" cy="10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E754CE8-1718-37E5-778C-09B92459495D}"/>
                    </a:ext>
                  </a:extLst>
                </p14:cNvPr>
                <p14:cNvContentPartPr/>
                <p14:nvPr/>
              </p14:nvContentPartPr>
              <p14:xfrm>
                <a:off x="9604307" y="2563093"/>
                <a:ext cx="1024920" cy="103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754CE8-1718-37E5-778C-09B9245949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86307" y="2545453"/>
                  <a:ext cx="106056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2A8C43-043F-3DFA-E255-A711A37098BB}"/>
                    </a:ext>
                  </a:extLst>
                </p14:cNvPr>
                <p14:cNvContentPartPr/>
                <p14:nvPr/>
              </p14:nvContentPartPr>
              <p14:xfrm>
                <a:off x="9911027" y="2893573"/>
                <a:ext cx="381960" cy="408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2A8C43-043F-3DFA-E255-A711A37098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93387" y="2875933"/>
                  <a:ext cx="417600" cy="44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C1670A-BE9E-1245-8512-44CC44E76934}"/>
                  </a:ext>
                </a:extLst>
              </p14:cNvPr>
              <p14:cNvContentPartPr/>
              <p14:nvPr/>
            </p14:nvContentPartPr>
            <p14:xfrm>
              <a:off x="7342827" y="2765882"/>
              <a:ext cx="3232080" cy="1055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C1670A-BE9E-1245-8512-44CC44E7693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24827" y="2747882"/>
                <a:ext cx="3267720" cy="10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02493F-02ED-A42A-6441-C485D9DF97AB}"/>
                  </a:ext>
                </a:extLst>
              </p14:cNvPr>
              <p14:cNvContentPartPr/>
              <p14:nvPr/>
            </p14:nvContentPartPr>
            <p14:xfrm>
              <a:off x="7423467" y="4211642"/>
              <a:ext cx="2757600" cy="582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02493F-02ED-A42A-6441-C485D9DF97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05465" y="4193642"/>
                <a:ext cx="2793245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F30CBD-BBF2-8163-67CA-E6E9EF44A114}"/>
                  </a:ext>
                </a:extLst>
              </p:cNvPr>
              <p:cNvSpPr txBox="1"/>
              <p:nvPr/>
            </p:nvSpPr>
            <p:spPr>
              <a:xfrm>
                <a:off x="8032825" y="1996612"/>
                <a:ext cx="153888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4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4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F30CBD-BBF2-8163-67CA-E6E9EF44A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825" y="1996612"/>
                <a:ext cx="1538883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F409F3-A4FE-8698-23E3-62A58AF42178}"/>
                  </a:ext>
                </a:extLst>
              </p:cNvPr>
              <p:cNvSpPr txBox="1"/>
              <p:nvPr/>
            </p:nvSpPr>
            <p:spPr>
              <a:xfrm>
                <a:off x="7711655" y="4980912"/>
                <a:ext cx="192200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4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4000" b="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8F409F3-A4FE-8698-23E3-62A58AF42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655" y="4980912"/>
                <a:ext cx="1922001" cy="707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73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12D24-3F95-3BC3-CEE9-25CEB098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AFA2D3-9E18-AB03-B974-30F14B566F2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19100" y="280809"/>
                <a:ext cx="11580642" cy="1325563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Harmonic Oscillator: Elements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Example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FAFA2D3-9E18-AB03-B974-30F14B566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19100" y="280809"/>
                <a:ext cx="11580642" cy="1325563"/>
              </a:xfrm>
              <a:blipFill>
                <a:blip r:embed="rId2"/>
                <a:stretch>
                  <a:fillRect l="-2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83F86-1268-F083-F26D-6664CD7DA7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905108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We are interested in how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will change in time</a:t>
                </a:r>
                <a:r>
                  <a:rPr lang="en-US" i="1"/>
                  <a:t>, due to the their relation</a:t>
                </a:r>
                <a:r>
                  <a:rPr lang="en-US"/>
                  <a:t>. </a:t>
                </a:r>
              </a:p>
              <a:p>
                <a:r>
                  <a:rPr lang="en-US"/>
                  <a:t>We will use the symbol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to mean the change of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as time increases.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/>
                  <a:t> is the 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as time increases.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positive means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rises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negative means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falls</a:t>
                </a:r>
              </a:p>
              <a:p>
                <a:r>
                  <a:rPr lang="en-US"/>
                  <a:t>Same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. </a:t>
                </a:r>
              </a:p>
              <a:p>
                <a:r>
                  <a:rPr lang="en-US"/>
                  <a:t>This is Isaac Newton’s notation.</a:t>
                </a:r>
              </a:p>
              <a:p>
                <a:r>
                  <a:rPr lang="en-US"/>
                  <a:t>Harmonic Oscillator: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 change each other!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E83F86-1268-F083-F26D-6664CD7DA7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905108" cy="4351338"/>
              </a:xfrm>
              <a:blipFill>
                <a:blip r:embed="rId3"/>
                <a:stretch>
                  <a:fillRect l="-1546" t="-3198" r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E15117-3F28-8D40-79CE-7CE33F919EAF}"/>
                  </a:ext>
                </a:extLst>
              </p14:cNvPr>
              <p14:cNvContentPartPr/>
              <p14:nvPr/>
            </p14:nvContentPartPr>
            <p14:xfrm>
              <a:off x="6629350" y="3670564"/>
              <a:ext cx="869760" cy="111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E15117-3F28-8D40-79CE-7CE33F919EA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1350" y="3652564"/>
                <a:ext cx="905400" cy="11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2CBFDEFC-07B0-6637-ED9A-8A040F467E17}"/>
              </a:ext>
            </a:extLst>
          </p:cNvPr>
          <p:cNvGrpSpPr/>
          <p:nvPr/>
        </p:nvGrpSpPr>
        <p:grpSpPr>
          <a:xfrm>
            <a:off x="6899350" y="3991684"/>
            <a:ext cx="365760" cy="488160"/>
            <a:chOff x="6491387" y="3021013"/>
            <a:chExt cx="3657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FA88B61-096E-E530-9225-D448B1075F27}"/>
                    </a:ext>
                  </a:extLst>
                </p14:cNvPr>
                <p14:cNvContentPartPr/>
                <p14:nvPr/>
              </p14:nvContentPartPr>
              <p14:xfrm>
                <a:off x="6524867" y="3054853"/>
                <a:ext cx="285120" cy="45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14AAF2-9E89-33D3-6F00-48078AEC6A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6867" y="3036853"/>
                  <a:ext cx="320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4E742D5-DD1B-2480-E0A2-B9797364A83A}"/>
                    </a:ext>
                  </a:extLst>
                </p14:cNvPr>
                <p14:cNvContentPartPr/>
                <p14:nvPr/>
              </p14:nvContentPartPr>
              <p14:xfrm>
                <a:off x="6491387" y="3021013"/>
                <a:ext cx="365760" cy="48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AFADD7-C4EE-2023-6DE6-DFFC855BA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73747" y="3003373"/>
                  <a:ext cx="4014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295964D-4364-8D8A-0E71-154D78BB78CF}"/>
              </a:ext>
            </a:extLst>
          </p:cNvPr>
          <p:cNvGrpSpPr/>
          <p:nvPr/>
        </p:nvGrpSpPr>
        <p:grpSpPr>
          <a:xfrm>
            <a:off x="10012270" y="3533764"/>
            <a:ext cx="1024920" cy="1036800"/>
            <a:chOff x="9604307" y="2563093"/>
            <a:chExt cx="1024920" cy="10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98CF1C5-BF01-1868-8B73-FD5100CD031A}"/>
                    </a:ext>
                  </a:extLst>
                </p14:cNvPr>
                <p14:cNvContentPartPr/>
                <p14:nvPr/>
              </p14:nvContentPartPr>
              <p14:xfrm>
                <a:off x="9604307" y="2563093"/>
                <a:ext cx="1024920" cy="103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754CE8-1718-37E5-778C-09B9245949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86307" y="2545453"/>
                  <a:ext cx="106056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884536C-E0DD-6214-23D8-AB6418CE17D2}"/>
                    </a:ext>
                  </a:extLst>
                </p14:cNvPr>
                <p14:cNvContentPartPr/>
                <p14:nvPr/>
              </p14:nvContentPartPr>
              <p14:xfrm>
                <a:off x="9911027" y="2893573"/>
                <a:ext cx="381960" cy="408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2A8C43-043F-3DFA-E255-A711A37098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93387" y="2875933"/>
                  <a:ext cx="417600" cy="44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E78026D-FFA3-C6C3-3D9F-E6815280D051}"/>
                  </a:ext>
                </a:extLst>
              </p14:cNvPr>
              <p14:cNvContentPartPr/>
              <p14:nvPr/>
            </p14:nvContentPartPr>
            <p14:xfrm>
              <a:off x="7342827" y="2765882"/>
              <a:ext cx="3232080" cy="1055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E78026D-FFA3-C6C3-3D9F-E6815280D0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24827" y="2747882"/>
                <a:ext cx="3267720" cy="10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59C4190-C946-8AFA-62E0-410865DA9548}"/>
                  </a:ext>
                </a:extLst>
              </p14:cNvPr>
              <p14:cNvContentPartPr/>
              <p14:nvPr/>
            </p14:nvContentPartPr>
            <p14:xfrm>
              <a:off x="7423467" y="4211642"/>
              <a:ext cx="2757600" cy="582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59C4190-C946-8AFA-62E0-410865DA954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05465" y="4193642"/>
                <a:ext cx="2793245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EC6B1D-60DC-C285-5788-65A1B7B9F1AA}"/>
                  </a:ext>
                </a:extLst>
              </p:cNvPr>
              <p:cNvSpPr txBox="1"/>
              <p:nvPr/>
            </p:nvSpPr>
            <p:spPr>
              <a:xfrm>
                <a:off x="8032825" y="1996612"/>
                <a:ext cx="153888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4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4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0EC6B1D-60DC-C285-5788-65A1B7B9F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825" y="1996612"/>
                <a:ext cx="1538883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95AE284-4A68-8DA5-B7D3-6ACA52A9F792}"/>
                  </a:ext>
                </a:extLst>
              </p:cNvPr>
              <p:cNvSpPr txBox="1"/>
              <p:nvPr/>
            </p:nvSpPr>
            <p:spPr>
              <a:xfrm>
                <a:off x="7711655" y="4980912"/>
                <a:ext cx="192200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4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4000" b="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95AE284-4A68-8DA5-B7D3-6ACA52A9F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655" y="4980912"/>
                <a:ext cx="1922001" cy="707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A19A05-0FF8-5166-937C-DE2B6095FF76}"/>
                  </a:ext>
                </a:extLst>
              </p:cNvPr>
              <p:cNvSpPr txBox="1"/>
              <p:nvPr/>
            </p:nvSpPr>
            <p:spPr>
              <a:xfrm>
                <a:off x="9455195" y="1294056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 is +5. What will happen to x?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A19A05-0FF8-5166-937C-DE2B6095F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195" y="1294056"/>
                <a:ext cx="2719232" cy="830997"/>
              </a:xfrm>
              <a:prstGeom prst="rect">
                <a:avLst/>
              </a:prstGeom>
              <a:blipFill>
                <a:blip r:embed="rId20"/>
                <a:stretch>
                  <a:fillRect t="-5970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57F86A-4C5C-8D95-95EB-C1A8E698159F}"/>
                  </a:ext>
                </a:extLst>
              </p:cNvPr>
              <p:cNvSpPr txBox="1"/>
              <p:nvPr/>
            </p:nvSpPr>
            <p:spPr>
              <a:xfrm>
                <a:off x="9455195" y="1283393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 is +5, therefore, x will go up!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57F86A-4C5C-8D95-95EB-C1A8E6981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195" y="1283393"/>
                <a:ext cx="2719232" cy="830997"/>
              </a:xfrm>
              <a:prstGeom prst="rect">
                <a:avLst/>
              </a:prstGeom>
              <a:blipFill>
                <a:blip r:embed="rId21"/>
                <a:stretch>
                  <a:fillRect t="-7576" r="-465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6BF2A8-AD1F-E0AE-429F-5389E28273E1}"/>
                  </a:ext>
                </a:extLst>
              </p:cNvPr>
              <p:cNvSpPr txBox="1"/>
              <p:nvPr/>
            </p:nvSpPr>
            <p:spPr>
              <a:xfrm>
                <a:off x="9455195" y="1283392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 is -5. What will happen to x?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6BF2A8-AD1F-E0AE-429F-5389E2827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195" y="1283392"/>
                <a:ext cx="2719232" cy="830997"/>
              </a:xfrm>
              <a:prstGeom prst="rect">
                <a:avLst/>
              </a:prstGeom>
              <a:blipFill>
                <a:blip r:embed="rId22"/>
                <a:stretch>
                  <a:fillRect t="-757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07F9B3-84AF-0F17-2445-436316859E4A}"/>
                  </a:ext>
                </a:extLst>
              </p:cNvPr>
              <p:cNvSpPr txBox="1"/>
              <p:nvPr/>
            </p:nvSpPr>
            <p:spPr>
              <a:xfrm>
                <a:off x="9455195" y="1294056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 is -5. Therefore, x will go down!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07F9B3-84AF-0F17-2445-436316859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5195" y="1294056"/>
                <a:ext cx="2719232" cy="830997"/>
              </a:xfrm>
              <a:prstGeom prst="rect">
                <a:avLst/>
              </a:prstGeom>
              <a:blipFill>
                <a:blip r:embed="rId23"/>
                <a:stretch>
                  <a:fillRect t="-5970" r="-4186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7B4BEA-7E9C-0F49-F6A1-24EEDFCD14F8}"/>
                  </a:ext>
                </a:extLst>
              </p:cNvPr>
              <p:cNvSpPr txBox="1"/>
              <p:nvPr/>
            </p:nvSpPr>
            <p:spPr>
              <a:xfrm>
                <a:off x="7217950" y="5688798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 is +5. What will happen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sz="240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7B4BEA-7E9C-0F49-F6A1-24EEDFC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950" y="5688798"/>
                <a:ext cx="2719232" cy="830997"/>
              </a:xfrm>
              <a:prstGeom prst="rect">
                <a:avLst/>
              </a:prstGeom>
              <a:blipFill>
                <a:blip r:embed="rId24"/>
                <a:stretch>
                  <a:fillRect t="-4478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DA70CA-781F-E0D4-4033-879840F6993B}"/>
                  </a:ext>
                </a:extLst>
              </p:cNvPr>
              <p:cNvSpPr txBox="1"/>
              <p:nvPr/>
            </p:nvSpPr>
            <p:spPr>
              <a:xfrm>
                <a:off x="7217950" y="5695276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 is +5.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>
                        <a:latin typeface="Cambria Math" panose="02040503050406030204" pitchFamily="18" charset="0"/>
                      </a:rPr>
                      <m:t>So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 will go down!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5DA70CA-781F-E0D4-4033-879840F69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950" y="5695276"/>
                <a:ext cx="2719232" cy="830997"/>
              </a:xfrm>
              <a:prstGeom prst="rect">
                <a:avLst/>
              </a:prstGeom>
              <a:blipFill>
                <a:blip r:embed="rId25"/>
                <a:stretch>
                  <a:fillRect t="-5970" r="-4186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17679B-8242-1312-47F9-06548909CA70}"/>
                  </a:ext>
                </a:extLst>
              </p:cNvPr>
              <p:cNvSpPr txBox="1"/>
              <p:nvPr/>
            </p:nvSpPr>
            <p:spPr>
              <a:xfrm>
                <a:off x="7217950" y="5701754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 is -5. What will happen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?</a:t>
                </a: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17679B-8242-1312-47F9-06548909C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950" y="5701754"/>
                <a:ext cx="2719232" cy="830997"/>
              </a:xfrm>
              <a:prstGeom prst="rect">
                <a:avLst/>
              </a:prstGeom>
              <a:blipFill>
                <a:blip r:embed="rId26"/>
                <a:stretch>
                  <a:fillRect t="-5970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732343-1A07-E7CD-E0A4-566129796742}"/>
                  </a:ext>
                </a:extLst>
              </p:cNvPr>
              <p:cNvSpPr txBox="1"/>
              <p:nvPr/>
            </p:nvSpPr>
            <p:spPr>
              <a:xfrm>
                <a:off x="7238473" y="5701753"/>
                <a:ext cx="2719232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/>
                  <a:t> is -5. Therefore,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/>
                  <a:t> will go UP! 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5732343-1A07-E7CD-E0A4-566129796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473" y="5701753"/>
                <a:ext cx="2719232" cy="830997"/>
              </a:xfrm>
              <a:prstGeom prst="rect">
                <a:avLst/>
              </a:prstGeom>
              <a:blipFill>
                <a:blip r:embed="rId27"/>
                <a:stretch>
                  <a:fillRect t="-5970" b="-16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080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F3888-AB61-4A54-7BA3-007AB50CA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0714E5-A4DA-2868-84BC-4A827274F3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419100" y="280809"/>
                <a:ext cx="11580642" cy="1325563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Harmonic Oscillator: Elements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A0714E5-A4DA-2868-84BC-4A827274F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19100" y="280809"/>
                <a:ext cx="11580642" cy="1325563"/>
              </a:xfrm>
              <a:blipFill>
                <a:blip r:embed="rId2"/>
                <a:stretch>
                  <a:fillRect l="-2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BBD54-4FAA-6F41-54F7-82052C7654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8" y="1825625"/>
                <a:ext cx="5557151" cy="4351338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Meaning of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positive: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positive,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rises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negative: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/>
                  <a:t> negative,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falls</a:t>
                </a:r>
              </a:p>
              <a:p>
                <a:r>
                  <a:rPr lang="en-US"/>
                  <a:t>Meaning of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positive: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negative,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falls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negative: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positive, 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rises</a:t>
                </a:r>
              </a:p>
              <a:p>
                <a:pPr lvl="1"/>
                <a:endParaRPr lang="en-US"/>
              </a:p>
              <a:p>
                <a:pPr lvl="1"/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2BBD54-4FAA-6F41-54F7-82052C7654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8" y="1825625"/>
                <a:ext cx="5557151" cy="4351338"/>
              </a:xfrm>
              <a:blipFill>
                <a:blip r:embed="rId3"/>
                <a:stretch>
                  <a:fillRect l="-1822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8C1B33-2C61-5B85-8966-5D61C2141AB7}"/>
                  </a:ext>
                </a:extLst>
              </p14:cNvPr>
              <p14:cNvContentPartPr/>
              <p14:nvPr/>
            </p14:nvContentPartPr>
            <p14:xfrm>
              <a:off x="6629350" y="3670564"/>
              <a:ext cx="869760" cy="1117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8C1B33-2C61-5B85-8966-5D61C2141AB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1350" y="3652564"/>
                <a:ext cx="905400" cy="11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310AF32C-6D40-BB49-2716-D9D79498AB76}"/>
              </a:ext>
            </a:extLst>
          </p:cNvPr>
          <p:cNvGrpSpPr/>
          <p:nvPr/>
        </p:nvGrpSpPr>
        <p:grpSpPr>
          <a:xfrm>
            <a:off x="6899350" y="3991684"/>
            <a:ext cx="365760" cy="488160"/>
            <a:chOff x="6491387" y="3021013"/>
            <a:chExt cx="3657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D120B28-1E7C-EF0F-2636-72D296DCCC36}"/>
                    </a:ext>
                  </a:extLst>
                </p14:cNvPr>
                <p14:cNvContentPartPr/>
                <p14:nvPr/>
              </p14:nvContentPartPr>
              <p14:xfrm>
                <a:off x="6524867" y="3054853"/>
                <a:ext cx="285120" cy="45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614AAF2-9E89-33D3-6F00-48078AEC6A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6867" y="3036853"/>
                  <a:ext cx="320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BF6DC1-C408-9A79-AE77-BC99CBDF9474}"/>
                    </a:ext>
                  </a:extLst>
                </p14:cNvPr>
                <p14:cNvContentPartPr/>
                <p14:nvPr/>
              </p14:nvContentPartPr>
              <p14:xfrm>
                <a:off x="6491387" y="3021013"/>
                <a:ext cx="365760" cy="48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9AFADD7-C4EE-2023-6DE6-DFFC855BA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73747" y="3003373"/>
                  <a:ext cx="4014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6D4E05-78D4-8B15-2276-8B6E9EC9D72C}"/>
              </a:ext>
            </a:extLst>
          </p:cNvPr>
          <p:cNvGrpSpPr/>
          <p:nvPr/>
        </p:nvGrpSpPr>
        <p:grpSpPr>
          <a:xfrm>
            <a:off x="10012270" y="3533764"/>
            <a:ext cx="1024920" cy="1036800"/>
            <a:chOff x="9604307" y="2563093"/>
            <a:chExt cx="1024920" cy="10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323FD4-DB70-D2AD-68F4-7DDB1E14884C}"/>
                    </a:ext>
                  </a:extLst>
                </p14:cNvPr>
                <p14:cNvContentPartPr/>
                <p14:nvPr/>
              </p14:nvContentPartPr>
              <p14:xfrm>
                <a:off x="9604307" y="2563093"/>
                <a:ext cx="1024920" cy="103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E754CE8-1718-37E5-778C-09B92459495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86307" y="2545453"/>
                  <a:ext cx="106056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BEEB18-FBA7-FD73-BCA4-FF67DA056919}"/>
                    </a:ext>
                  </a:extLst>
                </p14:cNvPr>
                <p14:cNvContentPartPr/>
                <p14:nvPr/>
              </p14:nvContentPartPr>
              <p14:xfrm>
                <a:off x="9911027" y="2893573"/>
                <a:ext cx="381960" cy="408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2A8C43-043F-3DFA-E255-A711A37098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893387" y="2875933"/>
                  <a:ext cx="417600" cy="44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D732170-7D84-2D1B-EB09-A4F71BEBF83B}"/>
                  </a:ext>
                </a:extLst>
              </p14:cNvPr>
              <p14:cNvContentPartPr/>
              <p14:nvPr/>
            </p14:nvContentPartPr>
            <p14:xfrm>
              <a:off x="7342827" y="2765882"/>
              <a:ext cx="3232080" cy="10555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D732170-7D84-2D1B-EB09-A4F71BEBF83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24827" y="2747882"/>
                <a:ext cx="3267720" cy="10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33A5567-8496-98AD-BCF7-BA1E48C37CF0}"/>
                  </a:ext>
                </a:extLst>
              </p14:cNvPr>
              <p14:cNvContentPartPr/>
              <p14:nvPr/>
            </p14:nvContentPartPr>
            <p14:xfrm>
              <a:off x="7423467" y="4211642"/>
              <a:ext cx="2757600" cy="582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33A5567-8496-98AD-BCF7-BA1E48C37CF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05465" y="4193642"/>
                <a:ext cx="2793245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70B182-F1B5-1B94-F571-983ABF615789}"/>
                  </a:ext>
                </a:extLst>
              </p:cNvPr>
              <p:cNvSpPr txBox="1"/>
              <p:nvPr/>
            </p:nvSpPr>
            <p:spPr>
              <a:xfrm>
                <a:off x="8032825" y="1996612"/>
                <a:ext cx="153888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4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40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70B182-F1B5-1B94-F571-983ABF615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2825" y="1996612"/>
                <a:ext cx="1538883" cy="70788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61874C-DC8D-EAC9-EFE9-FD61E35681CB}"/>
                  </a:ext>
                </a:extLst>
              </p:cNvPr>
              <p:cNvSpPr txBox="1"/>
              <p:nvPr/>
            </p:nvSpPr>
            <p:spPr>
              <a:xfrm>
                <a:off x="7711655" y="4980912"/>
                <a:ext cx="192200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̇"/>
                          <m:ctrlPr>
                            <a:rPr lang="en-US" sz="4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4000" b="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4000" b="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0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B61874C-DC8D-EAC9-EFE9-FD61E3568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1655" y="4980912"/>
                <a:ext cx="1922001" cy="7078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6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00C5-8F7C-4312-8516-BEFADA2F7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2F18-A5A4-1716-1294-CB00A1A10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80809"/>
            <a:ext cx="11353800" cy="1325563"/>
          </a:xfrm>
        </p:spPr>
        <p:txBody>
          <a:bodyPr>
            <a:normAutofit/>
          </a:bodyPr>
          <a:lstStyle/>
          <a:p>
            <a:r>
              <a:rPr lang="en-US"/>
              <a:t>x-v System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ADB528-5167-1801-B3C3-BB71DD93CB7C}"/>
                  </a:ext>
                </a:extLst>
              </p14:cNvPr>
              <p14:cNvContentPartPr/>
              <p14:nvPr/>
            </p14:nvContentPartPr>
            <p14:xfrm>
              <a:off x="419100" y="2649093"/>
              <a:ext cx="869760" cy="1117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ADB528-5167-1801-B3C3-BB71DD93CB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100" y="2631093"/>
                <a:ext cx="905400" cy="11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EFB7A77-D636-352A-0BAE-AF7648CD8455}"/>
              </a:ext>
            </a:extLst>
          </p:cNvPr>
          <p:cNvGrpSpPr/>
          <p:nvPr/>
        </p:nvGrpSpPr>
        <p:grpSpPr>
          <a:xfrm>
            <a:off x="689100" y="2970213"/>
            <a:ext cx="365760" cy="488160"/>
            <a:chOff x="6491387" y="3021013"/>
            <a:chExt cx="3657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96741EF-4C5F-3AAF-9591-BF6D99AAAEE1}"/>
                    </a:ext>
                  </a:extLst>
                </p14:cNvPr>
                <p14:cNvContentPartPr/>
                <p14:nvPr/>
              </p14:nvContentPartPr>
              <p14:xfrm>
                <a:off x="6524867" y="3054853"/>
                <a:ext cx="285120" cy="45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6741EF-4C5F-3AAF-9591-BF6D99AAAE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6867" y="3036853"/>
                  <a:ext cx="320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81E47C4-E261-F593-DB27-E176C1663AAF}"/>
                    </a:ext>
                  </a:extLst>
                </p14:cNvPr>
                <p14:cNvContentPartPr/>
                <p14:nvPr/>
              </p14:nvContentPartPr>
              <p14:xfrm>
                <a:off x="6491387" y="3021013"/>
                <a:ext cx="365760" cy="48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1E47C4-E261-F593-DB27-E176C1663A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3747" y="3003373"/>
                  <a:ext cx="4014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BE5C3C-7A32-FB5A-D0DD-3E65A4DD6B9A}"/>
              </a:ext>
            </a:extLst>
          </p:cNvPr>
          <p:cNvGrpSpPr/>
          <p:nvPr/>
        </p:nvGrpSpPr>
        <p:grpSpPr>
          <a:xfrm>
            <a:off x="3802020" y="2512293"/>
            <a:ext cx="1024920" cy="1036800"/>
            <a:chOff x="9604307" y="2563093"/>
            <a:chExt cx="1024920" cy="10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2F55C3B-964B-9576-92E5-A5F2E341CC81}"/>
                    </a:ext>
                  </a:extLst>
                </p14:cNvPr>
                <p14:cNvContentPartPr/>
                <p14:nvPr/>
              </p14:nvContentPartPr>
              <p14:xfrm>
                <a:off x="9604307" y="2563093"/>
                <a:ext cx="1024920" cy="103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F55C3B-964B-9576-92E5-A5F2E341CC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86307" y="2545453"/>
                  <a:ext cx="106056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B10D69A-B70B-0F7E-B0D6-74A4A621848A}"/>
                    </a:ext>
                  </a:extLst>
                </p14:cNvPr>
                <p14:cNvContentPartPr/>
                <p14:nvPr/>
              </p14:nvContentPartPr>
              <p14:xfrm>
                <a:off x="9911027" y="2893573"/>
                <a:ext cx="381960" cy="408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10D69A-B70B-0F7E-B0D6-74A4A62184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93387" y="2875933"/>
                  <a:ext cx="417600" cy="44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2A0639-BC76-E561-F746-3F59E873B1ED}"/>
              </a:ext>
            </a:extLst>
          </p:cNvPr>
          <p:cNvGrpSpPr/>
          <p:nvPr/>
        </p:nvGrpSpPr>
        <p:grpSpPr>
          <a:xfrm>
            <a:off x="6610907" y="463213"/>
            <a:ext cx="5444640" cy="2409120"/>
            <a:chOff x="6610907" y="463213"/>
            <a:chExt cx="5444640" cy="24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B6EB66E-ED32-05BE-B851-A6561784CB76}"/>
                    </a:ext>
                  </a:extLst>
                </p14:cNvPr>
                <p14:cNvContentPartPr/>
                <p14:nvPr/>
              </p14:nvContentPartPr>
              <p14:xfrm>
                <a:off x="6610907" y="463213"/>
                <a:ext cx="33840" cy="240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6EB66E-ED32-05BE-B851-A6561784CB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2907" y="445213"/>
                  <a:ext cx="69480" cy="24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3F044E-F583-89F0-9234-F891A8E46E7A}"/>
                    </a:ext>
                  </a:extLst>
                </p14:cNvPr>
                <p14:cNvContentPartPr/>
                <p14:nvPr/>
              </p14:nvContentPartPr>
              <p14:xfrm>
                <a:off x="6635027" y="1605133"/>
                <a:ext cx="4679640" cy="194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3F044E-F583-89F0-9234-F891A8E46E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17387" y="1587493"/>
                  <a:ext cx="4715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1FC0BF0-EF69-ABFA-89B8-2ADD3FC6229E}"/>
                    </a:ext>
                  </a:extLst>
                </p14:cNvPr>
                <p14:cNvContentPartPr/>
                <p14:nvPr/>
              </p14:nvContentPartPr>
              <p14:xfrm>
                <a:off x="11615627" y="1576333"/>
                <a:ext cx="439920" cy="61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FC0BF0-EF69-ABFA-89B8-2ADD3FC622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97627" y="1558693"/>
                  <a:ext cx="47556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900F48-3601-9559-7952-8E0661BFE24E}"/>
                    </a:ext>
                  </a:extLst>
                </p14:cNvPr>
                <p14:cNvContentPartPr/>
                <p14:nvPr/>
              </p14:nvContentPartPr>
              <p14:xfrm>
                <a:off x="11480987" y="1838773"/>
                <a:ext cx="379800" cy="17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900F48-3601-9559-7952-8E0661BFE2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63347" y="1821133"/>
                  <a:ext cx="4154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7329BA4-8628-1821-988B-6128AE744C35}"/>
              </a:ext>
            </a:extLst>
          </p:cNvPr>
          <p:cNvGrpSpPr/>
          <p:nvPr/>
        </p:nvGrpSpPr>
        <p:grpSpPr>
          <a:xfrm>
            <a:off x="5967947" y="161173"/>
            <a:ext cx="217800" cy="425880"/>
            <a:chOff x="5967947" y="161173"/>
            <a:chExt cx="21780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31AA146-2FB9-872A-3D51-6A356B893C84}"/>
                    </a:ext>
                  </a:extLst>
                </p14:cNvPr>
                <p14:cNvContentPartPr/>
                <p14:nvPr/>
              </p14:nvContentPartPr>
              <p14:xfrm>
                <a:off x="5978747" y="264133"/>
                <a:ext cx="199440" cy="22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1AA146-2FB9-872A-3D51-6A356B893C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60747" y="246493"/>
                  <a:ext cx="235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E80F789-F5DF-FFB9-4E5F-177579D25E8A}"/>
                    </a:ext>
                  </a:extLst>
                </p14:cNvPr>
                <p14:cNvContentPartPr/>
                <p14:nvPr/>
              </p14:nvContentPartPr>
              <p14:xfrm>
                <a:off x="5967947" y="161173"/>
                <a:ext cx="217800" cy="425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E80F789-F5DF-FFB9-4E5F-177579D25E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50307" y="143533"/>
                  <a:ext cx="25344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AC4E62-4D2C-835F-DF3B-A7B3AC621199}"/>
              </a:ext>
            </a:extLst>
          </p:cNvPr>
          <p:cNvGrpSpPr/>
          <p:nvPr/>
        </p:nvGrpSpPr>
        <p:grpSpPr>
          <a:xfrm>
            <a:off x="6452147" y="3685213"/>
            <a:ext cx="5651280" cy="2635560"/>
            <a:chOff x="6452147" y="3685213"/>
            <a:chExt cx="5651280" cy="263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C6CD14-D5FB-C019-B1DC-0954484EF8C2}"/>
                    </a:ext>
                  </a:extLst>
                </p14:cNvPr>
                <p14:cNvContentPartPr/>
                <p14:nvPr/>
              </p14:nvContentPartPr>
              <p14:xfrm>
                <a:off x="6452147" y="3685213"/>
                <a:ext cx="136080" cy="263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C6CD14-D5FB-C019-B1DC-0954484EF8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4507" y="3667213"/>
                  <a:ext cx="171720" cy="26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C3565E-5CA0-64C9-5A1C-723B04FD396C}"/>
                    </a:ext>
                  </a:extLst>
                </p14:cNvPr>
                <p14:cNvContentPartPr/>
                <p14:nvPr/>
              </p14:nvContentPartPr>
              <p14:xfrm>
                <a:off x="6491027" y="4967893"/>
                <a:ext cx="5118120" cy="10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C3565E-5CA0-64C9-5A1C-723B04FD39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73387" y="4949893"/>
                  <a:ext cx="5153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44FD16-1F90-5AEC-5BDD-CF9FF25A6985}"/>
                    </a:ext>
                  </a:extLst>
                </p14:cNvPr>
                <p14:cNvContentPartPr/>
                <p14:nvPr/>
              </p14:nvContentPartPr>
              <p14:xfrm>
                <a:off x="11818667" y="4852333"/>
                <a:ext cx="284760" cy="47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44FD16-1F90-5AEC-5BDD-CF9FF25A69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01027" y="4834333"/>
                  <a:ext cx="3204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890D71E-0CF2-A1CB-3D4F-077400C3FE0D}"/>
                    </a:ext>
                  </a:extLst>
                </p14:cNvPr>
                <p14:cNvContentPartPr/>
                <p14:nvPr/>
              </p14:nvContentPartPr>
              <p14:xfrm>
                <a:off x="11728667" y="4978333"/>
                <a:ext cx="28872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90D71E-0CF2-A1CB-3D4F-077400C3FE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711027" y="4960693"/>
                  <a:ext cx="3243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F13F46C0-BA49-7083-B7C7-CB5CBCA31A4B}"/>
                  </a:ext>
                </a:extLst>
              </p14:cNvPr>
              <p14:cNvContentPartPr/>
              <p14:nvPr/>
            </p14:nvContentPartPr>
            <p14:xfrm>
              <a:off x="5993147" y="3388213"/>
              <a:ext cx="335160" cy="348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13F46C0-BA49-7083-B7C7-CB5CBCA31A4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75147" y="3370573"/>
                <a:ext cx="37080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543D3A-0167-AD55-E364-83217D70DC6D}"/>
                  </a:ext>
                </a:extLst>
              </p14:cNvPr>
              <p14:cNvContentPartPr/>
              <p14:nvPr/>
            </p14:nvContentPartPr>
            <p14:xfrm>
              <a:off x="6574907" y="286093"/>
              <a:ext cx="181800" cy="272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543D3A-0167-AD55-E364-83217D70DC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57267" y="268093"/>
                <a:ext cx="2174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EBE5FD-9BFC-FC72-A372-DB2AA9944867}"/>
                  </a:ext>
                </a:extLst>
              </p14:cNvPr>
              <p14:cNvContentPartPr/>
              <p14:nvPr/>
            </p14:nvContentPartPr>
            <p14:xfrm>
              <a:off x="6397427" y="4880413"/>
              <a:ext cx="210600" cy="157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EBE5FD-9BFC-FC72-A372-DB2AA99448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79787" y="4862773"/>
                <a:ext cx="2462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31ED13C-84DF-F49C-8D1B-0E5800601685}"/>
                  </a:ext>
                </a:extLst>
              </p14:cNvPr>
              <p14:cNvContentPartPr/>
              <p14:nvPr/>
            </p14:nvContentPartPr>
            <p14:xfrm>
              <a:off x="6846707" y="346213"/>
              <a:ext cx="172080" cy="234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31ED13C-84DF-F49C-8D1B-0E58006016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28707" y="328213"/>
                <a:ext cx="2077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6D1501DA-8A8C-69A0-8D49-D2424FD57C63}"/>
                  </a:ext>
                </a:extLst>
              </p14:cNvPr>
              <p14:cNvContentPartPr/>
              <p14:nvPr/>
            </p14:nvContentPartPr>
            <p14:xfrm>
              <a:off x="6696587" y="5230005"/>
              <a:ext cx="150120" cy="134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D1501DA-8A8C-69A0-8D49-D2424FD57C6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678630" y="5212053"/>
                <a:ext cx="185675" cy="170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B96CB99-32B9-DA99-4157-151B8A6CDAFD}"/>
                  </a:ext>
                </a:extLst>
              </p14:cNvPr>
              <p14:cNvContentPartPr/>
              <p14:nvPr/>
            </p14:nvContentPartPr>
            <p14:xfrm>
              <a:off x="7129627" y="632612"/>
              <a:ext cx="286920" cy="133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B96CB99-32B9-DA99-4157-151B8A6CDAF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11627" y="614972"/>
                <a:ext cx="3225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02E1440-D593-D404-A975-B0A7A988A067}"/>
                  </a:ext>
                </a:extLst>
              </p14:cNvPr>
              <p14:cNvContentPartPr/>
              <p14:nvPr/>
            </p14:nvContentPartPr>
            <p14:xfrm>
              <a:off x="6963706" y="5583493"/>
              <a:ext cx="162360" cy="184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02E1440-D593-D404-A975-B0A7A988A06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45746" y="5565493"/>
                <a:ext cx="197921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870C9A2-9458-1C20-24A4-DB6D9A1BCCFF}"/>
                  </a:ext>
                </a:extLst>
              </p14:cNvPr>
              <p14:cNvContentPartPr/>
              <p14:nvPr/>
            </p14:nvContentPartPr>
            <p14:xfrm>
              <a:off x="7485187" y="1039753"/>
              <a:ext cx="137520" cy="105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870C9A2-9458-1C20-24A4-DB6D9A1BCCF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67547" y="1021753"/>
                <a:ext cx="1731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C03A92E-6159-D3D2-B365-2FCC5A942F2D}"/>
                  </a:ext>
                </a:extLst>
              </p14:cNvPr>
              <p14:cNvContentPartPr/>
              <p14:nvPr/>
            </p14:nvContentPartPr>
            <p14:xfrm>
              <a:off x="7213968" y="5797946"/>
              <a:ext cx="157320" cy="156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C03A92E-6159-D3D2-B365-2FCC5A942F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96009" y="5779905"/>
                <a:ext cx="192879" cy="192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A4B75E9-FC65-0639-DC3E-04B82083BAA7}"/>
                  </a:ext>
                </a:extLst>
              </p14:cNvPr>
              <p14:cNvContentPartPr/>
              <p14:nvPr/>
            </p14:nvContentPartPr>
            <p14:xfrm>
              <a:off x="7627187" y="1506133"/>
              <a:ext cx="163800" cy="225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A4B75E9-FC65-0639-DC3E-04B82083BAA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09547" y="1488493"/>
                <a:ext cx="1994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66119B9-1155-2B96-EA7C-7AAF22664BD2}"/>
                  </a:ext>
                </a:extLst>
              </p14:cNvPr>
              <p14:cNvContentPartPr/>
              <p14:nvPr/>
            </p14:nvContentPartPr>
            <p14:xfrm>
              <a:off x="7596274" y="6026014"/>
              <a:ext cx="131400" cy="146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66119B9-1155-2B96-EA7C-7AAF22664BD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78274" y="6008014"/>
                <a:ext cx="1670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96CBC0A-FBEC-E654-4951-2356CA27C94F}"/>
                  </a:ext>
                </a:extLst>
              </p14:cNvPr>
              <p14:cNvContentPartPr/>
              <p14:nvPr/>
            </p14:nvContentPartPr>
            <p14:xfrm>
              <a:off x="7995467" y="2064133"/>
              <a:ext cx="160920" cy="21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6CBC0A-FBEC-E654-4951-2356CA27C94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827" y="2046133"/>
                <a:ext cx="1965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810EDEE-A963-74D8-EDC6-AE6CF4EADFAA}"/>
                  </a:ext>
                </a:extLst>
              </p14:cNvPr>
              <p14:cNvContentPartPr/>
              <p14:nvPr/>
            </p14:nvContentPartPr>
            <p14:xfrm>
              <a:off x="7979854" y="5654833"/>
              <a:ext cx="166320" cy="189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810EDEE-A963-74D8-EDC6-AE6CF4EADF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61854" y="5636833"/>
                <a:ext cx="2019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989701D-0196-5E38-7FE3-B902F92559C9}"/>
                  </a:ext>
                </a:extLst>
              </p14:cNvPr>
              <p14:cNvContentPartPr/>
              <p14:nvPr/>
            </p14:nvContentPartPr>
            <p14:xfrm>
              <a:off x="8448707" y="2652733"/>
              <a:ext cx="173520" cy="104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89701D-0196-5E38-7FE3-B902F92559C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30707" y="2635093"/>
                <a:ext cx="2091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EF214DC-1856-C0F3-C066-33474AE850B6}"/>
                  </a:ext>
                </a:extLst>
              </p14:cNvPr>
              <p14:cNvContentPartPr/>
              <p14:nvPr/>
            </p14:nvContentPartPr>
            <p14:xfrm>
              <a:off x="8353814" y="5405286"/>
              <a:ext cx="91800" cy="113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EF214DC-1856-C0F3-C066-33474AE850B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35814" y="5387343"/>
                <a:ext cx="127440" cy="148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A02857B-5D00-64A2-3E23-9155F6C63AB5}"/>
                  </a:ext>
                </a:extLst>
              </p14:cNvPr>
              <p14:cNvContentPartPr/>
              <p14:nvPr/>
            </p14:nvContentPartPr>
            <p14:xfrm>
              <a:off x="9106787" y="2906893"/>
              <a:ext cx="131040" cy="202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A02857B-5D00-64A2-3E23-9155F6C63A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089147" y="2889253"/>
                <a:ext cx="1666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652A034-1D81-F8D9-A2A2-F7D0F8F91FC1}"/>
                  </a:ext>
                </a:extLst>
              </p14:cNvPr>
              <p14:cNvContentPartPr/>
              <p14:nvPr/>
            </p14:nvContentPartPr>
            <p14:xfrm>
              <a:off x="8773607" y="4967173"/>
              <a:ext cx="214560" cy="141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652A034-1D81-F8D9-A2A2-F7D0F8F91FC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55637" y="4949173"/>
                <a:ext cx="2501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F0A109DD-0503-76C0-9FBF-8068A3BB982E}"/>
                  </a:ext>
                </a:extLst>
              </p14:cNvPr>
              <p14:cNvContentPartPr/>
              <p14:nvPr/>
            </p14:nvContentPartPr>
            <p14:xfrm>
              <a:off x="9139907" y="4685914"/>
              <a:ext cx="127080" cy="115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0A109DD-0503-76C0-9FBF-8068A3BB98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121958" y="4667914"/>
                <a:ext cx="162619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12AEA8A-7091-B09E-36B5-F63B7080021D}"/>
                  </a:ext>
                </a:extLst>
              </p14:cNvPr>
              <p14:cNvContentPartPr/>
              <p14:nvPr/>
            </p14:nvContentPartPr>
            <p14:xfrm>
              <a:off x="9599267" y="2730493"/>
              <a:ext cx="169560" cy="180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12AEA8A-7091-B09E-36B5-F63B7080021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81627" y="2712493"/>
                <a:ext cx="20520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47F5317-291D-9124-389C-D7F84485C7E3}"/>
                  </a:ext>
                </a:extLst>
              </p14:cNvPr>
              <p14:cNvContentPartPr/>
              <p14:nvPr/>
            </p14:nvContentPartPr>
            <p14:xfrm>
              <a:off x="9677459" y="3961504"/>
              <a:ext cx="130680" cy="189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47F5317-291D-9124-389C-D7F84485C7E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659459" y="3943504"/>
                <a:ext cx="16632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497325F5-A56A-257A-81F0-E36D1D1DECB7}"/>
              </a:ext>
            </a:extLst>
          </p:cNvPr>
          <p:cNvGrpSpPr/>
          <p:nvPr/>
        </p:nvGrpSpPr>
        <p:grpSpPr>
          <a:xfrm>
            <a:off x="10030547" y="2184373"/>
            <a:ext cx="139680" cy="248400"/>
            <a:chOff x="10030547" y="2184373"/>
            <a:chExt cx="13968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180F17E-AD5D-32D0-ADB2-E447320059D3}"/>
                    </a:ext>
                  </a:extLst>
                </p14:cNvPr>
                <p14:cNvContentPartPr/>
                <p14:nvPr/>
              </p14:nvContentPartPr>
              <p14:xfrm>
                <a:off x="10141067" y="2280493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180F17E-AD5D-32D0-ADB2-E447320059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23067" y="22628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715A946-7403-17C7-9965-3ABA4378EB41}"/>
                    </a:ext>
                  </a:extLst>
                </p14:cNvPr>
                <p14:cNvContentPartPr/>
                <p14:nvPr/>
              </p14:nvContentPartPr>
              <p14:xfrm>
                <a:off x="10030547" y="2184373"/>
                <a:ext cx="139680" cy="248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15A946-7403-17C7-9965-3ABA4378EB4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2907" y="2166733"/>
                  <a:ext cx="175320" cy="28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CB685228-B16B-3220-AF3D-219FE6B558D4}"/>
                  </a:ext>
                </a:extLst>
              </p14:cNvPr>
              <p14:cNvContentPartPr/>
              <p14:nvPr/>
            </p14:nvContentPartPr>
            <p14:xfrm>
              <a:off x="10404947" y="1649053"/>
              <a:ext cx="149400" cy="262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B685228-B16B-3220-AF3D-219FE6B558D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87307" y="1631413"/>
                <a:ext cx="1850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9D8EE7A6-DC48-E0EA-41FF-85DD5EE4823E}"/>
                  </a:ext>
                </a:extLst>
              </p14:cNvPr>
              <p14:cNvContentPartPr/>
              <p14:nvPr/>
            </p14:nvContentPartPr>
            <p14:xfrm>
              <a:off x="10326359" y="3769993"/>
              <a:ext cx="138600" cy="150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D8EE7A6-DC48-E0EA-41FF-85DD5EE4823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308312" y="3752036"/>
                <a:ext cx="174333" cy="185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2C012FC-D4C2-04D3-DD5E-904105296CD6}"/>
                  </a:ext>
                </a:extLst>
              </p14:cNvPr>
              <p14:cNvContentPartPr/>
              <p14:nvPr/>
            </p14:nvContentPartPr>
            <p14:xfrm>
              <a:off x="10532747" y="255133"/>
              <a:ext cx="790560" cy="1390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C012FC-D4C2-04D3-DD5E-904105296CD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15107" y="237493"/>
                <a:ext cx="826200" cy="142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D62A6F62-34B6-5D35-B7CC-89F937622BB1}"/>
              </a:ext>
            </a:extLst>
          </p:cNvPr>
          <p:cNvGrpSpPr/>
          <p:nvPr/>
        </p:nvGrpSpPr>
        <p:grpSpPr>
          <a:xfrm>
            <a:off x="11375507" y="322453"/>
            <a:ext cx="738720" cy="1225080"/>
            <a:chOff x="11375507" y="322453"/>
            <a:chExt cx="738720" cy="12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318AEB9-5871-88FE-89AF-EF5308939D9C}"/>
                    </a:ext>
                  </a:extLst>
                </p14:cNvPr>
                <p14:cNvContentPartPr/>
                <p14:nvPr/>
              </p14:nvContentPartPr>
              <p14:xfrm>
                <a:off x="11375507" y="322453"/>
                <a:ext cx="492840" cy="1225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318AEB9-5871-88FE-89AF-EF5308939D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57507" y="304453"/>
                  <a:ext cx="528480" cy="12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0FC0674-DB79-7181-A694-7AA7A8EC837C}"/>
                    </a:ext>
                  </a:extLst>
                </p14:cNvPr>
                <p14:cNvContentPartPr/>
                <p14:nvPr/>
              </p14:nvContentPartPr>
              <p14:xfrm>
                <a:off x="11821547" y="628813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0FC0674-DB79-7181-A694-7AA7A8EC83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80354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3BEDDAB-2A68-D7AC-2C48-3553AB3F4E1E}"/>
                    </a:ext>
                  </a:extLst>
                </p14:cNvPr>
                <p14:cNvContentPartPr/>
                <p14:nvPr/>
              </p14:nvContentPartPr>
              <p14:xfrm>
                <a:off x="12016307" y="628813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3BEDDAB-2A68-D7AC-2C48-3553AB3F4E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9866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54FFA76-DDA5-87DC-2B5D-6B8C669E99E6}"/>
                    </a:ext>
                  </a:extLst>
                </p14:cNvPr>
                <p14:cNvContentPartPr/>
                <p14:nvPr/>
              </p14:nvContentPartPr>
              <p14:xfrm>
                <a:off x="12113867" y="628813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54FFA76-DDA5-87DC-2B5D-6B8C669E99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9622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3DD7A9-30D4-CA14-232A-50E6F355F0E4}"/>
                  </a:ext>
                </a:extLst>
              </p14:cNvPr>
              <p14:cNvContentPartPr/>
              <p14:nvPr/>
            </p14:nvContentPartPr>
            <p14:xfrm>
              <a:off x="1049944" y="3739571"/>
              <a:ext cx="3201480" cy="673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3DD7A9-30D4-CA14-232A-50E6F355F0E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31944" y="3721571"/>
                <a:ext cx="323712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80AC8BE-036E-DAC1-EED4-2976A684E455}"/>
                  </a:ext>
                </a:extLst>
              </p14:cNvPr>
              <p14:cNvContentPartPr/>
              <p14:nvPr/>
            </p14:nvContentPartPr>
            <p14:xfrm>
              <a:off x="3662104" y="3527891"/>
              <a:ext cx="1345680" cy="1020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0AC8BE-036E-DAC1-EED4-2976A684E45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644104" y="3510251"/>
                <a:ext cx="1381320" cy="10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B399BA6-1B7C-FC66-33CA-AD43E21E338B}"/>
                  </a:ext>
                </a:extLst>
              </p14:cNvPr>
              <p14:cNvContentPartPr/>
              <p14:nvPr/>
            </p14:nvContentPartPr>
            <p14:xfrm>
              <a:off x="1207624" y="2024171"/>
              <a:ext cx="2998800" cy="672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399BA6-1B7C-FC66-33CA-AD43E21E338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89984" y="2006171"/>
                <a:ext cx="303444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37A706F-0643-7B49-E3D2-D4FAA61948BB}"/>
                  </a:ext>
                </a:extLst>
              </p14:cNvPr>
              <p14:cNvContentPartPr/>
              <p14:nvPr/>
            </p14:nvContentPartPr>
            <p14:xfrm>
              <a:off x="10541537" y="3977891"/>
              <a:ext cx="1768320" cy="2293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7A706F-0643-7B49-E3D2-D4FAA61948B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523537" y="3960251"/>
                <a:ext cx="1803960" cy="232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8111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5AF0-958A-284A-33C8-8FE13895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Oscillation/Vibration Dynamical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9487FD-D24D-638B-8D6C-2FB9BB3BB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281" y="1893358"/>
            <a:ext cx="5722719" cy="347450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6F0D80-9838-4034-0D22-64ADDA0BA7C3}"/>
                  </a:ext>
                </a:extLst>
              </p14:cNvPr>
              <p14:cNvContentPartPr/>
              <p14:nvPr/>
            </p14:nvContentPartPr>
            <p14:xfrm>
              <a:off x="7655987" y="1764253"/>
              <a:ext cx="142560" cy="191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6F0D80-9838-4034-0D22-64ADDA0BA7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37987" y="1746613"/>
                <a:ext cx="178200" cy="19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4AB43D0-7683-1139-E68C-4DB96F2B780D}"/>
              </a:ext>
            </a:extLst>
          </p:cNvPr>
          <p:cNvGrpSpPr/>
          <p:nvPr/>
        </p:nvGrpSpPr>
        <p:grpSpPr>
          <a:xfrm>
            <a:off x="7977107" y="4445533"/>
            <a:ext cx="4071600" cy="1599840"/>
            <a:chOff x="7977107" y="4445533"/>
            <a:chExt cx="4071600" cy="15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6C60B8-4229-36DB-7DA7-21FC3BD941A2}"/>
                    </a:ext>
                  </a:extLst>
                </p14:cNvPr>
                <p14:cNvContentPartPr/>
                <p14:nvPr/>
              </p14:nvContentPartPr>
              <p14:xfrm>
                <a:off x="7977107" y="4445533"/>
                <a:ext cx="11160" cy="1599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6C60B8-4229-36DB-7DA7-21FC3BD941A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59107" y="4427533"/>
                  <a:ext cx="46800" cy="16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636DD6B-1C55-26A1-7866-11A1DB1AB307}"/>
                    </a:ext>
                  </a:extLst>
                </p14:cNvPr>
                <p14:cNvContentPartPr/>
                <p14:nvPr/>
              </p14:nvContentPartPr>
              <p14:xfrm>
                <a:off x="8000867" y="5305573"/>
                <a:ext cx="3840480" cy="5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636DD6B-1C55-26A1-7866-11A1DB1AB30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82867" y="5287933"/>
                  <a:ext cx="3876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FE32B6D-FF37-7A15-43A7-646CA275D02D}"/>
                    </a:ext>
                  </a:extLst>
                </p14:cNvPr>
                <p14:cNvContentPartPr/>
                <p14:nvPr/>
              </p14:nvContentPartPr>
              <p14:xfrm>
                <a:off x="11734067" y="5468293"/>
                <a:ext cx="314640" cy="393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FE32B6D-FF37-7A15-43A7-646CA275D02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16067" y="5450653"/>
                  <a:ext cx="35028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21FB05-D969-8D92-6A86-59D9FF6B48C5}"/>
                    </a:ext>
                  </a:extLst>
                </p14:cNvPr>
                <p14:cNvContentPartPr/>
                <p14:nvPr/>
              </p14:nvContentPartPr>
              <p14:xfrm>
                <a:off x="11582147" y="5650093"/>
                <a:ext cx="34344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21FB05-D969-8D92-6A86-59D9FF6B48C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564507" y="5632453"/>
                  <a:ext cx="3790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2D1BCC0-00E4-1219-D7A7-DE7A5030257F}"/>
              </a:ext>
            </a:extLst>
          </p:cNvPr>
          <p:cNvGrpSpPr/>
          <p:nvPr/>
        </p:nvGrpSpPr>
        <p:grpSpPr>
          <a:xfrm>
            <a:off x="7634027" y="2419453"/>
            <a:ext cx="4301640" cy="621720"/>
            <a:chOff x="7634027" y="2419453"/>
            <a:chExt cx="4301640" cy="62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BEC45E-6247-952A-0162-6931B5ED30D0}"/>
                    </a:ext>
                  </a:extLst>
                </p14:cNvPr>
                <p14:cNvContentPartPr/>
                <p14:nvPr/>
              </p14:nvContentPartPr>
              <p14:xfrm>
                <a:off x="7634027" y="2419453"/>
                <a:ext cx="4248000" cy="102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BEC45E-6247-952A-0162-6931B5ED30D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616027" y="2401813"/>
                  <a:ext cx="42836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14253A7-4DCB-EAC9-757F-1863F7240430}"/>
                    </a:ext>
                  </a:extLst>
                </p14:cNvPr>
                <p14:cNvContentPartPr/>
                <p14:nvPr/>
              </p14:nvContentPartPr>
              <p14:xfrm>
                <a:off x="11665667" y="2619253"/>
                <a:ext cx="270000" cy="421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14253A7-4DCB-EAC9-757F-1863F724043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48027" y="2601613"/>
                  <a:ext cx="3056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001CA23-97B0-5FF1-5190-BD5617686C69}"/>
                    </a:ext>
                  </a:extLst>
                </p14:cNvPr>
                <p14:cNvContentPartPr/>
                <p14:nvPr/>
              </p14:nvContentPartPr>
              <p14:xfrm>
                <a:off x="11483507" y="2742373"/>
                <a:ext cx="353520" cy="14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001CA23-97B0-5FF1-5190-BD5617686C6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465867" y="2724373"/>
                  <a:ext cx="3891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18BB0A8-7204-FD56-CB9A-D2CD16EC5FEA}"/>
              </a:ext>
            </a:extLst>
          </p:cNvPr>
          <p:cNvGrpSpPr/>
          <p:nvPr/>
        </p:nvGrpSpPr>
        <p:grpSpPr>
          <a:xfrm>
            <a:off x="7078187" y="1532773"/>
            <a:ext cx="361080" cy="453600"/>
            <a:chOff x="7078187" y="1532773"/>
            <a:chExt cx="36108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F41C12F-6BF1-5F0F-D5A1-65B9CC37296B}"/>
                    </a:ext>
                  </a:extLst>
                </p14:cNvPr>
                <p14:cNvContentPartPr/>
                <p14:nvPr/>
              </p14:nvContentPartPr>
              <p14:xfrm>
                <a:off x="7135787" y="1532773"/>
                <a:ext cx="106200" cy="424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F41C12F-6BF1-5F0F-D5A1-65B9CC3729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117787" y="1514773"/>
                  <a:ext cx="14184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3149AB1-3476-FFB2-AA69-05FF9D4D339C}"/>
                    </a:ext>
                  </a:extLst>
                </p14:cNvPr>
                <p14:cNvContentPartPr/>
                <p14:nvPr/>
              </p14:nvContentPartPr>
              <p14:xfrm>
                <a:off x="7078187" y="1601173"/>
                <a:ext cx="361080" cy="385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3149AB1-3476-FFB2-AA69-05FF9D4D339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0547" y="1583173"/>
                  <a:ext cx="396720" cy="42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628E333-1B96-0D10-E9F4-146F842674B6}"/>
                  </a:ext>
                </a:extLst>
              </p14:cNvPr>
              <p14:cNvContentPartPr/>
              <p14:nvPr/>
            </p14:nvContentPartPr>
            <p14:xfrm>
              <a:off x="7322627" y="4259773"/>
              <a:ext cx="347760" cy="354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628E333-1B96-0D10-E9F4-146F842674B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304987" y="4242133"/>
                <a:ext cx="383400" cy="3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683E886-2807-CF7B-7E01-55F2DD8FE937}"/>
                  </a:ext>
                </a:extLst>
              </p14:cNvPr>
              <p14:cNvContentPartPr/>
              <p14:nvPr/>
            </p14:nvContentPartPr>
            <p14:xfrm>
              <a:off x="7745627" y="1515493"/>
              <a:ext cx="4329000" cy="1491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683E886-2807-CF7B-7E01-55F2DD8FE93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27987" y="1497853"/>
                <a:ext cx="4364640" cy="15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3900493-8C16-7AD4-8DAF-EB27C7BEAD5D}"/>
                  </a:ext>
                </a:extLst>
              </p14:cNvPr>
              <p14:cNvContentPartPr/>
              <p14:nvPr/>
            </p14:nvContentPartPr>
            <p14:xfrm flipV="1">
              <a:off x="8000867" y="4649833"/>
              <a:ext cx="3330613" cy="1364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3900493-8C16-7AD4-8DAF-EB27C7BEAD5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 flipV="1">
                <a:off x="7982868" y="4632193"/>
                <a:ext cx="3366252" cy="140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9109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C9DE-3C16-AA2C-9E58-C06C1EB95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283B3-FEF3-4B80-592B-A09672AD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HW Due Friday at 5pm</a:t>
            </a:r>
          </a:p>
        </p:txBody>
      </p:sp>
    </p:spTree>
    <p:extLst>
      <p:ext uri="{BB962C8B-B14F-4D97-AF65-F5344CB8AC3E}">
        <p14:creationId xmlns:p14="http://schemas.microsoft.com/office/powerpoint/2010/main" val="4008855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F5EE-BE18-CC1B-1929-F3AD4D645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63478"/>
          </a:xfrm>
        </p:spPr>
        <p:txBody>
          <a:bodyPr>
            <a:normAutofit/>
          </a:bodyPr>
          <a:lstStyle/>
          <a:p>
            <a:pPr algn="ctr"/>
            <a:r>
              <a:rPr lang="en-US" sz="5400"/>
              <a:t>Everything’s a harmonic oscillator, if you’re brave enough</a:t>
            </a:r>
          </a:p>
        </p:txBody>
      </p:sp>
    </p:spTree>
    <p:extLst>
      <p:ext uri="{BB962C8B-B14F-4D97-AF65-F5344CB8AC3E}">
        <p14:creationId xmlns:p14="http://schemas.microsoft.com/office/powerpoint/2010/main" val="1010798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C5FC-0601-FBCC-1C55-E886D6D16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Slice of air in your vocal tract</a:t>
            </a:r>
          </a:p>
        </p:txBody>
      </p:sp>
      <p:pic>
        <p:nvPicPr>
          <p:cNvPr id="4" name="air_compression_rarefaction-2">
            <a:hlinkClick r:id="" action="ppaction://media"/>
            <a:extLst>
              <a:ext uri="{FF2B5EF4-FFF2-40B4-BE49-F238E27FC236}">
                <a16:creationId xmlns:a16="http://schemas.microsoft.com/office/drawing/2014/main" id="{CC6E5314-48CA-9CEC-3282-107950AEBB4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49550" y="1690688"/>
            <a:ext cx="6208183" cy="46561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FE2264-F26C-AC78-B576-44CB7300AB92}"/>
              </a:ext>
            </a:extLst>
          </p:cNvPr>
          <p:cNvSpPr txBox="1"/>
          <p:nvPr/>
        </p:nvSpPr>
        <p:spPr>
          <a:xfrm>
            <a:off x="9126545" y="1027271"/>
            <a:ext cx="265879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High pressure means air very close</a:t>
            </a:r>
          </a:p>
          <a:p>
            <a:endParaRPr lang="en-US" sz="3200"/>
          </a:p>
          <a:p>
            <a:r>
              <a:rPr lang="en-US" sz="3200"/>
              <a:t>Low pressure means air very far apart</a:t>
            </a:r>
          </a:p>
          <a:p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92649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A75F1-A884-B3D3-C01F-324C88CD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There’s a cosine in your mouth!</a:t>
            </a:r>
          </a:p>
        </p:txBody>
      </p:sp>
      <p:pic>
        <p:nvPicPr>
          <p:cNvPr id="4" name="air_particles_cosine">
            <a:hlinkClick r:id="" action="ppaction://media"/>
            <a:extLst>
              <a:ext uri="{FF2B5EF4-FFF2-40B4-BE49-F238E27FC236}">
                <a16:creationId xmlns:a16="http://schemas.microsoft.com/office/drawing/2014/main" id="{508B73F7-DAE9-8AF9-3F2C-988D97BB3E5C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74045" y="1459865"/>
            <a:ext cx="7735887" cy="4351338"/>
          </a:xfrm>
        </p:spPr>
      </p:pic>
    </p:spTree>
    <p:extLst>
      <p:ext uri="{BB962C8B-B14F-4D97-AF65-F5344CB8AC3E}">
        <p14:creationId xmlns:p14="http://schemas.microsoft.com/office/powerpoint/2010/main" val="478411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33EB2-8241-5BA9-5B1A-D8F0855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Vowels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9A2E6-C144-CC31-1F78-B2D8CBE2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767" y="2437229"/>
            <a:ext cx="2708804" cy="2408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B551A-8146-D980-3568-9DF1FA8D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164" y="4210594"/>
            <a:ext cx="2708804" cy="25046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D0F844-5B3E-4DE4-1B4F-621D92279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997" y="4443632"/>
            <a:ext cx="2708803" cy="24143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BFB436-57FF-6CAD-929C-5E243CA8E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446" y="139983"/>
            <a:ext cx="2834240" cy="25046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7670B5-51BC-3DA4-4FE6-6ECB6D1F94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367" y="38221"/>
            <a:ext cx="2946286" cy="27082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2C6E46-A241-4618-896B-5B3C5D215EF9}"/>
              </a:ext>
            </a:extLst>
          </p:cNvPr>
          <p:cNvSpPr txBox="1"/>
          <p:nvPr/>
        </p:nvSpPr>
        <p:spPr>
          <a:xfrm>
            <a:off x="3009036" y="2144842"/>
            <a:ext cx="1075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dean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8A73DD-6796-BCD1-852E-75BB2D646A36}"/>
              </a:ext>
            </a:extLst>
          </p:cNvPr>
          <p:cNvSpPr txBox="1"/>
          <p:nvPr/>
        </p:nvSpPr>
        <p:spPr>
          <a:xfrm>
            <a:off x="2892032" y="6130497"/>
            <a:ext cx="9104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417806-2360-167B-211A-12E6EA6869BF}"/>
              </a:ext>
            </a:extLst>
          </p:cNvPr>
          <p:cNvSpPr txBox="1"/>
          <p:nvPr/>
        </p:nvSpPr>
        <p:spPr>
          <a:xfrm>
            <a:off x="6278691" y="4151244"/>
            <a:ext cx="1083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done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E0BB5A-AD53-1FF2-1626-28583E7C51F3}"/>
              </a:ext>
            </a:extLst>
          </p:cNvPr>
          <p:cNvSpPr txBox="1"/>
          <p:nvPr/>
        </p:nvSpPr>
        <p:spPr>
          <a:xfrm>
            <a:off x="10477615" y="6222919"/>
            <a:ext cx="918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C7D545-D2F5-ECA8-95ED-9247E88E8A4D}"/>
              </a:ext>
            </a:extLst>
          </p:cNvPr>
          <p:cNvSpPr txBox="1"/>
          <p:nvPr/>
        </p:nvSpPr>
        <p:spPr>
          <a:xfrm>
            <a:off x="10568371" y="2120609"/>
            <a:ext cx="10871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dune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C7C861-8362-A525-4E74-47BD385B96A7}"/>
              </a:ext>
            </a:extLst>
          </p:cNvPr>
          <p:cNvSpPr txBox="1"/>
          <p:nvPr/>
        </p:nvSpPr>
        <p:spPr>
          <a:xfrm>
            <a:off x="1934109" y="3098815"/>
            <a:ext cx="1413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B050"/>
                </a:solidFill>
              </a:rPr>
              <a:t>Front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6080C-5313-68A8-64FC-3AA9E2C2A980}"/>
              </a:ext>
            </a:extLst>
          </p:cNvPr>
          <p:cNvSpPr txBox="1"/>
          <p:nvPr/>
        </p:nvSpPr>
        <p:spPr>
          <a:xfrm rot="16200000">
            <a:off x="23102" y="5214541"/>
            <a:ext cx="1130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0070C0"/>
                </a:solidFill>
              </a:rPr>
              <a:t>Low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D4C02F-B62A-71CA-66E7-775F0F5C7D87}"/>
              </a:ext>
            </a:extLst>
          </p:cNvPr>
          <p:cNvSpPr txBox="1"/>
          <p:nvPr/>
        </p:nvSpPr>
        <p:spPr>
          <a:xfrm rot="16200000">
            <a:off x="113048" y="1087973"/>
            <a:ext cx="12554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FF0000"/>
                </a:solidFill>
              </a:rPr>
              <a:t>High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6863A0-7C88-B745-477E-E18CF7542702}"/>
              </a:ext>
            </a:extLst>
          </p:cNvPr>
          <p:cNvSpPr txBox="1"/>
          <p:nvPr/>
        </p:nvSpPr>
        <p:spPr>
          <a:xfrm>
            <a:off x="9292826" y="3200046"/>
            <a:ext cx="1342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rgbClr val="7030A0"/>
                </a:solidFill>
              </a:rPr>
              <a:t>Back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40E0B5-48ED-BA22-A6A8-592396D60AAE}"/>
              </a:ext>
            </a:extLst>
          </p:cNvPr>
          <p:cNvSpPr txBox="1"/>
          <p:nvPr/>
        </p:nvSpPr>
        <p:spPr>
          <a:xfrm>
            <a:off x="5369265" y="4736019"/>
            <a:ext cx="1921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>
                <a:solidFill>
                  <a:schemeClr val="tx1">
                    <a:lumMod val="65000"/>
                    <a:lumOff val="35000"/>
                  </a:schemeClr>
                </a:solidFill>
              </a:rPr>
              <a:t>Central</a:t>
            </a:r>
          </a:p>
        </p:txBody>
      </p:sp>
    </p:spTree>
    <p:extLst>
      <p:ext uri="{BB962C8B-B14F-4D97-AF65-F5344CB8AC3E}">
        <p14:creationId xmlns:p14="http://schemas.microsoft.com/office/powerpoint/2010/main" val="80060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05D5-B797-D8BA-EC8E-D2D9DBAA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vowel_vibrations_cosine_sums">
            <a:hlinkClick r:id="" action="ppaction://media"/>
            <a:extLst>
              <a:ext uri="{FF2B5EF4-FFF2-40B4-BE49-F238E27FC236}">
                <a16:creationId xmlns:a16="http://schemas.microsoft.com/office/drawing/2014/main" id="{EBB01238-4F8E-CAA5-CA09-2EF17B75E51E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45577" y="559531"/>
            <a:ext cx="10734847" cy="6038215"/>
          </a:xfrm>
        </p:spPr>
      </p:pic>
    </p:spTree>
    <p:extLst>
      <p:ext uri="{BB962C8B-B14F-4D97-AF65-F5344CB8AC3E}">
        <p14:creationId xmlns:p14="http://schemas.microsoft.com/office/powerpoint/2010/main" val="2978678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3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E9E3-78A7-9401-E425-EDBD93343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Praat Demonstartion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B7D20-B4E2-EB2B-DA57-885AEA748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7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7E9CA-850D-29F8-09B2-D05CC5135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 things are vibrating. The air in your vocal tract, as above, but also your vocal folds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E6DC5-1955-6008-072F-C0346E444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https://www.youtube.com/watch?v=9Tlpkdq8a8c</a:t>
            </a:r>
          </a:p>
        </p:txBody>
      </p:sp>
    </p:spTree>
    <p:extLst>
      <p:ext uri="{BB962C8B-B14F-4D97-AF65-F5344CB8AC3E}">
        <p14:creationId xmlns:p14="http://schemas.microsoft.com/office/powerpoint/2010/main" val="446053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6C8A2-7766-205A-1AAC-9087EE26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Harmonic Oscillator in Economics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3F6994-36E9-DBF4-BD7B-A438D8F071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308" y="1690688"/>
            <a:ext cx="508013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5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3B1C5-B20F-ACE1-CDF1-2BD02C412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Reading from Meadows online!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4DF2-F833-709D-7988-D3256F554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82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0463-CF49-FD73-7E47-F5081A9D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Music is all about Harmonic oscillators, of course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713CE3-515D-A909-A5CD-7E6F0909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1500" y="1988344"/>
            <a:ext cx="59690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9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0349-B942-0495-E08C-27FAA735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 is made of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A5B71-1D1C-04CC-4CB1-119880B73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https://en.wikipedia.org/wiki/Quantum_harmonic_oscillator</a:t>
            </a:r>
            <a:endParaRPr lang="en-US"/>
          </a:p>
          <a:p>
            <a:r>
              <a:rPr lang="en-US"/>
              <a:t>Matter is made up of atoms with different numbers of electrons, some vibrating at a low frequency and some at a high frequency!!!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67C96E-7795-4E02-4BA8-D8102C7C3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569" y="3349625"/>
            <a:ext cx="473964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58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1AC6-C7BF-936E-BA76-2EC44EE2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3CE1-7E48-CEFC-F04C-1B308B77B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80809"/>
            <a:ext cx="11353800" cy="1325563"/>
          </a:xfrm>
        </p:spPr>
        <p:txBody>
          <a:bodyPr>
            <a:normAutofit/>
          </a:bodyPr>
          <a:lstStyle/>
          <a:p>
            <a:r>
              <a:rPr lang="en-US"/>
              <a:t>x-v System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913B759-F48B-5ADE-68F6-766A8B87D152}"/>
                  </a:ext>
                </a:extLst>
              </p14:cNvPr>
              <p14:cNvContentPartPr/>
              <p14:nvPr/>
            </p14:nvContentPartPr>
            <p14:xfrm>
              <a:off x="419100" y="2649093"/>
              <a:ext cx="869760" cy="1117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ADB528-5167-1801-B3C3-BB71DD93CB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100" y="2631093"/>
                <a:ext cx="905400" cy="115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777D56FF-2F99-4DEF-1127-88B914851E14}"/>
              </a:ext>
            </a:extLst>
          </p:cNvPr>
          <p:cNvGrpSpPr/>
          <p:nvPr/>
        </p:nvGrpSpPr>
        <p:grpSpPr>
          <a:xfrm>
            <a:off x="689100" y="2970213"/>
            <a:ext cx="365760" cy="488160"/>
            <a:chOff x="6491387" y="3021013"/>
            <a:chExt cx="36576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032524-2262-8738-6A79-3F2D3F5982AA}"/>
                    </a:ext>
                  </a:extLst>
                </p14:cNvPr>
                <p14:cNvContentPartPr/>
                <p14:nvPr/>
              </p14:nvContentPartPr>
              <p14:xfrm>
                <a:off x="6524867" y="3054853"/>
                <a:ext cx="285120" cy="45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96741EF-4C5F-3AAF-9591-BF6D99AAAE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6867" y="3036853"/>
                  <a:ext cx="320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7C23D5-D264-8AA5-292E-6C6F98BD17B5}"/>
                    </a:ext>
                  </a:extLst>
                </p14:cNvPr>
                <p14:cNvContentPartPr/>
                <p14:nvPr/>
              </p14:nvContentPartPr>
              <p14:xfrm>
                <a:off x="6491387" y="3021013"/>
                <a:ext cx="365760" cy="485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81E47C4-E261-F593-DB27-E176C1663A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473747" y="3003373"/>
                  <a:ext cx="40140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9C4DC-6BC5-4299-F77D-4EA313A0FCC4}"/>
              </a:ext>
            </a:extLst>
          </p:cNvPr>
          <p:cNvGrpSpPr/>
          <p:nvPr/>
        </p:nvGrpSpPr>
        <p:grpSpPr>
          <a:xfrm>
            <a:off x="3802020" y="2512293"/>
            <a:ext cx="1024920" cy="1036800"/>
            <a:chOff x="9604307" y="2563093"/>
            <a:chExt cx="1024920" cy="10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387158-6510-8D14-5B4C-D7967305B97A}"/>
                    </a:ext>
                  </a:extLst>
                </p14:cNvPr>
                <p14:cNvContentPartPr/>
                <p14:nvPr/>
              </p14:nvContentPartPr>
              <p14:xfrm>
                <a:off x="9604307" y="2563093"/>
                <a:ext cx="1024920" cy="1036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2F55C3B-964B-9576-92E5-A5F2E341CC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586307" y="2545453"/>
                  <a:ext cx="1060560" cy="10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3C004E-909C-4D15-DA27-463E84EA19EC}"/>
                    </a:ext>
                  </a:extLst>
                </p14:cNvPr>
                <p14:cNvContentPartPr/>
                <p14:nvPr/>
              </p14:nvContentPartPr>
              <p14:xfrm>
                <a:off x="9911027" y="2893573"/>
                <a:ext cx="381960" cy="408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B10D69A-B70B-0F7E-B0D6-74A4A621848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893387" y="2875933"/>
                  <a:ext cx="417600" cy="44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A4DC8B7-FC6F-8B42-E582-1DCD2B03928E}"/>
              </a:ext>
            </a:extLst>
          </p:cNvPr>
          <p:cNvGrpSpPr/>
          <p:nvPr/>
        </p:nvGrpSpPr>
        <p:grpSpPr>
          <a:xfrm>
            <a:off x="6610907" y="463213"/>
            <a:ext cx="5444640" cy="2409120"/>
            <a:chOff x="6610907" y="463213"/>
            <a:chExt cx="5444640" cy="240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0B457F6-B401-2A06-3BA7-B319ED965692}"/>
                    </a:ext>
                  </a:extLst>
                </p14:cNvPr>
                <p14:cNvContentPartPr/>
                <p14:nvPr/>
              </p14:nvContentPartPr>
              <p14:xfrm>
                <a:off x="6610907" y="463213"/>
                <a:ext cx="33840" cy="240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B6EB66E-ED32-05BE-B851-A6561784CB7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92907" y="445213"/>
                  <a:ext cx="69480" cy="24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99468E-5329-CE87-1324-203FCBB4F4DE}"/>
                    </a:ext>
                  </a:extLst>
                </p14:cNvPr>
                <p14:cNvContentPartPr/>
                <p14:nvPr/>
              </p14:nvContentPartPr>
              <p14:xfrm>
                <a:off x="6635027" y="1605133"/>
                <a:ext cx="4679640" cy="194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3F044E-F583-89F0-9234-F891A8E46E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17387" y="1587493"/>
                  <a:ext cx="47152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FB96AE-1E05-6740-E628-27A1146868D0}"/>
                    </a:ext>
                  </a:extLst>
                </p14:cNvPr>
                <p14:cNvContentPartPr/>
                <p14:nvPr/>
              </p14:nvContentPartPr>
              <p14:xfrm>
                <a:off x="11615627" y="1576333"/>
                <a:ext cx="439920" cy="616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1FC0BF0-EF69-ABFA-89B8-2ADD3FC622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597627" y="1558693"/>
                  <a:ext cx="47556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6BA26C-73FF-1F28-787B-AEAE524E5F83}"/>
                    </a:ext>
                  </a:extLst>
                </p14:cNvPr>
                <p14:cNvContentPartPr/>
                <p14:nvPr/>
              </p14:nvContentPartPr>
              <p14:xfrm>
                <a:off x="11480987" y="1838773"/>
                <a:ext cx="379800" cy="17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900F48-3601-9559-7952-8E0661BFE24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63347" y="1821133"/>
                  <a:ext cx="41544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76EC20-7A8D-A78D-0DA4-9F06993A6C8E}"/>
              </a:ext>
            </a:extLst>
          </p:cNvPr>
          <p:cNvGrpSpPr/>
          <p:nvPr/>
        </p:nvGrpSpPr>
        <p:grpSpPr>
          <a:xfrm>
            <a:off x="5967947" y="161173"/>
            <a:ext cx="217800" cy="425880"/>
            <a:chOff x="5967947" y="161173"/>
            <a:chExt cx="21780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9EB706-2CED-D65B-78CF-4AED3ED47E09}"/>
                    </a:ext>
                  </a:extLst>
                </p14:cNvPr>
                <p14:cNvContentPartPr/>
                <p14:nvPr/>
              </p14:nvContentPartPr>
              <p14:xfrm>
                <a:off x="5978747" y="264133"/>
                <a:ext cx="199440" cy="22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31AA146-2FB9-872A-3D51-6A356B893C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60747" y="246493"/>
                  <a:ext cx="235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5B046EE-15A7-0E08-8897-2398AE23C44D}"/>
                    </a:ext>
                  </a:extLst>
                </p14:cNvPr>
                <p14:cNvContentPartPr/>
                <p14:nvPr/>
              </p14:nvContentPartPr>
              <p14:xfrm>
                <a:off x="5967947" y="161173"/>
                <a:ext cx="217800" cy="425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E80F789-F5DF-FFB9-4E5F-177579D25E8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950307" y="143533"/>
                  <a:ext cx="253440" cy="46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B37A5D-786E-F0BB-5A54-1D14BE5C49BF}"/>
              </a:ext>
            </a:extLst>
          </p:cNvPr>
          <p:cNvGrpSpPr/>
          <p:nvPr/>
        </p:nvGrpSpPr>
        <p:grpSpPr>
          <a:xfrm>
            <a:off x="6452147" y="3685213"/>
            <a:ext cx="5651280" cy="2635560"/>
            <a:chOff x="6452147" y="3685213"/>
            <a:chExt cx="5651280" cy="263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E639B69-5FA7-6787-6C17-DD9FD89C86D5}"/>
                    </a:ext>
                  </a:extLst>
                </p14:cNvPr>
                <p14:cNvContentPartPr/>
                <p14:nvPr/>
              </p14:nvContentPartPr>
              <p14:xfrm>
                <a:off x="6452147" y="3685213"/>
                <a:ext cx="136080" cy="2635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C6CD14-D5FB-C019-B1DC-0954484EF8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34507" y="3667213"/>
                  <a:ext cx="171720" cy="26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C4A14F-58BE-86F0-0A5C-3B57CB54CE68}"/>
                    </a:ext>
                  </a:extLst>
                </p14:cNvPr>
                <p14:cNvContentPartPr/>
                <p14:nvPr/>
              </p14:nvContentPartPr>
              <p14:xfrm>
                <a:off x="6491027" y="4967893"/>
                <a:ext cx="5118120" cy="10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C3565E-5CA0-64C9-5A1C-723B04FD396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73387" y="4949893"/>
                  <a:ext cx="5153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EF3C8FD-80CA-95E2-0509-5087C0B401C9}"/>
                    </a:ext>
                  </a:extLst>
                </p14:cNvPr>
                <p14:cNvContentPartPr/>
                <p14:nvPr/>
              </p14:nvContentPartPr>
              <p14:xfrm>
                <a:off x="11818667" y="4852333"/>
                <a:ext cx="284760" cy="476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44FD16-1F90-5AEC-5BDD-CF9FF25A69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801027" y="4834333"/>
                  <a:ext cx="32040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2352BDA-7AA1-5D0E-0C80-CB75F96AD4A7}"/>
                    </a:ext>
                  </a:extLst>
                </p14:cNvPr>
                <p14:cNvContentPartPr/>
                <p14:nvPr/>
              </p14:nvContentPartPr>
              <p14:xfrm>
                <a:off x="11728667" y="4978333"/>
                <a:ext cx="288720" cy="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890D71E-0CF2-A1CB-3D4F-077400C3FE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711027" y="4960693"/>
                  <a:ext cx="3243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C82803B-D292-69A4-865C-F96187B1FDDA}"/>
                  </a:ext>
                </a:extLst>
              </p14:cNvPr>
              <p14:cNvContentPartPr/>
              <p14:nvPr/>
            </p14:nvContentPartPr>
            <p14:xfrm>
              <a:off x="5993147" y="3388213"/>
              <a:ext cx="335160" cy="348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F13F46C0-BA49-7083-B7C7-CB5CBCA31A4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975147" y="3370573"/>
                <a:ext cx="37080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23EF36F-16CE-C669-B74F-EBC34EECDF27}"/>
                  </a:ext>
                </a:extLst>
              </p14:cNvPr>
              <p14:cNvContentPartPr/>
              <p14:nvPr/>
            </p14:nvContentPartPr>
            <p14:xfrm>
              <a:off x="6574907" y="286093"/>
              <a:ext cx="181800" cy="272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543D3A-0167-AD55-E364-83217D70DC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57267" y="268093"/>
                <a:ext cx="21744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E8AE695-6596-1586-1A4C-DB9C5BDD231B}"/>
                  </a:ext>
                </a:extLst>
              </p14:cNvPr>
              <p14:cNvContentPartPr/>
              <p14:nvPr/>
            </p14:nvContentPartPr>
            <p14:xfrm>
              <a:off x="6397427" y="4880413"/>
              <a:ext cx="210600" cy="1573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EBE5FD-9BFC-FC72-A372-DB2AA99448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79787" y="4862773"/>
                <a:ext cx="2462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AFAD957-2BB8-A79B-3697-C6D0467E581B}"/>
                  </a:ext>
                </a:extLst>
              </p14:cNvPr>
              <p14:cNvContentPartPr/>
              <p14:nvPr/>
            </p14:nvContentPartPr>
            <p14:xfrm>
              <a:off x="6846707" y="346213"/>
              <a:ext cx="172080" cy="2340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31ED13C-84DF-F49C-8D1B-0E58006016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28707" y="328213"/>
                <a:ext cx="20772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F8AFFA1-6922-D4FE-35F1-66583BA6ACB3}"/>
                  </a:ext>
                </a:extLst>
              </p14:cNvPr>
              <p14:cNvContentPartPr/>
              <p14:nvPr/>
            </p14:nvContentPartPr>
            <p14:xfrm>
              <a:off x="6696587" y="5230005"/>
              <a:ext cx="150120" cy="134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6D1501DA-8A8C-69A0-8D49-D2424FD57C6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678630" y="5212053"/>
                <a:ext cx="185675" cy="1701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9ED8225-FBFA-983E-777D-D1B9188813E3}"/>
                  </a:ext>
                </a:extLst>
              </p14:cNvPr>
              <p14:cNvContentPartPr/>
              <p14:nvPr/>
            </p14:nvContentPartPr>
            <p14:xfrm>
              <a:off x="7129627" y="632612"/>
              <a:ext cx="286920" cy="133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B96CB99-32B9-DA99-4157-151B8A6CDAF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11627" y="614972"/>
                <a:ext cx="3225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3DB114E-B5D4-7450-9862-3C7AA7E9D48C}"/>
                  </a:ext>
                </a:extLst>
              </p14:cNvPr>
              <p14:cNvContentPartPr/>
              <p14:nvPr/>
            </p14:nvContentPartPr>
            <p14:xfrm>
              <a:off x="6963706" y="5583493"/>
              <a:ext cx="162360" cy="184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02E1440-D593-D404-A975-B0A7A988A06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45746" y="5565493"/>
                <a:ext cx="197921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588B8FCC-656C-AA75-70D4-7F9DE4F1C300}"/>
                  </a:ext>
                </a:extLst>
              </p14:cNvPr>
              <p14:cNvContentPartPr/>
              <p14:nvPr/>
            </p14:nvContentPartPr>
            <p14:xfrm>
              <a:off x="7485187" y="1039753"/>
              <a:ext cx="137520" cy="105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870C9A2-9458-1C20-24A4-DB6D9A1BCCF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467547" y="1021753"/>
                <a:ext cx="1731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929EE4DA-2292-FA5F-49DB-07B5F9E6EA0C}"/>
                  </a:ext>
                </a:extLst>
              </p14:cNvPr>
              <p14:cNvContentPartPr/>
              <p14:nvPr/>
            </p14:nvContentPartPr>
            <p14:xfrm>
              <a:off x="7213968" y="5797946"/>
              <a:ext cx="157320" cy="156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C03A92E-6159-D3D2-B365-2FCC5A942F2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96009" y="5779905"/>
                <a:ext cx="192879" cy="192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58C1354-2282-0ADB-A684-FA5194ECA0E5}"/>
                  </a:ext>
                </a:extLst>
              </p14:cNvPr>
              <p14:cNvContentPartPr/>
              <p14:nvPr/>
            </p14:nvContentPartPr>
            <p14:xfrm>
              <a:off x="7627187" y="1506133"/>
              <a:ext cx="163800" cy="2250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A4B75E9-FC65-0639-DC3E-04B82083BAA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09547" y="1488493"/>
                <a:ext cx="19944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9F25FE4-741B-2FAA-F298-503656FB74AF}"/>
                  </a:ext>
                </a:extLst>
              </p14:cNvPr>
              <p14:cNvContentPartPr/>
              <p14:nvPr/>
            </p14:nvContentPartPr>
            <p14:xfrm>
              <a:off x="7596274" y="6026014"/>
              <a:ext cx="131400" cy="146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66119B9-1155-2B96-EA7C-7AAF22664BD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78274" y="6008014"/>
                <a:ext cx="16704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4B1FB66-D0FA-3C59-7BE8-EFFAFB9D39FE}"/>
                  </a:ext>
                </a:extLst>
              </p14:cNvPr>
              <p14:cNvContentPartPr/>
              <p14:nvPr/>
            </p14:nvContentPartPr>
            <p14:xfrm>
              <a:off x="7995467" y="2064133"/>
              <a:ext cx="160920" cy="219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96CBC0A-FBEC-E654-4951-2356CA27C94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977827" y="2046133"/>
                <a:ext cx="1965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26A8CE8-EC34-7BFA-A6CD-BBBD6B1E4F3C}"/>
                  </a:ext>
                </a:extLst>
              </p14:cNvPr>
              <p14:cNvContentPartPr/>
              <p14:nvPr/>
            </p14:nvContentPartPr>
            <p14:xfrm>
              <a:off x="7979854" y="5654833"/>
              <a:ext cx="166320" cy="189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810EDEE-A963-74D8-EDC6-AE6CF4EADFA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61854" y="5636833"/>
                <a:ext cx="2019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286F583-07EE-ED8F-6118-6E03C40BD789}"/>
                  </a:ext>
                </a:extLst>
              </p14:cNvPr>
              <p14:cNvContentPartPr/>
              <p14:nvPr/>
            </p14:nvContentPartPr>
            <p14:xfrm>
              <a:off x="8448707" y="2652733"/>
              <a:ext cx="173520" cy="1040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989701D-0196-5E38-7FE3-B902F92559C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30707" y="2635093"/>
                <a:ext cx="20916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75518E9-2D3C-1DE2-8F1E-172B9C2DA0A7}"/>
                  </a:ext>
                </a:extLst>
              </p14:cNvPr>
              <p14:cNvContentPartPr/>
              <p14:nvPr/>
            </p14:nvContentPartPr>
            <p14:xfrm>
              <a:off x="8353814" y="5405286"/>
              <a:ext cx="91800" cy="113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EF214DC-1856-C0F3-C066-33474AE850B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335814" y="5387343"/>
                <a:ext cx="127440" cy="1485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48BB654-77E9-125B-D567-886654A9F93E}"/>
                  </a:ext>
                </a:extLst>
              </p14:cNvPr>
              <p14:cNvContentPartPr/>
              <p14:nvPr/>
            </p14:nvContentPartPr>
            <p14:xfrm>
              <a:off x="9106787" y="2906893"/>
              <a:ext cx="131040" cy="2026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A02857B-5D00-64A2-3E23-9155F6C63A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089147" y="2889253"/>
                <a:ext cx="16668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31A468F-9179-3D96-70E0-CCC40270C0E1}"/>
                  </a:ext>
                </a:extLst>
              </p14:cNvPr>
              <p14:cNvContentPartPr/>
              <p14:nvPr/>
            </p14:nvContentPartPr>
            <p14:xfrm>
              <a:off x="8773607" y="4967173"/>
              <a:ext cx="214560" cy="1411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652A034-1D81-F8D9-A2A2-F7D0F8F91FC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755637" y="4949173"/>
                <a:ext cx="2501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76D820AF-FE98-E23D-244B-937F7E2CDB33}"/>
                  </a:ext>
                </a:extLst>
              </p14:cNvPr>
              <p14:cNvContentPartPr/>
              <p14:nvPr/>
            </p14:nvContentPartPr>
            <p14:xfrm>
              <a:off x="9139907" y="4685914"/>
              <a:ext cx="127080" cy="1159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F0A109DD-0503-76C0-9FBF-8068A3BB982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121958" y="4667914"/>
                <a:ext cx="162619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44CA4E73-9EC1-CA12-A9B3-ADB7B4AB5FD6}"/>
                  </a:ext>
                </a:extLst>
              </p14:cNvPr>
              <p14:cNvContentPartPr/>
              <p14:nvPr/>
            </p14:nvContentPartPr>
            <p14:xfrm>
              <a:off x="9599267" y="2730493"/>
              <a:ext cx="169560" cy="180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12AEA8A-7091-B09E-36B5-F63B7080021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581627" y="2712493"/>
                <a:ext cx="20520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FB0EF6F-A870-151C-85C0-2A667C519074}"/>
                  </a:ext>
                </a:extLst>
              </p14:cNvPr>
              <p14:cNvContentPartPr/>
              <p14:nvPr/>
            </p14:nvContentPartPr>
            <p14:xfrm>
              <a:off x="9677459" y="3961504"/>
              <a:ext cx="130680" cy="1893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47F5317-291D-9124-389C-D7F84485C7E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659459" y="3943504"/>
                <a:ext cx="16632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18D3846C-C9CF-D2D4-8EFE-973BA0471152}"/>
              </a:ext>
            </a:extLst>
          </p:cNvPr>
          <p:cNvGrpSpPr/>
          <p:nvPr/>
        </p:nvGrpSpPr>
        <p:grpSpPr>
          <a:xfrm>
            <a:off x="10030547" y="2184373"/>
            <a:ext cx="139680" cy="248400"/>
            <a:chOff x="10030547" y="2184373"/>
            <a:chExt cx="13968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E0FEA54-FA14-DABA-DB7F-34E7285DBFD2}"/>
                    </a:ext>
                  </a:extLst>
                </p14:cNvPr>
                <p14:cNvContentPartPr/>
                <p14:nvPr/>
              </p14:nvContentPartPr>
              <p14:xfrm>
                <a:off x="10141067" y="2280493"/>
                <a:ext cx="36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180F17E-AD5D-32D0-ADB2-E447320059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23067" y="226285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F245DB7-8AE0-1F2C-3D83-44B6F9448A22}"/>
                    </a:ext>
                  </a:extLst>
                </p14:cNvPr>
                <p14:cNvContentPartPr/>
                <p14:nvPr/>
              </p14:nvContentPartPr>
              <p14:xfrm>
                <a:off x="10030547" y="2184373"/>
                <a:ext cx="139680" cy="248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715A946-7403-17C7-9965-3ABA4378EB4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12907" y="2166733"/>
                  <a:ext cx="175320" cy="28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5CDB843-67AF-F883-BDB1-71F3367D4628}"/>
                  </a:ext>
                </a:extLst>
              </p14:cNvPr>
              <p14:cNvContentPartPr/>
              <p14:nvPr/>
            </p14:nvContentPartPr>
            <p14:xfrm>
              <a:off x="10404947" y="1649053"/>
              <a:ext cx="149400" cy="2620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CB685228-B16B-3220-AF3D-219FE6B558D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387307" y="1631413"/>
                <a:ext cx="1850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D9030085-4152-C935-CC38-89D488AC05F3}"/>
                  </a:ext>
                </a:extLst>
              </p14:cNvPr>
              <p14:cNvContentPartPr/>
              <p14:nvPr/>
            </p14:nvContentPartPr>
            <p14:xfrm>
              <a:off x="10326359" y="3769993"/>
              <a:ext cx="138600" cy="150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9D8EE7A6-DC48-E0EA-41FF-85DD5EE4823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308312" y="3752036"/>
                <a:ext cx="174333" cy="185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3470505-8DF2-6E1E-DB7B-C4B2B0C1E619}"/>
                  </a:ext>
                </a:extLst>
              </p14:cNvPr>
              <p14:cNvContentPartPr/>
              <p14:nvPr/>
            </p14:nvContentPartPr>
            <p14:xfrm>
              <a:off x="10532747" y="255133"/>
              <a:ext cx="790560" cy="139068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C012FC-D4C2-04D3-DD5E-904105296CD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515107" y="237493"/>
                <a:ext cx="826200" cy="142632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C87F408F-AB76-9977-5A92-947E08C7843B}"/>
              </a:ext>
            </a:extLst>
          </p:cNvPr>
          <p:cNvGrpSpPr/>
          <p:nvPr/>
        </p:nvGrpSpPr>
        <p:grpSpPr>
          <a:xfrm>
            <a:off x="11375507" y="322453"/>
            <a:ext cx="738720" cy="1225080"/>
            <a:chOff x="11375507" y="322453"/>
            <a:chExt cx="738720" cy="122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17B574C-1F5B-2A86-AA16-CEF5FDFD969D}"/>
                    </a:ext>
                  </a:extLst>
                </p14:cNvPr>
                <p14:cNvContentPartPr/>
                <p14:nvPr/>
              </p14:nvContentPartPr>
              <p14:xfrm>
                <a:off x="11375507" y="322453"/>
                <a:ext cx="492840" cy="1225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318AEB9-5871-88FE-89AF-EF5308939D9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357507" y="304453"/>
                  <a:ext cx="528480" cy="12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572BF47-B652-718E-1C81-588F30AA690D}"/>
                    </a:ext>
                  </a:extLst>
                </p14:cNvPr>
                <p14:cNvContentPartPr/>
                <p14:nvPr/>
              </p14:nvContentPartPr>
              <p14:xfrm>
                <a:off x="11821547" y="628813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0FC0674-DB79-7181-A694-7AA7A8EC83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80354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6CC5A95-0FAA-CA48-7494-F57DCAF3A78D}"/>
                    </a:ext>
                  </a:extLst>
                </p14:cNvPr>
                <p14:cNvContentPartPr/>
                <p14:nvPr/>
              </p14:nvContentPartPr>
              <p14:xfrm>
                <a:off x="12016307" y="628813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3BEDDAB-2A68-D7AC-2C48-3553AB3F4E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99866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51499CE-0E6B-45E3-FACB-095816DDB7B6}"/>
                    </a:ext>
                  </a:extLst>
                </p14:cNvPr>
                <p14:cNvContentPartPr/>
                <p14:nvPr/>
              </p14:nvContentPartPr>
              <p14:xfrm>
                <a:off x="12113867" y="628813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54FFA76-DDA5-87DC-2B5D-6B8C669E99E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096227" y="61081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6B2B69-4970-F0A5-3DE1-806DEC4660AB}"/>
                  </a:ext>
                </a:extLst>
              </p14:cNvPr>
              <p14:cNvContentPartPr/>
              <p14:nvPr/>
            </p14:nvContentPartPr>
            <p14:xfrm>
              <a:off x="1049944" y="3739571"/>
              <a:ext cx="3201480" cy="673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3DD7A9-30D4-CA14-232A-50E6F355F0E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31944" y="3721571"/>
                <a:ext cx="3237120" cy="70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B7F6343-DD4E-56C4-EBFF-EA5305A73358}"/>
                  </a:ext>
                </a:extLst>
              </p14:cNvPr>
              <p14:cNvContentPartPr/>
              <p14:nvPr/>
            </p14:nvContentPartPr>
            <p14:xfrm>
              <a:off x="3662104" y="3527891"/>
              <a:ext cx="1345680" cy="1020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80AC8BE-036E-DAC1-EED4-2976A684E455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3644104" y="3510251"/>
                <a:ext cx="1381320" cy="10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8916E2-02B1-DC69-9D00-7DB70AC21178}"/>
                  </a:ext>
                </a:extLst>
              </p14:cNvPr>
              <p14:cNvContentPartPr/>
              <p14:nvPr/>
            </p14:nvContentPartPr>
            <p14:xfrm>
              <a:off x="1207624" y="2024171"/>
              <a:ext cx="2998800" cy="672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B399BA6-1B7C-FC66-33CA-AD43E21E338B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89984" y="2006171"/>
                <a:ext cx="303444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417E667-47B6-0FF8-8AE0-00F291A34992}"/>
                  </a:ext>
                </a:extLst>
              </p14:cNvPr>
              <p14:cNvContentPartPr/>
              <p14:nvPr/>
            </p14:nvContentPartPr>
            <p14:xfrm>
              <a:off x="10541537" y="3977891"/>
              <a:ext cx="1768320" cy="2293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37A706F-0643-7B49-E3D2-D4FAA61948B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0523537" y="3960251"/>
                <a:ext cx="1803960" cy="23292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B2B9715-A4F6-F746-1E40-92D65FB07068}"/>
              </a:ext>
            </a:extLst>
          </p:cNvPr>
          <p:cNvSpPr txBox="1"/>
          <p:nvPr/>
        </p:nvSpPr>
        <p:spPr>
          <a:xfrm>
            <a:off x="581717" y="5124671"/>
            <a:ext cx="4386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Let’s do this in Python!!!</a:t>
            </a:r>
          </a:p>
        </p:txBody>
      </p:sp>
    </p:spTree>
    <p:extLst>
      <p:ext uri="{BB962C8B-B14F-4D97-AF65-F5344CB8AC3E}">
        <p14:creationId xmlns:p14="http://schemas.microsoft.com/office/powerpoint/2010/main" val="144910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1978</TotalTime>
  <Words>533</Words>
  <Application>Microsoft Macintosh PowerPoint</Application>
  <PresentationFormat>Widescreen</PresentationFormat>
  <Paragraphs>74</Paragraphs>
  <Slides>20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Ling 285 Human Language and Technology Lecture 4+5  Dynamical Systems 3 </vt:lpstr>
      <vt:lpstr>HW Due Friday at 5pm</vt:lpstr>
      <vt:lpstr>Harmonic Oscillator: Elements x,v</vt:lpstr>
      <vt:lpstr>Harmonic Oscillator: Elements x,v Example</vt:lpstr>
      <vt:lpstr>Harmonic Oscillator: Elements x, v</vt:lpstr>
      <vt:lpstr>x-v System</vt:lpstr>
      <vt:lpstr>Oscillation/Vibration Dynamical System</vt:lpstr>
      <vt:lpstr>HW Due Friday at 5pm</vt:lpstr>
      <vt:lpstr>Everything’s a harmonic oscillator, if you’re brave enough</vt:lpstr>
      <vt:lpstr>Slice of air in your vocal tract</vt:lpstr>
      <vt:lpstr>There’s a cosine in your mouth!</vt:lpstr>
      <vt:lpstr>Vowels</vt:lpstr>
      <vt:lpstr>PowerPoint Presentation</vt:lpstr>
      <vt:lpstr>Praat Demonstartion</vt:lpstr>
      <vt:lpstr>2 things are vibrating. The air in your vocal tract, as above, but also your vocal folds</vt:lpstr>
      <vt:lpstr>Harmonic Oscillator in Economics</vt:lpstr>
      <vt:lpstr>New Reading from Meadows online!</vt:lpstr>
      <vt:lpstr>Music is all about Harmonic oscillators, of course</vt:lpstr>
      <vt:lpstr>Who is made of matter?</vt:lpstr>
      <vt:lpstr>x-v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Iskarous</dc:creator>
  <cp:lastModifiedBy>Khalil Iskarous</cp:lastModifiedBy>
  <cp:revision>80</cp:revision>
  <dcterms:created xsi:type="dcterms:W3CDTF">2026-08-23T15:08:49Z</dcterms:created>
  <dcterms:modified xsi:type="dcterms:W3CDTF">2026-09-10T16:15:48Z</dcterms:modified>
</cp:coreProperties>
</file>