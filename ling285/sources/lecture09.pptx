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420" r:id="rId3"/>
    <p:sldId id="259" r:id="rId4"/>
    <p:sldId id="404" r:id="rId5"/>
    <p:sldId id="422" r:id="rId6"/>
    <p:sldId id="410" r:id="rId7"/>
    <p:sldId id="424" r:id="rId8"/>
    <p:sldId id="417" r:id="rId9"/>
    <p:sldId id="418" r:id="rId10"/>
    <p:sldId id="288" r:id="rId11"/>
    <p:sldId id="327" r:id="rId12"/>
    <p:sldId id="331" r:id="rId13"/>
    <p:sldId id="332" r:id="rId14"/>
    <p:sldId id="333" r:id="rId15"/>
    <p:sldId id="334" r:id="rId16"/>
    <p:sldId id="42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FFF9"/>
    <a:srgbClr val="DDFFEE"/>
    <a:srgbClr val="EBEBEB"/>
    <a:srgbClr val="B8B618"/>
    <a:srgbClr val="F6A79E"/>
    <a:srgbClr val="FFD0D9"/>
    <a:srgbClr val="FFEF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809"/>
    <p:restoredTop sz="94675"/>
  </p:normalViewPr>
  <p:slideViewPr>
    <p:cSldViewPr snapToGrid="0">
      <p:cViewPr varScale="1">
        <p:scale>
          <a:sx n="71" d="100"/>
          <a:sy n="71" d="100"/>
        </p:scale>
        <p:origin x="192" y="1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5:53:15.928"/>
    </inkml:context>
    <inkml:brush xml:id="br0">
      <inkml:brushProperty name="width" value="0.35" units="cm"/>
      <inkml:brushProperty name="height" value="0.35" units="cm"/>
      <inkml:brushProperty name="color" value="#E71224"/>
    </inkml:brush>
  </inkml:definitions>
  <inkml:trace contextRef="#ctx0" brushRef="#br0">0 1 24575,'0'0'0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2T16:15:25.754"/>
    </inkml:context>
    <inkml:brush xml:id="br0">
      <inkml:brushProperty name="width" value="0.35" units="cm"/>
      <inkml:brushProperty name="height" value="0.35" units="cm"/>
      <inkml:brushProperty name="color" value="#E71224"/>
    </inkml:brush>
  </inkml:definitions>
  <inkml:trace contextRef="#ctx0" brushRef="#br0">1 1 24575,'0'0'0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2T16:15:30.829"/>
    </inkml:context>
    <inkml:brush xml:id="br0">
      <inkml:brushProperty name="width" value="0.35" units="cm"/>
      <inkml:brushProperty name="height" value="0.35" units="cm"/>
      <inkml:brushProperty name="color" value="#E71224"/>
    </inkml:brush>
  </inkml:definitions>
  <inkml:trace contextRef="#ctx0" brushRef="#br0">0 1 24575,'0'0'0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2T16:15:33.828"/>
    </inkml:context>
    <inkml:brush xml:id="br0">
      <inkml:brushProperty name="width" value="0.35" units="cm"/>
      <inkml:brushProperty name="height" value="0.35" units="cm"/>
      <inkml:brushProperty name="color" value="#E71224"/>
    </inkml:brush>
  </inkml:definitions>
  <inkml:trace contextRef="#ctx0" brushRef="#br0">1 0 24575,'0'0'0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2T16:15:36.487"/>
    </inkml:context>
    <inkml:brush xml:id="br0">
      <inkml:brushProperty name="width" value="0.35" units="cm"/>
      <inkml:brushProperty name="height" value="0.35" units="cm"/>
      <inkml:brushProperty name="color" value="#E71224"/>
    </inkml:brush>
  </inkml:definitions>
  <inkml:trace contextRef="#ctx0" brushRef="#br0">0 1 24575,'0'0'0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2T16:15:40.300"/>
    </inkml:context>
    <inkml:brush xml:id="br0">
      <inkml:brushProperty name="width" value="0.35" units="cm"/>
      <inkml:brushProperty name="height" value="0.35" units="cm"/>
      <inkml:brushProperty name="color" value="#E71224"/>
    </inkml:brush>
  </inkml:definitions>
  <inkml:trace contextRef="#ctx0" brushRef="#br0">1 1 24575,'0'0'0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2T16:15:42.441"/>
    </inkml:context>
    <inkml:brush xml:id="br0">
      <inkml:brushProperty name="width" value="0.35" units="cm"/>
      <inkml:brushProperty name="height" value="0.35" units="cm"/>
      <inkml:brushProperty name="color" value="#E71224"/>
    </inkml:brush>
  </inkml:definitions>
  <inkml:trace contextRef="#ctx0" brushRef="#br0">1 1 24575,'0'0'0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2T16:15:44.015"/>
    </inkml:context>
    <inkml:brush xml:id="br0">
      <inkml:brushProperty name="width" value="0.35" units="cm"/>
      <inkml:brushProperty name="height" value="0.35" units="cm"/>
      <inkml:brushProperty name="color" value="#E71224"/>
    </inkml:brush>
  </inkml:definitions>
  <inkml:trace contextRef="#ctx0" brushRef="#br0">1 0 24575,'0'0'0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2T16:15:46.221"/>
    </inkml:context>
    <inkml:brush xml:id="br0">
      <inkml:brushProperty name="width" value="0.35" units="cm"/>
      <inkml:brushProperty name="height" value="0.35" units="cm"/>
      <inkml:brushProperty name="color" value="#E71224"/>
    </inkml:brush>
  </inkml:definitions>
  <inkml:trace contextRef="#ctx0" brushRef="#br0">1 0 24575,'0'0'0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5:08.781"/>
    </inkml:context>
    <inkml:brush xml:id="br0">
      <inkml:brushProperty name="width" value="0.35" units="cm"/>
      <inkml:brushProperty name="height" value="0.35" units="cm"/>
      <inkml:brushProperty name="color" value="#66CC00"/>
    </inkml:brush>
  </inkml:definitions>
  <inkml:trace contextRef="#ctx0" brushRef="#br0">1 1 24575,'0'75'0,"0"0"0,0 0 0,0-1 0,0 3 0,0 4 0,0 3 0,0 1 0,0 4 0,0 3 0,0 3 0,0 0-164,0-7 0,0 1 0,0 2 0,0 1 0,0 0 0,0 1 0,0 6 0,0 0 0,0 2 0,0-1 0,0 1 0,0-1 0,0 0 0,0 0 0,0-1 0,0 1 0,0-1 0,0-1 0,0-4 0,0-1 0,0 0 0,0-1 0,0-1 0,0 0 0,0-6 0,0 1 0,0-1 0,0-1 0,0-2 0,0-2-82,0 23 0,0-2 0,0-3 0,0-3 215,0-12 0,0-2 0,0-3 0,0-3 31,0 7 0,0-4 0,0-5 491,0 6 1,0-7-326,0-19 1,0-3-167,0 46 0,0-38 0,0 6 0,0 27 0,0 13 242,0-29 1,0 5 0,0 4 0,0 4-243,0 0 0,0 4 0,0 4 0,0 2 0,0 3-141,0-15 1,0 3-1,0 2 1,0 2-1,0 1 1,0 1-1,0 1 18,0-1 0,0 1 0,0 1 0,0 2 0,0 0 0,0 1 0,0-1 0,0 1 13,0-11 1,0 1 0,0 0 0,0 0-1,0 0 1,0 0 0,0 0 0,0 0-1,0-2-13,0 9 0,0 1 0,0-1 0,0-1 0,0 0 0,0-1 0,0-1 0,0-2-18,0 2 1,0-1-1,0 0 1,0-3-1,0 0 1,0-3-1,0-2-56,0 16 0,0-3 1,0-2-1,0-3 0,0-3 60,0 2 0,0-3 1,0-4-1,0-4 137,-1-1 0,1-5 0,1-5 491,0 12 1,2-7-49,1-20 1,0-2 539,7 41 0,3 3-492,-7-44 1,0 1-1,3 2 1,0-1-1,2-3 1,2-3 491,17 39 0,2-22 0,4-11-525,2-1-458,9 9 0,7 11 0,0 9 0,-6 0 0,-12-15 0,-13-19 0,-11-18 0,-6-23 0,-4-2 0,-3-11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5:10.848"/>
    </inkml:context>
    <inkml:brush xml:id="br0">
      <inkml:brushProperty name="width" value="0.35" units="cm"/>
      <inkml:brushProperty name="height" value="0.35" units="cm"/>
      <inkml:brushProperty name="color" value="#66CC00"/>
    </inkml:brush>
  </inkml:definitions>
  <inkml:trace contextRef="#ctx0" brushRef="#br0">1 833 24575,'69'4'0,"-14"-2"0,7-1 0,31-1 0,11 0-246,-33 0 0,4 0 0,4 0 0,2 0 49,-4 0 0,2 0 1,3 0-1,1-1 0,2-1 33,-4-1 0,2 0 0,1-1 0,2-2 0,1 0 0,2-2 23,-3-1 1,3 0-1,1-3 1,1 0-1,1-1 1,1 0-1,1-2 18,-4 1 0,1-2 0,1 0 0,0-1 0,2-1 0,1 0 0,0 0 0,1-1 13,-3 1 1,1-1 0,1 0 0,0 0-1,2-1 1,-1 0 0,2 1 0,-1 0-1,0 0 11,-6 2 1,1 1 0,0-1-1,0 0 1,1 1 0,-1 0-1,1 0 1,-1 1 0,-1 0-1,0 1-11,7 0 1,-1-1 0,0 2 0,-1-1-1,0 2 1,0-1 0,-1 2 0,0 0-1,-2 0-13,6 1 0,-1 0 0,0 2 0,-2-1 0,0 1 0,0 1 0,-1 1 0,-1 0-18,8 0 1,-1 1-1,-1 1 1,-1 1-1,0 0 1,0 0-1,-2 1 0,-4 0 1,-2 0-1,0 1 1,0 1-1,-1-1 1,1 0-1,1 1 0,1 0 1,0-1-1,0 1 1,1 1-1,-1-1 1,2 0-1,-1 0 108,4 0 0,-1 0 1,1 0-1,1 0 1,0 0-1,0 0 0,1 0-90,-9 0 0,0 0 0,0 0 0,1 0 0,0 0 0,1 0 0,1 0 0,1 0 13,-5 0 1,2 0 0,0 0 0,0 0-1,1 0 1,1 0 0,0 0 0,0 0-1,0 0 107,5 0 1,0 0-1,0 0 1,1 0-1,0 0 1,0 0 0,0 0-1,0 0 1,1 0 2,-10 0 0,0 0 0,1 0 0,0 0 0,0 0 0,0-1 0,-1 1 0,1 0 0,-1 0 0,0-1 0,7 0 0,1 0 0,0 0 0,-1 0 0,0 0 0,0 0 0,-1-1 0,-1 1 0,-1 0 0,5-1 0,-2 1 0,0-1 0,0 1 0,-2-1 0,0 0 0,-2 1 0,0-1-31,5 1 0,-1-1 1,0 0-1,-2 0 1,-1 1-1,-1-1 1,-2 0 30,5 1 0,-1-1 0,-1 1 0,-2-1 0,-2 1 0,-2 0 196,3 1 1,-3 0-1,-1 0 1,-3 0 0,-1 0 25,8 0 1,-2 0-1,-3 0 1,-3 0 104,7 0 1,-5 1 0,-3 0 163,18 1 1,-6 3-1,-12 0 1,-5 3-1,-15 1 1,-3 0-1,-8 1 1,-3-1 491,34 0 0,-14-18 0,-11-8 0,23 0-492,6 12 1,18 5-247,-19 3 1,9 1 0,8 2 0,6 0-387,-25-2 1,4 0-1,4 1 1,3-1-1,2 1 1,2 0-1,1 0 31,-10-1 1,2 1 0,2 0 0,1 0-1,1 0 1,2 0 0,-1 0 0,1 0-1,0 0 11,-6-1 1,2 1 0,0-1-1,0 1 1,1-1 0,0 1-1,0-1 1,-1 1 0,0-1-1,-1 0-11,7 0 1,0 1 0,0-1 0,0 0-1,-2 0 1,1 1 0,-2-1 0,-1 0-1,-1 0-13,3 0 0,-2 0 0,0 0 0,-1 0 0,-1 0 0,-2 0 0,-1 0 0,-2 0-41,13 1 0,-1-1 0,-3 0 0,-2 0 0,-2 1 0,-3-1-33,-1 1 0,-2 0 1,-3 1-1,-3-1 0,-3 0-131,25 2 0,-6 0 0,-8 0-164,0-1 0,-12 0 1475,17 0-738,-57-8 1,-25 1 0,-10-2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5:22.698"/>
    </inkml:context>
    <inkml:brush xml:id="br0">
      <inkml:brushProperty name="width" value="0.35" units="cm"/>
      <inkml:brushProperty name="height" value="0.35" units="cm"/>
      <inkml:brushProperty name="color" value="#F6630D"/>
    </inkml:brush>
  </inkml:definitions>
  <inkml:trace contextRef="#ctx0" brushRef="#br0">0 1 24575,'16'32'0,"2"1"0,6 2 0,5 6 0,3 0 0,2 1 0,-3-4 0,0 0 0,3 0 0,0 3 0,0-2 0,-4-6 0,-5-4 0,-4-6 0,-4-3 0,-1-3 0,0-1 0,0 0 0,1 2 0,5 4 0,8 4 0,7 2 0,6 3 0,2-1 0,4 2 0,3 1 0,4-1 0,2-4 0,3-3 0,3-1 0,1-1 0,3-1 0,-4 0 0,-2-2 0,1-1 0,2 1 0,3 0 0,7 0 0,4 2 0,6 2 0,7 4 0,-45-13 0,1 1 0,0 1 0,1 0 0,2 1 0,1 0 0,0 0 0,1 0 0,2 2 0,2 0 0,4 0 0,2 0 0,1-1 0,0 0 0,1 1 0,1-1 0,-2 0 0,-1 0 0,-5 0 0,-1 0 0,-4 0 0,-1-1 0,-4-1 0,0 1 0,40 14 0,-1 0 0,5 3 0,-43-16 0,1 0 0,7 4 0,0 0 0,4 2 0,1-1 0,1 1 0,1-2 0,-1 1 0,0-1 0,-4-3 0,-1 0 0,-4-1 0,-2-1 0,42 16 0,-16-5 0,-12-3 0,-5-3 0,6 1 0,11 2 0,15 3 0,-40-12 0,2 2 0,1 0 0,2 2 0,2 0 0,1 1 0,-1 2 0,0 1 0,3 1 0,1 0 0,0 1 0,0-1 0,1 1 0,2 0 0,0-2 0,0 0 0,2-1 0,1-2 0,1 0 0,0-1 0,0-2 0,0-1 0,1-1 0,0-1 0,-2-1 0,0 0 0,1 1 0,0-1 0,-5 0 0,0 0 0,-3-1 0,-1 1 0,-4 0 0,-1 1 0,-4-1 0,-1 1 0,-1 0 0,-1 1 0,45 12 0,-5-2 0,-1-5 0,2-2 0,7-4 0,-48-10 0,-1-1 0,45 2 0,-19-4 0,-21-1 0,21-2 0,-17-1 0,6 2 0,25 3 0,6 2 0,-25-1 0,3 1 0,-2 1 0,-1 1 0,-1 1 0,0 2 0,27 7 0,-2 3 0,-9-2 0,-2 0 0,0 1 0,0-1 0,2 0 0,0-1 0,1-1 0,1-1 0,0-3 0,1 0 0,6-1 0,1-2 0,-6-3 0,0-2 0,0-1 0,1-1 0,-2 1 0,0-1 0,-4 2 0,-1 1 0,1 1 0,-1 3 0,-4 0 0,0 2 0,-1 0 0,-1 0 0,-4 0 0,-1 1 0,4 0 0,1 1 0,2 1 0,2 1 0,6 2 0,4 0 0,-25-5 0,2 0 0,1 1-319,6 0 0,2 2 0,2-1 319,8 2 0,2 0 0,1 2 0,-17-5 0,1 2 0,0-1 0,1 1 0,4 2 0,1-1 0,1 1 0,-1 1 0,-1 0 0,1 0 0,-1 1 0,-2 0 0,19 5 0,-3 1 0,-2-1 0,-11-2 0,-2 0 0,-5-1 0,16 7 0,-6-3 0,-20-7 0,-5-2 0,29 5 0,-32-12 0,-6-8 0,11-2 957,27 2-957,-31 1 0,2 1 0,10 2 0,2 1 0,8 2 0,2 0 0,3 1 0,1 0 0,6 2 0,0-1 0,3 2 0,0 1 0,2 1 0,1 0 0,-29-4 0,0 0 0,1 0 0,1 0 0,0 0 0,0 0 0,1 0 0,0-1 0,0 0 0,27 5 0,-1-2 0,-5-3 0,-1-2 0,0-2 0,-2-2 0,-4-2 0,-1-1 0,0 0 0,0-1 0,-7 0 0,-1 0 0,-7 1 0,-1 0 0,-1 3 0,-1 1 0,2 2 0,0 1 0,4 3 0,2 0 0,6 3 0,2 1 0,5 1 0,1 1 0,2-1 0,1 2 0,5 0 0,0 0 0,0 1 0,0 2 0,-29-7 0,1 1 0,0 1 0,3 2 0,0 0 0,1 1 0,0 0 0,1 1 0,0 0-161,1 0 1,2 0 0,-2 0 160,-2-2 0,0 0 0,-2-1 0,29 5 0,-1-2 0,-8-4 0,-2-3 0,-7-4 0,-3-3 0,-8-2 0,-3-2 0,-12-1 0,-4-1 0,21 0 0,-32-14 0,-22-26 481,-11-4-481,8 3 0,40 23 0,-4 21 0,8 7 0,24 3 0,5 2 0,10 3 0,2 3 0,-29-6 0,0 1 0,0 0 0,-3 0 0,-1-1 0,0 0 0,27 7 0,1 2 0,2 0 0,-1 2 0,-5 1 0,-2 1 0,-1 2 0,-2 2 0,-1-1 0,-3 0 0,-5-1 0,-2-2 0,-4-4 0,-1-1 0,-6-3 0,-2-2 0,30 4 0,-27-9 0,-28-7 0,-21-5 0,-8-1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5:32.365"/>
    </inkml:context>
    <inkml:brush xml:id="br0">
      <inkml:brushProperty name="width" value="0.35" units="cm"/>
      <inkml:brushProperty name="height" value="0.35" units="cm"/>
      <inkml:brushProperty name="color" value="#5B2D90"/>
    </inkml:brush>
  </inkml:definitions>
  <inkml:trace contextRef="#ctx0" brushRef="#br0">1 0 24575,'2'51'0,"7"8"0,8 3 0,7 7 0,1-1 0,-2-5 0,-3-3 0,0-2 0,-3 0 0,-1 0 0,1 2 0,-1 3 0,1 4 0,0 4 0,2 3 0,1 1 0,-2 0 0,0 2 0,0 1 0,-2 3 0,3 7 0,-1 7 0,-8-46 0,0 2 0,1 4 0,1 2 0,-1 1 0,0 1 0,1 5 0,0 1 0,1 5 0,1 2 0,0-2 0,0 2 0,0 1 0,0 0 0,-1-4 0,0-3 0,0-4 0,0-2 0,0-5 0,1-2 0,15 43 0,1-9 0,4 2 0,1 2 0,1 2 0,1-1 0,-4-10 0,-4-12 0,-3-13 0,-3-12 0,2-7 0,3-1 0,7 5 0,5 3 0,7 3 0,2 2 0,2 1 0,2 0 0,6 2 0,8 2 0,12 6 0,-34-27 0,2 0 0,1 0 0,0 0 0,2 0 0,0-2 0,-6-3 0,0-1 0,33 17 0,-11-9 0,-7-8 0,-2-6 0,-2 1 0,-3-2 0,-2 1 0,-3-2 0,-5-1 0,-4-1 0,-3-2 0,3-3 0,5 0 0,7 2 0,9 2 0,3 3 0,3 0 0,5 0 0,2 0 0,1 0 0,-2 0 0,0 0 0,1-1 0,7 0 0,11-1 0,-38-9 0,1 0 0,5 1 0,1-1 0,6 1 0,2-1 0,1 0 0,0-1 0,0-2 0,-1 0 0,0-2 0,-1-1 0,-5-1 0,-1-2 0,-4 1 0,0-2 0,-4 1 0,-1 0 0,44 0 0,-6 0 0,-2 0 0,-2 0 0,-1 0 0,3 0 0,4-5 0,2-4 0,-2-5 0,-7-5 0,-11-7 0,-14-6 0,-16 6 0,-6 7 0,23 14 0,36 13 0,-23 0 0,5 0 0,15 4 0,3 2 0,-30-4 0,2 1 0,1-1-214,5 0 1,3-1-1,-1 1 214,-1-1 0,1 0 0,-1 0 0,2-1 0,-1 0 0,0 0 0,0-1 0,-1 0 0,-1 1 0,24 3 0,-1 1 0,1-1 0,0 1 0,0-1 0,-1-1 0,-31-3 0,1 0 0,0-1 0,3 0 0,0 0 0,0-1 0,28 2 0,-1 0 0,2 0 0,-1 0 0,-5 0 0,-1 1-63,0 1 1,-1 0 62,-2 0 0,-2 0 0,-3 1 0,-1 0 0,4-2 0,1-1 0,0-1 0,2-1 0,-24-3 0,2 0 0,1-1 0,5 0 0,1-1 0,1 0-218,3 0 0,0 0 0,1 0 218,0 0 0,0 0 0,-1 0 0,-3 0 0,-1 0 0,-1 0 0,27 0 0,-3 0 0,-8 0 0,-3 0 0,-6 1 0,-2 0 307,-2 2 1,0 0-308,0 1 0,1 1 0,3-1 0,2 1 0,4-2 0,2-1 0,2 0 0,3-2 0,5 1 0,0-2 0,-3 1 0,-2 0 0,-4 0 0,-3 0 62,-12 0 1,-4 0-63,-12 0 0,-3 0 680,31 2-680,-24 1 0,9-2 0,-16-2 0,8 0 0,-1-1 0,5 0 0,4-1 0,18-1 0,6 0 0,3 0-246,-16 1 0,3 0 0,1 0 0,0-1 0,6 1 0,0-1 0,1 0 0,1 1 226,0 0 1,1-1 0,1 1-1,-1 0 20,1 0 0,0 0 0,0 0 0,0 0 0,-1 0 0,-1-1 0,0 1 0,0 0 0,-5 0 0,0 0 0,-1 0 0,-1 1-60,-8 0 1,-1 0-1,-2 0 1,-2 0 59,13 0 0,-2 1 0,-5 0 0,19 1 0,-6 0 0,-20 0 0,-6 0 0,-14 0 0,-3 0 0,28 2 0,-15 3 245,-8 0 1,-24 0 0,-9-3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6:13.154"/>
    </inkml:context>
    <inkml:brush xml:id="br0">
      <inkml:brushProperty name="width" value="0.35" units="cm"/>
      <inkml:brushProperty name="height" value="0.35" units="cm"/>
      <inkml:brushProperty name="color" value="#F6630D"/>
    </inkml:brush>
  </inkml:definitions>
  <inkml:trace contextRef="#ctx0" brushRef="#br0">0 0 24575,'0'0'0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6:11.031"/>
    </inkml:context>
    <inkml:brush xml:id="br0">
      <inkml:brushProperty name="width" value="0.35" units="cm"/>
      <inkml:brushProperty name="height" value="0.35" units="cm"/>
      <inkml:brushProperty name="color" value="#F6630D"/>
    </inkml:brush>
  </inkml:definitions>
  <inkml:trace contextRef="#ctx0" brushRef="#br0">0 1 24575,'36'61'0,"-9"-19"0,5 2 0,15 14 0,7 2 0,11 12 0,3 1 0,-19-24 0,1 0 0,1 0 0,0-1 0,2-1 0,-2-1 0,23 19 0,-2-1 0,-2-2 0,-2 0 0,-6-3 0,-3-1 0,-7-4 0,-2-1 0,-7-5 0,-2-1 0,-7-8 0,-2-1 0,20 23 0,-15-19 0,-20-22 0,-9-11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6:12.332"/>
    </inkml:context>
    <inkml:brush xml:id="br0">
      <inkml:brushProperty name="width" value="0.35" units="cm"/>
      <inkml:brushProperty name="height" value="0.35" units="cm"/>
      <inkml:brushProperty name="color" value="#F6630D"/>
    </inkml:brush>
  </inkml:definitions>
  <inkml:trace contextRef="#ctx0" brushRef="#br0">913 1 24575,'-16'47'0,"-1"0"0,-10 15 0,-4 5 0,3-8 0,-4 4 0,-1 2-328,-6 7 0,-3 2 0,-1 0 135,0-1 1,-1 0 0,1-2 192,0-3 0,1-1 0,1-3 91,-15 21 0,3-6-91,9-12 0,2-5 168,7-9 0,4-5-168,-12 20 0,19-26 0,11-16 0,8-16 0,2-3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6:14.114"/>
    </inkml:context>
    <inkml:brush xml:id="br0">
      <inkml:brushProperty name="width" value="0.35" units="cm"/>
      <inkml:brushProperty name="height" value="0.35" units="cm"/>
      <inkml:brushProperty name="color" value="#F6630D"/>
    </inkml:brush>
  </inkml:definitions>
  <inkml:trace contextRef="#ctx0" brushRef="#br0">1 1 24575,'97'0'0,"-46"0"0,1 0 0,4 0 0,1 0 0,-1 0 0,0 0 0,36 0 0,-23 0 0,-31 0 0,-22 0 0,-10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6:15.065"/>
    </inkml:context>
    <inkml:brush xml:id="br0">
      <inkml:brushProperty name="width" value="0.35" units="cm"/>
      <inkml:brushProperty name="height" value="0.35" units="cm"/>
      <inkml:brushProperty name="color" value="#F6630D"/>
    </inkml:brush>
  </inkml:definitions>
  <inkml:trace contextRef="#ctx0" brushRef="#br0">0 55 24575,'76'0'0,"2"-2"0,-9-5 0,-7-1 0,-11 1 0,-8 2 0,-4 5 0,-1 0 0,0-2 0,-6-1 0,-2-1 0,-5-2 0,-5 1 0,-9 2 0,-5 1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6:15.966"/>
    </inkml:context>
    <inkml:brush xml:id="br0">
      <inkml:brushProperty name="width" value="0.35" units="cm"/>
      <inkml:brushProperty name="height" value="0.35" units="cm"/>
      <inkml:brushProperty name="color" value="#F6630D"/>
    </inkml:brush>
  </inkml:definitions>
  <inkml:trace contextRef="#ctx0" brushRef="#br0">0 129 24575,'70'-2'0,"-1"0"0,10-5 0,2-2 0,5-3 0,0-2 0,-7-1 0,-5-1 0,-16 1 0,-7 2 0,10-3 0,-27 9 0,-23 6 0,-7 2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6:16.815"/>
    </inkml:context>
    <inkml:brush xml:id="br0">
      <inkml:brushProperty name="width" value="0.35" units="cm"/>
      <inkml:brushProperty name="height" value="0.35" units="cm"/>
      <inkml:brushProperty name="color" value="#F6630D"/>
    </inkml:brush>
  </inkml:definitions>
  <inkml:trace contextRef="#ctx0" brushRef="#br0">1 0 24575,'0'51'0,"0"0"0,0 19 0,0 6 0,0-11 0,0 3 0,0 2-304,0 10 1,0 2 0,0-1 303,0-4 0,0-1 0,0-1 0,0-7 0,0 0 0,0-4 149,0 18 0,0-7-149,0-18 0,0-5 151,0 20-151,0-35 0,0-25 0,0-7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6:17.765"/>
    </inkml:context>
    <inkml:brush xml:id="br0">
      <inkml:brushProperty name="width" value="0.35" units="cm"/>
      <inkml:brushProperty name="height" value="0.35" units="cm"/>
      <inkml:brushProperty name="color" value="#F6630D"/>
    </inkml:brush>
  </inkml:definitions>
  <inkml:trace contextRef="#ctx0" brushRef="#br0">1242 1 24575,'-27'48'0,"-8"13"0,-11 22 0,16-31 0,-1 5 0,-7 10 0,-2 4 0,6-13 0,-1 1 0,-3 3-328,-6 9 0,-3 2 0,-1 2 0,-5 6 0,-1 2 0,-1 0 256,-1-2 1,1-1 0,0-1 92,4-5 0,-1-1 0,3-4-21,8-10 0,1-2 0,3-4 0,-5 6 0,5-5 0,-9 20 0,27-36 0,13-20 0,5-10 0,1-4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6:19.181"/>
    </inkml:context>
    <inkml:brush xml:id="br0">
      <inkml:brushProperty name="width" value="0.35" units="cm"/>
      <inkml:brushProperty name="height" value="0.35" units="cm"/>
      <inkml:brushProperty name="color" value="#F6630D"/>
    </inkml:brush>
  </inkml:definitions>
  <inkml:trace contextRef="#ctx0" brushRef="#br0">151 527 24575,'44'-47'0,"-1"-1"0,15-5 0,7 0 0,-10 12 0,3-1 0,2 2 0,2 2 0,2 3 0,-1 4 0,21-3 0,-3 9 0,-13 7 0,-4 5 0,29 4 0,-36 14 0,-24 6 0,-14 20 0,-14 25 0,-38 36 0,-4-28 0,-11 1 0,-15 7 0,-7-1 0,18-21 0,-4-2 0,0-2 0,-21 16 0,3-4 0,14-15 0,5-3 0,-21 15 0,42-29 0,32-15 0,40-7 0,42-4 0,-26 0 0,4 4 0,9 6 0,2 8 0,1 9 0,-3 10 0,-4 11 0,-8 11 0,-6 11 0,-10 7 0,-11 5 0,-12 4 0,-15 6 0,-14 1 0,-5-28 0,-7 0 0,-6-2 0,-8 1 0,-5-1 0,-6-4 0,-8-2 0,-5-4 0,-4-5-238,-3-6 0,-4-5 1,1-6 237,5-6 0,0-5 0,2-4 0,-22-4 0,6-8 0,21-5 0,8-3 0,1-5 0,27-1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6:20.264"/>
    </inkml:context>
    <inkml:brush xml:id="br0">
      <inkml:brushProperty name="width" value="0.35" units="cm"/>
      <inkml:brushProperty name="height" value="0.35" units="cm"/>
      <inkml:brushProperty name="color" value="#F6630D"/>
    </inkml:brush>
  </inkml:definitions>
  <inkml:trace contextRef="#ctx0" brushRef="#br0">994 0 24575,'-43'66'0,"-12"16"0,18-29 0,-4 2 0,-4 8 0,-2 3 0,-5 10 0,-1 3-256,14-21 1,0 1 0,0 3 255,-3 5 0,-1 2 0,2 0 0,0-1 0,1 0 0,0-1 0,5-5 0,0 0 0,3-4 94,-8 14 1,4-5-95,12-20 0,3-5 0,-3 12 0,15-34 0,15-32 0,10-23 0,-4 7 0,2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6:21.465"/>
    </inkml:context>
    <inkml:brush xml:id="br0">
      <inkml:brushProperty name="width" value="0.35" units="cm"/>
      <inkml:brushProperty name="height" value="0.35" units="cm"/>
      <inkml:brushProperty name="color" value="#F6630D"/>
    </inkml:brush>
  </inkml:definitions>
  <inkml:trace contextRef="#ctx0" brushRef="#br0">0 1 24575,'57'61'0,"-22"-19"0,4 3 0,11 15 0,3 4 0,6 8 0,3 2 0,-20-23 0,2 0 0,-1 0 0,23 24 0,1-1 0,-4-5 0,0-1 0,-4-4 0,0-2 0,-5-5 0,-2-1 0,-6-6 0,-4-2 0,-5-3 0,-3-2 0,16 26 0,-18-15 0,-10-15 0,-7-11 0,-6-8 0,-5-10 0,-2-5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6:48.082"/>
    </inkml:context>
    <inkml:brush xml:id="br0">
      <inkml:brushProperty name="width" value="0.1" units="cm"/>
      <inkml:brushProperty name="height" value="0.1" units="cm"/>
      <inkml:brushProperty name="color" value="#5B2D90"/>
    </inkml:brush>
  </inkml:definitions>
  <inkml:trace contextRef="#ctx0" brushRef="#br0">1 1 24575,'48'36'0,"1"0"0,23 13 0,10 5 0,-9-7 0,7 4 0,3 1-1212,-10-7 0,3 1 1,1 0-1,0 0 1212,-2-1 0,0-1 0,0 1 0,-1-2 0,-5-3 0,0 0 0,-1-1 0,-3-1 417,9 6 0,-2-2 1,-5-2-418,11 5 0,-7-2 417,-14-9 1,-6-2-418,11 9 0,-29-17 0,-20-10 2561,-9-5-2561,-3-1-1647,-1-1 1,0-1 0,0-2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6:49.132"/>
    </inkml:context>
    <inkml:brush xml:id="br0">
      <inkml:brushProperty name="width" value="0.1" units="cm"/>
      <inkml:brushProperty name="height" value="0.1" units="cm"/>
      <inkml:brushProperty name="color" value="#5B2D90"/>
    </inkml:brush>
  </inkml:definitions>
  <inkml:trace contextRef="#ctx0" brushRef="#br0">1739 0 24575,'-50'79'0,"5"-14"0,-7 8 0,0 0 0,-6 6 0,-3 3-1361,5-8 0,-4 2 0,-1 3 0,-2 0 1361,8-7 0,-3 0 0,0 2 0,0 0 0,0-1 0,2-2 0,-1-1 0,0 1 0,1-1 0,1-2 0,-7 10 0,0-1 0,2-1 0,3-3 390,-7 10 1,4-3 0,4-6-391,-3 7 0,8-9 488,20-22 1,5-7-489,6 3 0,16-24 0,4-9 717,2-5 1,-1-4 0,1-2-1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6:50.215"/>
    </inkml:context>
    <inkml:brush xml:id="br0">
      <inkml:brushProperty name="width" value="0.1" units="cm"/>
      <inkml:brushProperty name="height" value="0.1" units="cm"/>
      <inkml:brushProperty name="color" value="#5B2D90"/>
    </inkml:brush>
  </inkml:definitions>
  <inkml:trace contextRef="#ctx0" brushRef="#br0">1 1 24575,'0'0'0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6:51.216"/>
    </inkml:context>
    <inkml:brush xml:id="br0">
      <inkml:brushProperty name="width" value="0.1" units="cm"/>
      <inkml:brushProperty name="height" value="0.1" units="cm"/>
      <inkml:brushProperty name="color" value="#5B2D90"/>
    </inkml:brush>
  </inkml:definitions>
  <inkml:trace contextRef="#ctx0" brushRef="#br0">0 302 24575,'80'-4'0,"-14"-5"0,8-4 0,-5-2 0,5-3 0,2 0-486,9-4 1,1 0 0,-1-2 485,-6 0 0,-1-1 0,-3 2 0,21-5 0,-8 5 236,-30 9 1,-7 4-237,9 1 0,-38 9 0,-19 1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6:52.204"/>
    </inkml:context>
    <inkml:brush xml:id="br0">
      <inkml:brushProperty name="width" value="0.1" units="cm"/>
      <inkml:brushProperty name="height" value="0.1" units="cm"/>
      <inkml:brushProperty name="color" value="#5B2D90"/>
    </inkml:brush>
  </inkml:definitions>
  <inkml:trace contextRef="#ctx0" brushRef="#br0">1 435 24575,'32'-9'0,"27"-15"0,-10 4 0,6-4 0,19-9 0,7-3 0,-18 7 0,3 1 0,1-1 0,2 2 0,1 0 0,-1 1 0,26-9 0,-4 4 0,-17 10 0,-7 4 0,14 3 0,-36 10 0,-27 7 0,-13 0 0,-4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6:53.165"/>
    </inkml:context>
    <inkml:brush xml:id="br0">
      <inkml:brushProperty name="width" value="0.1" units="cm"/>
      <inkml:brushProperty name="height" value="0.1" units="cm"/>
      <inkml:brushProperty name="color" value="#5B2D90"/>
    </inkml:brush>
  </inkml:definitions>
  <inkml:trace contextRef="#ctx0" brushRef="#br0">0 28 24575,'33'0'0,"48"0"0,-12 0 0,7 0 0,16 0 0,3 0 0,5-3 0,-1 0 0,-13-1 0,-5 0 0,-19 0 0,-6 0 0,17-2 0,-43 6 0,-19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7:02.182"/>
    </inkml:context>
    <inkml:brush xml:id="br0">
      <inkml:brushProperty name="width" value="0.1" units="cm"/>
      <inkml:brushProperty name="height" value="0.1" units="cm"/>
      <inkml:brushProperty name="color" value="#5B2D90"/>
    </inkml:brush>
  </inkml:definitions>
  <inkml:trace contextRef="#ctx0" brushRef="#br0">1 167 24575,'52'-10'0,"1"0"0,16-6 0,6-1 0,-8 2 0,4 1 0,1-1 0,2 1 0,1 0 0,-2 3 0,29-2 0,-5 4 0,-16 3 0,-7 4 0,22 11 0,-37 29 0,-45 45 0,-28-15 0,-12 7 0,-12 13 0,-8 2 0,10-29 0,-2-1 0,-1-3 0,-21 24 0,0-6 0,11-18 0,3-6 0,-22 20 0,26-31 0,24-23 0,15-11 0,26-6 0,35 3 0,37 15 0,-35-1 0,2 6 0,2 8 0,-2 7 0,-4 6 0,-6 5 0,-8 3 0,-7 5 0,-9 5 0,-8 4 0,-8 3 0,-11 2 0,-17 7 0,-13 0 0,-2-20 0,-7-2 0,-4-2-181,-7 0 1,-5-4 0,-2-1 180,-4-3 0,-2-3 0,1-3 0,-22 8 0,5-8 0,17-14 0,6-4 0,-18 7 0,40-19 0,21-4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7:02.865"/>
    </inkml:context>
    <inkml:brush xml:id="br0">
      <inkml:brushProperty name="width" value="0.1" units="cm"/>
      <inkml:brushProperty name="height" value="0.1" units="cm"/>
      <inkml:brushProperty name="color" value="#5B2D90"/>
    </inkml:brush>
  </inkml:definitions>
  <inkml:trace contextRef="#ctx0" brushRef="#br0">0 1 24575,'0'0'0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7:04.181"/>
    </inkml:context>
    <inkml:brush xml:id="br0">
      <inkml:brushProperty name="width" value="0.1" units="cm"/>
      <inkml:brushProperty name="height" value="0.1" units="cm"/>
      <inkml:brushProperty name="color" value="#5B2D90"/>
    </inkml:brush>
  </inkml:definitions>
  <inkml:trace contextRef="#ctx0" brushRef="#br0">1038 0 24575,'-28'43'0,"-25"41"0,8-11 0,-5 10-806,8-11 0,-1 4 0,-1 2 806,-1 6 0,-1 2 0,1-1 0,2-1 0,2 0 0,1-3-4,6-9 1,1-2 0,2-3 3,-5 13 0,4-5 289,7-17 0,2-4-289,-11 27 0,12-23 0,0-6 1208,-1 0-1208,-6 6 642,-5 3-642,2-5 0,3-9 0,9-14 0,12-17 0,2-7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7:05.148"/>
    </inkml:context>
    <inkml:brush xml:id="br0">
      <inkml:brushProperty name="width" value="0.1" units="cm"/>
      <inkml:brushProperty name="height" value="0.1" units="cm"/>
      <inkml:brushProperty name="color" value="#5B2D90"/>
    </inkml:brush>
  </inkml:definitions>
  <inkml:trace contextRef="#ctx0" brushRef="#br0">1 0 24575,'24'41'0,"33"37"0,-4-13 0,9 7-894,-9-11 0,4 3 0,3 1 894,4 6 0,2 1 0,2-1 0,-15-16 0,1 0 0,0-1 0,0-1 0,13 10 0,-1-1 0,-1-1 0,-5-7 0,0-1 0,-1-1 184,-4-5 0,-2 0 1,0-2-185,16 16 0,-2-1 255,-6-3 0,-5 1-255,-10-7 0,-5 1 0,-8-7 0,-4 0 0,13 29 1371,-14-21-1371,-8-17 62,-6-16 0,-7-10 0,-2-6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7:27.731"/>
    </inkml:context>
    <inkml:brush xml:id="br0">
      <inkml:brushProperty name="width" value="0.1" units="cm"/>
      <inkml:brushProperty name="height" value="0.1" units="cm"/>
      <inkml:brushProperty name="color" value="#5B2D90"/>
    </inkml:brush>
  </inkml:definitions>
  <inkml:trace contextRef="#ctx0" brushRef="#br0">1 2240 24575,'0'-77'0,"0"-3"0,0-12 0,0 9 0,0-6 0,0-2-591,0 11 1,0-1 0,0-2 0,0 0 590,0-2 0,0 0 0,0 1 0,0 3 0,0-13 0,0 4 0,0 3 0,0 12 0,0 2 0,0 4 252,0-15 1,0 6-253,0 13 0,0 2 224,0 9 0,0 1-224,6-37 0,10 26 0,12 37 1204,23 68-1204,-14 16 0,1 14 0,-6-7 0,1 6 0,-1 2-193,4 8 0,-1 3 1,1-2 192,0-3 0,-1 0 0,1-5 0,-5-10 0,0-2 0,-1-5 0,7 8 0,0-7 0,-6-13 0,0-7 0,19-3 0,4-67 0,-7-25 0,-14-13 782,-17 16-782,-16 68 0,0 44 0,0-8 0,0 7 0,3 18 0,3 4 0,2 8 0,3 5 0,0-16 0,0 3 0,1 4-649,3 10 0,0 3 0,1 4 649,-4-16 0,1 2 0,1 2 0,0 1 0,-1-9 0,0 0 0,1 2 0,0 0 0,1-1 0,5 19 0,0-1 0,0 0 0,2-3 0,-1-5 0,1 0 0,1-3 0,0-4 0,5 9 0,1-4 0,0-6 0,5 6 0,-1-12 0,-8-26 0,-1-8 0,8 8 0,-16-34 0,-7-30 0,-6-33 1947,-3-29-1947,-3-14 0,-3 6 0,-1 22 0,0 23 0,4 18 0,1 14 0,2 4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7:30.215"/>
    </inkml:context>
    <inkml:brush xml:id="br0">
      <inkml:brushProperty name="width" value="0.1" units="cm"/>
      <inkml:brushProperty name="height" value="0.1" units="cm"/>
      <inkml:brushProperty name="color" value="#5B2D90"/>
    </inkml:brush>
  </inkml:definitions>
  <inkml:trace contextRef="#ctx0" brushRef="#br0">0 1033 24575,'0'42'0,"0"42"0,0-16 0,0 7 0,0 15 0,0 3 0,0 2 0,0 0 0,0-10 0,2-4 0,1-16 0,2-5 0,10 24 0,17-40 0,17-35 0,20-59 0,-29 5 0,-3-9 0,0-19 0,-5-6 0,-2-10 0,-5-2 0,-8 11 0,-4 3 0,-4 13 0,-2 6 0,0-14 0,-3 40 0,6 34 0,14 32 0,18 28 0,-11-20 0,6 0 0,5 0 0,4-3 0,2-5 0,2-4 0,-1-7 0,0-4 0,38 1 0,-11-18 0,-11-28 0,-13-29 0,-14-22 0,-13-3 0,-13 18 0,-5 22 0,-1 19 0,22 13 0,44 3 0,-20 3 0,6 0 0,12 0 0,2 1 0,1-1 0,-3 1 0,-10 0 0,-4 2 0,27 8 0,-37 22 0,-34 30 0,-32 26 0,0-38 0,-7 0 0,-3-4 0,-5-5 0,-41 23 0,0-28 0,9-22 0,13-15 0,16-8 0,18-2 0,12 1 0,18 4 0,36 0 0,48-3 0,-30 3 0,3-1 0,11-4 0,1 0 0,-5-1 0,-1 0 0,-10-1 0,-4-1 0,37-14 0,-33-1 0,-20-21 0,-11-42 0,-15 26 0,-3-7 0,1-14 0,-2-4 0,-1-1 0,-1 1 0,-4 11 0,-2 4 0,-2 14 0,-1 5 0,-6-27 0,-10 18 0,-12 1 0,-14-7 0,-7-6 0,-3 3 0,3 13 0,7 19 0,10 17 0,13 20 0,8 34 0,5 19 0,4 13 0,2 4 0,2 7 0,3 5-441,3-4 1,1 4 0,3 2 0,2 1 440,4 7 0,3 2 0,3 0 0,4-3 0,3-1 0,2-2 0,4-3 0,3-3 0,1-7 0,2-3 0,3-3 0,3-6-192,15 8 0,5-6 0,1-8 192,-3-11 0,1-5 0,2-7 0,-4-6 0,2-5 0,-2-9 0,25-9 0,-5-18 0,-15-19 0,-9-16 0,-10-17 0,-11-10 0,-13-11 0,-11-3 0,-8 7 0,-10 2 0,-9 15 0,-8 5 0,-6 16 0,-7 7 1707,-38-16-1707,-4 30 630,14 33-630,18 49 0,26 1 0,9 10 0,12 24 0,13 6-236,1-24 0,5 2 0,6-2 236,8-1 0,5-1 0,7-7 0,5-5 0,6-5 0,1-7-36,-2-9 1,1-5 0,-1-5 35,20 0 0,-6-8 0,13-4 0,-45-12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7:32.315"/>
    </inkml:context>
    <inkml:brush xml:id="br0">
      <inkml:brushProperty name="width" value="0.1" units="cm"/>
      <inkml:brushProperty name="height" value="0.1" units="cm"/>
      <inkml:brushProperty name="color" value="#5B2D90"/>
    </inkml:brush>
  </inkml:definitions>
  <inkml:trace contextRef="#ctx0" brushRef="#br0">221 1 24575,'-17'0'0,"-1"2"0,-4 9 0,-4 7 0,-3 9 0,2 4 0,9-5 0,6-2 0,7-3 0,3 2 0,-2 7 0,-6 9 0,-1 4 0,1 1 0,3-3 0,5-1 0,2-2 0,2 0 0,11 1 0,16-1 0,19 1 0,18 1 0,8-5 0,-3-4 0,-10-6 0,-16-7 0,-15-7 0,-11-6 0,-8-3 0,-1-4 0,-6 2 0,-1-1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7:37.698"/>
    </inkml:context>
    <inkml:brush xml:id="br0">
      <inkml:brushProperty name="width" value="0.1" units="cm"/>
      <inkml:brushProperty name="height" value="0.1" units="cm"/>
      <inkml:brushProperty name="color" value="#F6630D"/>
    </inkml:brush>
  </inkml:definitions>
  <inkml:trace contextRef="#ctx0" brushRef="#br0">1 1 24575,'0'63'0,"0"-7"0,0 9 0,0-3 0,0 6 0,0 3-588,0 11 1,0 4-1,0 0 588,0 4 0,0 1 0,0-2 0,0-8 0,0-1 0,0-5 285,0 18 0,0-8-285,0-18 0,0-8 292,0 12-292,0-32 0,1-22 0,3-9 901,0-8-901,-1-13 0,-1 6 0,-2-4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7:38.737"/>
    </inkml:context>
    <inkml:brush xml:id="br0">
      <inkml:brushProperty name="width" value="0.1" units="cm"/>
      <inkml:brushProperty name="height" value="0.1" units="cm"/>
      <inkml:brushProperty name="color" value="#F6630D"/>
    </inkml:brush>
  </inkml:definitions>
  <inkml:trace contextRef="#ctx0" brushRef="#br0">0 1 24575,'82'0'0,"-21"0"0,8 0 0,23 0 0,6 0 0,-27 0 0,2 0 0,-1 0 0,-2 0 0,-1 0 0,-2 0 0,16 0 0,-6 0 0,-21 0 0,-6 0 0,13 0 0,-36 1 0,-17 2 0,-12 8 0,1-6 0,-3 3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7:39.615"/>
    </inkml:context>
    <inkml:brush xml:id="br0">
      <inkml:brushProperty name="width" value="0.1" units="cm"/>
      <inkml:brushProperty name="height" value="0.1" units="cm"/>
      <inkml:brushProperty name="color" value="#F6630D"/>
    </inkml:brush>
  </inkml:definitions>
  <inkml:trace contextRef="#ctx0" brushRef="#br0">0 39 24575,'69'0'0,"27"0"0,-31-2 0,4 0 0,5-1 0,1-2 0,-6 0 0,-2 0 0,-9 0 0,-4 0 0,23 0 0,-36 4 0,-20 1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7:42.316"/>
    </inkml:context>
    <inkml:brush xml:id="br0">
      <inkml:brushProperty name="width" value="0.1" units="cm"/>
      <inkml:brushProperty name="height" value="0.1" units="cm"/>
      <inkml:brushProperty name="color" value="#F6630D"/>
    </inkml:brush>
  </inkml:definitions>
  <inkml:trace contextRef="#ctx0" brushRef="#br0">630 964 24575,'-29'0'0,"-16"0"0,-25 0 0,-20 0 0,-3 0 0,0 0 0,14 3 0,19 10 0,20 11 0,19 14 0,12 12 0,8 10 0,7 5 0,13 1 0,14-9 0,13-14 0,10-14 0,6-15 0,3-7 0,-4-9 0,-12-9 0,-13-3 0,-13-3 0,-9 0 0,-3-1 0,-1-4 0,-1-1 0,-2 3 0,-1 5 0,1 7 0,13 5 0,15 4 0,18 5 0,14 4 0,2 5 0,1 1 0,-3-2 0,-6-5 0,0-4 0,1-6 0,11-16 0,9-21 0,-38 8 0,-1-4 0,1-9 0,-3-4 0,-4-3 0,-3-2 0,-5 0 0,-4-1 0,-6 2 0,-4 1 0,2-35 0,-12 21 0,-4 19 0,-1 19 0,0 11 0,0 2 0,0-8 0,0-17 0,0-15 0,0-8 0,-2 6 0,-2 13 0,-3 12 0,1 4 0,2-5 0,3-10 0,1-5 0,-4-1 0,-2 10 0,-3 8 0,1 14 0,4 15 0,2 21 0,2 25 0,0 20 0,0 18 0,6 7 0,5 1 0,4-1 0,4-5 0,-1-1 0,1-3 0,8-5 0,6-12 0,6-12 0,8-13 0,2-10 0,2-10 0,1-9 0,-1-7 0,-4-3 0,-8-5 0,-8-2 0,-8-3 0,-5 0 0,-2 2 0,0 3 0,0 3 0,-1 1 0,-7 0 0,-1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7:43.315"/>
    </inkml:context>
    <inkml:brush xml:id="br0">
      <inkml:brushProperty name="width" value="0.1" units="cm"/>
      <inkml:brushProperty name="height" value="0.1" units="cm"/>
      <inkml:brushProperty name="color" value="#F6630D"/>
    </inkml:brush>
  </inkml:definitions>
  <inkml:trace contextRef="#ctx0" brushRef="#br0">0 60 24575,'60'-1'0,"-12"-1"0,7-2 0,23-3 0,6 0 0,7-2 0,0 1 0,-7 1 0,-3 0 0,-13 2 0,-6 3 0,22 2 0,-26 0 0,-25 0 0,-19 0 0,-6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5:08.781"/>
    </inkml:context>
    <inkml:brush xml:id="br0">
      <inkml:brushProperty name="width" value="0.35" units="cm"/>
      <inkml:brushProperty name="height" value="0.35" units="cm"/>
      <inkml:brushProperty name="color" value="#66CC00"/>
    </inkml:brush>
  </inkml:definitions>
  <inkml:trace contextRef="#ctx0" brushRef="#br0">1 1 24575,'0'75'0,"0"0"0,0 0 0,0-1 0,0 3 0,0 4 0,0 3 0,0 1 0,0 4 0,0 3 0,0 3 0,0 0-164,0-7 0,0 1 0,0 2 0,0 1 0,0 0 0,0 1 0,0 6 0,0 0 0,0 2 0,0-1 0,0 1 0,0-1 0,0 0 0,0 0 0,0-1 0,0 1 0,0-1 0,0-1 0,0-4 0,0-1 0,0 0 0,0-1 0,0-1 0,0 0 0,0-6 0,0 1 0,0-1 0,0-1 0,0-2 0,0-2-82,0 23 0,0-2 0,0-3 0,0-3 215,0-12 0,0-2 0,0-3 0,0-3 31,0 7 0,0-4 0,0-5 491,0 6 1,0-7-326,0-19 1,0-3-167,0 46 0,0-38 0,0 6 0,0 27 0,0 13 242,0-29 1,0 5 0,0 4 0,0 4-243,0 0 0,0 4 0,0 4 0,0 2 0,0 3-141,0-15 1,0 3-1,0 2 1,0 2-1,0 1 1,0 1-1,0 1 18,0-1 0,0 1 0,0 1 0,0 2 0,0 0 0,0 1 0,0-1 0,0 1 13,0-11 1,0 1 0,0 0 0,0 0-1,0 0 1,0 0 0,0 0 0,0 0-1,0-2-13,0 9 0,0 1 0,0-1 0,0-1 0,0 0 0,0-1 0,0-1 0,0-2-18,0 2 1,0-1-1,0 0 1,0-3-1,0 0 1,0-3-1,0-2-56,0 16 0,0-3 1,0-2-1,0-3 0,0-3 60,0 2 0,0-3 1,0-4-1,0-4 137,-1-1 0,1-5 0,1-5 491,0 12 1,2-7-49,1-20 1,0-2 539,7 41 0,3 3-492,-7-44 1,0 1-1,3 2 1,0-1-1,2-3 1,2-3 491,17 39 0,2-22 0,4-11-525,2-1-458,9 9 0,7 11 0,0 9 0,-6 0 0,-12-15 0,-13-19 0,-11-18 0,-6-23 0,-4-2 0,-3-11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5:10.848"/>
    </inkml:context>
    <inkml:brush xml:id="br0">
      <inkml:brushProperty name="width" value="0.35" units="cm"/>
      <inkml:brushProperty name="height" value="0.35" units="cm"/>
      <inkml:brushProperty name="color" value="#66CC00"/>
    </inkml:brush>
  </inkml:definitions>
  <inkml:trace contextRef="#ctx0" brushRef="#br0">1 833 24575,'69'4'0,"-14"-2"0,7-1 0,31-1 0,11 0-246,-33 0 0,4 0 0,4 0 0,2 0 49,-4 0 0,2 0 1,3 0-1,1-1 0,2-1 33,-4-1 0,2 0 0,1-1 0,2-2 0,1 0 0,2-2 23,-3-1 1,3 0-1,1-3 1,1 0-1,1-1 1,1 0-1,1-2 18,-4 1 0,1-2 0,1 0 0,0-1 0,2-1 0,1 0 0,0 0 0,1-1 13,-3 1 1,1-1 0,1 0 0,0 0-1,2-1 1,-1 0 0,2 1 0,-1 0-1,0 0 11,-6 2 1,1 1 0,0-1-1,0 0 1,1 1 0,-1 0-1,1 0 1,-1 1 0,-1 0-1,0 1-11,7 0 1,-1-1 0,0 2 0,-1-1-1,0 2 1,0-1 0,-1 2 0,0 0-1,-2 0-13,6 1 0,-1 0 0,0 2 0,-2-1 0,0 1 0,0 1 0,-1 1 0,-1 0-18,8 0 1,-1 1-1,-1 1 1,-1 1-1,0 0 1,0 0-1,-2 1 0,-4 0 1,-2 0-1,0 1 1,0 1-1,-1-1 1,1 0-1,1 1 0,1 0 1,0-1-1,0 1 1,1 1-1,-1-1 1,2 0-1,-1 0 108,4 0 0,-1 0 1,1 0-1,1 0 1,0 0-1,0 0 0,1 0-90,-9 0 0,0 0 0,0 0 0,1 0 0,0 0 0,1 0 0,1 0 0,1 0 13,-5 0 1,2 0 0,0 0 0,0 0-1,1 0 1,1 0 0,0 0 0,0 0-1,0 0 107,5 0 1,0 0-1,0 0 1,1 0-1,0 0 1,0 0 0,0 0-1,0 0 1,1 0 2,-10 0 0,0 0 0,1 0 0,0 0 0,0 0 0,0-1 0,-1 1 0,1 0 0,-1 0 0,0-1 0,7 0 0,1 0 0,0 0 0,-1 0 0,0 0 0,0 0 0,-1-1 0,-1 1 0,-1 0 0,5-1 0,-2 1 0,0-1 0,0 1 0,-2-1 0,0 0 0,-2 1 0,0-1-31,5 1 0,-1-1 1,0 0-1,-2 0 1,-1 1-1,-1-1 1,-2 0 30,5 1 0,-1-1 0,-1 1 0,-2-1 0,-2 1 0,-2 0 196,3 1 1,-3 0-1,-1 0 1,-3 0 0,-1 0 25,8 0 1,-2 0-1,-3 0 1,-3 0 104,7 0 1,-5 1 0,-3 0 163,18 1 1,-6 3-1,-12 0 1,-5 3-1,-15 1 1,-3 0-1,-8 1 1,-3-1 491,34 0 0,-14-18 0,-11-8 0,23 0-492,6 12 1,18 5-247,-19 3 1,9 1 0,8 2 0,6 0-387,-25-2 1,4 0-1,4 1 1,3-1-1,2 1 1,2 0-1,1 0 31,-10-1 1,2 1 0,2 0 0,1 0-1,1 0 1,2 0 0,-1 0 0,1 0-1,0 0 11,-6-1 1,2 1 0,0-1-1,0 1 1,1-1 0,0 1-1,0-1 1,-1 1 0,0-1-1,-1 0-11,7 0 1,0 1 0,0-1 0,0 0-1,-2 0 1,1 1 0,-2-1 0,-1 0-1,-1 0-13,3 0 0,-2 0 0,0 0 0,-1 0 0,-1 0 0,-2 0 0,-1 0 0,-2 0-41,13 1 0,-1-1 0,-3 0 0,-2 0 0,-2 1 0,-3-1-33,-1 1 0,-2 0 1,-3 1-1,-3-1 0,-3 0-131,25 2 0,-6 0 0,-8 0-164,0-1 0,-12 0 1475,17 0-738,-57-8 1,-25 1 0,-10-2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5:22.698"/>
    </inkml:context>
    <inkml:brush xml:id="br0">
      <inkml:brushProperty name="width" value="0.35" units="cm"/>
      <inkml:brushProperty name="height" value="0.35" units="cm"/>
      <inkml:brushProperty name="color" value="#F6630D"/>
    </inkml:brush>
  </inkml:definitions>
  <inkml:trace contextRef="#ctx0" brushRef="#br0">0 1 24575,'16'32'0,"2"1"0,6 2 0,5 6 0,3 0 0,2 1 0,-3-4 0,0 0 0,3 0 0,0 3 0,0-2 0,-4-6 0,-5-4 0,-4-6 0,-4-3 0,-1-3 0,0-1 0,0 0 0,1 2 0,5 4 0,8 4 0,7 2 0,6 3 0,2-1 0,4 2 0,3 1 0,4-1 0,2-4 0,3-3 0,3-1 0,1-1 0,3-1 0,-4 0 0,-2-2 0,1-1 0,2 1 0,3 0 0,7 0 0,4 2 0,6 2 0,7 4 0,-45-13 0,1 1 0,0 1 0,1 0 0,2 1 0,1 0 0,0 0 0,1 0 0,2 2 0,2 0 0,4 0 0,2 0 0,1-1 0,0 0 0,1 1 0,1-1 0,-2 0 0,-1 0 0,-5 0 0,-1 0 0,-4 0 0,-1-1 0,-4-1 0,0 1 0,40 14 0,-1 0 0,5 3 0,-43-16 0,1 0 0,7 4 0,0 0 0,4 2 0,1-1 0,1 1 0,1-2 0,-1 1 0,0-1 0,-4-3 0,-1 0 0,-4-1 0,-2-1 0,42 16 0,-16-5 0,-12-3 0,-5-3 0,6 1 0,11 2 0,15 3 0,-40-12 0,2 2 0,1 0 0,2 2 0,2 0 0,1 1 0,-1 2 0,0 1 0,3 1 0,1 0 0,0 1 0,0-1 0,1 1 0,2 0 0,0-2 0,0 0 0,2-1 0,1-2 0,1 0 0,0-1 0,0-2 0,0-1 0,1-1 0,0-1 0,-2-1 0,0 0 0,1 1 0,0-1 0,-5 0 0,0 0 0,-3-1 0,-1 1 0,-4 0 0,-1 1 0,-4-1 0,-1 1 0,-1 0 0,-1 1 0,45 12 0,-5-2 0,-1-5 0,2-2 0,7-4 0,-48-10 0,-1-1 0,45 2 0,-19-4 0,-21-1 0,21-2 0,-17-1 0,6 2 0,25 3 0,6 2 0,-25-1 0,3 1 0,-2 1 0,-1 1 0,-1 1 0,0 2 0,27 7 0,-2 3 0,-9-2 0,-2 0 0,0 1 0,0-1 0,2 0 0,0-1 0,1-1 0,1-1 0,0-3 0,1 0 0,6-1 0,1-2 0,-6-3 0,0-2 0,0-1 0,1-1 0,-2 1 0,0-1 0,-4 2 0,-1 1 0,1 1 0,-1 3 0,-4 0 0,0 2 0,-1 0 0,-1 0 0,-4 0 0,-1 1 0,4 0 0,1 1 0,2 1 0,2 1 0,6 2 0,4 0 0,-25-5 0,2 0 0,1 1-319,6 0 0,2 2 0,2-1 319,8 2 0,2 0 0,1 2 0,-17-5 0,1 2 0,0-1 0,1 1 0,4 2 0,1-1 0,1 1 0,-1 1 0,-1 0 0,1 0 0,-1 1 0,-2 0 0,19 5 0,-3 1 0,-2-1 0,-11-2 0,-2 0 0,-5-1 0,16 7 0,-6-3 0,-20-7 0,-5-2 0,29 5 0,-32-12 0,-6-8 0,11-2 957,27 2-957,-31 1 0,2 1 0,10 2 0,2 1 0,8 2 0,2 0 0,3 1 0,1 0 0,6 2 0,0-1 0,3 2 0,0 1 0,2 1 0,1 0 0,-29-4 0,0 0 0,1 0 0,1 0 0,0 0 0,0 0 0,1 0 0,0-1 0,0 0 0,27 5 0,-1-2 0,-5-3 0,-1-2 0,0-2 0,-2-2 0,-4-2 0,-1-1 0,0 0 0,0-1 0,-7 0 0,-1 0 0,-7 1 0,-1 0 0,-1 3 0,-1 1 0,2 2 0,0 1 0,4 3 0,2 0 0,6 3 0,2 1 0,5 1 0,1 1 0,2-1 0,1 2 0,5 0 0,0 0 0,0 1 0,0 2 0,-29-7 0,1 1 0,0 1 0,3 2 0,0 0 0,1 1 0,0 0 0,1 1 0,0 0-161,1 0 1,2 0 0,-2 0 160,-2-2 0,0 0 0,-2-1 0,29 5 0,-1-2 0,-8-4 0,-2-3 0,-7-4 0,-3-3 0,-8-2 0,-3-2 0,-12-1 0,-4-1 0,21 0 0,-32-14 0,-22-26 481,-11-4-481,8 3 0,40 23 0,-4 21 0,8 7 0,24 3 0,5 2 0,10 3 0,2 3 0,-29-6 0,0 1 0,0 0 0,-3 0 0,-1-1 0,0 0 0,27 7 0,1 2 0,2 0 0,-1 2 0,-5 1 0,-2 1 0,-1 2 0,-2 2 0,-1-1 0,-3 0 0,-5-1 0,-2-2 0,-4-4 0,-1-1 0,-6-3 0,-2-2 0,30 4 0,-27-9 0,-28-7 0,-21-5 0,-8-1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5:32.365"/>
    </inkml:context>
    <inkml:brush xml:id="br0">
      <inkml:brushProperty name="width" value="0.35" units="cm"/>
      <inkml:brushProperty name="height" value="0.35" units="cm"/>
      <inkml:brushProperty name="color" value="#5B2D90"/>
    </inkml:brush>
  </inkml:definitions>
  <inkml:trace contextRef="#ctx0" brushRef="#br0">1 0 24575,'2'51'0,"7"8"0,8 3 0,7 7 0,1-1 0,-2-5 0,-3-3 0,0-2 0,-3 0 0,-1 0 0,1 2 0,-1 3 0,1 4 0,0 4 0,2 3 0,1 1 0,-2 0 0,0 2 0,0 1 0,-2 3 0,3 7 0,-1 7 0,-8-46 0,0 2 0,1 4 0,1 2 0,-1 1 0,0 1 0,1 5 0,0 1 0,1 5 0,1 2 0,0-2 0,0 2 0,0 1 0,0 0 0,-1-4 0,0-3 0,0-4 0,0-2 0,0-5 0,1-2 0,15 43 0,1-9 0,4 2 0,1 2 0,1 2 0,1-1 0,-4-10 0,-4-12 0,-3-13 0,-3-12 0,2-7 0,3-1 0,7 5 0,5 3 0,7 3 0,2 2 0,2 1 0,2 0 0,6 2 0,8 2 0,12 6 0,-34-27 0,2 0 0,1 0 0,0 0 0,2 0 0,0-2 0,-6-3 0,0-1 0,33 17 0,-11-9 0,-7-8 0,-2-6 0,-2 1 0,-3-2 0,-2 1 0,-3-2 0,-5-1 0,-4-1 0,-3-2 0,3-3 0,5 0 0,7 2 0,9 2 0,3 3 0,3 0 0,5 0 0,2 0 0,1 0 0,-2 0 0,0 0 0,1-1 0,7 0 0,11-1 0,-38-9 0,1 0 0,5 1 0,1-1 0,6 1 0,2-1 0,1 0 0,0-1 0,0-2 0,-1 0 0,0-2 0,-1-1 0,-5-1 0,-1-2 0,-4 1 0,0-2 0,-4 1 0,-1 0 0,44 0 0,-6 0 0,-2 0 0,-2 0 0,-1 0 0,3 0 0,4-5 0,2-4 0,-2-5 0,-7-5 0,-11-7 0,-14-6 0,-16 6 0,-6 7 0,23 14 0,36 13 0,-23 0 0,5 0 0,15 4 0,3 2 0,-30-4 0,2 1 0,1-1-214,5 0 1,3-1-1,-1 1 214,-1-1 0,1 0 0,-1 0 0,2-1 0,-1 0 0,0 0 0,0-1 0,-1 0 0,-1 1 0,24 3 0,-1 1 0,1-1 0,0 1 0,0-1 0,-1-1 0,-31-3 0,1 0 0,0-1 0,3 0 0,0 0 0,0-1 0,28 2 0,-1 0 0,2 0 0,-1 0 0,-5 0 0,-1 1-63,0 1 1,-1 0 62,-2 0 0,-2 0 0,-3 1 0,-1 0 0,4-2 0,1-1 0,0-1 0,2-1 0,-24-3 0,2 0 0,1-1 0,5 0 0,1-1 0,1 0-218,3 0 0,0 0 0,1 0 218,0 0 0,0 0 0,-1 0 0,-3 0 0,-1 0 0,-1 0 0,27 0 0,-3 0 0,-8 0 0,-3 0 0,-6 1 0,-2 0 307,-2 2 1,0 0-308,0 1 0,1 1 0,3-1 0,2 1 0,4-2 0,2-1 0,2 0 0,3-2 0,5 1 0,0-2 0,-3 1 0,-2 0 0,-4 0 0,-3 0 62,-12 0 1,-4 0-63,-12 0 0,-3 0 680,31 2-680,-24 1 0,9-2 0,-16-2 0,8 0 0,-1-1 0,5 0 0,4-1 0,18-1 0,6 0 0,3 0-246,-16 1 0,3 0 0,1 0 0,0-1 0,6 1 0,0-1 0,1 0 0,1 1 226,0 0 1,1-1 0,1 1-1,-1 0 20,1 0 0,0 0 0,0 0 0,0 0 0,-1 0 0,-1-1 0,0 1 0,0 0 0,-5 0 0,0 0 0,-1 0 0,-1 1-60,-8 0 1,-1 0-1,-2 0 1,-2 0 59,13 0 0,-2 1 0,-5 0 0,19 1 0,-6 0 0,-20 0 0,-6 0 0,-14 0 0,-3 0 0,28 2 0,-15 3 245,-8 0 1,-24 0 0,-9-3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6:13.154"/>
    </inkml:context>
    <inkml:brush xml:id="br0">
      <inkml:brushProperty name="width" value="0.35" units="cm"/>
      <inkml:brushProperty name="height" value="0.35" units="cm"/>
      <inkml:brushProperty name="color" value="#F6630D"/>
    </inkml:brush>
  </inkml:definitions>
  <inkml:trace contextRef="#ctx0" brushRef="#br0">0 0 24575,'0'0'0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6:11.031"/>
    </inkml:context>
    <inkml:brush xml:id="br0">
      <inkml:brushProperty name="width" value="0.35" units="cm"/>
      <inkml:brushProperty name="height" value="0.35" units="cm"/>
      <inkml:brushProperty name="color" value="#F6630D"/>
    </inkml:brush>
  </inkml:definitions>
  <inkml:trace contextRef="#ctx0" brushRef="#br0">0 1 24575,'36'61'0,"-9"-19"0,5 2 0,15 14 0,7 2 0,11 12 0,3 1 0,-19-24 0,1 0 0,1 0 0,0-1 0,2-1 0,-2-1 0,23 19 0,-2-1 0,-2-2 0,-2 0 0,-6-3 0,-3-1 0,-7-4 0,-2-1 0,-7-5 0,-2-1 0,-7-8 0,-2-1 0,20 23 0,-15-19 0,-20-22 0,-9-11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6:12.332"/>
    </inkml:context>
    <inkml:brush xml:id="br0">
      <inkml:brushProperty name="width" value="0.35" units="cm"/>
      <inkml:brushProperty name="height" value="0.35" units="cm"/>
      <inkml:brushProperty name="color" value="#F6630D"/>
    </inkml:brush>
  </inkml:definitions>
  <inkml:trace contextRef="#ctx0" brushRef="#br0">913 1 24575,'-16'47'0,"-1"0"0,-10 15 0,-4 5 0,3-8 0,-4 4 0,-1 2-328,-6 7 0,-3 2 0,-1 0 135,0-1 1,-1 0 0,1-2 192,0-3 0,1-1 0,1-3 91,-15 21 0,3-6-91,9-12 0,2-5 168,7-9 0,4-5-168,-12 20 0,19-26 0,11-16 0,8-16 0,2-3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6:14.114"/>
    </inkml:context>
    <inkml:brush xml:id="br0">
      <inkml:brushProperty name="width" value="0.35" units="cm"/>
      <inkml:brushProperty name="height" value="0.35" units="cm"/>
      <inkml:brushProperty name="color" value="#F6630D"/>
    </inkml:brush>
  </inkml:definitions>
  <inkml:trace contextRef="#ctx0" brushRef="#br0">1 1 24575,'97'0'0,"-46"0"0,1 0 0,4 0 0,1 0 0,-1 0 0,0 0 0,36 0 0,-23 0 0,-31 0 0,-22 0 0,-10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6:15.065"/>
    </inkml:context>
    <inkml:brush xml:id="br0">
      <inkml:brushProperty name="width" value="0.35" units="cm"/>
      <inkml:brushProperty name="height" value="0.35" units="cm"/>
      <inkml:brushProperty name="color" value="#F6630D"/>
    </inkml:brush>
  </inkml:definitions>
  <inkml:trace contextRef="#ctx0" brushRef="#br0">0 55 24575,'76'0'0,"2"-2"0,-9-5 0,-7-1 0,-11 1 0,-8 2 0,-4 5 0,-1 0 0,0-2 0,-6-1 0,-2-1 0,-5-2 0,-5 1 0,-9 2 0,-5 1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6:15.966"/>
    </inkml:context>
    <inkml:brush xml:id="br0">
      <inkml:brushProperty name="width" value="0.35" units="cm"/>
      <inkml:brushProperty name="height" value="0.35" units="cm"/>
      <inkml:brushProperty name="color" value="#F6630D"/>
    </inkml:brush>
  </inkml:definitions>
  <inkml:trace contextRef="#ctx0" brushRef="#br0">0 129 24575,'70'-2'0,"-1"0"0,10-5 0,2-2 0,5-3 0,0-2 0,-7-1 0,-5-1 0,-16 1 0,-7 2 0,10-3 0,-27 9 0,-23 6 0,-7 2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6:16.815"/>
    </inkml:context>
    <inkml:brush xml:id="br0">
      <inkml:brushProperty name="width" value="0.35" units="cm"/>
      <inkml:brushProperty name="height" value="0.35" units="cm"/>
      <inkml:brushProperty name="color" value="#F6630D"/>
    </inkml:brush>
  </inkml:definitions>
  <inkml:trace contextRef="#ctx0" brushRef="#br0">1 0 24575,'0'51'0,"0"0"0,0 19 0,0 6 0,0-11 0,0 3 0,0 2-304,0 10 1,0 2 0,0-1 303,0-4 0,0-1 0,0-1 0,0-7 0,0 0 0,0-4 149,0 18 0,0-7-149,0-18 0,0-5 151,0 20-151,0-35 0,0-25 0,0-7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6:17.765"/>
    </inkml:context>
    <inkml:brush xml:id="br0">
      <inkml:brushProperty name="width" value="0.35" units="cm"/>
      <inkml:brushProperty name="height" value="0.35" units="cm"/>
      <inkml:brushProperty name="color" value="#F6630D"/>
    </inkml:brush>
  </inkml:definitions>
  <inkml:trace contextRef="#ctx0" brushRef="#br0">1242 1 24575,'-27'48'0,"-8"13"0,-11 22 0,16-31 0,-1 5 0,-7 10 0,-2 4 0,6-13 0,-1 1 0,-3 3-328,-6 9 0,-3 2 0,-1 2 0,-5 6 0,-1 2 0,-1 0 256,-1-2 1,1-1 0,0-1 92,4-5 0,-1-1 0,3-4-21,8-10 0,1-2 0,3-4 0,-5 6 0,5-5 0,-9 20 0,27-36 0,13-20 0,5-10 0,1-4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6:19.181"/>
    </inkml:context>
    <inkml:brush xml:id="br0">
      <inkml:brushProperty name="width" value="0.35" units="cm"/>
      <inkml:brushProperty name="height" value="0.35" units="cm"/>
      <inkml:brushProperty name="color" value="#F6630D"/>
    </inkml:brush>
  </inkml:definitions>
  <inkml:trace contextRef="#ctx0" brushRef="#br0">151 527 24575,'44'-47'0,"-1"-1"0,15-5 0,7 0 0,-10 12 0,3-1 0,2 2 0,2 2 0,2 3 0,-1 4 0,21-3 0,-3 9 0,-13 7 0,-4 5 0,29 4 0,-36 14 0,-24 6 0,-14 20 0,-14 25 0,-38 36 0,-4-28 0,-11 1 0,-15 7 0,-7-1 0,18-21 0,-4-2 0,0-2 0,-21 16 0,3-4 0,14-15 0,5-3 0,-21 15 0,42-29 0,32-15 0,40-7 0,42-4 0,-26 0 0,4 4 0,9 6 0,2 8 0,1 9 0,-3 10 0,-4 11 0,-8 11 0,-6 11 0,-10 7 0,-11 5 0,-12 4 0,-15 6 0,-14 1 0,-5-28 0,-7 0 0,-6-2 0,-8 1 0,-5-1 0,-6-4 0,-8-2 0,-5-4 0,-4-5-238,-3-6 0,-4-5 1,1-6 237,5-6 0,0-5 0,2-4 0,-22-4 0,6-8 0,21-5 0,8-3 0,1-5 0,27-1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6:20.264"/>
    </inkml:context>
    <inkml:brush xml:id="br0">
      <inkml:brushProperty name="width" value="0.35" units="cm"/>
      <inkml:brushProperty name="height" value="0.35" units="cm"/>
      <inkml:brushProperty name="color" value="#F6630D"/>
    </inkml:brush>
  </inkml:definitions>
  <inkml:trace contextRef="#ctx0" brushRef="#br0">994 0 24575,'-43'66'0,"-12"16"0,18-29 0,-4 2 0,-4 8 0,-2 3 0,-5 10 0,-1 3-256,14-21 1,0 1 0,0 3 255,-3 5 0,-1 2 0,2 0 0,0-1 0,1 0 0,0-1 0,5-5 0,0 0 0,3-4 94,-8 14 1,4-5-95,12-20 0,3-5 0,-3 12 0,15-34 0,15-32 0,10-23 0,-4 7 0,2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6:21.465"/>
    </inkml:context>
    <inkml:brush xml:id="br0">
      <inkml:brushProperty name="width" value="0.35" units="cm"/>
      <inkml:brushProperty name="height" value="0.35" units="cm"/>
      <inkml:brushProperty name="color" value="#F6630D"/>
    </inkml:brush>
  </inkml:definitions>
  <inkml:trace contextRef="#ctx0" brushRef="#br0">0 1 24575,'57'61'0,"-22"-19"0,4 3 0,11 15 0,3 4 0,6 8 0,3 2 0,-20-23 0,2 0 0,-1 0 0,23 24 0,1-1 0,-4-5 0,0-1 0,-4-4 0,0-2 0,-5-5 0,-2-1 0,-6-6 0,-4-2 0,-5-3 0,-3-2 0,16 26 0,-18-15 0,-10-15 0,-7-11 0,-6-8 0,-5-10 0,-2-5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6:48.082"/>
    </inkml:context>
    <inkml:brush xml:id="br0">
      <inkml:brushProperty name="width" value="0.1" units="cm"/>
      <inkml:brushProperty name="height" value="0.1" units="cm"/>
      <inkml:brushProperty name="color" value="#5B2D90"/>
    </inkml:brush>
  </inkml:definitions>
  <inkml:trace contextRef="#ctx0" brushRef="#br0">1 1 24575,'48'36'0,"1"0"0,23 13 0,10 5 0,-9-7 0,7 4 0,3 1-1212,-10-7 0,3 1 1,1 0-1,0 0 1212,-2-1 0,0-1 0,0 1 0,-1-2 0,-5-3 0,0 0 0,-1-1 0,-3-1 417,9 6 0,-2-2 1,-5-2-418,11 5 0,-7-2 417,-14-9 1,-6-2-418,11 9 0,-29-17 0,-20-10 2561,-9-5-2561,-3-1-1647,-1-1 1,0-1 0,0-2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6:49.132"/>
    </inkml:context>
    <inkml:brush xml:id="br0">
      <inkml:brushProperty name="width" value="0.1" units="cm"/>
      <inkml:brushProperty name="height" value="0.1" units="cm"/>
      <inkml:brushProperty name="color" value="#5B2D90"/>
    </inkml:brush>
  </inkml:definitions>
  <inkml:trace contextRef="#ctx0" brushRef="#br0">1739 0 24575,'-50'79'0,"5"-14"0,-7 8 0,0 0 0,-6 6 0,-3 3-1361,5-8 0,-4 2 0,-1 3 0,-2 0 1361,8-7 0,-3 0 0,0 2 0,0 0 0,0-1 0,2-2 0,-1-1 0,0 1 0,1-1 0,1-2 0,-7 10 0,0-1 0,2-1 0,3-3 390,-7 10 1,4-3 0,4-6-391,-3 7 0,8-9 488,20-22 1,5-7-489,6 3 0,16-24 0,4-9 717,2-5 1,-1-4 0,1-2-1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6:50.215"/>
    </inkml:context>
    <inkml:brush xml:id="br0">
      <inkml:brushProperty name="width" value="0.1" units="cm"/>
      <inkml:brushProperty name="height" value="0.1" units="cm"/>
      <inkml:brushProperty name="color" value="#5B2D90"/>
    </inkml:brush>
  </inkml:definitions>
  <inkml:trace contextRef="#ctx0" brushRef="#br0">1 1 24575,'0'0'0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6:51.216"/>
    </inkml:context>
    <inkml:brush xml:id="br0">
      <inkml:brushProperty name="width" value="0.1" units="cm"/>
      <inkml:brushProperty name="height" value="0.1" units="cm"/>
      <inkml:brushProperty name="color" value="#5B2D90"/>
    </inkml:brush>
  </inkml:definitions>
  <inkml:trace contextRef="#ctx0" brushRef="#br0">0 302 24575,'80'-4'0,"-14"-5"0,8-4 0,-5-2 0,5-3 0,2 0-486,9-4 1,1 0 0,-1-2 485,-6 0 0,-1-1 0,-3 2 0,21-5 0,-8 5 236,-30 9 1,-7 4-237,9 1 0,-38 9 0,-19 1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6:52.204"/>
    </inkml:context>
    <inkml:brush xml:id="br0">
      <inkml:brushProperty name="width" value="0.1" units="cm"/>
      <inkml:brushProperty name="height" value="0.1" units="cm"/>
      <inkml:brushProperty name="color" value="#5B2D90"/>
    </inkml:brush>
  </inkml:definitions>
  <inkml:trace contextRef="#ctx0" brushRef="#br0">1 435 24575,'32'-9'0,"27"-15"0,-10 4 0,6-4 0,19-9 0,7-3 0,-18 7 0,3 1 0,1-1 0,2 2 0,1 0 0,-1 1 0,26-9 0,-4 4 0,-17 10 0,-7 4 0,14 3 0,-36 10 0,-27 7 0,-13 0 0,-4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6:53.165"/>
    </inkml:context>
    <inkml:brush xml:id="br0">
      <inkml:brushProperty name="width" value="0.1" units="cm"/>
      <inkml:brushProperty name="height" value="0.1" units="cm"/>
      <inkml:brushProperty name="color" value="#5B2D90"/>
    </inkml:brush>
  </inkml:definitions>
  <inkml:trace contextRef="#ctx0" brushRef="#br0">0 28 24575,'33'0'0,"48"0"0,-12 0 0,7 0 0,16 0 0,3 0 0,5-3 0,-1 0 0,-13-1 0,-5 0 0,-19 0 0,-6 0 0,17-2 0,-43 6 0,-19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7:02.182"/>
    </inkml:context>
    <inkml:brush xml:id="br0">
      <inkml:brushProperty name="width" value="0.1" units="cm"/>
      <inkml:brushProperty name="height" value="0.1" units="cm"/>
      <inkml:brushProperty name="color" value="#5B2D90"/>
    </inkml:brush>
  </inkml:definitions>
  <inkml:trace contextRef="#ctx0" brushRef="#br0">1 167 24575,'52'-10'0,"1"0"0,16-6 0,6-1 0,-8 2 0,4 1 0,1-1 0,2 1 0,1 0 0,-2 3 0,29-2 0,-5 4 0,-16 3 0,-7 4 0,22 11 0,-37 29 0,-45 45 0,-28-15 0,-12 7 0,-12 13 0,-8 2 0,10-29 0,-2-1 0,-1-3 0,-21 24 0,0-6 0,11-18 0,3-6 0,-22 20 0,26-31 0,24-23 0,15-11 0,26-6 0,35 3 0,37 15 0,-35-1 0,2 6 0,2 8 0,-2 7 0,-4 6 0,-6 5 0,-8 3 0,-7 5 0,-9 5 0,-8 4 0,-8 3 0,-11 2 0,-17 7 0,-13 0 0,-2-20 0,-7-2 0,-4-2-181,-7 0 1,-5-4 0,-2-1 180,-4-3 0,-2-3 0,1-3 0,-22 8 0,5-8 0,17-14 0,6-4 0,-18 7 0,40-19 0,21-4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7:02.865"/>
    </inkml:context>
    <inkml:brush xml:id="br0">
      <inkml:brushProperty name="width" value="0.1" units="cm"/>
      <inkml:brushProperty name="height" value="0.1" units="cm"/>
      <inkml:brushProperty name="color" value="#5B2D90"/>
    </inkml:brush>
  </inkml:definitions>
  <inkml:trace contextRef="#ctx0" brushRef="#br0">0 1 24575,'0'0'0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7:04.181"/>
    </inkml:context>
    <inkml:brush xml:id="br0">
      <inkml:brushProperty name="width" value="0.1" units="cm"/>
      <inkml:brushProperty name="height" value="0.1" units="cm"/>
      <inkml:brushProperty name="color" value="#5B2D90"/>
    </inkml:brush>
  </inkml:definitions>
  <inkml:trace contextRef="#ctx0" brushRef="#br0">1038 0 24575,'-28'43'0,"-25"41"0,8-11 0,-5 10-806,8-11 0,-1 4 0,-1 2 806,-1 6 0,-1 2 0,1-1 0,2-1 0,2 0 0,1-3-4,6-9 1,1-2 0,2-3 3,-5 13 0,4-5 289,7-17 0,2-4-289,-11 27 0,12-23 0,0-6 1208,-1 0-1208,-6 6 642,-5 3-642,2-5 0,3-9 0,9-14 0,12-17 0,2-7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7:05.148"/>
    </inkml:context>
    <inkml:brush xml:id="br0">
      <inkml:brushProperty name="width" value="0.1" units="cm"/>
      <inkml:brushProperty name="height" value="0.1" units="cm"/>
      <inkml:brushProperty name="color" value="#5B2D90"/>
    </inkml:brush>
  </inkml:definitions>
  <inkml:trace contextRef="#ctx0" brushRef="#br0">1 0 24575,'24'41'0,"33"37"0,-4-13 0,9 7-894,-9-11 0,4 3 0,3 1 894,4 6 0,2 1 0,2-1 0,-15-16 0,1 0 0,0-1 0,0-1 0,13 10 0,-1-1 0,-1-1 0,-5-7 0,0-1 0,-1-1 184,-4-5 0,-2 0 1,0-2-185,16 16 0,-2-1 255,-6-3 0,-5 1-255,-10-7 0,-5 1 0,-8-7 0,-4 0 0,13 29 1371,-14-21-1371,-8-17 62,-6-16 0,-7-10 0,-2-6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7:27.731"/>
    </inkml:context>
    <inkml:brush xml:id="br0">
      <inkml:brushProperty name="width" value="0.1" units="cm"/>
      <inkml:brushProperty name="height" value="0.1" units="cm"/>
      <inkml:brushProperty name="color" value="#5B2D90"/>
    </inkml:brush>
  </inkml:definitions>
  <inkml:trace contextRef="#ctx0" brushRef="#br0">1 2240 24575,'0'-77'0,"0"-3"0,0-12 0,0 9 0,0-6 0,0-2-591,0 11 1,0-1 0,0-2 0,0 0 590,0-2 0,0 0 0,0 1 0,0 3 0,0-13 0,0 4 0,0 3 0,0 12 0,0 2 0,0 4 252,0-15 1,0 6-253,0 13 0,0 2 224,0 9 0,0 1-224,6-37 0,10 26 0,12 37 1204,23 68-1204,-14 16 0,1 14 0,-6-7 0,1 6 0,-1 2-193,4 8 0,-1 3 1,1-2 192,0-3 0,-1 0 0,1-5 0,-5-10 0,0-2 0,-1-5 0,7 8 0,0-7 0,-6-13 0,0-7 0,19-3 0,4-67 0,-7-25 0,-14-13 782,-17 16-782,-16 68 0,0 44 0,0-8 0,0 7 0,3 18 0,3 4 0,2 8 0,3 5 0,0-16 0,0 3 0,1 4-649,3 10 0,0 3 0,1 4 649,-4-16 0,1 2 0,1 2 0,0 1 0,-1-9 0,0 0 0,1 2 0,0 0 0,1-1 0,5 19 0,0-1 0,0 0 0,2-3 0,-1-5 0,1 0 0,1-3 0,0-4 0,5 9 0,1-4 0,0-6 0,5 6 0,-1-12 0,-8-26 0,-1-8 0,8 8 0,-16-34 0,-7-30 0,-6-33 1947,-3-29-1947,-3-14 0,-3 6 0,-1 22 0,0 23 0,4 18 0,1 14 0,2 4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7:30.215"/>
    </inkml:context>
    <inkml:brush xml:id="br0">
      <inkml:brushProperty name="width" value="0.1" units="cm"/>
      <inkml:brushProperty name="height" value="0.1" units="cm"/>
      <inkml:brushProperty name="color" value="#5B2D90"/>
    </inkml:brush>
  </inkml:definitions>
  <inkml:trace contextRef="#ctx0" brushRef="#br0">0 1033 24575,'0'42'0,"0"42"0,0-16 0,0 7 0,0 15 0,0 3 0,0 2 0,0 0 0,0-10 0,2-4 0,1-16 0,2-5 0,10 24 0,17-40 0,17-35 0,20-59 0,-29 5 0,-3-9 0,0-19 0,-5-6 0,-2-10 0,-5-2 0,-8 11 0,-4 3 0,-4 13 0,-2 6 0,0-14 0,-3 40 0,6 34 0,14 32 0,18 28 0,-11-20 0,6 0 0,5 0 0,4-3 0,2-5 0,2-4 0,-1-7 0,0-4 0,38 1 0,-11-18 0,-11-28 0,-13-29 0,-14-22 0,-13-3 0,-13 18 0,-5 22 0,-1 19 0,22 13 0,44 3 0,-20 3 0,6 0 0,12 0 0,2 1 0,1-1 0,-3 1 0,-10 0 0,-4 2 0,27 8 0,-37 22 0,-34 30 0,-32 26 0,0-38 0,-7 0 0,-3-4 0,-5-5 0,-41 23 0,0-28 0,9-22 0,13-15 0,16-8 0,18-2 0,12 1 0,18 4 0,36 0 0,48-3 0,-30 3 0,3-1 0,11-4 0,1 0 0,-5-1 0,-1 0 0,-10-1 0,-4-1 0,37-14 0,-33-1 0,-20-21 0,-11-42 0,-15 26 0,-3-7 0,1-14 0,-2-4 0,-1-1 0,-1 1 0,-4 11 0,-2 4 0,-2 14 0,-1 5 0,-6-27 0,-10 18 0,-12 1 0,-14-7 0,-7-6 0,-3 3 0,3 13 0,7 19 0,10 17 0,13 20 0,8 34 0,5 19 0,4 13 0,2 4 0,2 7 0,3 5-441,3-4 1,1 4 0,3 2 0,2 1 440,4 7 0,3 2 0,3 0 0,4-3 0,3-1 0,2-2 0,4-3 0,3-3 0,1-7 0,2-3 0,3-3 0,3-6-192,15 8 0,5-6 0,1-8 192,-3-11 0,1-5 0,2-7 0,-4-6 0,2-5 0,-2-9 0,25-9 0,-5-18 0,-15-19 0,-9-16 0,-10-17 0,-11-10 0,-13-11 0,-11-3 0,-8 7 0,-10 2 0,-9 15 0,-8 5 0,-6 16 0,-7 7 1707,-38-16-1707,-4 30 630,14 33-630,18 49 0,26 1 0,9 10 0,12 24 0,13 6-236,1-24 0,5 2 0,6-2 236,8-1 0,5-1 0,7-7 0,5-5 0,6-5 0,1-7-36,-2-9 1,1-5 0,-1-5 35,20 0 0,-6-8 0,13-4 0,-45-12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7:32.315"/>
    </inkml:context>
    <inkml:brush xml:id="br0">
      <inkml:brushProperty name="width" value="0.1" units="cm"/>
      <inkml:brushProperty name="height" value="0.1" units="cm"/>
      <inkml:brushProperty name="color" value="#5B2D90"/>
    </inkml:brush>
  </inkml:definitions>
  <inkml:trace contextRef="#ctx0" brushRef="#br0">221 1 24575,'-17'0'0,"-1"2"0,-4 9 0,-4 7 0,-3 9 0,2 4 0,9-5 0,6-2 0,7-3 0,3 2 0,-2 7 0,-6 9 0,-1 4 0,1 1 0,3-3 0,5-1 0,2-2 0,2 0 0,11 1 0,16-1 0,19 1 0,18 1 0,8-5 0,-3-4 0,-10-6 0,-16-7 0,-15-7 0,-11-6 0,-8-3 0,-1-4 0,-6 2 0,-1-1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7:37.698"/>
    </inkml:context>
    <inkml:brush xml:id="br0">
      <inkml:brushProperty name="width" value="0.1" units="cm"/>
      <inkml:brushProperty name="height" value="0.1" units="cm"/>
      <inkml:brushProperty name="color" value="#F6630D"/>
    </inkml:brush>
  </inkml:definitions>
  <inkml:trace contextRef="#ctx0" brushRef="#br0">1 1 24575,'0'63'0,"0"-7"0,0 9 0,0-3 0,0 6 0,0 3-588,0 11 1,0 4-1,0 0 588,0 4 0,0 1 0,0-2 0,0-8 0,0-1 0,0-5 285,0 18 0,0-8-285,0-18 0,0-8 292,0 12-292,0-32 0,1-22 0,3-9 901,0-8-901,-1-13 0,-1 6 0,-2-4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7:38.737"/>
    </inkml:context>
    <inkml:brush xml:id="br0">
      <inkml:brushProperty name="width" value="0.1" units="cm"/>
      <inkml:brushProperty name="height" value="0.1" units="cm"/>
      <inkml:brushProperty name="color" value="#F6630D"/>
    </inkml:brush>
  </inkml:definitions>
  <inkml:trace contextRef="#ctx0" brushRef="#br0">0 1 24575,'82'0'0,"-21"0"0,8 0 0,23 0 0,6 0 0,-27 0 0,2 0 0,-1 0 0,-2 0 0,-1 0 0,-2 0 0,16 0 0,-6 0 0,-21 0 0,-6 0 0,13 0 0,-36 1 0,-17 2 0,-12 8 0,1-6 0,-3 3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7:39.615"/>
    </inkml:context>
    <inkml:brush xml:id="br0">
      <inkml:brushProperty name="width" value="0.1" units="cm"/>
      <inkml:brushProperty name="height" value="0.1" units="cm"/>
      <inkml:brushProperty name="color" value="#F6630D"/>
    </inkml:brush>
  </inkml:definitions>
  <inkml:trace contextRef="#ctx0" brushRef="#br0">0 39 24575,'69'0'0,"27"0"0,-31-2 0,4 0 0,5-1 0,1-2 0,-6 0 0,-2 0 0,-9 0 0,-4 0 0,23 0 0,-36 4 0,-20 1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7:42.316"/>
    </inkml:context>
    <inkml:brush xml:id="br0">
      <inkml:brushProperty name="width" value="0.1" units="cm"/>
      <inkml:brushProperty name="height" value="0.1" units="cm"/>
      <inkml:brushProperty name="color" value="#F6630D"/>
    </inkml:brush>
  </inkml:definitions>
  <inkml:trace contextRef="#ctx0" brushRef="#br0">630 964 24575,'-29'0'0,"-16"0"0,-25 0 0,-20 0 0,-3 0 0,0 0 0,14 3 0,19 10 0,20 11 0,19 14 0,12 12 0,8 10 0,7 5 0,13 1 0,14-9 0,13-14 0,10-14 0,6-15 0,3-7 0,-4-9 0,-12-9 0,-13-3 0,-13-3 0,-9 0 0,-3-1 0,-1-4 0,-1-1 0,-2 3 0,-1 5 0,1 7 0,13 5 0,15 4 0,18 5 0,14 4 0,2 5 0,1 1 0,-3-2 0,-6-5 0,0-4 0,1-6 0,11-16 0,9-21 0,-38 8 0,-1-4 0,1-9 0,-3-4 0,-4-3 0,-3-2 0,-5 0 0,-4-1 0,-6 2 0,-4 1 0,2-35 0,-12 21 0,-4 19 0,-1 19 0,0 11 0,0 2 0,0-8 0,0-17 0,0-15 0,0-8 0,-2 6 0,-2 13 0,-3 12 0,1 4 0,2-5 0,3-10 0,1-5 0,-4-1 0,-2 10 0,-3 8 0,1 14 0,4 15 0,2 21 0,2 25 0,0 20 0,0 18 0,6 7 0,5 1 0,4-1 0,4-5 0,-1-1 0,1-3 0,8-5 0,6-12 0,6-12 0,8-13 0,2-10 0,2-10 0,1-9 0,-1-7 0,-4-3 0,-8-5 0,-8-2 0,-8-3 0,-5 0 0,-2 2 0,0 3 0,0 3 0,-1 1 0,-7 0 0,-1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7:07:43.315"/>
    </inkml:context>
    <inkml:brush xml:id="br0">
      <inkml:brushProperty name="width" value="0.1" units="cm"/>
      <inkml:brushProperty name="height" value="0.1" units="cm"/>
      <inkml:brushProperty name="color" value="#F6630D"/>
    </inkml:brush>
  </inkml:definitions>
  <inkml:trace contextRef="#ctx0" brushRef="#br0">0 60 24575,'60'-1'0,"-12"-1"0,7-2 0,23-3 0,6 0 0,7-2 0,0 1 0,-7 1 0,-3 0 0,-13 2 0,-6 3 0,22 2 0,-26 0 0,-25 0 0,-19 0 0,-6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2T14:48:14.010"/>
    </inkml:context>
    <inkml:brush xml:id="br0">
      <inkml:brushProperty name="width" value="0.05" units="cm"/>
      <inkml:brushProperty name="height" value="0.05" units="cm"/>
    </inkml:brush>
  </inkml:definitions>
  <inkml:trace contextRef="#ctx0" brushRef="#br0">0 0 24575,'0'53'0,"0"10"0,0-8 0,0 6-2357,0 14 1,0 4 2356,2 18 0,1 6-924,0-28 0,2 2 1,1 6 923,1 3 0,1 7 0,0 0 0,0-7 0,1-2 0,0-5 0,0 5 0,0-1 0,1 5 0,-1 0 0,0-2 0,-2 8 0,0-2 0,-1 1 0,-1-14 0,0 1 0,0 2 0,0-1 0,0 1 0,1 1 0,-1 0 0,0 1 0,-1 0 0,1 2 0,-1-1 0,1-3 0,1 15 0,-1-3 0,1 1 0,-2 1 0,0 1 0,-1-1 0,0 3 0,-1-1 0,-1-1 0,-1-7 0,0-1 0,0-1 0,0-3 0,0-1 0,0-1 0,0-5 0,0-2 0,0 0-127,0-4 1,0-1 0,0 0 126,0-3 0,0-1 0,0 0 0,0 30 0,0-2 0,0-10 0,0-2-265,0-7 1,0-3 264,0-6 0,0-2 0,0-2 0,0-2 0,0 36 1689,0-25-1689,0-22 0,0-20 3226,0-10-3226,0-7 2618,2-6-2618,1-2 859,6-2-859,19-8 0,30-10 0,23-5 0,9-3-683,2-1 683,2 1 0,-39 8 0,3-1-860,8-2 0,3-1 860,6 0 0,2-1 0,7 0 0,4 0 0,-15 6 0,2 1 0,3 0-1123,9-2 0,3 1 0,-1 0 1123,-1 2 0,1 0 0,-1 2 0,1 1 0,-1 1 0,0 1-1624,-7 3 0,-2 0 0,0 2 1624,-6 1 0,-2 2 0,1-1 0,5 0 0,0 0 0,0 0-390,-2 0 1,-1 0 0,1 0 389,-2 0 0,-1 0 0,2 0 0,2 0 0,2 0 0,-1 0 0,-2 0 0,-1 0 0,0 0 0,-3 0 0,0 0 0,-1 0-84,-1 0 1,-1 0 0,-1 0 83,28 0 0,-1 0 0,-5 0 0,-1 0 0,-1 0 0,-2 0 0,-9 0 0,-1 0 0,0-1 0,0-1 545,-2 0 1,-1 0-546,-2-1 0,0 1 0,4 0 0,0 0 0,-5 0 0,0 0 0,-1 0 0,0-1 0,1 1 0,0 0 0,2 0 0,-1 0 0,4 0 0,1 0 0,2-1 0,-1 1 0,-7-1 0,0 1 0,2-1 0,0 2 0,0 0 0,1 2 0,5-1 0,1 0 0,10-2 0,2 0 1627,-1 0 0,-1 0-1627,-1 0 0,-1-1 0,-5 1 0,-1 0 673,-4 0 1,-3 0-674,-9 0 0,-3-1 0,-6 1 0,-3 0 0,34-2 1767,-13 4-1767,-1 0 1397,-6 0-1397,1 0 1971,-5 0-1971,-8 0 1191,-8 0-1191,-5 0 44,-9 0-44,-4 0 0,-7 0 0,-4 0 0,-1-1 0,-3-1 0,0-1 0,-3-1 0,0 1 0,-4 1 0,-2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2T14:48:16.642"/>
    </inkml:context>
    <inkml:brush xml:id="br0">
      <inkml:brushProperty name="width" value="0.05" units="cm"/>
      <inkml:brushProperty name="height" value="0.05" units="cm"/>
    </inkml:brush>
  </inkml:definitions>
  <inkml:trace contextRef="#ctx0" brushRef="#br0">151 747 24575,'16'60'0,"0"-7"0,18 29 0,-6-17 0,2 3 0,-2 4 0,-2-3 0,-6-3 0,-6-8 0,-3-20 0,-5-7 0,-1-11 0,-3-7 0,-2-1 0,0-1 0,0-2 0,-2-12 0,-9-17 0,-18-35 0,-18-29-893,18 33 1,1-1 892,1 1 0,1 1 0,-13-32-227,8 5 227,5 6 0,-1-8 0,4-1 0,7 5 0,4 1 0,6 9 0,3 5 0,2 6 0,1 9 0,0 8 1763,0 5-1763,2 3 249,4 1-249,6-2 0,5 2 0,6 2 0,4 0 0,4 3 0,2 3 0,0 3 0,-4 5 0,-2 2 0,-2 3 0,-1 0 0,1 1 0,-1 2 0,-2 2 0,-1 1 0,1 1 0,-2-1 0,0 1 0,-3 0 0,-2 2 0,-2 6 0,1 8 0,4 15 0,0 9 0,1 8 0,-6 8 0,-5 0 0,-5 5 0,-2-1 0,-1-5 0,0-2 0,0-6 0,0-4 0,-4 0 0,-8-5 0,-10-1 0,-8-6 0,-4-3 0,-4-2 0,-2-5 0,0-3 0,-2-2 0,0-1 0,-1 2 0,-3-1 0,6 0 0,4-1 0,6-1 0,7-1 0,2-2 0,6-2 0,4 0 0,3-3 0,4 0 0,2-4 0,0 1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2T14:48:19.659"/>
    </inkml:context>
    <inkml:brush xml:id="br0">
      <inkml:brushProperty name="width" value="0.05" units="cm"/>
      <inkml:brushProperty name="height" value="0.05" units="cm"/>
    </inkml:brush>
  </inkml:definitions>
  <inkml:trace contextRef="#ctx0" brushRef="#br0">411 1 24575,'-21'0'0,"0"0"0,-6 0 0,1 0 0,-8 4 0,-7 7 0,0 12 0,-2 9 0,11 3 0,3 5 0,4-3 0,1 4 0,4 5 0,7-3 0,5 0 0,3-7 0,4-9 0,1-5 0,2-7 0,4-4 0,17 1 0,18-2 0,11-1 0,14 1 0,0 0 0,2 1 0,-3 1 0,-12 1 0,-10-1 0,-10-1 0,-9-1 0,-7-1 0,-7-3 0,-4 0 0,-2 0 0,-1 1 0,-2 2 0,-1 0 0,-7 1 0,-12-2 0,-14 0 0,-11 0 0,2-2 0,-3 2 0,-1-2 0,-2-3 0,-1 0 0,5-2 0,4-1 0,7 0 0,7 0 0,7 0 0,7 0 0,6 0 0,7 0 0,4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2T14:48:22.789"/>
    </inkml:context>
    <inkml:brush xml:id="br0">
      <inkml:brushProperty name="width" value="0.05" units="cm"/>
      <inkml:brushProperty name="height" value="0.05" units="cm"/>
    </inkml:brush>
  </inkml:definitions>
  <inkml:trace contextRef="#ctx0" brushRef="#br0">27 786 24575,'-5'0'0,"1"5"0,4 5 0,0 6 0,0 4 0,0 3 0,0-2 0,0 2 0,0-5 0,2 1 0,3 2 0,7-2 0,9-1 0,7 1 0,3-4 0,0 0 0,4-3 0,2-1 0,1-1 0,-2 0 0,-4-1 0,-5-3 0,-5-4 0,-3-1 0,-6-3 0,-4-5 0,-5-8 0,-2-8 0,-2-7 0,0-4 0,0 1 0,-4-2 0,-6 3 0,-6 4 0,-4 3 0,0 5 0,2 3 0,-2 3 0,0 1 0,-4 1 0,-2 1 0,-2 0 0,1 4 0,-1 3 0,0 1 0,3 3 0,2 0 0,6-1 0,1 1 0,4 0 0,1 0 0,-1 0 0,2 0 0,3-1 0,8-5 0,10-6 0,12-5 0,7-8 0,4 0 0,4-1 0,-4 2 0,-1 4 0,-4 0 0,-5 3 0,0-2 0,-4 3 0,-1 2 0,-4 3 0,-1 3 0,-2 3 0,-3 2 0,0 1 0,-1 2 0,0 0 0,0 1 0,0 5 0,2 9 0,0 11 0,2 7 0,0 7 0,0-1 0,-1-1 0,0-2 0,-1-8 0,-1-2 0,2-3 0,1-2 0,3 1 0,1-5 0,3-3 0,1-3 0,1 0 0,-1-3 0,-2-3 0,-3-3 0,-3-2 0,-1 0 0,-1-1 0,0-3 0,1-7 0,-3-6 0,-2-7 0,-3-3 0,-3 3 0,0 1 0,0 4 0,0 2 0,0-1 0,0 0 0,0-2 0,0 1 0,0 3 0,0 4 0,0 1 0,0 5 0,0 6 0,0 8 0,2 9 0,3 4 0,1-1 0,6-3 0,0-2 0,1-1 0,1-1 0,-2-3 0,-2-2 0,1-1 0,-3-3 0,1-1 0,0-2 0,0-1 0,1 0 0,-1-2 0,1-5 0,0-8 0,0-6 0,-2 0 0,-2 1 0,0 3 0,-1 0 0,2 2 0,0 4 0,0 4 0,4 4 0,4 2 0,3 1 0,5 7 0,0 7 0,2 12 0,1 7 0,-2 0 0,-1-1 0,-5-6 0,-4-4 0,-3-3 0,-1-3 0,-2-4 0,-3-6 0,-3-7 0,-2-8 0,0-7 0,0-3 0,0-2 0,0 3 0,0 2 0,0 4 0,0 4 0,2 1 0,2 2 0,5 3 0,4 2 0,5 0 0,0 0 0,-1 0 0,2-2 0,1-2 0,3-3 0,1-3 0,-4-2 0,-3-3 0,-1-4 0,-2-1 0,-1 0 0,-3 1 0,-4 4 0,-2 0 0,-2 1 0,0 1 0,-1 1 0,-3 3 0,-1 4 0,-3 2 0,-2 4 0,0 5 0,-4 5 0,-1 8 0,2 6 0,1 5 0,1 4 0,2-1 0,1-3 0,4-3 0,2-4 0,0-4 0,0-1 0,0-2 0,0-2 0,0-2 0,2-4 0,2 0 0,5-3 0,3-3 0,-1 0 0,0-2 0,-4 0 0,2-1 0,0-5 0,1-8 0,-2-9 0,-2-13 0,-3-6 0,-3-7 0,0-7 0,0 5 0,-2-5 0,-5 0 0,-5 1 0,-4-2 0,-3-1 0,3 2 0,-2 3 0,2 5 0,3 12 0,2 8 0,6 6 0,2 7 0,-1 2 0,2 7 0,-1 11 0,1 11 0,2 11 0,3 15 0,2 4 0,8 7 0,12 13 0,1-1 0,12 16 0,-1-1 0,-3-8 0,4 4 0,-6-10 0,2-1 0,2-1 0,-2-6 0,-3-3 0,-2-3 0,-6-7 0,-4-8 0,-5-10 0,-3-8 0,-3-6 0,-4-8 0,-2-1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2T14:48:29.330"/>
    </inkml:context>
    <inkml:brush xml:id="br0">
      <inkml:brushProperty name="width" value="0.05" units="cm"/>
      <inkml:brushProperty name="height" value="0.05" units="cm"/>
      <inkml:brushProperty name="color" value="#FFC114"/>
    </inkml:brush>
  </inkml:definitions>
  <inkml:trace contextRef="#ctx0" brushRef="#br0">438 11 24575,'-25'0'0,"6"0"0,-15 0 0,7 0 0,-5 0 0,-3 2 0,0 9 0,-2 10 0,4 8 0,3 12 0,8-3 0,-2 6 0,1-1 0,4-3 0,2 7 0,5-5 0,4 2 0,4-5 0,3-3 0,1-4 0,2-5 0,3-6 0,5-5 0,8-1 0,5-1 0,6 1 0,1-3 0,0-5 0,-1-4 0,-4-2 0,2-3 0,-3-8 0,-1-11 0,-3-9 0,-1-12 0,0-9 0,1-7 0,0-7 0,-2-2 0,-7 3 0,-3 5 0,-5 8 0,-2 12 0,-1 11 0,0 8 0,0 3 0,0 2 0,0 6 0,0 7 0,0 8 0,0 6 0,0 3 0,0 4 0,0 3 0,0 6 0,0 3 0,2 5 0,5 1 0,7 5 0,6 3 0,7 2 0,4 3 0,1 0 0,-1-5 0,-4-4 0,-3-4 0,-1-5 0,0-3 0,-4-6 0,-2-6 0,-4-3 0,-5-4 0,-2-3 0,-1 0 0,-3-5 0,-1-1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2T14:48:31.175"/>
    </inkml:context>
    <inkml:brush xml:id="br0">
      <inkml:brushProperty name="width" value="0.05" units="cm"/>
      <inkml:brushProperty name="height" value="0.05" units="cm"/>
      <inkml:brushProperty name="color" value="#FFC114"/>
    </inkml:brush>
  </inkml:definitions>
  <inkml:trace contextRef="#ctx0" brushRef="#br0">1 0 24575,'0'20'0,"0"1"0,0 11 0,0 3 0,0-1 0,0 4 0,0-5 0,0 4 0,0 2 0,0-2 0,0 4 0,0-2 0,0-1 0,0-3 0,0-1 0,0-1 0,0-5 0,0-3 0,3-2 0,5-3 0,6 0 0,5-3 0,3-2 0,3-1 0,2-5 0,2-3 0,1-4 0,0-2 0,-1 0 0,-3 0 0,1 0 0,3-2 0,1-5 0,0-4 0,0-5 0,-3 0 0,-3 2 0,-5 2 0,-6 4 0,-2 2 0,-2 1 0,1 3 0,-1-2 0,-5 3 0,-2-1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2T14:48:32.284"/>
    </inkml:context>
    <inkml:brush xml:id="br0">
      <inkml:brushProperty name="width" value="0.05" units="cm"/>
      <inkml:brushProperty name="height" value="0.05" units="cm"/>
      <inkml:brushProperty name="color" value="#FFC114"/>
    </inkml:brush>
  </inkml:definitions>
  <inkml:trace contextRef="#ctx0" brushRef="#br0">1 1 24575,'11'0'0,"3"0"0,4 0 0,8 0 0,8 0 0,15 0 0,4 0 0,-2 0 0,-2 0 0,-6 0 0,1 0 0,0 0 0,-7 0 0,-10 0 0,-7 0 0,-6 0 0,-4 0 0,-1 0 0,-4 0 0,-1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2T14:48:34.225"/>
    </inkml:context>
    <inkml:brush xml:id="br0">
      <inkml:brushProperty name="width" value="0.05" units="cm"/>
      <inkml:brushProperty name="height" value="0.05" units="cm"/>
      <inkml:brushProperty name="color" value="#FFC114"/>
    </inkml:brush>
  </inkml:definitions>
  <inkml:trace contextRef="#ctx0" brushRef="#br0">52 188 24575,'0'22'0,"0"14"0,0 13 0,0 16 0,0 12 0,0 8 0,2 0 0,5-4 0,0-4 0,2 0 0,-1-5 0,1-9 0,1-13 0,-1-12 0,-1-4 0,-2-9 0,-2-7 0,-1-4 0,-2-3 0,-1-9 0,0-10 0,-3-18 0,-6-23 0,-5-8 0,-6-13 0,0-4 0,4 6 0,1-3 0,3-1 0,2 0 0,2-4 0,3 2 0,3 8 0,2 5 0,-1 5 0,4 8 0,7 6 0,6 8 0,6 6 0,7 3 0,1 4 0,9 2 0,4 3 0,3 2 0,3 3 0,-3 4 0,-3 4 0,-6 2 0,-7 1 0,-3 0 0,-4 0 0,-4 0 0,-2 0 0,-4 2 0,-2 4 0,0 6 0,-3 5 0,-3 6 0,-2 0 0,-3 3 0,0 0 0,0 0 0,0 3 0,-3 4 0,-2 4 0,-5 1 0,-6-1 0,-6-1 0,-4-1 0,-3 1 0,-3-4 0,2-6 0,-2-5 0,-1-6 0,0-2 0,-1-1 0,0-3 0,3-2 0,5-4 0,7-2 0,6-1 0,5 0 0,4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2T14:48:35.634"/>
    </inkml:context>
    <inkml:brush xml:id="br0">
      <inkml:brushProperty name="width" value="0.05" units="cm"/>
      <inkml:brushProperty name="height" value="0.05" units="cm"/>
      <inkml:brushProperty name="color" value="#FFC114"/>
    </inkml:brush>
  </inkml:definitions>
  <inkml:trace contextRef="#ctx0" brushRef="#br0">356 1 24575,'-16'0'0,"-8"0"0,-2 0 0,-7 0 0,-3 0 0,4 0 0,-4 2 0,8 4 0,4 4 0,1 8 0,3 2 0,-1 1 0,3-2 0,8-5 0,4-1 0,4-3 0,2-1 0,0-1 0,0-1 0,5 2 0,9 0 0,9 4 0,11 1 0,6 6 0,7 5 0,3 0 0,-4 2 0,-5-3 0,-8-2 0,-3 2 0,-2 2 0,-3 2 0,-3 0 0,-4-2 0,-3-2 0,-2-2 0,-2-3 0,-3-1 0,-3-5 0,-3 0 0,-2 0 0,0-1 0,-4 3 0,-5 0 0,-8 0 0,-8 2 0,-5-1 0,-6-1 0,-2-1 0,1-3 0,4-1 0,1-2 0,1-3 0,0-2 0,0-2 0,5-1 0,3 0 0,3 0 0,4 0 0,8 0 0,3 0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2T14:48:36.404"/>
    </inkml:context>
    <inkml:brush xml:id="br0">
      <inkml:brushProperty name="width" value="0.05" units="cm"/>
      <inkml:brushProperty name="height" value="0.05" units="cm"/>
      <inkml:brushProperty name="color" value="#FFC114"/>
    </inkml:brush>
  </inkml:definitions>
  <inkml:trace contextRef="#ctx0" brushRef="#br0">0 0 24575,'0'0'0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2T14:48:37.183"/>
    </inkml:context>
    <inkml:brush xml:id="br0">
      <inkml:brushProperty name="width" value="0.05" units="cm"/>
      <inkml:brushProperty name="height" value="0.05" units="cm"/>
      <inkml:brushProperty name="color" value="#FFC114"/>
    </inkml:brush>
  </inkml:definitions>
  <inkml:trace contextRef="#ctx0" brushRef="#br0">1 0 24575,'0'0'0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2T14:48:37.967"/>
    </inkml:context>
    <inkml:brush xml:id="br0">
      <inkml:brushProperty name="width" value="0.05" units="cm"/>
      <inkml:brushProperty name="height" value="0.05" units="cm"/>
      <inkml:brushProperty name="color" value="#FFC114"/>
    </inkml:brush>
  </inkml:definitions>
  <inkml:trace contextRef="#ctx0" brushRef="#br0">1 0 24575,'2'2'0,"0"0"0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2T14:48:46.847"/>
    </inkml:context>
    <inkml:brush xml:id="br0">
      <inkml:brushProperty name="width" value="0.05" units="cm"/>
      <inkml:brushProperty name="height" value="0.05" units="cm"/>
      <inkml:brushProperty name="color" value="#004F8B"/>
    </inkml:brush>
  </inkml:definitions>
  <inkml:trace contextRef="#ctx0" brushRef="#br0">1 2698 24575,'7'-10'0,"4"-3"0,9-4 0,-2 2 0,9-8 0,0 0 0,3-6 0,1-5 0,-9 7 0,3-8 0,1-8 0,2-6 0,1-7 0,0-2 0,-3-5 0,1-7 0,0-5 0,-3 0 0,-2 11 0,-4 0 0,-4 3 0,-1-13 0,1-14-574,0-3 574,-8 41 0,0 0 0,5-48 0,-6 46 0,-2-1 0,1-1 0,0 1 0,7-44 0,-2 16 0,3 6 0,0 3 0,1-9 0,3-6 0,4 10 0,2 8 0,1 7 0,-1 9 0,-2 7 0,1 8 0,-3 10 0,-2 2 0,0 2 574,-1 3-574,2-3 0,1 5 0,-2 0 0,2 0 0,2 0 0,2 0 0,2 1 0,-2 4 0,-2 2 0,2 1 0,1 3 0,4 2 0,0 2 0,-1 3 0,-2 0 0,-2 1 0,0 0 0,-4 4 0,0 6 0,-4 5 0,-3 7 0,1 4 0,-2 7 0,2 5 0,-1-1 0,1-1 0,-4-5 0,0-2 0,-2-5 0,-2-3 0,0-5 0,0-2 0,1-1 0,0 0 0,2 1 0,-2-1 0,2 2 0,0 0 0,1 0 0,2 0 0,-1 0 0,1-2 0,1-2 0,1 2 0,4 0 0,1 3 0,3 4 0,1 3 0,4 4 0,4 6 0,4 2 0,3 5 0,-3-4 0,-3 1 0,-2 0 0,4 1 0,6 4 0,3 4 0,1 0 0,0-3 0,1 0 0,-5-8 0,-3-6 0,-10-7 0,-4-8 0,-1-3 0,-4-4 0,2-1 0,-1-3 0,2-2 0,5-11 0,2-11 0,4-10 0,0-10 0,-4 6 0,-1 4 0,-1 3 0,0 6 0,3 2 0,3 1 0,1 7 0,4 4 0,2 4 0,5 3 0,6 1 0,1 2 0,-3 4 0,2 10 0,2 6 0,6 7 0,4 3 0,-5-2 0,-3-4 0,-4-6 0,-5-4 0,-6-4 0,-6-3 0,-5-4 0,-3-3 0,0-2 0,1-3 0,1-6 0,-1-5 0,-2-3 0,-1 1 0,3 5 0,0 5 0,2 4 0,-1 2 0,-2 0 0,2 1 0,0 8 0,6 12 0,2 13 0,3 11 0,3 10 0,1 2 0,0 2 0,-5-5 0,-6-11 0,-7-8 0,-5-8 0,-2-5 0,-2-2 0,-2-7 0,-1-3 0,2-5 0,1-2 0,1-2 0,6-4 0,-1-4 0,5-7 0,3-11 0,2-7 0,7-5 0,0 0 0,0 3 0,0 3 0,2 5 0,1 5 0,6 6 0,-2 6 0,0 3 0,11 3 0,9 3 0,20 0 0,13 6-469,-45 2 1,1 4 468,2 3 0,1 4 0,3 4 0,-1 3 0,-5 0 0,0 1 0,2 0 0,0 0 0,-8-4 0,-1 0 0,-1 0 0,1 1-167,42 20 167,-12-5 0,3 3 0,-12-10 0,-1 0 0,-7-2 0,-6-6 0,-8-5 0,-10-5 928,-7-4-928,-6-1 176,-3-3-176,0-1 0,-1-2 0,-2-2 0,0 0 0,-1-1 0,-1 0 0,-1 0 0,-3 0 0,0 0 0,-3-2 0,2 0 0,12-1 0,21 4 0,21 9 0,8 3 0,19 7 0,-6-5 0,6-5 0,3-3 0,-18-7 0,0 1 0,-13-3 0,-7-7 0,-9-5 0,-7-3 0,-9 2 0,-5 3 0,-1 3 0,2-2 0,-1 2 0,0 3 0,0 3 0,1 2 0,-1 1 0,-1 0 0,-6 0 0,-2 1 0,-2 3 0,-2 2 0,0 3 0,-1-2 0,-2 0 0,-1-2 0,0 0 0,1 2 0,1 0 0,0 1 0,3 0 0,1 0 0,0 0 0,-1 2 0,-1-1 0,-1 0 0,0-1 0,-5-3 0,-1-2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B4B262-1B8B-4A4C-819C-0B7118916BFD}" type="datetimeFigureOut">
              <a:t>9/22/26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C66DEC-9F58-194B-86B9-A0870E5C215A}" type="slidenum">
              <a:t>‹#›</a:t>
            </a:fld>
            <a:endParaRPr lang="en-US"/>
          </a:p>
        </p:txBody>
      </p:sp>
    </p:spTree>
    <p:extLst>
      <p:ext uri="{BB962C8B-B14F-4D97-AF65-F5344CB8AC3E}">
        <p14:creationId xmlns:p14="http://schemas.microsoft.com/office/powerpoint/2010/main" val="1526549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B033E-B3E4-D8BF-B72B-3F99C8E4EB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8FD9EF3-5FE3-C61F-98D6-E8FD88A41F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186192D-F152-FAA0-B4DC-84915309E29C}"/>
              </a:ext>
            </a:extLst>
          </p:cNvPr>
          <p:cNvSpPr>
            <a:spLocks noGrp="1"/>
          </p:cNvSpPr>
          <p:nvPr>
            <p:ph type="dt" sz="half" idx="10"/>
          </p:nvPr>
        </p:nvSpPr>
        <p:spPr/>
        <p:txBody>
          <a:bodyPr/>
          <a:lstStyle/>
          <a:p>
            <a:fld id="{37646F92-438E-6F40-B57C-2225BFA3E3AC}" type="datetimeFigureOut">
              <a:t>9/22/26</a:t>
            </a:fld>
            <a:endParaRPr lang="en-US"/>
          </a:p>
        </p:txBody>
      </p:sp>
      <p:sp>
        <p:nvSpPr>
          <p:cNvPr id="5" name="Footer Placeholder 4">
            <a:extLst>
              <a:ext uri="{FF2B5EF4-FFF2-40B4-BE49-F238E27FC236}">
                <a16:creationId xmlns:a16="http://schemas.microsoft.com/office/drawing/2014/main" id="{5191B1A3-698B-7644-26F4-7E25AAA22C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E689BC-ABA8-801D-6039-2BCAF27375AB}"/>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2505209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3D340-2A5D-9FB2-EE63-A5A7BE0440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BCB61D-74C6-3CE1-EB04-9CB162B2CA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CA2CCA-CE9B-F23C-A59D-29C7370D5CB7}"/>
              </a:ext>
            </a:extLst>
          </p:cNvPr>
          <p:cNvSpPr>
            <a:spLocks noGrp="1"/>
          </p:cNvSpPr>
          <p:nvPr>
            <p:ph type="dt" sz="half" idx="10"/>
          </p:nvPr>
        </p:nvSpPr>
        <p:spPr/>
        <p:txBody>
          <a:bodyPr/>
          <a:lstStyle/>
          <a:p>
            <a:fld id="{37646F92-438E-6F40-B57C-2225BFA3E3AC}" type="datetimeFigureOut">
              <a:t>9/22/26</a:t>
            </a:fld>
            <a:endParaRPr lang="en-US"/>
          </a:p>
        </p:txBody>
      </p:sp>
      <p:sp>
        <p:nvSpPr>
          <p:cNvPr id="5" name="Footer Placeholder 4">
            <a:extLst>
              <a:ext uri="{FF2B5EF4-FFF2-40B4-BE49-F238E27FC236}">
                <a16:creationId xmlns:a16="http://schemas.microsoft.com/office/drawing/2014/main" id="{BA7091C1-7A87-2073-0250-B7D55D8B30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1BC2CF-7EB1-F436-0711-D29B9E2CA579}"/>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3080234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61481-777C-F700-6715-6054DE70F4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9D9CBD-F458-29FA-8E35-4AA82B861F7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52357B-2F6B-3B74-1166-DA395732C899}"/>
              </a:ext>
            </a:extLst>
          </p:cNvPr>
          <p:cNvSpPr>
            <a:spLocks noGrp="1"/>
          </p:cNvSpPr>
          <p:nvPr>
            <p:ph type="dt" sz="half" idx="10"/>
          </p:nvPr>
        </p:nvSpPr>
        <p:spPr/>
        <p:txBody>
          <a:bodyPr/>
          <a:lstStyle/>
          <a:p>
            <a:fld id="{37646F92-438E-6F40-B57C-2225BFA3E3AC}" type="datetimeFigureOut">
              <a:t>9/22/26</a:t>
            </a:fld>
            <a:endParaRPr lang="en-US"/>
          </a:p>
        </p:txBody>
      </p:sp>
      <p:sp>
        <p:nvSpPr>
          <p:cNvPr id="5" name="Footer Placeholder 4">
            <a:extLst>
              <a:ext uri="{FF2B5EF4-FFF2-40B4-BE49-F238E27FC236}">
                <a16:creationId xmlns:a16="http://schemas.microsoft.com/office/drawing/2014/main" id="{2076B74B-EF09-9330-B5EF-CD3382F32C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A4A8CE-01F8-FA16-5B9F-2862FEEC538E}"/>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2668722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4AEF-07C2-1ADC-16F8-ABC7717A9F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CE002D-5A6D-9C8C-3421-75B9117A1D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34A8773-94D3-8AB1-FB00-B17AA969BF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10059AB-2836-81D1-C0BE-2E656A19AE9B}"/>
              </a:ext>
            </a:extLst>
          </p:cNvPr>
          <p:cNvSpPr>
            <a:spLocks noGrp="1"/>
          </p:cNvSpPr>
          <p:nvPr>
            <p:ph type="dt" sz="half" idx="10"/>
          </p:nvPr>
        </p:nvSpPr>
        <p:spPr/>
        <p:txBody>
          <a:bodyPr/>
          <a:lstStyle/>
          <a:p>
            <a:fld id="{37646F92-438E-6F40-B57C-2225BFA3E3AC}" type="datetimeFigureOut">
              <a:t>9/22/26</a:t>
            </a:fld>
            <a:endParaRPr lang="en-US"/>
          </a:p>
        </p:txBody>
      </p:sp>
      <p:sp>
        <p:nvSpPr>
          <p:cNvPr id="6" name="Footer Placeholder 5">
            <a:extLst>
              <a:ext uri="{FF2B5EF4-FFF2-40B4-BE49-F238E27FC236}">
                <a16:creationId xmlns:a16="http://schemas.microsoft.com/office/drawing/2014/main" id="{4364C135-8FE2-FA2E-C91D-EE1B1B05DD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1054F4-CE46-86B3-21E3-5B6ABC966BE6}"/>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11966195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38AE6-1C38-FA87-7D05-0817166174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29F5E04-953C-6026-E6B7-CD1557147B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1890B6-7E39-0F59-D422-B34787C22C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69CB19E-1F65-EA6B-1DE7-C4617E2323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3C98FD-BF81-6C18-5296-BCEB361956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292DB79-8863-0DA7-F8E4-229B6561C45C}"/>
              </a:ext>
            </a:extLst>
          </p:cNvPr>
          <p:cNvSpPr>
            <a:spLocks noGrp="1"/>
          </p:cNvSpPr>
          <p:nvPr>
            <p:ph type="dt" sz="half" idx="10"/>
          </p:nvPr>
        </p:nvSpPr>
        <p:spPr/>
        <p:txBody>
          <a:bodyPr/>
          <a:lstStyle/>
          <a:p>
            <a:fld id="{37646F92-438E-6F40-B57C-2225BFA3E3AC}" type="datetimeFigureOut">
              <a:t>9/22/26</a:t>
            </a:fld>
            <a:endParaRPr lang="en-US"/>
          </a:p>
        </p:txBody>
      </p:sp>
      <p:sp>
        <p:nvSpPr>
          <p:cNvPr id="8" name="Footer Placeholder 7">
            <a:extLst>
              <a:ext uri="{FF2B5EF4-FFF2-40B4-BE49-F238E27FC236}">
                <a16:creationId xmlns:a16="http://schemas.microsoft.com/office/drawing/2014/main" id="{8612CC33-1C75-C6A3-8803-22C0B52CB4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9EE189-3744-D268-6860-5C0D0810630B}"/>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4202841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5E1F1-7BAE-6DF2-0597-710BB17502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4C64002-DECD-1DD5-370C-36935B736486}"/>
              </a:ext>
            </a:extLst>
          </p:cNvPr>
          <p:cNvSpPr>
            <a:spLocks noGrp="1"/>
          </p:cNvSpPr>
          <p:nvPr>
            <p:ph type="dt" sz="half" idx="10"/>
          </p:nvPr>
        </p:nvSpPr>
        <p:spPr/>
        <p:txBody>
          <a:bodyPr/>
          <a:lstStyle/>
          <a:p>
            <a:fld id="{37646F92-438E-6F40-B57C-2225BFA3E3AC}" type="datetimeFigureOut">
              <a:t>9/22/26</a:t>
            </a:fld>
            <a:endParaRPr lang="en-US"/>
          </a:p>
        </p:txBody>
      </p:sp>
      <p:sp>
        <p:nvSpPr>
          <p:cNvPr id="4" name="Footer Placeholder 3">
            <a:extLst>
              <a:ext uri="{FF2B5EF4-FFF2-40B4-BE49-F238E27FC236}">
                <a16:creationId xmlns:a16="http://schemas.microsoft.com/office/drawing/2014/main" id="{428C536A-1252-F499-406F-883794863F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22F046-1AC9-B7E5-7053-BFA9C3480092}"/>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3066145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08825C-C265-5CAB-7AC0-23439495E732}"/>
              </a:ext>
            </a:extLst>
          </p:cNvPr>
          <p:cNvSpPr>
            <a:spLocks noGrp="1"/>
          </p:cNvSpPr>
          <p:nvPr>
            <p:ph type="dt" sz="half" idx="10"/>
          </p:nvPr>
        </p:nvSpPr>
        <p:spPr/>
        <p:txBody>
          <a:bodyPr/>
          <a:lstStyle/>
          <a:p>
            <a:fld id="{37646F92-438E-6F40-B57C-2225BFA3E3AC}" type="datetimeFigureOut">
              <a:t>9/22/26</a:t>
            </a:fld>
            <a:endParaRPr lang="en-US"/>
          </a:p>
        </p:txBody>
      </p:sp>
      <p:sp>
        <p:nvSpPr>
          <p:cNvPr id="3" name="Footer Placeholder 2">
            <a:extLst>
              <a:ext uri="{FF2B5EF4-FFF2-40B4-BE49-F238E27FC236}">
                <a16:creationId xmlns:a16="http://schemas.microsoft.com/office/drawing/2014/main" id="{179341E9-CE1B-FFF8-0DFF-7374EA2A16E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64EB226-0556-2DD2-A2F4-E84E8F99B64E}"/>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1996573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8E27F-0FE7-B99E-99CA-715FE1B10C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41A9ADE-C28A-1C3D-D71D-F439E74F8A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4A4577-3B61-9617-C828-92398BAF78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BA225C-6E8F-3199-5A3B-C315D2BA567E}"/>
              </a:ext>
            </a:extLst>
          </p:cNvPr>
          <p:cNvSpPr>
            <a:spLocks noGrp="1"/>
          </p:cNvSpPr>
          <p:nvPr>
            <p:ph type="dt" sz="half" idx="10"/>
          </p:nvPr>
        </p:nvSpPr>
        <p:spPr/>
        <p:txBody>
          <a:bodyPr/>
          <a:lstStyle/>
          <a:p>
            <a:fld id="{37646F92-438E-6F40-B57C-2225BFA3E3AC}" type="datetimeFigureOut">
              <a:t>9/22/26</a:t>
            </a:fld>
            <a:endParaRPr lang="en-US"/>
          </a:p>
        </p:txBody>
      </p:sp>
      <p:sp>
        <p:nvSpPr>
          <p:cNvPr id="6" name="Footer Placeholder 5">
            <a:extLst>
              <a:ext uri="{FF2B5EF4-FFF2-40B4-BE49-F238E27FC236}">
                <a16:creationId xmlns:a16="http://schemas.microsoft.com/office/drawing/2014/main" id="{ABF5E875-97F1-4B2A-5AC0-2708F95A8F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9913F0-2055-E8BD-7B35-7E894E49B2C9}"/>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3399518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786A4-D083-E51D-7524-E16AB09447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09D880-38EE-237D-3B88-94692F1002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E3C8615-1F31-7C21-7C9F-42E9CAF533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A19CCF-F8C3-71E1-3349-C5899E5CF156}"/>
              </a:ext>
            </a:extLst>
          </p:cNvPr>
          <p:cNvSpPr>
            <a:spLocks noGrp="1"/>
          </p:cNvSpPr>
          <p:nvPr>
            <p:ph type="dt" sz="half" idx="10"/>
          </p:nvPr>
        </p:nvSpPr>
        <p:spPr/>
        <p:txBody>
          <a:bodyPr/>
          <a:lstStyle/>
          <a:p>
            <a:fld id="{37646F92-438E-6F40-B57C-2225BFA3E3AC}" type="datetimeFigureOut">
              <a:t>9/22/26</a:t>
            </a:fld>
            <a:endParaRPr lang="en-US"/>
          </a:p>
        </p:txBody>
      </p:sp>
      <p:sp>
        <p:nvSpPr>
          <p:cNvPr id="6" name="Footer Placeholder 5">
            <a:extLst>
              <a:ext uri="{FF2B5EF4-FFF2-40B4-BE49-F238E27FC236}">
                <a16:creationId xmlns:a16="http://schemas.microsoft.com/office/drawing/2014/main" id="{3B00CE98-EA24-C4F2-2E03-187AED28F7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080172-B8E6-505C-52B3-AE108F4AA2CE}"/>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1273924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CC4F2-4109-BD4B-6D8C-A57D0513ACC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457E555-8D2E-C3F2-9CA2-43C5006F1E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6D83CD-08CA-0D74-7CDD-56087C9B77FB}"/>
              </a:ext>
            </a:extLst>
          </p:cNvPr>
          <p:cNvSpPr>
            <a:spLocks noGrp="1"/>
          </p:cNvSpPr>
          <p:nvPr>
            <p:ph type="dt" sz="half" idx="10"/>
          </p:nvPr>
        </p:nvSpPr>
        <p:spPr/>
        <p:txBody>
          <a:bodyPr/>
          <a:lstStyle/>
          <a:p>
            <a:fld id="{37646F92-438E-6F40-B57C-2225BFA3E3AC}" type="datetimeFigureOut">
              <a:t>9/22/26</a:t>
            </a:fld>
            <a:endParaRPr lang="en-US"/>
          </a:p>
        </p:txBody>
      </p:sp>
      <p:sp>
        <p:nvSpPr>
          <p:cNvPr id="5" name="Footer Placeholder 4">
            <a:extLst>
              <a:ext uri="{FF2B5EF4-FFF2-40B4-BE49-F238E27FC236}">
                <a16:creationId xmlns:a16="http://schemas.microsoft.com/office/drawing/2014/main" id="{EB06D11C-63FE-4B11-B038-2FE264562A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B5DCBD-EC9E-3896-73AC-1D10CD393189}"/>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1976175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5FED0E-7240-2A07-6730-FCED2E24E21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0051B0-D11C-F6BC-941E-5F6EA59DD7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58A2D8-5FF9-4174-9DEA-697BE8BEE516}"/>
              </a:ext>
            </a:extLst>
          </p:cNvPr>
          <p:cNvSpPr>
            <a:spLocks noGrp="1"/>
          </p:cNvSpPr>
          <p:nvPr>
            <p:ph type="dt" sz="half" idx="10"/>
          </p:nvPr>
        </p:nvSpPr>
        <p:spPr/>
        <p:txBody>
          <a:bodyPr/>
          <a:lstStyle/>
          <a:p>
            <a:fld id="{37646F92-438E-6F40-B57C-2225BFA3E3AC}" type="datetimeFigureOut">
              <a:t>9/22/26</a:t>
            </a:fld>
            <a:endParaRPr lang="en-US"/>
          </a:p>
        </p:txBody>
      </p:sp>
      <p:sp>
        <p:nvSpPr>
          <p:cNvPr id="5" name="Footer Placeholder 4">
            <a:extLst>
              <a:ext uri="{FF2B5EF4-FFF2-40B4-BE49-F238E27FC236}">
                <a16:creationId xmlns:a16="http://schemas.microsoft.com/office/drawing/2014/main" id="{B0EFEC65-256E-FCF4-185C-ED1C944759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A277BC-7B02-B700-CCD6-342F9BF435C6}"/>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131411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0329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FF9"/>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9B67B5-93D6-11CF-76A0-070C5F42A4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90E95ED-9CA4-E2D1-3B66-C39D948081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F15462-D29C-2E3A-787F-43D9CCDE42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7646F92-438E-6F40-B57C-2225BFA3E3AC}" type="datetimeFigureOut">
              <a:t>9/22/26</a:t>
            </a:fld>
            <a:endParaRPr lang="en-US"/>
          </a:p>
        </p:txBody>
      </p:sp>
      <p:sp>
        <p:nvSpPr>
          <p:cNvPr id="5" name="Footer Placeholder 4">
            <a:extLst>
              <a:ext uri="{FF2B5EF4-FFF2-40B4-BE49-F238E27FC236}">
                <a16:creationId xmlns:a16="http://schemas.microsoft.com/office/drawing/2014/main" id="{9E8167E5-E6D2-5D53-ED01-171102C405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4BB2A63-327D-25E4-F362-1FC7B3E17D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1837906-23E7-C341-9F29-2E2CC23DE015}" type="slidenum">
              <a:t>‹#›</a:t>
            </a:fld>
            <a:endParaRPr lang="en-US"/>
          </a:p>
        </p:txBody>
      </p:sp>
    </p:spTree>
    <p:extLst>
      <p:ext uri="{BB962C8B-B14F-4D97-AF65-F5344CB8AC3E}">
        <p14:creationId xmlns:p14="http://schemas.microsoft.com/office/powerpoint/2010/main" val="35195941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customXml" Target="../ink/ink9.xml"/><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customXml" Target="../ink/ink8.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png"/><Relationship Id="rId11" Type="http://schemas.openxmlformats.org/officeDocument/2006/relationships/customXml" Target="../ink/ink7.xml"/><Relationship Id="rId5" Type="http://schemas.openxmlformats.org/officeDocument/2006/relationships/customXml" Target="../ink/ink2.xml"/><Relationship Id="rId10" Type="http://schemas.openxmlformats.org/officeDocument/2006/relationships/customXml" Target="../ink/ink6.xml"/><Relationship Id="rId4" Type="http://schemas.openxmlformats.org/officeDocument/2006/relationships/image" Target="NULL"/><Relationship Id="rId9" Type="http://schemas.openxmlformats.org/officeDocument/2006/relationships/customXml" Target="../ink/ink5.xml"/></Relationships>
</file>

<file path=ppt/slides/_rels/slide5.xml.rels><?xml version="1.0" encoding="UTF-8" standalone="yes"?>
<Relationships xmlns="http://schemas.openxmlformats.org/package/2006/relationships"><Relationship Id="rId26" Type="http://schemas.openxmlformats.org/officeDocument/2006/relationships/customXml" Target="../ink/ink22.xml"/><Relationship Id="rId21" Type="http://schemas.openxmlformats.org/officeDocument/2006/relationships/image" Target="NULL"/><Relationship Id="rId34" Type="http://schemas.openxmlformats.org/officeDocument/2006/relationships/customXml" Target="../ink/ink26.xml"/><Relationship Id="rId42" Type="http://schemas.openxmlformats.org/officeDocument/2006/relationships/customXml" Target="../ink/ink30.xml"/><Relationship Id="rId47" Type="http://schemas.openxmlformats.org/officeDocument/2006/relationships/customXml" Target="../ink/ink33.xml"/><Relationship Id="rId50" Type="http://schemas.openxmlformats.org/officeDocument/2006/relationships/image" Target="NULL"/><Relationship Id="rId55" Type="http://schemas.openxmlformats.org/officeDocument/2006/relationships/customXml" Target="../ink/ink37.xml"/><Relationship Id="rId63" Type="http://schemas.openxmlformats.org/officeDocument/2006/relationships/customXml" Target="../ink/ink41.xml"/><Relationship Id="rId7" Type="http://schemas.openxmlformats.org/officeDocument/2006/relationships/image" Target="NULL"/><Relationship Id="rId2" Type="http://schemas.openxmlformats.org/officeDocument/2006/relationships/customXml" Target="../ink/ink10.xml"/><Relationship Id="rId16" Type="http://schemas.openxmlformats.org/officeDocument/2006/relationships/customXml" Target="../ink/ink17.xml"/><Relationship Id="rId29" Type="http://schemas.openxmlformats.org/officeDocument/2006/relationships/image" Target="NULL"/><Relationship Id="rId11" Type="http://schemas.openxmlformats.org/officeDocument/2006/relationships/image" Target="NULL"/><Relationship Id="rId24" Type="http://schemas.openxmlformats.org/officeDocument/2006/relationships/customXml" Target="../ink/ink21.xml"/><Relationship Id="rId32" Type="http://schemas.openxmlformats.org/officeDocument/2006/relationships/customXml" Target="../ink/ink25.xml"/><Relationship Id="rId37" Type="http://schemas.openxmlformats.org/officeDocument/2006/relationships/image" Target="NULL"/><Relationship Id="rId40" Type="http://schemas.openxmlformats.org/officeDocument/2006/relationships/customXml" Target="../ink/ink29.xml"/><Relationship Id="rId45" Type="http://schemas.openxmlformats.org/officeDocument/2006/relationships/image" Target="NULL"/><Relationship Id="rId53" Type="http://schemas.openxmlformats.org/officeDocument/2006/relationships/customXml" Target="../ink/ink36.xml"/><Relationship Id="rId58" Type="http://schemas.openxmlformats.org/officeDocument/2006/relationships/image" Target="NULL"/><Relationship Id="rId66" Type="http://schemas.openxmlformats.org/officeDocument/2006/relationships/image" Target="NULL"/><Relationship Id="rId5" Type="http://schemas.openxmlformats.org/officeDocument/2006/relationships/image" Target="NULL"/><Relationship Id="rId61" Type="http://schemas.openxmlformats.org/officeDocument/2006/relationships/customXml" Target="../ink/ink40.xml"/><Relationship Id="rId19" Type="http://schemas.openxmlformats.org/officeDocument/2006/relationships/image" Target="NULL"/><Relationship Id="rId14" Type="http://schemas.openxmlformats.org/officeDocument/2006/relationships/customXml" Target="../ink/ink16.xml"/><Relationship Id="rId22" Type="http://schemas.openxmlformats.org/officeDocument/2006/relationships/customXml" Target="../ink/ink20.xml"/><Relationship Id="rId27" Type="http://schemas.openxmlformats.org/officeDocument/2006/relationships/image" Target="NULL"/><Relationship Id="rId30" Type="http://schemas.openxmlformats.org/officeDocument/2006/relationships/customXml" Target="../ink/ink24.xml"/><Relationship Id="rId35" Type="http://schemas.openxmlformats.org/officeDocument/2006/relationships/image" Target="NULL"/><Relationship Id="rId43" Type="http://schemas.openxmlformats.org/officeDocument/2006/relationships/image" Target="NULL"/><Relationship Id="rId48" Type="http://schemas.openxmlformats.org/officeDocument/2006/relationships/image" Target="NULL"/><Relationship Id="rId56" Type="http://schemas.openxmlformats.org/officeDocument/2006/relationships/image" Target="NULL"/><Relationship Id="rId64" Type="http://schemas.openxmlformats.org/officeDocument/2006/relationships/image" Target="NULL"/><Relationship Id="rId8" Type="http://schemas.openxmlformats.org/officeDocument/2006/relationships/customXml" Target="../ink/ink13.xml"/><Relationship Id="rId51" Type="http://schemas.openxmlformats.org/officeDocument/2006/relationships/customXml" Target="../ink/ink35.xml"/><Relationship Id="rId3" Type="http://schemas.openxmlformats.org/officeDocument/2006/relationships/image" Target="NULL"/><Relationship Id="rId12" Type="http://schemas.openxmlformats.org/officeDocument/2006/relationships/customXml" Target="../ink/ink15.xml"/><Relationship Id="rId17" Type="http://schemas.openxmlformats.org/officeDocument/2006/relationships/image" Target="NULL"/><Relationship Id="rId25" Type="http://schemas.openxmlformats.org/officeDocument/2006/relationships/image" Target="NULL"/><Relationship Id="rId33" Type="http://schemas.openxmlformats.org/officeDocument/2006/relationships/image" Target="NULL"/><Relationship Id="rId38" Type="http://schemas.openxmlformats.org/officeDocument/2006/relationships/customXml" Target="../ink/ink28.xml"/><Relationship Id="rId46" Type="http://schemas.openxmlformats.org/officeDocument/2006/relationships/customXml" Target="../ink/ink32.xml"/><Relationship Id="rId59" Type="http://schemas.openxmlformats.org/officeDocument/2006/relationships/customXml" Target="../ink/ink39.xml"/><Relationship Id="rId20" Type="http://schemas.openxmlformats.org/officeDocument/2006/relationships/customXml" Target="../ink/ink19.xml"/><Relationship Id="rId41" Type="http://schemas.openxmlformats.org/officeDocument/2006/relationships/image" Target="NULL"/><Relationship Id="rId54" Type="http://schemas.openxmlformats.org/officeDocument/2006/relationships/image" Target="NULL"/><Relationship Id="rId62"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customXml" Target="../ink/ink12.xml"/><Relationship Id="rId15" Type="http://schemas.openxmlformats.org/officeDocument/2006/relationships/image" Target="NULL"/><Relationship Id="rId23" Type="http://schemas.openxmlformats.org/officeDocument/2006/relationships/image" Target="NULL"/><Relationship Id="rId28" Type="http://schemas.openxmlformats.org/officeDocument/2006/relationships/customXml" Target="../ink/ink23.xml"/><Relationship Id="rId36" Type="http://schemas.openxmlformats.org/officeDocument/2006/relationships/customXml" Target="../ink/ink27.xml"/><Relationship Id="rId49" Type="http://schemas.openxmlformats.org/officeDocument/2006/relationships/customXml" Target="../ink/ink34.xml"/><Relationship Id="rId57" Type="http://schemas.openxmlformats.org/officeDocument/2006/relationships/customXml" Target="../ink/ink38.xml"/><Relationship Id="rId10" Type="http://schemas.openxmlformats.org/officeDocument/2006/relationships/customXml" Target="../ink/ink14.xml"/><Relationship Id="rId31" Type="http://schemas.openxmlformats.org/officeDocument/2006/relationships/image" Target="NULL"/><Relationship Id="rId44" Type="http://schemas.openxmlformats.org/officeDocument/2006/relationships/customXml" Target="../ink/ink31.xml"/><Relationship Id="rId52" Type="http://schemas.openxmlformats.org/officeDocument/2006/relationships/image" Target="NULL"/><Relationship Id="rId60" Type="http://schemas.openxmlformats.org/officeDocument/2006/relationships/image" Target="NULL"/><Relationship Id="rId65" Type="http://schemas.openxmlformats.org/officeDocument/2006/relationships/customXml" Target="../ink/ink42.xml"/><Relationship Id="rId4" Type="http://schemas.openxmlformats.org/officeDocument/2006/relationships/customXml" Target="../ink/ink11.xml"/><Relationship Id="rId9" Type="http://schemas.openxmlformats.org/officeDocument/2006/relationships/image" Target="NULL"/><Relationship Id="rId13" Type="http://schemas.openxmlformats.org/officeDocument/2006/relationships/image" Target="NULL"/><Relationship Id="rId18" Type="http://schemas.openxmlformats.org/officeDocument/2006/relationships/customXml" Target="../ink/ink18.xml"/><Relationship Id="rId39" Type="http://schemas.openxmlformats.org/officeDocument/2006/relationships/image" Target="NULL"/></Relationships>
</file>

<file path=ppt/slides/_rels/slide6.xml.rels><?xml version="1.0" encoding="UTF-8" standalone="yes"?>
<Relationships xmlns="http://schemas.openxmlformats.org/package/2006/relationships"><Relationship Id="rId26" Type="http://schemas.openxmlformats.org/officeDocument/2006/relationships/customXml" Target="../ink/ink55.xml"/><Relationship Id="rId21" Type="http://schemas.openxmlformats.org/officeDocument/2006/relationships/image" Target="NULL"/><Relationship Id="rId34" Type="http://schemas.openxmlformats.org/officeDocument/2006/relationships/customXml" Target="../ink/ink59.xml"/><Relationship Id="rId42" Type="http://schemas.openxmlformats.org/officeDocument/2006/relationships/customXml" Target="../ink/ink63.xml"/><Relationship Id="rId47" Type="http://schemas.openxmlformats.org/officeDocument/2006/relationships/customXml" Target="../ink/ink66.xml"/><Relationship Id="rId50" Type="http://schemas.openxmlformats.org/officeDocument/2006/relationships/image" Target="NULL"/><Relationship Id="rId55" Type="http://schemas.openxmlformats.org/officeDocument/2006/relationships/customXml" Target="../ink/ink70.xml"/><Relationship Id="rId63" Type="http://schemas.openxmlformats.org/officeDocument/2006/relationships/customXml" Target="../ink/ink74.xml"/><Relationship Id="rId7" Type="http://schemas.openxmlformats.org/officeDocument/2006/relationships/image" Target="NULL"/><Relationship Id="rId2" Type="http://schemas.openxmlformats.org/officeDocument/2006/relationships/customXml" Target="../ink/ink43.xml"/><Relationship Id="rId16" Type="http://schemas.openxmlformats.org/officeDocument/2006/relationships/customXml" Target="../ink/ink50.xml"/><Relationship Id="rId29" Type="http://schemas.openxmlformats.org/officeDocument/2006/relationships/image" Target="NULL"/><Relationship Id="rId11" Type="http://schemas.openxmlformats.org/officeDocument/2006/relationships/image" Target="NULL"/><Relationship Id="rId24" Type="http://schemas.openxmlformats.org/officeDocument/2006/relationships/customXml" Target="../ink/ink54.xml"/><Relationship Id="rId32" Type="http://schemas.openxmlformats.org/officeDocument/2006/relationships/customXml" Target="../ink/ink58.xml"/><Relationship Id="rId37" Type="http://schemas.openxmlformats.org/officeDocument/2006/relationships/image" Target="NULL"/><Relationship Id="rId40" Type="http://schemas.openxmlformats.org/officeDocument/2006/relationships/customXml" Target="../ink/ink62.xml"/><Relationship Id="rId45" Type="http://schemas.openxmlformats.org/officeDocument/2006/relationships/image" Target="NULL"/><Relationship Id="rId53" Type="http://schemas.openxmlformats.org/officeDocument/2006/relationships/customXml" Target="../ink/ink69.xml"/><Relationship Id="rId58" Type="http://schemas.openxmlformats.org/officeDocument/2006/relationships/image" Target="NULL"/><Relationship Id="rId66" Type="http://schemas.openxmlformats.org/officeDocument/2006/relationships/image" Target="NULL"/><Relationship Id="rId5" Type="http://schemas.openxmlformats.org/officeDocument/2006/relationships/image" Target="NULL"/><Relationship Id="rId61" Type="http://schemas.openxmlformats.org/officeDocument/2006/relationships/customXml" Target="../ink/ink73.xml"/><Relationship Id="rId19" Type="http://schemas.openxmlformats.org/officeDocument/2006/relationships/image" Target="NULL"/><Relationship Id="rId14" Type="http://schemas.openxmlformats.org/officeDocument/2006/relationships/customXml" Target="../ink/ink49.xml"/><Relationship Id="rId22" Type="http://schemas.openxmlformats.org/officeDocument/2006/relationships/customXml" Target="../ink/ink53.xml"/><Relationship Id="rId27" Type="http://schemas.openxmlformats.org/officeDocument/2006/relationships/image" Target="NULL"/><Relationship Id="rId30" Type="http://schemas.openxmlformats.org/officeDocument/2006/relationships/customXml" Target="../ink/ink57.xml"/><Relationship Id="rId35" Type="http://schemas.openxmlformats.org/officeDocument/2006/relationships/image" Target="NULL"/><Relationship Id="rId43" Type="http://schemas.openxmlformats.org/officeDocument/2006/relationships/image" Target="NULL"/><Relationship Id="rId48" Type="http://schemas.openxmlformats.org/officeDocument/2006/relationships/image" Target="NULL"/><Relationship Id="rId56" Type="http://schemas.openxmlformats.org/officeDocument/2006/relationships/image" Target="NULL"/><Relationship Id="rId64" Type="http://schemas.openxmlformats.org/officeDocument/2006/relationships/image" Target="NULL"/><Relationship Id="rId8" Type="http://schemas.openxmlformats.org/officeDocument/2006/relationships/customXml" Target="../ink/ink46.xml"/><Relationship Id="rId51" Type="http://schemas.openxmlformats.org/officeDocument/2006/relationships/customXml" Target="../ink/ink68.xml"/><Relationship Id="rId3" Type="http://schemas.openxmlformats.org/officeDocument/2006/relationships/image" Target="NULL"/><Relationship Id="rId12" Type="http://schemas.openxmlformats.org/officeDocument/2006/relationships/customXml" Target="../ink/ink48.xml"/><Relationship Id="rId17" Type="http://schemas.openxmlformats.org/officeDocument/2006/relationships/image" Target="NULL"/><Relationship Id="rId25" Type="http://schemas.openxmlformats.org/officeDocument/2006/relationships/image" Target="NULL"/><Relationship Id="rId33" Type="http://schemas.openxmlformats.org/officeDocument/2006/relationships/image" Target="NULL"/><Relationship Id="rId38" Type="http://schemas.openxmlformats.org/officeDocument/2006/relationships/customXml" Target="../ink/ink61.xml"/><Relationship Id="rId46" Type="http://schemas.openxmlformats.org/officeDocument/2006/relationships/customXml" Target="../ink/ink65.xml"/><Relationship Id="rId59" Type="http://schemas.openxmlformats.org/officeDocument/2006/relationships/customXml" Target="../ink/ink72.xml"/><Relationship Id="rId20" Type="http://schemas.openxmlformats.org/officeDocument/2006/relationships/customXml" Target="../ink/ink52.xml"/><Relationship Id="rId41" Type="http://schemas.openxmlformats.org/officeDocument/2006/relationships/image" Target="NULL"/><Relationship Id="rId54" Type="http://schemas.openxmlformats.org/officeDocument/2006/relationships/image" Target="NULL"/><Relationship Id="rId62"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customXml" Target="../ink/ink45.xml"/><Relationship Id="rId15" Type="http://schemas.openxmlformats.org/officeDocument/2006/relationships/image" Target="NULL"/><Relationship Id="rId23" Type="http://schemas.openxmlformats.org/officeDocument/2006/relationships/image" Target="NULL"/><Relationship Id="rId28" Type="http://schemas.openxmlformats.org/officeDocument/2006/relationships/customXml" Target="../ink/ink56.xml"/><Relationship Id="rId36" Type="http://schemas.openxmlformats.org/officeDocument/2006/relationships/customXml" Target="../ink/ink60.xml"/><Relationship Id="rId49" Type="http://schemas.openxmlformats.org/officeDocument/2006/relationships/customXml" Target="../ink/ink67.xml"/><Relationship Id="rId57" Type="http://schemas.openxmlformats.org/officeDocument/2006/relationships/customXml" Target="../ink/ink71.xml"/><Relationship Id="rId10" Type="http://schemas.openxmlformats.org/officeDocument/2006/relationships/customXml" Target="../ink/ink47.xml"/><Relationship Id="rId31" Type="http://schemas.openxmlformats.org/officeDocument/2006/relationships/image" Target="NULL"/><Relationship Id="rId44" Type="http://schemas.openxmlformats.org/officeDocument/2006/relationships/customXml" Target="../ink/ink64.xml"/><Relationship Id="rId52" Type="http://schemas.openxmlformats.org/officeDocument/2006/relationships/image" Target="NULL"/><Relationship Id="rId60" Type="http://schemas.openxmlformats.org/officeDocument/2006/relationships/image" Target="NULL"/><Relationship Id="rId65" Type="http://schemas.openxmlformats.org/officeDocument/2006/relationships/customXml" Target="../ink/ink75.xml"/><Relationship Id="rId4" Type="http://schemas.openxmlformats.org/officeDocument/2006/relationships/customXml" Target="../ink/ink44.xml"/><Relationship Id="rId9" Type="http://schemas.openxmlformats.org/officeDocument/2006/relationships/image" Target="NULL"/><Relationship Id="rId13" Type="http://schemas.openxmlformats.org/officeDocument/2006/relationships/image" Target="NULL"/><Relationship Id="rId18" Type="http://schemas.openxmlformats.org/officeDocument/2006/relationships/customXml" Target="../ink/ink51.xml"/><Relationship Id="rId39" Type="http://schemas.openxmlformats.org/officeDocument/2006/relationships/image" Target="NUL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8" Type="http://schemas.openxmlformats.org/officeDocument/2006/relationships/customXml" Target="../ink/ink79.xml"/><Relationship Id="rId13" Type="http://schemas.openxmlformats.org/officeDocument/2006/relationships/image" Target="../media/image10.png"/><Relationship Id="rId18" Type="http://schemas.openxmlformats.org/officeDocument/2006/relationships/customXml" Target="../ink/ink84.xml"/><Relationship Id="rId26" Type="http://schemas.openxmlformats.org/officeDocument/2006/relationships/image" Target="../media/image25.png"/><Relationship Id="rId3" Type="http://schemas.openxmlformats.org/officeDocument/2006/relationships/image" Target="../media/image40.png"/><Relationship Id="rId21" Type="http://schemas.openxmlformats.org/officeDocument/2006/relationships/image" Target="../media/image23.png"/><Relationship Id="rId7" Type="http://schemas.openxmlformats.org/officeDocument/2006/relationships/image" Target="../media/image7.png"/><Relationship Id="rId12" Type="http://schemas.openxmlformats.org/officeDocument/2006/relationships/customXml" Target="../ink/ink81.xml"/><Relationship Id="rId17" Type="http://schemas.openxmlformats.org/officeDocument/2006/relationships/image" Target="../media/image12.png"/><Relationship Id="rId25" Type="http://schemas.openxmlformats.org/officeDocument/2006/relationships/customXml" Target="../ink/ink88.xml"/><Relationship Id="rId2" Type="http://schemas.openxmlformats.org/officeDocument/2006/relationships/customXml" Target="../ink/ink76.xml"/><Relationship Id="rId16" Type="http://schemas.openxmlformats.org/officeDocument/2006/relationships/customXml" Target="../ink/ink83.xml"/><Relationship Id="rId20" Type="http://schemas.openxmlformats.org/officeDocument/2006/relationships/customXml" Target="../ink/ink85.xml"/><Relationship Id="rId1" Type="http://schemas.openxmlformats.org/officeDocument/2006/relationships/slideLayout" Target="../slideLayouts/slideLayout2.xml"/><Relationship Id="rId6" Type="http://schemas.openxmlformats.org/officeDocument/2006/relationships/customXml" Target="../ink/ink78.xml"/><Relationship Id="rId11" Type="http://schemas.openxmlformats.org/officeDocument/2006/relationships/image" Target="../media/image9.png"/><Relationship Id="rId24" Type="http://schemas.openxmlformats.org/officeDocument/2006/relationships/image" Target="../media/image24.png"/><Relationship Id="rId5" Type="http://schemas.openxmlformats.org/officeDocument/2006/relationships/image" Target="../media/image5.png"/><Relationship Id="rId15" Type="http://schemas.openxmlformats.org/officeDocument/2006/relationships/image" Target="../media/image11.png"/><Relationship Id="rId23" Type="http://schemas.openxmlformats.org/officeDocument/2006/relationships/customXml" Target="../ink/ink87.xml"/><Relationship Id="rId10" Type="http://schemas.openxmlformats.org/officeDocument/2006/relationships/customXml" Target="../ink/ink80.xml"/><Relationship Id="rId19" Type="http://schemas.openxmlformats.org/officeDocument/2006/relationships/image" Target="../media/image22.png"/><Relationship Id="rId4" Type="http://schemas.openxmlformats.org/officeDocument/2006/relationships/customXml" Target="../ink/ink77.xml"/><Relationship Id="rId9" Type="http://schemas.openxmlformats.org/officeDocument/2006/relationships/image" Target="../media/image8.png"/><Relationship Id="rId14" Type="http://schemas.openxmlformats.org/officeDocument/2006/relationships/customXml" Target="../ink/ink82.xml"/><Relationship Id="rId22" Type="http://schemas.openxmlformats.org/officeDocument/2006/relationships/customXml" Target="../ink/ink8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3E54E-FC70-7D3C-FB87-2A4422261FA4}"/>
              </a:ext>
            </a:extLst>
          </p:cNvPr>
          <p:cNvSpPr>
            <a:spLocks noGrp="1"/>
          </p:cNvSpPr>
          <p:nvPr>
            <p:ph type="ctrTitle"/>
          </p:nvPr>
        </p:nvSpPr>
        <p:spPr>
          <a:xfrm>
            <a:off x="1524000" y="1831023"/>
            <a:ext cx="9144000" cy="2387600"/>
          </a:xfrm>
        </p:spPr>
        <p:txBody>
          <a:bodyPr>
            <a:normAutofit fontScale="90000"/>
          </a:bodyPr>
          <a:lstStyle/>
          <a:p>
            <a:r>
              <a:rPr lang="en-US" sz="4400"/>
              <a:t>Ling 285</a:t>
            </a:r>
            <a:br>
              <a:rPr lang="en-US" sz="4400"/>
            </a:br>
            <a:r>
              <a:rPr lang="en-US" sz="4400"/>
              <a:t>Human Language and Technology</a:t>
            </a:r>
            <a:br>
              <a:rPr lang="en-US" sz="4400"/>
            </a:br>
            <a:r>
              <a:rPr lang="en-US" sz="4400"/>
              <a:t>Lecture 9</a:t>
            </a:r>
            <a:br>
              <a:rPr lang="en-US" sz="4400"/>
            </a:br>
            <a:br>
              <a:rPr lang="en-US" sz="4400"/>
            </a:br>
            <a:r>
              <a:rPr lang="en-US" sz="4400"/>
              <a:t>Neural Networks 1</a:t>
            </a:r>
            <a:br>
              <a:rPr lang="en-US" sz="4400"/>
            </a:br>
            <a:endParaRPr lang="en-US" sz="4400"/>
          </a:p>
        </p:txBody>
      </p:sp>
      <p:sp>
        <p:nvSpPr>
          <p:cNvPr id="3" name="Subtitle 2">
            <a:extLst>
              <a:ext uri="{FF2B5EF4-FFF2-40B4-BE49-F238E27FC236}">
                <a16:creationId xmlns:a16="http://schemas.microsoft.com/office/drawing/2014/main" id="{117E1F82-DB91-1E57-EE5B-ECA1A523FBD4}"/>
              </a:ext>
            </a:extLst>
          </p:cNvPr>
          <p:cNvSpPr>
            <a:spLocks noGrp="1"/>
          </p:cNvSpPr>
          <p:nvPr>
            <p:ph type="subTitle" idx="1"/>
          </p:nvPr>
        </p:nvSpPr>
        <p:spPr>
          <a:xfrm>
            <a:off x="1409700" y="4459288"/>
            <a:ext cx="9144000" cy="1655762"/>
          </a:xfrm>
        </p:spPr>
        <p:txBody>
          <a:bodyPr/>
          <a:lstStyle/>
          <a:p>
            <a:r>
              <a:rPr lang="en-US"/>
              <a:t>Khalil Iskarous</a:t>
            </a:r>
          </a:p>
          <a:p>
            <a:r>
              <a:rPr lang="en-US"/>
              <a:t>Department of Linguistics</a:t>
            </a:r>
          </a:p>
          <a:p>
            <a:r>
              <a:rPr lang="en-US"/>
              <a:t>University of Southern California</a:t>
            </a:r>
          </a:p>
        </p:txBody>
      </p:sp>
    </p:spTree>
    <p:extLst>
      <p:ext uri="{BB962C8B-B14F-4D97-AF65-F5344CB8AC3E}">
        <p14:creationId xmlns:p14="http://schemas.microsoft.com/office/powerpoint/2010/main" val="15815190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2266F-0EB0-E56E-CB5A-92F586737B50}"/>
              </a:ext>
            </a:extLst>
          </p:cNvPr>
          <p:cNvSpPr>
            <a:spLocks noGrp="1"/>
          </p:cNvSpPr>
          <p:nvPr>
            <p:ph type="title"/>
          </p:nvPr>
        </p:nvSpPr>
        <p:spPr>
          <a:xfrm>
            <a:off x="838200" y="2675839"/>
            <a:ext cx="10515600" cy="1325563"/>
          </a:xfrm>
        </p:spPr>
        <p:txBody>
          <a:bodyPr/>
          <a:lstStyle/>
          <a:p>
            <a:pPr algn="ctr"/>
            <a:r>
              <a:rPr lang="en-US"/>
              <a:t>First Exam Next Thursday</a:t>
            </a:r>
          </a:p>
        </p:txBody>
      </p:sp>
    </p:spTree>
    <p:extLst>
      <p:ext uri="{BB962C8B-B14F-4D97-AF65-F5344CB8AC3E}">
        <p14:creationId xmlns:p14="http://schemas.microsoft.com/office/powerpoint/2010/main" val="25105140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56970-8E38-8D5A-F987-14278611D062}"/>
              </a:ext>
            </a:extLst>
          </p:cNvPr>
          <p:cNvSpPr>
            <a:spLocks noGrp="1"/>
          </p:cNvSpPr>
          <p:nvPr>
            <p:ph type="title"/>
          </p:nvPr>
        </p:nvSpPr>
        <p:spPr/>
        <p:txBody>
          <a:bodyPr/>
          <a:lstStyle/>
          <a:p>
            <a:r>
              <a:rPr lang="en-US"/>
              <a:t>Differential Equations are the mathematical expression of dynamical systems</a:t>
            </a:r>
          </a:p>
        </p:txBody>
      </p:sp>
      <p:sp>
        <p:nvSpPr>
          <p:cNvPr id="3" name="Content Placeholder 2">
            <a:extLst>
              <a:ext uri="{FF2B5EF4-FFF2-40B4-BE49-F238E27FC236}">
                <a16:creationId xmlns:a16="http://schemas.microsoft.com/office/drawing/2014/main" id="{5FE1D529-1D9B-613A-32ED-051A95194555}"/>
              </a:ext>
            </a:extLst>
          </p:cNvPr>
          <p:cNvSpPr>
            <a:spLocks noGrp="1"/>
          </p:cNvSpPr>
          <p:nvPr>
            <p:ph idx="1"/>
          </p:nvPr>
        </p:nvSpPr>
        <p:spPr/>
        <p:txBody>
          <a:bodyPr>
            <a:normAutofit lnSpcReduction="10000"/>
          </a:bodyPr>
          <a:lstStyle/>
          <a:p>
            <a:r>
              <a:rPr lang="en-US"/>
              <a:t> In 1676 Newton wrote a letter to Leibniz and expressed an idea in an anagram, a cryptographic object that would be revealed once he has fully proven the idea-- the way of estabilsihng priority in those days</a:t>
            </a:r>
          </a:p>
          <a:p>
            <a:r>
              <a:rPr lang="en-US"/>
              <a:t>The secret: 6accdae13eff7i3l9n4o4qrr4s8t12ux</a:t>
            </a:r>
          </a:p>
          <a:p>
            <a:r>
              <a:rPr lang="en-US"/>
              <a:t>Or in Latin: Data aequatione quotcunque fluentes quantitates involvente fluxiones invenire, et vice versa </a:t>
            </a:r>
          </a:p>
          <a:p>
            <a:r>
              <a:rPr lang="en-US"/>
              <a:t>Or completely paraphrased: The laws of nature are expressed by differential equations (Vladimir Arnold paraphrasing).</a:t>
            </a:r>
          </a:p>
          <a:p>
            <a:r>
              <a:rPr lang="en-US"/>
              <a:t>BTW: Inference and Learning in LLMs are differential equations.</a:t>
            </a:r>
          </a:p>
          <a:p>
            <a:endParaRPr lang="en-US"/>
          </a:p>
        </p:txBody>
      </p:sp>
    </p:spTree>
    <p:extLst>
      <p:ext uri="{BB962C8B-B14F-4D97-AF65-F5344CB8AC3E}">
        <p14:creationId xmlns:p14="http://schemas.microsoft.com/office/powerpoint/2010/main" val="2828644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B454B-05BA-4854-77C2-76CF63B1D3DF}"/>
              </a:ext>
            </a:extLst>
          </p:cNvPr>
          <p:cNvSpPr>
            <a:spLocks noGrp="1"/>
          </p:cNvSpPr>
          <p:nvPr>
            <p:ph type="title"/>
          </p:nvPr>
        </p:nvSpPr>
        <p:spPr/>
        <p:txBody>
          <a:bodyPr/>
          <a:lstStyle/>
          <a:p>
            <a:r>
              <a:rPr lang="en-US"/>
              <a:t>Viscous spring, Negative/Balancing feedback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7BB001-A3E4-96BD-17BB-7FFED3AF186F}"/>
                  </a:ext>
                </a:extLst>
              </p:cNvPr>
              <p:cNvSpPr>
                <a:spLocks noGrp="1"/>
              </p:cNvSpPr>
              <p:nvPr>
                <p:ph idx="1"/>
              </p:nvPr>
            </p:nvSpPr>
            <p:spPr>
              <a:xfrm>
                <a:off x="838199" y="1507677"/>
                <a:ext cx="7859233" cy="5350323"/>
              </a:xfrm>
            </p:spPr>
            <p:txBody>
              <a:bodyPr>
                <a:normAutofit fontScale="47500" lnSpcReduction="20000"/>
              </a:bodyPr>
              <a:lstStyle/>
              <a:p>
                <a14:m>
                  <m:oMath xmlns:m="http://schemas.openxmlformats.org/officeDocument/2006/math">
                    <m:acc>
                      <m:accPr>
                        <m:chr m:val="̇"/>
                        <m:ctrlPr>
                          <a:rPr lang="en-US" b="0" i="1">
                            <a:latin typeface="Cambria Math" panose="02040503050406030204" pitchFamily="18" charset="0"/>
                          </a:rPr>
                        </m:ctrlPr>
                      </m:accPr>
                      <m:e>
                        <m:r>
                          <a:rPr lang="en-US" b="0" i="1">
                            <a:latin typeface="Cambria Math" panose="02040503050406030204" pitchFamily="18" charset="0"/>
                          </a:rPr>
                          <m:t>𝑥</m:t>
                        </m:r>
                      </m:e>
                    </m:acc>
                    <m:r>
                      <a:rPr lang="en-US" b="0" i="1">
                        <a:latin typeface="Cambria Math" panose="02040503050406030204" pitchFamily="18" charset="0"/>
                      </a:rPr>
                      <m:t>=−</m:t>
                    </m:r>
                    <m:f>
                      <m:fPr>
                        <m:ctrlPr>
                          <a:rPr lang="en-US" b="0" i="1">
                            <a:latin typeface="Cambria Math" panose="02040503050406030204" pitchFamily="18" charset="0"/>
                          </a:rPr>
                        </m:ctrlPr>
                      </m:fPr>
                      <m:num>
                        <m:r>
                          <a:rPr lang="en-US" b="0" i="1">
                            <a:latin typeface="Cambria Math" panose="02040503050406030204" pitchFamily="18" charset="0"/>
                          </a:rPr>
                          <m:t>1</m:t>
                        </m:r>
                      </m:num>
                      <m:den>
                        <m:r>
                          <a:rPr lang="en-US" b="0" i="1">
                            <a:latin typeface="Cambria Math" panose="02040503050406030204" pitchFamily="18" charset="0"/>
                          </a:rPr>
                          <m:t>3</m:t>
                        </m:r>
                      </m:den>
                    </m:f>
                    <m:r>
                      <a:rPr lang="en-US" b="0" i="1">
                        <a:latin typeface="Cambria Math" panose="02040503050406030204" pitchFamily="18" charset="0"/>
                      </a:rPr>
                      <m:t>𝑥</m:t>
                    </m:r>
                  </m:oMath>
                </a14:m>
                <a:endParaRPr lang="en-US"/>
              </a:p>
              <a:p>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𝑥</m:t>
                        </m:r>
                      </m:e>
                    </m:acc>
                  </m:oMath>
                </a14:m>
                <a:r>
                  <a:rPr lang="en-US"/>
                  <a:t> is </a:t>
                </a:r>
                <a:r>
                  <a:rPr lang="en-US" i="1"/>
                  <a:t>just</a:t>
                </a:r>
                <a:r>
                  <a:rPr lang="en-US"/>
                  <a:t> the change in x</a:t>
                </a:r>
              </a:p>
              <a:p>
                <a:r>
                  <a:rPr lang="en-US"/>
                  <a:t>The point is to use this differential equation and an initial condition of x to figure out x for all time. The solution is a phenomenon in the world: SGD, flesh, temperature in a room…</a:t>
                </a:r>
              </a:p>
              <a:p>
                <a:r>
                  <a:rPr lang="en-US"/>
                  <a:t>That is called the solution to the differential equation</a:t>
                </a:r>
              </a:p>
              <a:p>
                <a:r>
                  <a:rPr lang="en-US"/>
                  <a:t>OK. Let’s say x initial condition is at 100. So x at time  t = 0  is 100.</a:t>
                </a:r>
              </a:p>
              <a:p>
                <a:r>
                  <a:rPr lang="en-US"/>
                  <a:t>What does the equation say? </a:t>
                </a:r>
              </a:p>
              <a:p>
                <a:r>
                  <a:rPr lang="en-US"/>
                  <a:t>The change in x is -1/3 of its current value x. </a:t>
                </a:r>
              </a:p>
              <a:p>
                <a:r>
                  <a:rPr lang="en-US"/>
                  <a:t>What is -1/3 of x = 100, approximately?</a:t>
                </a:r>
              </a:p>
              <a:p>
                <a:r>
                  <a:rPr lang="en-US"/>
                  <a:t>-33ish</a:t>
                </a:r>
              </a:p>
              <a:p>
                <a:r>
                  <a:rPr lang="en-US"/>
                  <a:t>So the change in x is -33</a:t>
                </a:r>
              </a:p>
              <a:p>
                <a:r>
                  <a:rPr lang="en-US"/>
                  <a:t>So if we start at 100, whand we lose 33, where do we get get to?</a:t>
                </a:r>
              </a:p>
              <a:p>
                <a:r>
                  <a:rPr lang="en-US"/>
                  <a:t>66ish!</a:t>
                </a:r>
              </a:p>
              <a:p>
                <a:r>
                  <a:rPr lang="en-US"/>
                  <a:t>What calculation did we just do?</a:t>
                </a:r>
              </a:p>
              <a:p>
                <a:r>
                  <a:rPr lang="en-US"/>
                  <a:t>x</a:t>
                </a:r>
                <a:r>
                  <a:rPr lang="en-US" baseline="-25000"/>
                  <a:t>t</a:t>
                </a:r>
                <a:r>
                  <a:rPr lang="en-US"/>
                  <a:t> = x</a:t>
                </a:r>
                <a:r>
                  <a:rPr lang="en-US" baseline="-25000"/>
                  <a:t>t-1</a:t>
                </a:r>
                <a:r>
                  <a:rPr lang="en-US"/>
                  <a:t> – 1/3 x</a:t>
                </a:r>
                <a:r>
                  <a:rPr lang="en-US" baseline="-25000"/>
                  <a:t>t-1</a:t>
                </a:r>
                <a:endParaRPr lang="en-US"/>
              </a:p>
              <a:p>
                <a:r>
                  <a:rPr lang="en-US"/>
                  <a:t>Now x is  66. So plug it into the equation again. What’s 1/3 of 66? Take that away from 66</a:t>
                </a:r>
              </a:p>
              <a:p>
                <a:r>
                  <a:rPr lang="en-US"/>
                  <a:t>Pop Quiz: Go to Brightspace, Enter quizzes, and write down the value of x at t = 2, 3, 4. You can use a calculator on the web or your computer</a:t>
                </a:r>
              </a:p>
              <a:p>
                <a:r>
                  <a:rPr lang="en-US"/>
                  <a:t>That’s Euler’s Method! Differential Equations are solved to predict what the world is like using arithmetic!</a:t>
                </a:r>
              </a:p>
              <a:p>
                <a:endParaRPr lang="en-US"/>
              </a:p>
            </p:txBody>
          </p:sp>
        </mc:Choice>
        <mc:Fallback xmlns="">
          <p:sp>
            <p:nvSpPr>
              <p:cNvPr id="3" name="Content Placeholder 2">
                <a:extLst>
                  <a:ext uri="{FF2B5EF4-FFF2-40B4-BE49-F238E27FC236}">
                    <a16:creationId xmlns:a16="http://schemas.microsoft.com/office/drawing/2014/main" id="{507BB001-A3E4-96BD-17BB-7FFED3AF186F}"/>
                  </a:ext>
                </a:extLst>
              </p:cNvPr>
              <p:cNvSpPr>
                <a:spLocks noGrp="1" noRot="1" noChangeAspect="1" noMove="1" noResize="1" noEditPoints="1" noAdjustHandles="1" noChangeArrowheads="1" noChangeShapeType="1" noTextEdit="1"/>
              </p:cNvSpPr>
              <p:nvPr>
                <p:ph idx="1"/>
              </p:nvPr>
            </p:nvSpPr>
            <p:spPr>
              <a:xfrm>
                <a:off x="838199" y="1507677"/>
                <a:ext cx="7859233" cy="5350323"/>
              </a:xfrm>
              <a:blipFill>
                <a:blip r:embed="rId2"/>
                <a:stretch>
                  <a:fillRect/>
                </a:stretch>
              </a:blipFill>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8B027577-ED74-A0F1-0416-146F573FD994}"/>
              </a:ext>
            </a:extLst>
          </p:cNvPr>
          <p:cNvCxnSpPr/>
          <p:nvPr/>
        </p:nvCxnSpPr>
        <p:spPr>
          <a:xfrm>
            <a:off x="8697433" y="2126512"/>
            <a:ext cx="0" cy="3051544"/>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78321977-BC89-9518-010B-0A5DE73DDAEE}"/>
              </a:ext>
            </a:extLst>
          </p:cNvPr>
          <p:cNvCxnSpPr/>
          <p:nvPr/>
        </p:nvCxnSpPr>
        <p:spPr>
          <a:xfrm flipH="1">
            <a:off x="8123274" y="3429000"/>
            <a:ext cx="3678866"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0C2F22C5-0A82-08C8-6C26-79EF4A9B0308}"/>
              </a:ext>
            </a:extLst>
          </p:cNvPr>
          <p:cNvSpPr txBox="1"/>
          <p:nvPr/>
        </p:nvSpPr>
        <p:spPr>
          <a:xfrm>
            <a:off x="8525751" y="1679944"/>
            <a:ext cx="343364" cy="523220"/>
          </a:xfrm>
          <a:prstGeom prst="rect">
            <a:avLst/>
          </a:prstGeom>
          <a:noFill/>
        </p:spPr>
        <p:txBody>
          <a:bodyPr wrap="none" rtlCol="0">
            <a:spAutoFit/>
          </a:bodyPr>
          <a:lstStyle/>
          <a:p>
            <a:r>
              <a:rPr lang="en-US" sz="2800"/>
              <a:t>x</a:t>
            </a:r>
          </a:p>
        </p:txBody>
      </p:sp>
      <p:sp>
        <p:nvSpPr>
          <p:cNvPr id="9" name="TextBox 8">
            <a:extLst>
              <a:ext uri="{FF2B5EF4-FFF2-40B4-BE49-F238E27FC236}">
                <a16:creationId xmlns:a16="http://schemas.microsoft.com/office/drawing/2014/main" id="{DE825CB4-50AB-F7F8-4333-923ADCE1E9DA}"/>
              </a:ext>
            </a:extLst>
          </p:cNvPr>
          <p:cNvSpPr txBox="1"/>
          <p:nvPr/>
        </p:nvSpPr>
        <p:spPr>
          <a:xfrm>
            <a:off x="11458776" y="3478074"/>
            <a:ext cx="300082" cy="523220"/>
          </a:xfrm>
          <a:prstGeom prst="rect">
            <a:avLst/>
          </a:prstGeom>
          <a:noFill/>
        </p:spPr>
        <p:txBody>
          <a:bodyPr wrap="none" rtlCol="0">
            <a:spAutoFit/>
          </a:bodyPr>
          <a:lstStyle/>
          <a:p>
            <a:r>
              <a:rPr lang="en-US" sz="2800"/>
              <a:t>t</a:t>
            </a:r>
          </a:p>
        </p:txBody>
      </p:sp>
      <mc:AlternateContent xmlns:mc="http://schemas.openxmlformats.org/markup-compatibility/2006" xmlns:p14="http://schemas.microsoft.com/office/powerpoint/2010/main">
        <mc:Choice Requires="p14">
          <p:contentPart p14:bwMode="auto" r:id="rId3">
            <p14:nvContentPartPr>
              <p14:cNvPr id="20" name="Ink 19">
                <a:extLst>
                  <a:ext uri="{FF2B5EF4-FFF2-40B4-BE49-F238E27FC236}">
                    <a16:creationId xmlns:a16="http://schemas.microsoft.com/office/drawing/2014/main" id="{FC048344-B19E-244D-05A9-6A0B9A4226D7}"/>
                  </a:ext>
                </a:extLst>
              </p14:cNvPr>
              <p14:cNvContentPartPr/>
              <p14:nvPr/>
            </p14:nvContentPartPr>
            <p14:xfrm>
              <a:off x="8702955" y="2262172"/>
              <a:ext cx="360" cy="360"/>
            </p14:xfrm>
          </p:contentPart>
        </mc:Choice>
        <mc:Fallback xmlns="">
          <p:pic>
            <p:nvPicPr>
              <p:cNvPr id="20" name="Ink 19">
                <a:extLst>
                  <a:ext uri="{FF2B5EF4-FFF2-40B4-BE49-F238E27FC236}">
                    <a16:creationId xmlns:a16="http://schemas.microsoft.com/office/drawing/2014/main" id="{FC048344-B19E-244D-05A9-6A0B9A4226D7}"/>
                  </a:ext>
                </a:extLst>
              </p:cNvPr>
              <p:cNvPicPr/>
              <p:nvPr/>
            </p:nvPicPr>
            <p:blipFill>
              <a:blip r:embed="rId4"/>
              <a:stretch>
                <a:fillRect/>
              </a:stretch>
            </p:blipFill>
            <p:spPr>
              <a:xfrm>
                <a:off x="8639955" y="2199532"/>
                <a:ext cx="126000" cy="126000"/>
              </a:xfrm>
              <a:prstGeom prst="rect">
                <a:avLst/>
              </a:prstGeom>
            </p:spPr>
          </p:pic>
        </mc:Fallback>
      </mc:AlternateContent>
      <p:sp>
        <p:nvSpPr>
          <p:cNvPr id="4" name="TextBox 3">
            <a:extLst>
              <a:ext uri="{FF2B5EF4-FFF2-40B4-BE49-F238E27FC236}">
                <a16:creationId xmlns:a16="http://schemas.microsoft.com/office/drawing/2014/main" id="{E51E4B95-D06F-1E76-604A-82C48BDA0CCF}"/>
              </a:ext>
            </a:extLst>
          </p:cNvPr>
          <p:cNvSpPr txBox="1"/>
          <p:nvPr/>
        </p:nvSpPr>
        <p:spPr>
          <a:xfrm>
            <a:off x="8525751" y="3429000"/>
            <a:ext cx="2313454" cy="369332"/>
          </a:xfrm>
          <a:prstGeom prst="rect">
            <a:avLst/>
          </a:prstGeom>
          <a:noFill/>
        </p:spPr>
        <p:txBody>
          <a:bodyPr wrap="none" rtlCol="0">
            <a:spAutoFit/>
          </a:bodyPr>
          <a:lstStyle/>
          <a:p>
            <a:r>
              <a:rPr lang="en-US"/>
              <a:t>0  1  2  3  4  5  6  7  8….</a:t>
            </a:r>
          </a:p>
        </p:txBody>
      </p:sp>
      <mc:AlternateContent xmlns:mc="http://schemas.openxmlformats.org/markup-compatibility/2006">
        <mc:Choice xmlns:p14="http://schemas.microsoft.com/office/powerpoint/2010/main" Requires="p14">
          <p:contentPart p14:bwMode="auto" r:id="rId5">
            <p14:nvContentPartPr>
              <p14:cNvPr id="11" name="Ink 10">
                <a:extLst>
                  <a:ext uri="{FF2B5EF4-FFF2-40B4-BE49-F238E27FC236}">
                    <a16:creationId xmlns:a16="http://schemas.microsoft.com/office/drawing/2014/main" id="{EAB73454-71E5-2B6A-05AD-23B016AE399C}"/>
                  </a:ext>
                </a:extLst>
              </p14:cNvPr>
              <p14:cNvContentPartPr/>
              <p14:nvPr/>
            </p14:nvContentPartPr>
            <p14:xfrm>
              <a:off x="8887271" y="2680171"/>
              <a:ext cx="360" cy="360"/>
            </p14:xfrm>
          </p:contentPart>
        </mc:Choice>
        <mc:Fallback>
          <p:pic>
            <p:nvPicPr>
              <p:cNvPr id="11" name="Ink 10">
                <a:extLst>
                  <a:ext uri="{FF2B5EF4-FFF2-40B4-BE49-F238E27FC236}">
                    <a16:creationId xmlns:a16="http://schemas.microsoft.com/office/drawing/2014/main" id="{EAB73454-71E5-2B6A-05AD-23B016AE399C}"/>
                  </a:ext>
                </a:extLst>
              </p:cNvPr>
              <p:cNvPicPr/>
              <p:nvPr/>
            </p:nvPicPr>
            <p:blipFill>
              <a:blip r:embed="rId6"/>
              <a:stretch>
                <a:fillRect/>
              </a:stretch>
            </p:blipFill>
            <p:spPr>
              <a:xfrm>
                <a:off x="8824631" y="2617531"/>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2" name="Ink 11">
                <a:extLst>
                  <a:ext uri="{FF2B5EF4-FFF2-40B4-BE49-F238E27FC236}">
                    <a16:creationId xmlns:a16="http://schemas.microsoft.com/office/drawing/2014/main" id="{085407E4-3DF5-55A6-F2E5-3F2073EAFB4C}"/>
                  </a:ext>
                </a:extLst>
              </p14:cNvPr>
              <p14:cNvContentPartPr/>
              <p14:nvPr/>
            </p14:nvContentPartPr>
            <p14:xfrm>
              <a:off x="9112631" y="2952331"/>
              <a:ext cx="360" cy="360"/>
            </p14:xfrm>
          </p:contentPart>
        </mc:Choice>
        <mc:Fallback>
          <p:pic>
            <p:nvPicPr>
              <p:cNvPr id="12" name="Ink 11">
                <a:extLst>
                  <a:ext uri="{FF2B5EF4-FFF2-40B4-BE49-F238E27FC236}">
                    <a16:creationId xmlns:a16="http://schemas.microsoft.com/office/drawing/2014/main" id="{085407E4-3DF5-55A6-F2E5-3F2073EAFB4C}"/>
                  </a:ext>
                </a:extLst>
              </p:cNvPr>
              <p:cNvPicPr/>
              <p:nvPr/>
            </p:nvPicPr>
            <p:blipFill>
              <a:blip r:embed="rId6"/>
              <a:stretch>
                <a:fillRect/>
              </a:stretch>
            </p:blipFill>
            <p:spPr>
              <a:xfrm>
                <a:off x="9049631" y="2889691"/>
                <a:ext cx="126000" cy="126000"/>
              </a:xfrm>
              <a:prstGeom prst="rect">
                <a:avLst/>
              </a:prstGeom>
            </p:spPr>
          </p:pic>
        </mc:Fallback>
      </mc:AlternateContent>
      <p:grpSp>
        <p:nvGrpSpPr>
          <p:cNvPr id="16" name="Group 15">
            <a:extLst>
              <a:ext uri="{FF2B5EF4-FFF2-40B4-BE49-F238E27FC236}">
                <a16:creationId xmlns:a16="http://schemas.microsoft.com/office/drawing/2014/main" id="{542A9107-9A77-5119-8C96-ACD9303CC220}"/>
              </a:ext>
            </a:extLst>
          </p:cNvPr>
          <p:cNvGrpSpPr/>
          <p:nvPr/>
        </p:nvGrpSpPr>
        <p:grpSpPr>
          <a:xfrm>
            <a:off x="9341231" y="3080131"/>
            <a:ext cx="219960" cy="93960"/>
            <a:chOff x="9341231" y="3080131"/>
            <a:chExt cx="219960" cy="93960"/>
          </a:xfrm>
        </p:grpSpPr>
        <mc:AlternateContent xmlns:mc="http://schemas.openxmlformats.org/markup-compatibility/2006">
          <mc:Choice xmlns:p14="http://schemas.microsoft.com/office/powerpoint/2010/main" Requires="p14">
            <p:contentPart p14:bwMode="auto" r:id="rId8">
              <p14:nvContentPartPr>
                <p14:cNvPr id="13" name="Ink 12">
                  <a:extLst>
                    <a:ext uri="{FF2B5EF4-FFF2-40B4-BE49-F238E27FC236}">
                      <a16:creationId xmlns:a16="http://schemas.microsoft.com/office/drawing/2014/main" id="{489FA2A9-1461-FD76-4271-734ACE1D37B3}"/>
                    </a:ext>
                  </a:extLst>
                </p14:cNvPr>
                <p14:cNvContentPartPr/>
                <p14:nvPr/>
              </p14:nvContentPartPr>
              <p14:xfrm>
                <a:off x="9341231" y="3080131"/>
                <a:ext cx="360" cy="360"/>
              </p14:xfrm>
            </p:contentPart>
          </mc:Choice>
          <mc:Fallback>
            <p:pic>
              <p:nvPicPr>
                <p:cNvPr id="13" name="Ink 12">
                  <a:extLst>
                    <a:ext uri="{FF2B5EF4-FFF2-40B4-BE49-F238E27FC236}">
                      <a16:creationId xmlns:a16="http://schemas.microsoft.com/office/drawing/2014/main" id="{489FA2A9-1461-FD76-4271-734ACE1D37B3}"/>
                    </a:ext>
                  </a:extLst>
                </p:cNvPr>
                <p:cNvPicPr/>
                <p:nvPr/>
              </p:nvPicPr>
              <p:blipFill>
                <a:blip r:embed="rId6"/>
                <a:stretch>
                  <a:fillRect/>
                </a:stretch>
              </p:blipFill>
              <p:spPr>
                <a:xfrm>
                  <a:off x="9278591" y="3017131"/>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4" name="Ink 13">
                  <a:extLst>
                    <a:ext uri="{FF2B5EF4-FFF2-40B4-BE49-F238E27FC236}">
                      <a16:creationId xmlns:a16="http://schemas.microsoft.com/office/drawing/2014/main" id="{341A064C-A05E-D4F2-F304-942F83748EA6}"/>
                    </a:ext>
                  </a:extLst>
                </p14:cNvPr>
                <p14:cNvContentPartPr/>
                <p14:nvPr/>
              </p14:nvContentPartPr>
              <p14:xfrm>
                <a:off x="9560831" y="3173731"/>
                <a:ext cx="360" cy="360"/>
              </p14:xfrm>
            </p:contentPart>
          </mc:Choice>
          <mc:Fallback>
            <p:pic>
              <p:nvPicPr>
                <p:cNvPr id="14" name="Ink 13">
                  <a:extLst>
                    <a:ext uri="{FF2B5EF4-FFF2-40B4-BE49-F238E27FC236}">
                      <a16:creationId xmlns:a16="http://schemas.microsoft.com/office/drawing/2014/main" id="{341A064C-A05E-D4F2-F304-942F83748EA6}"/>
                    </a:ext>
                  </a:extLst>
                </p:cNvPr>
                <p:cNvPicPr/>
                <p:nvPr/>
              </p:nvPicPr>
              <p:blipFill>
                <a:blip r:embed="rId6"/>
                <a:stretch>
                  <a:fillRect/>
                </a:stretch>
              </p:blipFill>
              <p:spPr>
                <a:xfrm>
                  <a:off x="9497831" y="3111091"/>
                  <a:ext cx="126000" cy="126000"/>
                </a:xfrm>
                <a:prstGeom prst="rect">
                  <a:avLst/>
                </a:prstGeom>
              </p:spPr>
            </p:pic>
          </mc:Fallback>
        </mc:AlternateContent>
      </p:grpSp>
      <p:grpSp>
        <p:nvGrpSpPr>
          <p:cNvPr id="27" name="Group 26">
            <a:extLst>
              <a:ext uri="{FF2B5EF4-FFF2-40B4-BE49-F238E27FC236}">
                <a16:creationId xmlns:a16="http://schemas.microsoft.com/office/drawing/2014/main" id="{646FA185-F54B-0079-28C5-D40DE681A796}"/>
              </a:ext>
            </a:extLst>
          </p:cNvPr>
          <p:cNvGrpSpPr/>
          <p:nvPr/>
        </p:nvGrpSpPr>
        <p:grpSpPr>
          <a:xfrm>
            <a:off x="9773951" y="3241051"/>
            <a:ext cx="621720" cy="66960"/>
            <a:chOff x="9773951" y="3241051"/>
            <a:chExt cx="621720" cy="66960"/>
          </a:xfrm>
        </p:grpSpPr>
        <mc:AlternateContent xmlns:mc="http://schemas.openxmlformats.org/markup-compatibility/2006">
          <mc:Choice xmlns:p14="http://schemas.microsoft.com/office/powerpoint/2010/main" Requires="p14">
            <p:contentPart p14:bwMode="auto" r:id="rId10">
              <p14:nvContentPartPr>
                <p14:cNvPr id="17" name="Ink 16">
                  <a:extLst>
                    <a:ext uri="{FF2B5EF4-FFF2-40B4-BE49-F238E27FC236}">
                      <a16:creationId xmlns:a16="http://schemas.microsoft.com/office/drawing/2014/main" id="{9A8EE9FB-B401-62D4-2CCE-23CF308A59BC}"/>
                    </a:ext>
                  </a:extLst>
                </p14:cNvPr>
                <p14:cNvContentPartPr/>
                <p14:nvPr/>
              </p14:nvContentPartPr>
              <p14:xfrm>
                <a:off x="9773951" y="3241051"/>
                <a:ext cx="360" cy="360"/>
              </p14:xfrm>
            </p:contentPart>
          </mc:Choice>
          <mc:Fallback>
            <p:pic>
              <p:nvPicPr>
                <p:cNvPr id="17" name="Ink 16">
                  <a:extLst>
                    <a:ext uri="{FF2B5EF4-FFF2-40B4-BE49-F238E27FC236}">
                      <a16:creationId xmlns:a16="http://schemas.microsoft.com/office/drawing/2014/main" id="{9A8EE9FB-B401-62D4-2CCE-23CF308A59BC}"/>
                    </a:ext>
                  </a:extLst>
                </p:cNvPr>
                <p:cNvPicPr/>
                <p:nvPr/>
              </p:nvPicPr>
              <p:blipFill>
                <a:blip r:embed="rId6"/>
                <a:stretch>
                  <a:fillRect/>
                </a:stretch>
              </p:blipFill>
              <p:spPr>
                <a:xfrm>
                  <a:off x="9711311" y="3178411"/>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8" name="Ink 17">
                  <a:extLst>
                    <a:ext uri="{FF2B5EF4-FFF2-40B4-BE49-F238E27FC236}">
                      <a16:creationId xmlns:a16="http://schemas.microsoft.com/office/drawing/2014/main" id="{D2E955F7-C934-D2F8-825E-07EDD7AC8748}"/>
                    </a:ext>
                  </a:extLst>
                </p14:cNvPr>
                <p14:cNvContentPartPr/>
                <p14:nvPr/>
              </p14:nvContentPartPr>
              <p14:xfrm>
                <a:off x="9997151" y="3255811"/>
                <a:ext cx="360" cy="360"/>
              </p14:xfrm>
            </p:contentPart>
          </mc:Choice>
          <mc:Fallback>
            <p:pic>
              <p:nvPicPr>
                <p:cNvPr id="18" name="Ink 17">
                  <a:extLst>
                    <a:ext uri="{FF2B5EF4-FFF2-40B4-BE49-F238E27FC236}">
                      <a16:creationId xmlns:a16="http://schemas.microsoft.com/office/drawing/2014/main" id="{D2E955F7-C934-D2F8-825E-07EDD7AC8748}"/>
                    </a:ext>
                  </a:extLst>
                </p:cNvPr>
                <p:cNvPicPr/>
                <p:nvPr/>
              </p:nvPicPr>
              <p:blipFill>
                <a:blip r:embed="rId6"/>
                <a:stretch>
                  <a:fillRect/>
                </a:stretch>
              </p:blipFill>
              <p:spPr>
                <a:xfrm>
                  <a:off x="9934511" y="3193171"/>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22" name="Ink 21">
                  <a:extLst>
                    <a:ext uri="{FF2B5EF4-FFF2-40B4-BE49-F238E27FC236}">
                      <a16:creationId xmlns:a16="http://schemas.microsoft.com/office/drawing/2014/main" id="{99B1EEA3-071D-7F08-D873-0A07A978F728}"/>
                    </a:ext>
                  </a:extLst>
                </p14:cNvPr>
                <p14:cNvContentPartPr/>
                <p14:nvPr/>
              </p14:nvContentPartPr>
              <p14:xfrm>
                <a:off x="10207391" y="3282451"/>
                <a:ext cx="360" cy="360"/>
              </p14:xfrm>
            </p:contentPart>
          </mc:Choice>
          <mc:Fallback>
            <p:pic>
              <p:nvPicPr>
                <p:cNvPr id="22" name="Ink 21">
                  <a:extLst>
                    <a:ext uri="{FF2B5EF4-FFF2-40B4-BE49-F238E27FC236}">
                      <a16:creationId xmlns:a16="http://schemas.microsoft.com/office/drawing/2014/main" id="{99B1EEA3-071D-7F08-D873-0A07A978F728}"/>
                    </a:ext>
                  </a:extLst>
                </p:cNvPr>
                <p:cNvPicPr/>
                <p:nvPr/>
              </p:nvPicPr>
              <p:blipFill>
                <a:blip r:embed="rId6"/>
                <a:stretch>
                  <a:fillRect/>
                </a:stretch>
              </p:blipFill>
              <p:spPr>
                <a:xfrm>
                  <a:off x="10144751" y="3219451"/>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25" name="Ink 24">
                  <a:extLst>
                    <a:ext uri="{FF2B5EF4-FFF2-40B4-BE49-F238E27FC236}">
                      <a16:creationId xmlns:a16="http://schemas.microsoft.com/office/drawing/2014/main" id="{538B4907-C258-11C3-2EC4-D48F0FCBC7CB}"/>
                    </a:ext>
                  </a:extLst>
                </p14:cNvPr>
                <p14:cNvContentPartPr/>
                <p14:nvPr/>
              </p14:nvContentPartPr>
              <p14:xfrm>
                <a:off x="10395311" y="3307651"/>
                <a:ext cx="360" cy="360"/>
              </p14:xfrm>
            </p:contentPart>
          </mc:Choice>
          <mc:Fallback>
            <p:pic>
              <p:nvPicPr>
                <p:cNvPr id="25" name="Ink 24">
                  <a:extLst>
                    <a:ext uri="{FF2B5EF4-FFF2-40B4-BE49-F238E27FC236}">
                      <a16:creationId xmlns:a16="http://schemas.microsoft.com/office/drawing/2014/main" id="{538B4907-C258-11C3-2EC4-D48F0FCBC7CB}"/>
                    </a:ext>
                  </a:extLst>
                </p:cNvPr>
                <p:cNvPicPr/>
                <p:nvPr/>
              </p:nvPicPr>
              <p:blipFill>
                <a:blip r:embed="rId6"/>
                <a:stretch>
                  <a:fillRect/>
                </a:stretch>
              </p:blipFill>
              <p:spPr>
                <a:xfrm>
                  <a:off x="10332671" y="3244651"/>
                  <a:ext cx="126000" cy="126000"/>
                </a:xfrm>
                <a:prstGeom prst="rect">
                  <a:avLst/>
                </a:prstGeom>
              </p:spPr>
            </p:pic>
          </mc:Fallback>
        </mc:AlternateContent>
      </p:grpSp>
    </p:spTree>
    <p:extLst>
      <p:ext uri="{BB962C8B-B14F-4D97-AF65-F5344CB8AC3E}">
        <p14:creationId xmlns:p14="http://schemas.microsoft.com/office/powerpoint/2010/main" val="2212889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1D80928C-1980-9696-1B2F-FDF1DBC28426}"/>
              </a:ext>
            </a:extLst>
          </p:cNvPr>
          <p:cNvGrpSpPr/>
          <p:nvPr/>
        </p:nvGrpSpPr>
        <p:grpSpPr>
          <a:xfrm>
            <a:off x="1044291" y="1025589"/>
            <a:ext cx="8484480" cy="4462920"/>
            <a:chOff x="1044291" y="1025589"/>
            <a:chExt cx="8484480" cy="446292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90474685-64CA-D27C-F217-C55A3F9833BB}"/>
                    </a:ext>
                  </a:extLst>
                </p14:cNvPr>
                <p14:cNvContentPartPr/>
                <p14:nvPr/>
              </p14:nvContentPartPr>
              <p14:xfrm>
                <a:off x="1962651" y="1025589"/>
                <a:ext cx="190800" cy="4462920"/>
              </p14:xfrm>
            </p:contentPart>
          </mc:Choice>
          <mc:Fallback xmlns="">
            <p:pic>
              <p:nvPicPr>
                <p:cNvPr id="4" name="Ink 3">
                  <a:extLst>
                    <a:ext uri="{FF2B5EF4-FFF2-40B4-BE49-F238E27FC236}">
                      <a16:creationId xmlns:a16="http://schemas.microsoft.com/office/drawing/2014/main" id="{90474685-64CA-D27C-F217-C55A3F9833BB}"/>
                    </a:ext>
                  </a:extLst>
                </p:cNvPr>
                <p:cNvPicPr/>
                <p:nvPr/>
              </p:nvPicPr>
              <p:blipFill>
                <a:blip r:embed="rId3"/>
                <a:stretch>
                  <a:fillRect/>
                </a:stretch>
              </p:blipFill>
              <p:spPr>
                <a:xfrm>
                  <a:off x="1899651" y="962949"/>
                  <a:ext cx="316440" cy="45885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62246FB9-8A6F-E515-622A-FB401512D77A}"/>
                    </a:ext>
                  </a:extLst>
                </p14:cNvPr>
                <p14:cNvContentPartPr/>
                <p14:nvPr/>
              </p14:nvContentPartPr>
              <p14:xfrm>
                <a:off x="1044291" y="2883189"/>
                <a:ext cx="8484480" cy="302400"/>
              </p14:xfrm>
            </p:contentPart>
          </mc:Choice>
          <mc:Fallback xmlns="">
            <p:pic>
              <p:nvPicPr>
                <p:cNvPr id="5" name="Ink 4">
                  <a:extLst>
                    <a:ext uri="{FF2B5EF4-FFF2-40B4-BE49-F238E27FC236}">
                      <a16:creationId xmlns:a16="http://schemas.microsoft.com/office/drawing/2014/main" id="{62246FB9-8A6F-E515-622A-FB401512D77A}"/>
                    </a:ext>
                  </a:extLst>
                </p:cNvPr>
                <p:cNvPicPr/>
                <p:nvPr/>
              </p:nvPicPr>
              <p:blipFill>
                <a:blip r:embed="rId5"/>
                <a:stretch>
                  <a:fillRect/>
                </a:stretch>
              </p:blipFill>
              <p:spPr>
                <a:xfrm>
                  <a:off x="981651" y="2820549"/>
                  <a:ext cx="8610120" cy="428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BACE4154-A3C9-D924-04D6-ECCE4978F320}"/>
                  </a:ext>
                </a:extLst>
              </p14:cNvPr>
              <p14:cNvContentPartPr/>
              <p14:nvPr/>
            </p14:nvContentPartPr>
            <p14:xfrm>
              <a:off x="1972731" y="886989"/>
              <a:ext cx="8353440" cy="1998720"/>
            </p14:xfrm>
          </p:contentPart>
        </mc:Choice>
        <mc:Fallback xmlns="">
          <p:pic>
            <p:nvPicPr>
              <p:cNvPr id="8" name="Ink 7">
                <a:extLst>
                  <a:ext uri="{FF2B5EF4-FFF2-40B4-BE49-F238E27FC236}">
                    <a16:creationId xmlns:a16="http://schemas.microsoft.com/office/drawing/2014/main" id="{BACE4154-A3C9-D924-04D6-ECCE4978F320}"/>
                  </a:ext>
                </a:extLst>
              </p:cNvPr>
              <p:cNvPicPr/>
              <p:nvPr/>
            </p:nvPicPr>
            <p:blipFill>
              <a:blip r:embed="rId7"/>
              <a:stretch>
                <a:fillRect/>
              </a:stretch>
            </p:blipFill>
            <p:spPr>
              <a:xfrm>
                <a:off x="1909731" y="824349"/>
                <a:ext cx="8479080" cy="21243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EB09AB0B-68D4-1DA6-C2B4-4E91C2959E2A}"/>
                  </a:ext>
                </a:extLst>
              </p14:cNvPr>
              <p14:cNvContentPartPr/>
              <p14:nvPr/>
            </p14:nvContentPartPr>
            <p14:xfrm>
              <a:off x="2000091" y="979149"/>
              <a:ext cx="6208920" cy="1899360"/>
            </p14:xfrm>
          </p:contentPart>
        </mc:Choice>
        <mc:Fallback xmlns="">
          <p:pic>
            <p:nvPicPr>
              <p:cNvPr id="9" name="Ink 8">
                <a:extLst>
                  <a:ext uri="{FF2B5EF4-FFF2-40B4-BE49-F238E27FC236}">
                    <a16:creationId xmlns:a16="http://schemas.microsoft.com/office/drawing/2014/main" id="{EB09AB0B-68D4-1DA6-C2B4-4E91C2959E2A}"/>
                  </a:ext>
                </a:extLst>
              </p:cNvPr>
              <p:cNvPicPr/>
              <p:nvPr/>
            </p:nvPicPr>
            <p:blipFill>
              <a:blip r:embed="rId9"/>
              <a:stretch>
                <a:fillRect/>
              </a:stretch>
            </p:blipFill>
            <p:spPr>
              <a:xfrm>
                <a:off x="1937451" y="916149"/>
                <a:ext cx="6334560" cy="2025000"/>
              </a:xfrm>
              <a:prstGeom prst="rect">
                <a:avLst/>
              </a:prstGeom>
            </p:spPr>
          </p:pic>
        </mc:Fallback>
      </mc:AlternateContent>
      <p:grpSp>
        <p:nvGrpSpPr>
          <p:cNvPr id="41" name="Group 40">
            <a:extLst>
              <a:ext uri="{FF2B5EF4-FFF2-40B4-BE49-F238E27FC236}">
                <a16:creationId xmlns:a16="http://schemas.microsoft.com/office/drawing/2014/main" id="{B7A75967-C4AD-7D20-09C2-C4EBCCCF194A}"/>
              </a:ext>
            </a:extLst>
          </p:cNvPr>
          <p:cNvGrpSpPr/>
          <p:nvPr/>
        </p:nvGrpSpPr>
        <p:grpSpPr>
          <a:xfrm>
            <a:off x="3850491" y="364629"/>
            <a:ext cx="3433680" cy="1301040"/>
            <a:chOff x="3850491" y="364629"/>
            <a:chExt cx="3433680" cy="1301040"/>
          </a:xfrm>
        </p:grpSpPr>
        <mc:AlternateContent xmlns:mc="http://schemas.openxmlformats.org/markup-compatibility/2006" xmlns:p14="http://schemas.microsoft.com/office/powerpoint/2010/main">
          <mc:Choice Requires="p14">
            <p:contentPart p14:bwMode="auto" r:id="rId10">
              <p14:nvContentPartPr>
                <p14:cNvPr id="19" name="Ink 18">
                  <a:extLst>
                    <a:ext uri="{FF2B5EF4-FFF2-40B4-BE49-F238E27FC236}">
                      <a16:creationId xmlns:a16="http://schemas.microsoft.com/office/drawing/2014/main" id="{378E06D5-DD2D-1B18-A665-8D930CEC1148}"/>
                    </a:ext>
                  </a:extLst>
                </p14:cNvPr>
                <p14:cNvContentPartPr/>
                <p14:nvPr/>
              </p14:nvContentPartPr>
              <p14:xfrm>
                <a:off x="4041291" y="364629"/>
                <a:ext cx="360" cy="360"/>
              </p14:xfrm>
            </p:contentPart>
          </mc:Choice>
          <mc:Fallback xmlns="">
            <p:pic>
              <p:nvPicPr>
                <p:cNvPr id="19" name="Ink 18">
                  <a:extLst>
                    <a:ext uri="{FF2B5EF4-FFF2-40B4-BE49-F238E27FC236}">
                      <a16:creationId xmlns:a16="http://schemas.microsoft.com/office/drawing/2014/main" id="{378E06D5-DD2D-1B18-A665-8D930CEC1148}"/>
                    </a:ext>
                  </a:extLst>
                </p:cNvPr>
                <p:cNvPicPr/>
                <p:nvPr/>
              </p:nvPicPr>
              <p:blipFill>
                <a:blip r:embed="rId11"/>
                <a:stretch>
                  <a:fillRect/>
                </a:stretch>
              </p:blipFill>
              <p:spPr>
                <a:xfrm>
                  <a:off x="3978291" y="301629"/>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5" name="Ink 14">
                  <a:extLst>
                    <a:ext uri="{FF2B5EF4-FFF2-40B4-BE49-F238E27FC236}">
                      <a16:creationId xmlns:a16="http://schemas.microsoft.com/office/drawing/2014/main" id="{34AC9C0D-7261-B5E6-9495-085C17565A11}"/>
                    </a:ext>
                  </a:extLst>
                </p14:cNvPr>
                <p14:cNvContentPartPr/>
                <p14:nvPr/>
              </p14:nvContentPartPr>
              <p14:xfrm>
                <a:off x="3850491" y="722109"/>
                <a:ext cx="506160" cy="532800"/>
              </p14:xfrm>
            </p:contentPart>
          </mc:Choice>
          <mc:Fallback xmlns="">
            <p:pic>
              <p:nvPicPr>
                <p:cNvPr id="15" name="Ink 14">
                  <a:extLst>
                    <a:ext uri="{FF2B5EF4-FFF2-40B4-BE49-F238E27FC236}">
                      <a16:creationId xmlns:a16="http://schemas.microsoft.com/office/drawing/2014/main" id="{34AC9C0D-7261-B5E6-9495-085C17565A11}"/>
                    </a:ext>
                  </a:extLst>
                </p:cNvPr>
                <p:cNvPicPr/>
                <p:nvPr/>
              </p:nvPicPr>
              <p:blipFill>
                <a:blip r:embed="rId13"/>
                <a:stretch>
                  <a:fillRect/>
                </a:stretch>
              </p:blipFill>
              <p:spPr>
                <a:xfrm>
                  <a:off x="3787491" y="659469"/>
                  <a:ext cx="631800" cy="658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6" name="Ink 15">
                  <a:extLst>
                    <a:ext uri="{FF2B5EF4-FFF2-40B4-BE49-F238E27FC236}">
                      <a16:creationId xmlns:a16="http://schemas.microsoft.com/office/drawing/2014/main" id="{56ED927F-0C69-B2F4-BB12-28B3897B3AA6}"/>
                    </a:ext>
                  </a:extLst>
                </p14:cNvPr>
                <p14:cNvContentPartPr/>
                <p14:nvPr/>
              </p14:nvContentPartPr>
              <p14:xfrm>
                <a:off x="3937251" y="718149"/>
                <a:ext cx="329040" cy="573840"/>
              </p14:xfrm>
            </p:contentPart>
          </mc:Choice>
          <mc:Fallback xmlns="">
            <p:pic>
              <p:nvPicPr>
                <p:cNvPr id="16" name="Ink 15">
                  <a:extLst>
                    <a:ext uri="{FF2B5EF4-FFF2-40B4-BE49-F238E27FC236}">
                      <a16:creationId xmlns:a16="http://schemas.microsoft.com/office/drawing/2014/main" id="{56ED927F-0C69-B2F4-BB12-28B3897B3AA6}"/>
                    </a:ext>
                  </a:extLst>
                </p:cNvPr>
                <p:cNvPicPr/>
                <p:nvPr/>
              </p:nvPicPr>
              <p:blipFill>
                <a:blip r:embed="rId15"/>
                <a:stretch>
                  <a:fillRect/>
                </a:stretch>
              </p:blipFill>
              <p:spPr>
                <a:xfrm>
                  <a:off x="3874251" y="655509"/>
                  <a:ext cx="454680" cy="6994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0" name="Ink 19">
                  <a:extLst>
                    <a:ext uri="{FF2B5EF4-FFF2-40B4-BE49-F238E27FC236}">
                      <a16:creationId xmlns:a16="http://schemas.microsoft.com/office/drawing/2014/main" id="{90C40931-FE84-3F52-2C35-198745F05D12}"/>
                    </a:ext>
                  </a:extLst>
                </p14:cNvPr>
                <p14:cNvContentPartPr/>
                <p14:nvPr/>
              </p14:nvContentPartPr>
              <p14:xfrm>
                <a:off x="4683171" y="890589"/>
                <a:ext cx="232920" cy="360"/>
              </p14:xfrm>
            </p:contentPart>
          </mc:Choice>
          <mc:Fallback xmlns="">
            <p:pic>
              <p:nvPicPr>
                <p:cNvPr id="20" name="Ink 19">
                  <a:extLst>
                    <a:ext uri="{FF2B5EF4-FFF2-40B4-BE49-F238E27FC236}">
                      <a16:creationId xmlns:a16="http://schemas.microsoft.com/office/drawing/2014/main" id="{90C40931-FE84-3F52-2C35-198745F05D12}"/>
                    </a:ext>
                  </a:extLst>
                </p:cNvPr>
                <p:cNvPicPr/>
                <p:nvPr/>
              </p:nvPicPr>
              <p:blipFill>
                <a:blip r:embed="rId17"/>
                <a:stretch>
                  <a:fillRect/>
                </a:stretch>
              </p:blipFill>
              <p:spPr>
                <a:xfrm>
                  <a:off x="4620531" y="827949"/>
                  <a:ext cx="3585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1" name="Ink 20">
                  <a:extLst>
                    <a:ext uri="{FF2B5EF4-FFF2-40B4-BE49-F238E27FC236}">
                      <a16:creationId xmlns:a16="http://schemas.microsoft.com/office/drawing/2014/main" id="{84E6E849-E93C-75DE-12F3-DD3196865AC9}"/>
                    </a:ext>
                  </a:extLst>
                </p14:cNvPr>
                <p14:cNvContentPartPr/>
                <p14:nvPr/>
              </p14:nvContentPartPr>
              <p14:xfrm>
                <a:off x="4752651" y="1054389"/>
                <a:ext cx="222840" cy="20160"/>
              </p14:xfrm>
            </p:contentPart>
          </mc:Choice>
          <mc:Fallback xmlns="">
            <p:pic>
              <p:nvPicPr>
                <p:cNvPr id="21" name="Ink 20">
                  <a:extLst>
                    <a:ext uri="{FF2B5EF4-FFF2-40B4-BE49-F238E27FC236}">
                      <a16:creationId xmlns:a16="http://schemas.microsoft.com/office/drawing/2014/main" id="{84E6E849-E93C-75DE-12F3-DD3196865AC9}"/>
                    </a:ext>
                  </a:extLst>
                </p:cNvPr>
                <p:cNvPicPr/>
                <p:nvPr/>
              </p:nvPicPr>
              <p:blipFill>
                <a:blip r:embed="rId19"/>
                <a:stretch>
                  <a:fillRect/>
                </a:stretch>
              </p:blipFill>
              <p:spPr>
                <a:xfrm>
                  <a:off x="4689651" y="991749"/>
                  <a:ext cx="34848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4" name="Ink 23">
                  <a:extLst>
                    <a:ext uri="{FF2B5EF4-FFF2-40B4-BE49-F238E27FC236}">
                      <a16:creationId xmlns:a16="http://schemas.microsoft.com/office/drawing/2014/main" id="{ED3FDB11-BB87-DA2E-56C0-B0AA47C24978}"/>
                    </a:ext>
                  </a:extLst>
                </p14:cNvPr>
                <p14:cNvContentPartPr/>
                <p14:nvPr/>
              </p14:nvContentPartPr>
              <p14:xfrm>
                <a:off x="5255571" y="858549"/>
                <a:ext cx="303840" cy="46800"/>
              </p14:xfrm>
            </p:contentPart>
          </mc:Choice>
          <mc:Fallback xmlns="">
            <p:pic>
              <p:nvPicPr>
                <p:cNvPr id="24" name="Ink 23">
                  <a:extLst>
                    <a:ext uri="{FF2B5EF4-FFF2-40B4-BE49-F238E27FC236}">
                      <a16:creationId xmlns:a16="http://schemas.microsoft.com/office/drawing/2014/main" id="{ED3FDB11-BB87-DA2E-56C0-B0AA47C24978}"/>
                    </a:ext>
                  </a:extLst>
                </p:cNvPr>
                <p:cNvPicPr/>
                <p:nvPr/>
              </p:nvPicPr>
              <p:blipFill>
                <a:blip r:embed="rId21"/>
                <a:stretch>
                  <a:fillRect/>
                </a:stretch>
              </p:blipFill>
              <p:spPr>
                <a:xfrm>
                  <a:off x="5192571" y="795549"/>
                  <a:ext cx="42948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7" name="Ink 26">
                  <a:extLst>
                    <a:ext uri="{FF2B5EF4-FFF2-40B4-BE49-F238E27FC236}">
                      <a16:creationId xmlns:a16="http://schemas.microsoft.com/office/drawing/2014/main" id="{8A74B46D-68A1-ED26-958F-D03422B53F85}"/>
                    </a:ext>
                  </a:extLst>
                </p14:cNvPr>
                <p14:cNvContentPartPr/>
                <p14:nvPr/>
              </p14:nvContentPartPr>
              <p14:xfrm>
                <a:off x="5839491" y="512949"/>
                <a:ext cx="360" cy="545400"/>
              </p14:xfrm>
            </p:contentPart>
          </mc:Choice>
          <mc:Fallback xmlns="">
            <p:pic>
              <p:nvPicPr>
                <p:cNvPr id="27" name="Ink 26">
                  <a:extLst>
                    <a:ext uri="{FF2B5EF4-FFF2-40B4-BE49-F238E27FC236}">
                      <a16:creationId xmlns:a16="http://schemas.microsoft.com/office/drawing/2014/main" id="{8A74B46D-68A1-ED26-958F-D03422B53F85}"/>
                    </a:ext>
                  </a:extLst>
                </p:cNvPr>
                <p:cNvPicPr/>
                <p:nvPr/>
              </p:nvPicPr>
              <p:blipFill>
                <a:blip r:embed="rId23"/>
                <a:stretch>
                  <a:fillRect/>
                </a:stretch>
              </p:blipFill>
              <p:spPr>
                <a:xfrm>
                  <a:off x="5776851" y="449949"/>
                  <a:ext cx="126000" cy="6710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0" name="Ink 29">
                  <a:extLst>
                    <a:ext uri="{FF2B5EF4-FFF2-40B4-BE49-F238E27FC236}">
                      <a16:creationId xmlns:a16="http://schemas.microsoft.com/office/drawing/2014/main" id="{7837BD20-D2C7-F53F-C615-1D7032812F0D}"/>
                    </a:ext>
                  </a:extLst>
                </p14:cNvPr>
                <p14:cNvContentPartPr/>
                <p14:nvPr/>
              </p14:nvContentPartPr>
              <p14:xfrm>
                <a:off x="5827611" y="688989"/>
                <a:ext cx="447480" cy="707400"/>
              </p14:xfrm>
            </p:contentPart>
          </mc:Choice>
          <mc:Fallback xmlns="">
            <p:pic>
              <p:nvPicPr>
                <p:cNvPr id="30" name="Ink 29">
                  <a:extLst>
                    <a:ext uri="{FF2B5EF4-FFF2-40B4-BE49-F238E27FC236}">
                      <a16:creationId xmlns:a16="http://schemas.microsoft.com/office/drawing/2014/main" id="{7837BD20-D2C7-F53F-C615-1D7032812F0D}"/>
                    </a:ext>
                  </a:extLst>
                </p:cNvPr>
                <p:cNvPicPr/>
                <p:nvPr/>
              </p:nvPicPr>
              <p:blipFill>
                <a:blip r:embed="rId25"/>
                <a:stretch>
                  <a:fillRect/>
                </a:stretch>
              </p:blipFill>
              <p:spPr>
                <a:xfrm>
                  <a:off x="5764611" y="626349"/>
                  <a:ext cx="573120" cy="8330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3" name="Ink 32">
                  <a:extLst>
                    <a:ext uri="{FF2B5EF4-FFF2-40B4-BE49-F238E27FC236}">
                      <a16:creationId xmlns:a16="http://schemas.microsoft.com/office/drawing/2014/main" id="{2FCBA7AB-81D9-7204-E10A-60448E472F6B}"/>
                    </a:ext>
                  </a:extLst>
                </p14:cNvPr>
                <p14:cNvContentPartPr/>
                <p14:nvPr/>
              </p14:nvContentPartPr>
              <p14:xfrm>
                <a:off x="6266091" y="823989"/>
                <a:ext cx="442080" cy="841680"/>
              </p14:xfrm>
            </p:contentPart>
          </mc:Choice>
          <mc:Fallback xmlns="">
            <p:pic>
              <p:nvPicPr>
                <p:cNvPr id="33" name="Ink 32">
                  <a:extLst>
                    <a:ext uri="{FF2B5EF4-FFF2-40B4-BE49-F238E27FC236}">
                      <a16:creationId xmlns:a16="http://schemas.microsoft.com/office/drawing/2014/main" id="{2FCBA7AB-81D9-7204-E10A-60448E472F6B}"/>
                    </a:ext>
                  </a:extLst>
                </p:cNvPr>
                <p:cNvPicPr/>
                <p:nvPr/>
              </p:nvPicPr>
              <p:blipFill>
                <a:blip r:embed="rId27"/>
                <a:stretch>
                  <a:fillRect/>
                </a:stretch>
              </p:blipFill>
              <p:spPr>
                <a:xfrm>
                  <a:off x="6203091" y="760989"/>
                  <a:ext cx="567720" cy="9673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6" name="Ink 35">
                  <a:extLst>
                    <a:ext uri="{FF2B5EF4-FFF2-40B4-BE49-F238E27FC236}">
                      <a16:creationId xmlns:a16="http://schemas.microsoft.com/office/drawing/2014/main" id="{CEBF0FA2-59E5-97E4-4964-71AA4148B603}"/>
                    </a:ext>
                  </a:extLst>
                </p14:cNvPr>
                <p14:cNvContentPartPr/>
                <p14:nvPr/>
              </p14:nvContentPartPr>
              <p14:xfrm>
                <a:off x="6798531" y="557949"/>
                <a:ext cx="357840" cy="580320"/>
              </p14:xfrm>
            </p:contentPart>
          </mc:Choice>
          <mc:Fallback xmlns="">
            <p:pic>
              <p:nvPicPr>
                <p:cNvPr id="36" name="Ink 35">
                  <a:extLst>
                    <a:ext uri="{FF2B5EF4-FFF2-40B4-BE49-F238E27FC236}">
                      <a16:creationId xmlns:a16="http://schemas.microsoft.com/office/drawing/2014/main" id="{CEBF0FA2-59E5-97E4-4964-71AA4148B603}"/>
                    </a:ext>
                  </a:extLst>
                </p:cNvPr>
                <p:cNvPicPr/>
                <p:nvPr/>
              </p:nvPicPr>
              <p:blipFill>
                <a:blip r:embed="rId29"/>
                <a:stretch>
                  <a:fillRect/>
                </a:stretch>
              </p:blipFill>
              <p:spPr>
                <a:xfrm>
                  <a:off x="6735891" y="494949"/>
                  <a:ext cx="483480" cy="7059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9" name="Ink 38">
                  <a:extLst>
                    <a:ext uri="{FF2B5EF4-FFF2-40B4-BE49-F238E27FC236}">
                      <a16:creationId xmlns:a16="http://schemas.microsoft.com/office/drawing/2014/main" id="{517E46BA-2E35-D7F8-1499-12379DF57E7E}"/>
                    </a:ext>
                  </a:extLst>
                </p14:cNvPr>
                <p14:cNvContentPartPr/>
                <p14:nvPr/>
              </p14:nvContentPartPr>
              <p14:xfrm>
                <a:off x="6830571" y="615189"/>
                <a:ext cx="453600" cy="543240"/>
              </p14:xfrm>
            </p:contentPart>
          </mc:Choice>
          <mc:Fallback xmlns="">
            <p:pic>
              <p:nvPicPr>
                <p:cNvPr id="39" name="Ink 38">
                  <a:extLst>
                    <a:ext uri="{FF2B5EF4-FFF2-40B4-BE49-F238E27FC236}">
                      <a16:creationId xmlns:a16="http://schemas.microsoft.com/office/drawing/2014/main" id="{517E46BA-2E35-D7F8-1499-12379DF57E7E}"/>
                    </a:ext>
                  </a:extLst>
                </p:cNvPr>
                <p:cNvPicPr/>
                <p:nvPr/>
              </p:nvPicPr>
              <p:blipFill>
                <a:blip r:embed="rId31"/>
                <a:stretch>
                  <a:fillRect/>
                </a:stretch>
              </p:blipFill>
              <p:spPr>
                <a:xfrm>
                  <a:off x="6767571" y="552549"/>
                  <a:ext cx="579240" cy="668880"/>
                </a:xfrm>
                <a:prstGeom prst="rect">
                  <a:avLst/>
                </a:prstGeom>
              </p:spPr>
            </p:pic>
          </mc:Fallback>
        </mc:AlternateContent>
      </p:grpSp>
      <p:grpSp>
        <p:nvGrpSpPr>
          <p:cNvPr id="49" name="Group 48">
            <a:extLst>
              <a:ext uri="{FF2B5EF4-FFF2-40B4-BE49-F238E27FC236}">
                <a16:creationId xmlns:a16="http://schemas.microsoft.com/office/drawing/2014/main" id="{8CEB1602-54DE-EDFB-3000-68F1B07E5EDB}"/>
              </a:ext>
            </a:extLst>
          </p:cNvPr>
          <p:cNvGrpSpPr/>
          <p:nvPr/>
        </p:nvGrpSpPr>
        <p:grpSpPr>
          <a:xfrm>
            <a:off x="2873091" y="3224469"/>
            <a:ext cx="2224800" cy="1095480"/>
            <a:chOff x="2873091" y="3224469"/>
            <a:chExt cx="2224800" cy="1095480"/>
          </a:xfrm>
        </p:grpSpPr>
        <mc:AlternateContent xmlns:mc="http://schemas.openxmlformats.org/markup-compatibility/2006" xmlns:p14="http://schemas.microsoft.com/office/powerpoint/2010/main">
          <mc:Choice Requires="p14">
            <p:contentPart p14:bwMode="auto" r:id="rId32">
              <p14:nvContentPartPr>
                <p14:cNvPr id="42" name="Ink 41">
                  <a:extLst>
                    <a:ext uri="{FF2B5EF4-FFF2-40B4-BE49-F238E27FC236}">
                      <a16:creationId xmlns:a16="http://schemas.microsoft.com/office/drawing/2014/main" id="{ABC3AB1D-994A-A557-F3F7-67186EB97D56}"/>
                    </a:ext>
                  </a:extLst>
                </p14:cNvPr>
                <p14:cNvContentPartPr/>
                <p14:nvPr/>
              </p14:nvContentPartPr>
              <p14:xfrm>
                <a:off x="3039771" y="3513909"/>
                <a:ext cx="699840" cy="445320"/>
              </p14:xfrm>
            </p:contentPart>
          </mc:Choice>
          <mc:Fallback xmlns="">
            <p:pic>
              <p:nvPicPr>
                <p:cNvPr id="42" name="Ink 41">
                  <a:extLst>
                    <a:ext uri="{FF2B5EF4-FFF2-40B4-BE49-F238E27FC236}">
                      <a16:creationId xmlns:a16="http://schemas.microsoft.com/office/drawing/2014/main" id="{ABC3AB1D-994A-A557-F3F7-67186EB97D56}"/>
                    </a:ext>
                  </a:extLst>
                </p:cNvPr>
                <p:cNvPicPr/>
                <p:nvPr/>
              </p:nvPicPr>
              <p:blipFill>
                <a:blip r:embed="rId33"/>
                <a:stretch>
                  <a:fillRect/>
                </a:stretch>
              </p:blipFill>
              <p:spPr>
                <a:xfrm>
                  <a:off x="3022131" y="3496269"/>
                  <a:ext cx="735480" cy="4809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43" name="Ink 42">
                  <a:extLst>
                    <a:ext uri="{FF2B5EF4-FFF2-40B4-BE49-F238E27FC236}">
                      <a16:creationId xmlns:a16="http://schemas.microsoft.com/office/drawing/2014/main" id="{34897D33-66C4-9631-253F-5687C1E4AF5B}"/>
                    </a:ext>
                  </a:extLst>
                </p14:cNvPr>
                <p14:cNvContentPartPr/>
                <p14:nvPr/>
              </p14:nvContentPartPr>
              <p14:xfrm>
                <a:off x="2873091" y="3471429"/>
                <a:ext cx="626400" cy="848520"/>
              </p14:xfrm>
            </p:contentPart>
          </mc:Choice>
          <mc:Fallback xmlns="">
            <p:pic>
              <p:nvPicPr>
                <p:cNvPr id="43" name="Ink 42">
                  <a:extLst>
                    <a:ext uri="{FF2B5EF4-FFF2-40B4-BE49-F238E27FC236}">
                      <a16:creationId xmlns:a16="http://schemas.microsoft.com/office/drawing/2014/main" id="{34897D33-66C4-9631-253F-5687C1E4AF5B}"/>
                    </a:ext>
                  </a:extLst>
                </p:cNvPr>
                <p:cNvPicPr/>
                <p:nvPr/>
              </p:nvPicPr>
              <p:blipFill>
                <a:blip r:embed="rId35"/>
                <a:stretch>
                  <a:fillRect/>
                </a:stretch>
              </p:blipFill>
              <p:spPr>
                <a:xfrm>
                  <a:off x="2855451" y="3453429"/>
                  <a:ext cx="662040" cy="8841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44" name="Ink 43">
                  <a:extLst>
                    <a:ext uri="{FF2B5EF4-FFF2-40B4-BE49-F238E27FC236}">
                      <a16:creationId xmlns:a16="http://schemas.microsoft.com/office/drawing/2014/main" id="{C726A41E-80A8-0980-35A1-D755E863B409}"/>
                    </a:ext>
                  </a:extLst>
                </p14:cNvPr>
                <p14:cNvContentPartPr/>
                <p14:nvPr/>
              </p14:nvContentPartPr>
              <p14:xfrm>
                <a:off x="3201051" y="3224469"/>
                <a:ext cx="360" cy="360"/>
              </p14:xfrm>
            </p:contentPart>
          </mc:Choice>
          <mc:Fallback xmlns="">
            <p:pic>
              <p:nvPicPr>
                <p:cNvPr id="44" name="Ink 43">
                  <a:extLst>
                    <a:ext uri="{FF2B5EF4-FFF2-40B4-BE49-F238E27FC236}">
                      <a16:creationId xmlns:a16="http://schemas.microsoft.com/office/drawing/2014/main" id="{C726A41E-80A8-0980-35A1-D755E863B409}"/>
                    </a:ext>
                  </a:extLst>
                </p:cNvPr>
                <p:cNvPicPr/>
                <p:nvPr/>
              </p:nvPicPr>
              <p:blipFill>
                <a:blip r:embed="rId37"/>
                <a:stretch>
                  <a:fillRect/>
                </a:stretch>
              </p:blipFill>
              <p:spPr>
                <a:xfrm>
                  <a:off x="3183411" y="3206829"/>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5" name="Ink 44">
                  <a:extLst>
                    <a:ext uri="{FF2B5EF4-FFF2-40B4-BE49-F238E27FC236}">
                      <a16:creationId xmlns:a16="http://schemas.microsoft.com/office/drawing/2014/main" id="{4ECFA4D9-2CC6-FC89-937B-E6A49E87B4CE}"/>
                    </a:ext>
                  </a:extLst>
                </p14:cNvPr>
                <p14:cNvContentPartPr/>
                <p14:nvPr/>
              </p14:nvContentPartPr>
              <p14:xfrm>
                <a:off x="4014291" y="3406629"/>
                <a:ext cx="470160" cy="108720"/>
              </p14:xfrm>
            </p:contentPart>
          </mc:Choice>
          <mc:Fallback xmlns="">
            <p:pic>
              <p:nvPicPr>
                <p:cNvPr id="45" name="Ink 44">
                  <a:extLst>
                    <a:ext uri="{FF2B5EF4-FFF2-40B4-BE49-F238E27FC236}">
                      <a16:creationId xmlns:a16="http://schemas.microsoft.com/office/drawing/2014/main" id="{4ECFA4D9-2CC6-FC89-937B-E6A49E87B4CE}"/>
                    </a:ext>
                  </a:extLst>
                </p:cNvPr>
                <p:cNvPicPr/>
                <p:nvPr/>
              </p:nvPicPr>
              <p:blipFill>
                <a:blip r:embed="rId39"/>
                <a:stretch>
                  <a:fillRect/>
                </a:stretch>
              </p:blipFill>
              <p:spPr>
                <a:xfrm>
                  <a:off x="3996291" y="3388989"/>
                  <a:ext cx="50580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6" name="Ink 45">
                  <a:extLst>
                    <a:ext uri="{FF2B5EF4-FFF2-40B4-BE49-F238E27FC236}">
                      <a16:creationId xmlns:a16="http://schemas.microsoft.com/office/drawing/2014/main" id="{771296F4-F961-E6B1-81F6-5550075C6D46}"/>
                    </a:ext>
                  </a:extLst>
                </p14:cNvPr>
                <p14:cNvContentPartPr/>
                <p14:nvPr/>
              </p14:nvContentPartPr>
              <p14:xfrm>
                <a:off x="4022931" y="3690309"/>
                <a:ext cx="443520" cy="156960"/>
              </p14:xfrm>
            </p:contentPart>
          </mc:Choice>
          <mc:Fallback xmlns="">
            <p:pic>
              <p:nvPicPr>
                <p:cNvPr id="46" name="Ink 45">
                  <a:extLst>
                    <a:ext uri="{FF2B5EF4-FFF2-40B4-BE49-F238E27FC236}">
                      <a16:creationId xmlns:a16="http://schemas.microsoft.com/office/drawing/2014/main" id="{771296F4-F961-E6B1-81F6-5550075C6D46}"/>
                    </a:ext>
                  </a:extLst>
                </p:cNvPr>
                <p:cNvPicPr/>
                <p:nvPr/>
              </p:nvPicPr>
              <p:blipFill>
                <a:blip r:embed="rId41"/>
                <a:stretch>
                  <a:fillRect/>
                </a:stretch>
              </p:blipFill>
              <p:spPr>
                <a:xfrm>
                  <a:off x="4005291" y="3672669"/>
                  <a:ext cx="47916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7" name="Ink 46">
                  <a:extLst>
                    <a:ext uri="{FF2B5EF4-FFF2-40B4-BE49-F238E27FC236}">
                      <a16:creationId xmlns:a16="http://schemas.microsoft.com/office/drawing/2014/main" id="{2CA1EBAD-9691-CE42-F726-BA40E0D4A6FA}"/>
                    </a:ext>
                  </a:extLst>
                </p14:cNvPr>
                <p14:cNvContentPartPr/>
                <p14:nvPr/>
              </p14:nvContentPartPr>
              <p14:xfrm>
                <a:off x="4721691" y="3482589"/>
                <a:ext cx="376200" cy="10440"/>
              </p14:xfrm>
            </p:contentPart>
          </mc:Choice>
          <mc:Fallback xmlns="">
            <p:pic>
              <p:nvPicPr>
                <p:cNvPr id="47" name="Ink 46">
                  <a:extLst>
                    <a:ext uri="{FF2B5EF4-FFF2-40B4-BE49-F238E27FC236}">
                      <a16:creationId xmlns:a16="http://schemas.microsoft.com/office/drawing/2014/main" id="{2CA1EBAD-9691-CE42-F726-BA40E0D4A6FA}"/>
                    </a:ext>
                  </a:extLst>
                </p:cNvPr>
                <p:cNvPicPr/>
                <p:nvPr/>
              </p:nvPicPr>
              <p:blipFill>
                <a:blip r:embed="rId43"/>
                <a:stretch>
                  <a:fillRect/>
                </a:stretch>
              </p:blipFill>
              <p:spPr>
                <a:xfrm>
                  <a:off x="4703691" y="3464589"/>
                  <a:ext cx="411840" cy="46080"/>
                </a:xfrm>
                <a:prstGeom prst="rect">
                  <a:avLst/>
                </a:prstGeom>
              </p:spPr>
            </p:pic>
          </mc:Fallback>
        </mc:AlternateContent>
      </p:grpSp>
      <p:grpSp>
        <p:nvGrpSpPr>
          <p:cNvPr id="55" name="Group 54">
            <a:extLst>
              <a:ext uri="{FF2B5EF4-FFF2-40B4-BE49-F238E27FC236}">
                <a16:creationId xmlns:a16="http://schemas.microsoft.com/office/drawing/2014/main" id="{480DF164-7B14-58D1-2074-95F2A06A92C4}"/>
              </a:ext>
            </a:extLst>
          </p:cNvPr>
          <p:cNvGrpSpPr/>
          <p:nvPr/>
        </p:nvGrpSpPr>
        <p:grpSpPr>
          <a:xfrm>
            <a:off x="5295171" y="3022869"/>
            <a:ext cx="1428840" cy="1047240"/>
            <a:chOff x="5295171" y="3022869"/>
            <a:chExt cx="1428840" cy="1047240"/>
          </a:xfrm>
        </p:grpSpPr>
        <mc:AlternateContent xmlns:mc="http://schemas.openxmlformats.org/markup-compatibility/2006" xmlns:p14="http://schemas.microsoft.com/office/powerpoint/2010/main">
          <mc:Choice Requires="p14">
            <p:contentPart p14:bwMode="auto" r:id="rId44">
              <p14:nvContentPartPr>
                <p14:cNvPr id="50" name="Ink 49">
                  <a:extLst>
                    <a:ext uri="{FF2B5EF4-FFF2-40B4-BE49-F238E27FC236}">
                      <a16:creationId xmlns:a16="http://schemas.microsoft.com/office/drawing/2014/main" id="{FE0FBD04-5D5D-2451-CBDD-0AB3D36DFBDF}"/>
                    </a:ext>
                  </a:extLst>
                </p14:cNvPr>
                <p14:cNvContentPartPr/>
                <p14:nvPr/>
              </p14:nvContentPartPr>
              <p14:xfrm>
                <a:off x="5295171" y="3200349"/>
                <a:ext cx="467280" cy="869760"/>
              </p14:xfrm>
            </p:contentPart>
          </mc:Choice>
          <mc:Fallback xmlns="">
            <p:pic>
              <p:nvPicPr>
                <p:cNvPr id="50" name="Ink 49">
                  <a:extLst>
                    <a:ext uri="{FF2B5EF4-FFF2-40B4-BE49-F238E27FC236}">
                      <a16:creationId xmlns:a16="http://schemas.microsoft.com/office/drawing/2014/main" id="{FE0FBD04-5D5D-2451-CBDD-0AB3D36DFBDF}"/>
                    </a:ext>
                  </a:extLst>
                </p:cNvPr>
                <p:cNvPicPr/>
                <p:nvPr/>
              </p:nvPicPr>
              <p:blipFill>
                <a:blip r:embed="rId45"/>
                <a:stretch>
                  <a:fillRect/>
                </a:stretch>
              </p:blipFill>
              <p:spPr>
                <a:xfrm>
                  <a:off x="5277531" y="3182709"/>
                  <a:ext cx="502920" cy="9054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51" name="Ink 50">
                  <a:extLst>
                    <a:ext uri="{FF2B5EF4-FFF2-40B4-BE49-F238E27FC236}">
                      <a16:creationId xmlns:a16="http://schemas.microsoft.com/office/drawing/2014/main" id="{75A00FA3-C848-1785-2FEB-2B0300548D8F}"/>
                    </a:ext>
                  </a:extLst>
                </p14:cNvPr>
                <p14:cNvContentPartPr/>
                <p14:nvPr/>
              </p14:nvContentPartPr>
              <p14:xfrm>
                <a:off x="6723651" y="3022869"/>
                <a:ext cx="360" cy="360"/>
              </p14:xfrm>
            </p:contentPart>
          </mc:Choice>
          <mc:Fallback xmlns="">
            <p:pic>
              <p:nvPicPr>
                <p:cNvPr id="51" name="Ink 50">
                  <a:extLst>
                    <a:ext uri="{FF2B5EF4-FFF2-40B4-BE49-F238E27FC236}">
                      <a16:creationId xmlns:a16="http://schemas.microsoft.com/office/drawing/2014/main" id="{75A00FA3-C848-1785-2FEB-2B0300548D8F}"/>
                    </a:ext>
                  </a:extLst>
                </p:cNvPr>
                <p:cNvPicPr/>
                <p:nvPr/>
              </p:nvPicPr>
              <p:blipFill>
                <a:blip r:embed="rId37"/>
                <a:stretch>
                  <a:fillRect/>
                </a:stretch>
              </p:blipFill>
              <p:spPr>
                <a:xfrm>
                  <a:off x="6705651" y="3005229"/>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52" name="Ink 51">
                  <a:extLst>
                    <a:ext uri="{FF2B5EF4-FFF2-40B4-BE49-F238E27FC236}">
                      <a16:creationId xmlns:a16="http://schemas.microsoft.com/office/drawing/2014/main" id="{9B109CF9-117A-8053-9663-EE07E4802337}"/>
                    </a:ext>
                  </a:extLst>
                </p14:cNvPr>
                <p14:cNvContentPartPr/>
                <p14:nvPr/>
              </p14:nvContentPartPr>
              <p14:xfrm>
                <a:off x="5930211" y="3306549"/>
                <a:ext cx="374040" cy="724680"/>
              </p14:xfrm>
            </p:contentPart>
          </mc:Choice>
          <mc:Fallback xmlns="">
            <p:pic>
              <p:nvPicPr>
                <p:cNvPr id="52" name="Ink 51">
                  <a:extLst>
                    <a:ext uri="{FF2B5EF4-FFF2-40B4-BE49-F238E27FC236}">
                      <a16:creationId xmlns:a16="http://schemas.microsoft.com/office/drawing/2014/main" id="{9B109CF9-117A-8053-9663-EE07E4802337}"/>
                    </a:ext>
                  </a:extLst>
                </p:cNvPr>
                <p:cNvPicPr/>
                <p:nvPr/>
              </p:nvPicPr>
              <p:blipFill>
                <a:blip r:embed="rId48"/>
                <a:stretch>
                  <a:fillRect/>
                </a:stretch>
              </p:blipFill>
              <p:spPr>
                <a:xfrm>
                  <a:off x="5912211" y="3288549"/>
                  <a:ext cx="409680" cy="76032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53" name="Ink 52">
                  <a:extLst>
                    <a:ext uri="{FF2B5EF4-FFF2-40B4-BE49-F238E27FC236}">
                      <a16:creationId xmlns:a16="http://schemas.microsoft.com/office/drawing/2014/main" id="{33FFC147-E1AD-C653-6CDC-76B839FB03ED}"/>
                    </a:ext>
                  </a:extLst>
                </p14:cNvPr>
                <p14:cNvContentPartPr/>
                <p14:nvPr/>
              </p14:nvContentPartPr>
              <p14:xfrm>
                <a:off x="5861811" y="3341829"/>
                <a:ext cx="660960" cy="715680"/>
              </p14:xfrm>
            </p:contentPart>
          </mc:Choice>
          <mc:Fallback xmlns="">
            <p:pic>
              <p:nvPicPr>
                <p:cNvPr id="53" name="Ink 52">
                  <a:extLst>
                    <a:ext uri="{FF2B5EF4-FFF2-40B4-BE49-F238E27FC236}">
                      <a16:creationId xmlns:a16="http://schemas.microsoft.com/office/drawing/2014/main" id="{33FFC147-E1AD-C653-6CDC-76B839FB03ED}"/>
                    </a:ext>
                  </a:extLst>
                </p:cNvPr>
                <p:cNvPicPr/>
                <p:nvPr/>
              </p:nvPicPr>
              <p:blipFill>
                <a:blip r:embed="rId50"/>
                <a:stretch>
                  <a:fillRect/>
                </a:stretch>
              </p:blipFill>
              <p:spPr>
                <a:xfrm>
                  <a:off x="5844171" y="3323829"/>
                  <a:ext cx="696600" cy="751320"/>
                </a:xfrm>
                <a:prstGeom prst="rect">
                  <a:avLst/>
                </a:prstGeom>
              </p:spPr>
            </p:pic>
          </mc:Fallback>
        </mc:AlternateContent>
      </p:grpSp>
      <p:grpSp>
        <p:nvGrpSpPr>
          <p:cNvPr id="62" name="Group 61">
            <a:extLst>
              <a:ext uri="{FF2B5EF4-FFF2-40B4-BE49-F238E27FC236}">
                <a16:creationId xmlns:a16="http://schemas.microsoft.com/office/drawing/2014/main" id="{D5B740DC-9E16-14C1-3F0A-8439A0767A36}"/>
              </a:ext>
            </a:extLst>
          </p:cNvPr>
          <p:cNvGrpSpPr/>
          <p:nvPr/>
        </p:nvGrpSpPr>
        <p:grpSpPr>
          <a:xfrm>
            <a:off x="7162851" y="3674829"/>
            <a:ext cx="2217960" cy="1490400"/>
            <a:chOff x="7162851" y="3674829"/>
            <a:chExt cx="2217960" cy="1490400"/>
          </a:xfrm>
        </p:grpSpPr>
        <mc:AlternateContent xmlns:mc="http://schemas.openxmlformats.org/markup-compatibility/2006" xmlns:p14="http://schemas.microsoft.com/office/powerpoint/2010/main">
          <mc:Choice Requires="p14">
            <p:contentPart p14:bwMode="auto" r:id="rId51">
              <p14:nvContentPartPr>
                <p14:cNvPr id="56" name="Ink 55">
                  <a:extLst>
                    <a:ext uri="{FF2B5EF4-FFF2-40B4-BE49-F238E27FC236}">
                      <a16:creationId xmlns:a16="http://schemas.microsoft.com/office/drawing/2014/main" id="{59149790-6E33-E3B2-CDFB-F81129085BA6}"/>
                    </a:ext>
                  </a:extLst>
                </p14:cNvPr>
                <p14:cNvContentPartPr/>
                <p14:nvPr/>
              </p14:nvContentPartPr>
              <p14:xfrm>
                <a:off x="7162851" y="3674829"/>
                <a:ext cx="568440" cy="1490400"/>
              </p14:xfrm>
            </p:contentPart>
          </mc:Choice>
          <mc:Fallback xmlns="">
            <p:pic>
              <p:nvPicPr>
                <p:cNvPr id="56" name="Ink 55">
                  <a:extLst>
                    <a:ext uri="{FF2B5EF4-FFF2-40B4-BE49-F238E27FC236}">
                      <a16:creationId xmlns:a16="http://schemas.microsoft.com/office/drawing/2014/main" id="{59149790-6E33-E3B2-CDFB-F81129085BA6}"/>
                    </a:ext>
                  </a:extLst>
                </p:cNvPr>
                <p:cNvPicPr/>
                <p:nvPr/>
              </p:nvPicPr>
              <p:blipFill>
                <a:blip r:embed="rId52"/>
                <a:stretch>
                  <a:fillRect/>
                </a:stretch>
              </p:blipFill>
              <p:spPr>
                <a:xfrm>
                  <a:off x="7145211" y="3656829"/>
                  <a:ext cx="604080" cy="152604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57" name="Ink 56">
                  <a:extLst>
                    <a:ext uri="{FF2B5EF4-FFF2-40B4-BE49-F238E27FC236}">
                      <a16:creationId xmlns:a16="http://schemas.microsoft.com/office/drawing/2014/main" id="{38BCC840-260F-A4BB-D02D-70DE0DA34CF7}"/>
                    </a:ext>
                  </a:extLst>
                </p14:cNvPr>
                <p14:cNvContentPartPr/>
                <p14:nvPr/>
              </p14:nvContentPartPr>
              <p14:xfrm>
                <a:off x="7789611" y="3971469"/>
                <a:ext cx="1591200" cy="757440"/>
              </p14:xfrm>
            </p:contentPart>
          </mc:Choice>
          <mc:Fallback xmlns="">
            <p:pic>
              <p:nvPicPr>
                <p:cNvPr id="57" name="Ink 56">
                  <a:extLst>
                    <a:ext uri="{FF2B5EF4-FFF2-40B4-BE49-F238E27FC236}">
                      <a16:creationId xmlns:a16="http://schemas.microsoft.com/office/drawing/2014/main" id="{38BCC840-260F-A4BB-D02D-70DE0DA34CF7}"/>
                    </a:ext>
                  </a:extLst>
                </p:cNvPr>
                <p:cNvPicPr/>
                <p:nvPr/>
              </p:nvPicPr>
              <p:blipFill>
                <a:blip r:embed="rId54"/>
                <a:stretch>
                  <a:fillRect/>
                </a:stretch>
              </p:blipFill>
              <p:spPr>
                <a:xfrm>
                  <a:off x="7771611" y="3953469"/>
                  <a:ext cx="1626840" cy="79308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60" name="Ink 59">
                  <a:extLst>
                    <a:ext uri="{FF2B5EF4-FFF2-40B4-BE49-F238E27FC236}">
                      <a16:creationId xmlns:a16="http://schemas.microsoft.com/office/drawing/2014/main" id="{F3824365-3B0B-21F9-5B01-06766989AFA1}"/>
                    </a:ext>
                  </a:extLst>
                </p14:cNvPr>
                <p14:cNvContentPartPr/>
                <p14:nvPr/>
              </p14:nvContentPartPr>
              <p14:xfrm>
                <a:off x="8499531" y="4232469"/>
                <a:ext cx="175320" cy="280800"/>
              </p14:xfrm>
            </p:contentPart>
          </mc:Choice>
          <mc:Fallback xmlns="">
            <p:pic>
              <p:nvPicPr>
                <p:cNvPr id="60" name="Ink 59">
                  <a:extLst>
                    <a:ext uri="{FF2B5EF4-FFF2-40B4-BE49-F238E27FC236}">
                      <a16:creationId xmlns:a16="http://schemas.microsoft.com/office/drawing/2014/main" id="{F3824365-3B0B-21F9-5B01-06766989AFA1}"/>
                    </a:ext>
                  </a:extLst>
                </p:cNvPr>
                <p:cNvPicPr/>
                <p:nvPr/>
              </p:nvPicPr>
              <p:blipFill>
                <a:blip r:embed="rId56"/>
                <a:stretch>
                  <a:fillRect/>
                </a:stretch>
              </p:blipFill>
              <p:spPr>
                <a:xfrm>
                  <a:off x="8481891" y="4214829"/>
                  <a:ext cx="210960" cy="316440"/>
                </a:xfrm>
                <a:prstGeom prst="rect">
                  <a:avLst/>
                </a:prstGeom>
              </p:spPr>
            </p:pic>
          </mc:Fallback>
        </mc:AlternateContent>
      </p:grpSp>
      <p:grpSp>
        <p:nvGrpSpPr>
          <p:cNvPr id="71" name="Group 70">
            <a:extLst>
              <a:ext uri="{FF2B5EF4-FFF2-40B4-BE49-F238E27FC236}">
                <a16:creationId xmlns:a16="http://schemas.microsoft.com/office/drawing/2014/main" id="{666EDBEC-CBE3-8606-E336-296806F3F6A3}"/>
              </a:ext>
            </a:extLst>
          </p:cNvPr>
          <p:cNvGrpSpPr/>
          <p:nvPr/>
        </p:nvGrpSpPr>
        <p:grpSpPr>
          <a:xfrm>
            <a:off x="7905171" y="1671429"/>
            <a:ext cx="1357560" cy="627480"/>
            <a:chOff x="7905171" y="1671429"/>
            <a:chExt cx="1357560" cy="627480"/>
          </a:xfrm>
        </p:grpSpPr>
        <mc:AlternateContent xmlns:mc="http://schemas.openxmlformats.org/markup-compatibility/2006" xmlns:p14="http://schemas.microsoft.com/office/powerpoint/2010/main">
          <mc:Choice Requires="p14">
            <p:contentPart p14:bwMode="auto" r:id="rId57">
              <p14:nvContentPartPr>
                <p14:cNvPr id="63" name="Ink 62">
                  <a:extLst>
                    <a:ext uri="{FF2B5EF4-FFF2-40B4-BE49-F238E27FC236}">
                      <a16:creationId xmlns:a16="http://schemas.microsoft.com/office/drawing/2014/main" id="{51594FB0-609C-79A1-DB18-056E11D1ED02}"/>
                    </a:ext>
                  </a:extLst>
                </p14:cNvPr>
                <p14:cNvContentPartPr/>
                <p14:nvPr/>
              </p14:nvContentPartPr>
              <p14:xfrm>
                <a:off x="7926051" y="1727949"/>
                <a:ext cx="5760" cy="570960"/>
              </p14:xfrm>
            </p:contentPart>
          </mc:Choice>
          <mc:Fallback xmlns="">
            <p:pic>
              <p:nvPicPr>
                <p:cNvPr id="63" name="Ink 62">
                  <a:extLst>
                    <a:ext uri="{FF2B5EF4-FFF2-40B4-BE49-F238E27FC236}">
                      <a16:creationId xmlns:a16="http://schemas.microsoft.com/office/drawing/2014/main" id="{51594FB0-609C-79A1-DB18-056E11D1ED02}"/>
                    </a:ext>
                  </a:extLst>
                </p:cNvPr>
                <p:cNvPicPr/>
                <p:nvPr/>
              </p:nvPicPr>
              <p:blipFill>
                <a:blip r:embed="rId58"/>
                <a:stretch>
                  <a:fillRect/>
                </a:stretch>
              </p:blipFill>
              <p:spPr>
                <a:xfrm>
                  <a:off x="7908411" y="1710309"/>
                  <a:ext cx="41400" cy="6066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64" name="Ink 63">
                  <a:extLst>
                    <a:ext uri="{FF2B5EF4-FFF2-40B4-BE49-F238E27FC236}">
                      <a16:creationId xmlns:a16="http://schemas.microsoft.com/office/drawing/2014/main" id="{93B15FC0-17E1-8D07-343F-1D9DECA10328}"/>
                    </a:ext>
                  </a:extLst>
                </p14:cNvPr>
                <p14:cNvContentPartPr/>
                <p14:nvPr/>
              </p14:nvContentPartPr>
              <p14:xfrm>
                <a:off x="7905171" y="1718589"/>
                <a:ext cx="428400" cy="10440"/>
              </p14:xfrm>
            </p:contentPart>
          </mc:Choice>
          <mc:Fallback xmlns="">
            <p:pic>
              <p:nvPicPr>
                <p:cNvPr id="64" name="Ink 63">
                  <a:extLst>
                    <a:ext uri="{FF2B5EF4-FFF2-40B4-BE49-F238E27FC236}">
                      <a16:creationId xmlns:a16="http://schemas.microsoft.com/office/drawing/2014/main" id="{93B15FC0-17E1-8D07-343F-1D9DECA10328}"/>
                    </a:ext>
                  </a:extLst>
                </p:cNvPr>
                <p:cNvPicPr/>
                <p:nvPr/>
              </p:nvPicPr>
              <p:blipFill>
                <a:blip r:embed="rId60"/>
                <a:stretch>
                  <a:fillRect/>
                </a:stretch>
              </p:blipFill>
              <p:spPr>
                <a:xfrm>
                  <a:off x="7887171" y="1700949"/>
                  <a:ext cx="46404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67" name="Ink 66">
                  <a:extLst>
                    <a:ext uri="{FF2B5EF4-FFF2-40B4-BE49-F238E27FC236}">
                      <a16:creationId xmlns:a16="http://schemas.microsoft.com/office/drawing/2014/main" id="{CBEAE33D-3204-15A9-248F-D7FFA8501995}"/>
                    </a:ext>
                  </a:extLst>
                </p14:cNvPr>
                <p14:cNvContentPartPr/>
                <p14:nvPr/>
              </p14:nvContentPartPr>
              <p14:xfrm>
                <a:off x="7960971" y="2028189"/>
                <a:ext cx="300960" cy="14040"/>
              </p14:xfrm>
            </p:contentPart>
          </mc:Choice>
          <mc:Fallback xmlns="">
            <p:pic>
              <p:nvPicPr>
                <p:cNvPr id="67" name="Ink 66">
                  <a:extLst>
                    <a:ext uri="{FF2B5EF4-FFF2-40B4-BE49-F238E27FC236}">
                      <a16:creationId xmlns:a16="http://schemas.microsoft.com/office/drawing/2014/main" id="{CBEAE33D-3204-15A9-248F-D7FFA8501995}"/>
                    </a:ext>
                  </a:extLst>
                </p:cNvPr>
                <p:cNvPicPr/>
                <p:nvPr/>
              </p:nvPicPr>
              <p:blipFill>
                <a:blip r:embed="rId62"/>
                <a:stretch>
                  <a:fillRect/>
                </a:stretch>
              </p:blipFill>
              <p:spPr>
                <a:xfrm>
                  <a:off x="7942971" y="2010549"/>
                  <a:ext cx="33660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68" name="Ink 67">
                  <a:extLst>
                    <a:ext uri="{FF2B5EF4-FFF2-40B4-BE49-F238E27FC236}">
                      <a16:creationId xmlns:a16="http://schemas.microsoft.com/office/drawing/2014/main" id="{B725D077-19A7-6C08-B2B0-4525F893C0C8}"/>
                    </a:ext>
                  </a:extLst>
                </p14:cNvPr>
                <p14:cNvContentPartPr/>
                <p14:nvPr/>
              </p14:nvContentPartPr>
              <p14:xfrm>
                <a:off x="8438691" y="1671429"/>
                <a:ext cx="795960" cy="515880"/>
              </p14:xfrm>
            </p:contentPart>
          </mc:Choice>
          <mc:Fallback xmlns="">
            <p:pic>
              <p:nvPicPr>
                <p:cNvPr id="68" name="Ink 67">
                  <a:extLst>
                    <a:ext uri="{FF2B5EF4-FFF2-40B4-BE49-F238E27FC236}">
                      <a16:creationId xmlns:a16="http://schemas.microsoft.com/office/drawing/2014/main" id="{B725D077-19A7-6C08-B2B0-4525F893C0C8}"/>
                    </a:ext>
                  </a:extLst>
                </p:cNvPr>
                <p:cNvPicPr/>
                <p:nvPr/>
              </p:nvPicPr>
              <p:blipFill>
                <a:blip r:embed="rId64"/>
                <a:stretch>
                  <a:fillRect/>
                </a:stretch>
              </p:blipFill>
              <p:spPr>
                <a:xfrm>
                  <a:off x="8420691" y="1653789"/>
                  <a:ext cx="831600" cy="55152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69" name="Ink 68">
                  <a:extLst>
                    <a:ext uri="{FF2B5EF4-FFF2-40B4-BE49-F238E27FC236}">
                      <a16:creationId xmlns:a16="http://schemas.microsoft.com/office/drawing/2014/main" id="{69C523F6-9FB9-C7CC-8559-786131B9D697}"/>
                    </a:ext>
                  </a:extLst>
                </p14:cNvPr>
                <p14:cNvContentPartPr/>
                <p14:nvPr/>
              </p14:nvContentPartPr>
              <p14:xfrm>
                <a:off x="8902731" y="1808589"/>
                <a:ext cx="360000" cy="21600"/>
              </p14:xfrm>
            </p:contentPart>
          </mc:Choice>
          <mc:Fallback xmlns="">
            <p:pic>
              <p:nvPicPr>
                <p:cNvPr id="69" name="Ink 68">
                  <a:extLst>
                    <a:ext uri="{FF2B5EF4-FFF2-40B4-BE49-F238E27FC236}">
                      <a16:creationId xmlns:a16="http://schemas.microsoft.com/office/drawing/2014/main" id="{69C523F6-9FB9-C7CC-8559-786131B9D697}"/>
                    </a:ext>
                  </a:extLst>
                </p:cNvPr>
                <p:cNvPicPr/>
                <p:nvPr/>
              </p:nvPicPr>
              <p:blipFill>
                <a:blip r:embed="rId66"/>
                <a:stretch>
                  <a:fillRect/>
                </a:stretch>
              </p:blipFill>
              <p:spPr>
                <a:xfrm>
                  <a:off x="8884731" y="1790949"/>
                  <a:ext cx="395640" cy="57240"/>
                </a:xfrm>
                <a:prstGeom prst="rect">
                  <a:avLst/>
                </a:prstGeom>
              </p:spPr>
            </p:pic>
          </mc:Fallback>
        </mc:AlternateContent>
      </p:grpSp>
    </p:spTree>
    <p:extLst>
      <p:ext uri="{BB962C8B-B14F-4D97-AF65-F5344CB8AC3E}">
        <p14:creationId xmlns:p14="http://schemas.microsoft.com/office/powerpoint/2010/main" val="23262262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1D80928C-1980-9696-1B2F-FDF1DBC28426}"/>
              </a:ext>
            </a:extLst>
          </p:cNvPr>
          <p:cNvGrpSpPr/>
          <p:nvPr/>
        </p:nvGrpSpPr>
        <p:grpSpPr>
          <a:xfrm>
            <a:off x="1044291" y="1025589"/>
            <a:ext cx="8484480" cy="4462920"/>
            <a:chOff x="1044291" y="1025589"/>
            <a:chExt cx="8484480" cy="446292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90474685-64CA-D27C-F217-C55A3F9833BB}"/>
                    </a:ext>
                  </a:extLst>
                </p14:cNvPr>
                <p14:cNvContentPartPr/>
                <p14:nvPr/>
              </p14:nvContentPartPr>
              <p14:xfrm>
                <a:off x="1962651" y="1025589"/>
                <a:ext cx="190800" cy="4462920"/>
              </p14:xfrm>
            </p:contentPart>
          </mc:Choice>
          <mc:Fallback xmlns="">
            <p:pic>
              <p:nvPicPr>
                <p:cNvPr id="4" name="Ink 3">
                  <a:extLst>
                    <a:ext uri="{FF2B5EF4-FFF2-40B4-BE49-F238E27FC236}">
                      <a16:creationId xmlns:a16="http://schemas.microsoft.com/office/drawing/2014/main" id="{90474685-64CA-D27C-F217-C55A3F9833BB}"/>
                    </a:ext>
                  </a:extLst>
                </p:cNvPr>
                <p:cNvPicPr/>
                <p:nvPr/>
              </p:nvPicPr>
              <p:blipFill>
                <a:blip r:embed="rId3"/>
                <a:stretch>
                  <a:fillRect/>
                </a:stretch>
              </p:blipFill>
              <p:spPr>
                <a:xfrm>
                  <a:off x="1899651" y="962949"/>
                  <a:ext cx="316440" cy="45885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62246FB9-8A6F-E515-622A-FB401512D77A}"/>
                    </a:ext>
                  </a:extLst>
                </p14:cNvPr>
                <p14:cNvContentPartPr/>
                <p14:nvPr/>
              </p14:nvContentPartPr>
              <p14:xfrm>
                <a:off x="1044291" y="2883189"/>
                <a:ext cx="8484480" cy="302400"/>
              </p14:xfrm>
            </p:contentPart>
          </mc:Choice>
          <mc:Fallback xmlns="">
            <p:pic>
              <p:nvPicPr>
                <p:cNvPr id="5" name="Ink 4">
                  <a:extLst>
                    <a:ext uri="{FF2B5EF4-FFF2-40B4-BE49-F238E27FC236}">
                      <a16:creationId xmlns:a16="http://schemas.microsoft.com/office/drawing/2014/main" id="{62246FB9-8A6F-E515-622A-FB401512D77A}"/>
                    </a:ext>
                  </a:extLst>
                </p:cNvPr>
                <p:cNvPicPr/>
                <p:nvPr/>
              </p:nvPicPr>
              <p:blipFill>
                <a:blip r:embed="rId5"/>
                <a:stretch>
                  <a:fillRect/>
                </a:stretch>
              </p:blipFill>
              <p:spPr>
                <a:xfrm>
                  <a:off x="981651" y="2820549"/>
                  <a:ext cx="8610120" cy="428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BACE4154-A3C9-D924-04D6-ECCE4978F320}"/>
                  </a:ext>
                </a:extLst>
              </p14:cNvPr>
              <p14:cNvContentPartPr/>
              <p14:nvPr/>
            </p14:nvContentPartPr>
            <p14:xfrm>
              <a:off x="1972731" y="886989"/>
              <a:ext cx="8353440" cy="1998720"/>
            </p14:xfrm>
          </p:contentPart>
        </mc:Choice>
        <mc:Fallback xmlns="">
          <p:pic>
            <p:nvPicPr>
              <p:cNvPr id="8" name="Ink 7">
                <a:extLst>
                  <a:ext uri="{FF2B5EF4-FFF2-40B4-BE49-F238E27FC236}">
                    <a16:creationId xmlns:a16="http://schemas.microsoft.com/office/drawing/2014/main" id="{BACE4154-A3C9-D924-04D6-ECCE4978F320}"/>
                  </a:ext>
                </a:extLst>
              </p:cNvPr>
              <p:cNvPicPr/>
              <p:nvPr/>
            </p:nvPicPr>
            <p:blipFill>
              <a:blip r:embed="rId7"/>
              <a:stretch>
                <a:fillRect/>
              </a:stretch>
            </p:blipFill>
            <p:spPr>
              <a:xfrm>
                <a:off x="1909731" y="824349"/>
                <a:ext cx="8479080" cy="21243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EB09AB0B-68D4-1DA6-C2B4-4E91C2959E2A}"/>
                  </a:ext>
                </a:extLst>
              </p14:cNvPr>
              <p14:cNvContentPartPr/>
              <p14:nvPr/>
            </p14:nvContentPartPr>
            <p14:xfrm>
              <a:off x="2000091" y="979149"/>
              <a:ext cx="6208920" cy="1899360"/>
            </p14:xfrm>
          </p:contentPart>
        </mc:Choice>
        <mc:Fallback xmlns="">
          <p:pic>
            <p:nvPicPr>
              <p:cNvPr id="9" name="Ink 8">
                <a:extLst>
                  <a:ext uri="{FF2B5EF4-FFF2-40B4-BE49-F238E27FC236}">
                    <a16:creationId xmlns:a16="http://schemas.microsoft.com/office/drawing/2014/main" id="{EB09AB0B-68D4-1DA6-C2B4-4E91C2959E2A}"/>
                  </a:ext>
                </a:extLst>
              </p:cNvPr>
              <p:cNvPicPr/>
              <p:nvPr/>
            </p:nvPicPr>
            <p:blipFill>
              <a:blip r:embed="rId9"/>
              <a:stretch>
                <a:fillRect/>
              </a:stretch>
            </p:blipFill>
            <p:spPr>
              <a:xfrm>
                <a:off x="1937451" y="916149"/>
                <a:ext cx="6334560" cy="2025000"/>
              </a:xfrm>
              <a:prstGeom prst="rect">
                <a:avLst/>
              </a:prstGeom>
            </p:spPr>
          </p:pic>
        </mc:Fallback>
      </mc:AlternateContent>
      <p:grpSp>
        <p:nvGrpSpPr>
          <p:cNvPr id="41" name="Group 40">
            <a:extLst>
              <a:ext uri="{FF2B5EF4-FFF2-40B4-BE49-F238E27FC236}">
                <a16:creationId xmlns:a16="http://schemas.microsoft.com/office/drawing/2014/main" id="{B7A75967-C4AD-7D20-09C2-C4EBCCCF194A}"/>
              </a:ext>
            </a:extLst>
          </p:cNvPr>
          <p:cNvGrpSpPr/>
          <p:nvPr/>
        </p:nvGrpSpPr>
        <p:grpSpPr>
          <a:xfrm>
            <a:off x="3850491" y="364629"/>
            <a:ext cx="3433680" cy="1301040"/>
            <a:chOff x="3850491" y="364629"/>
            <a:chExt cx="3433680" cy="1301040"/>
          </a:xfrm>
        </p:grpSpPr>
        <mc:AlternateContent xmlns:mc="http://schemas.openxmlformats.org/markup-compatibility/2006" xmlns:p14="http://schemas.microsoft.com/office/powerpoint/2010/main">
          <mc:Choice Requires="p14">
            <p:contentPart p14:bwMode="auto" r:id="rId10">
              <p14:nvContentPartPr>
                <p14:cNvPr id="19" name="Ink 18">
                  <a:extLst>
                    <a:ext uri="{FF2B5EF4-FFF2-40B4-BE49-F238E27FC236}">
                      <a16:creationId xmlns:a16="http://schemas.microsoft.com/office/drawing/2014/main" id="{378E06D5-DD2D-1B18-A665-8D930CEC1148}"/>
                    </a:ext>
                  </a:extLst>
                </p14:cNvPr>
                <p14:cNvContentPartPr/>
                <p14:nvPr/>
              </p14:nvContentPartPr>
              <p14:xfrm>
                <a:off x="4041291" y="364629"/>
                <a:ext cx="360" cy="360"/>
              </p14:xfrm>
            </p:contentPart>
          </mc:Choice>
          <mc:Fallback xmlns="">
            <p:pic>
              <p:nvPicPr>
                <p:cNvPr id="19" name="Ink 18">
                  <a:extLst>
                    <a:ext uri="{FF2B5EF4-FFF2-40B4-BE49-F238E27FC236}">
                      <a16:creationId xmlns:a16="http://schemas.microsoft.com/office/drawing/2014/main" id="{378E06D5-DD2D-1B18-A665-8D930CEC1148}"/>
                    </a:ext>
                  </a:extLst>
                </p:cNvPr>
                <p:cNvPicPr/>
                <p:nvPr/>
              </p:nvPicPr>
              <p:blipFill>
                <a:blip r:embed="rId11"/>
                <a:stretch>
                  <a:fillRect/>
                </a:stretch>
              </p:blipFill>
              <p:spPr>
                <a:xfrm>
                  <a:off x="3978291" y="301629"/>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5" name="Ink 14">
                  <a:extLst>
                    <a:ext uri="{FF2B5EF4-FFF2-40B4-BE49-F238E27FC236}">
                      <a16:creationId xmlns:a16="http://schemas.microsoft.com/office/drawing/2014/main" id="{34AC9C0D-7261-B5E6-9495-085C17565A11}"/>
                    </a:ext>
                  </a:extLst>
                </p14:cNvPr>
                <p14:cNvContentPartPr/>
                <p14:nvPr/>
              </p14:nvContentPartPr>
              <p14:xfrm>
                <a:off x="3850491" y="722109"/>
                <a:ext cx="506160" cy="532800"/>
              </p14:xfrm>
            </p:contentPart>
          </mc:Choice>
          <mc:Fallback xmlns="">
            <p:pic>
              <p:nvPicPr>
                <p:cNvPr id="15" name="Ink 14">
                  <a:extLst>
                    <a:ext uri="{FF2B5EF4-FFF2-40B4-BE49-F238E27FC236}">
                      <a16:creationId xmlns:a16="http://schemas.microsoft.com/office/drawing/2014/main" id="{34AC9C0D-7261-B5E6-9495-085C17565A11}"/>
                    </a:ext>
                  </a:extLst>
                </p:cNvPr>
                <p:cNvPicPr/>
                <p:nvPr/>
              </p:nvPicPr>
              <p:blipFill>
                <a:blip r:embed="rId13"/>
                <a:stretch>
                  <a:fillRect/>
                </a:stretch>
              </p:blipFill>
              <p:spPr>
                <a:xfrm>
                  <a:off x="3787491" y="659469"/>
                  <a:ext cx="631800" cy="658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6" name="Ink 15">
                  <a:extLst>
                    <a:ext uri="{FF2B5EF4-FFF2-40B4-BE49-F238E27FC236}">
                      <a16:creationId xmlns:a16="http://schemas.microsoft.com/office/drawing/2014/main" id="{56ED927F-0C69-B2F4-BB12-28B3897B3AA6}"/>
                    </a:ext>
                  </a:extLst>
                </p14:cNvPr>
                <p14:cNvContentPartPr/>
                <p14:nvPr/>
              </p14:nvContentPartPr>
              <p14:xfrm>
                <a:off x="3937251" y="718149"/>
                <a:ext cx="329040" cy="573840"/>
              </p14:xfrm>
            </p:contentPart>
          </mc:Choice>
          <mc:Fallback xmlns="">
            <p:pic>
              <p:nvPicPr>
                <p:cNvPr id="16" name="Ink 15">
                  <a:extLst>
                    <a:ext uri="{FF2B5EF4-FFF2-40B4-BE49-F238E27FC236}">
                      <a16:creationId xmlns:a16="http://schemas.microsoft.com/office/drawing/2014/main" id="{56ED927F-0C69-B2F4-BB12-28B3897B3AA6}"/>
                    </a:ext>
                  </a:extLst>
                </p:cNvPr>
                <p:cNvPicPr/>
                <p:nvPr/>
              </p:nvPicPr>
              <p:blipFill>
                <a:blip r:embed="rId15"/>
                <a:stretch>
                  <a:fillRect/>
                </a:stretch>
              </p:blipFill>
              <p:spPr>
                <a:xfrm>
                  <a:off x="3874251" y="655509"/>
                  <a:ext cx="454680" cy="6994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0" name="Ink 19">
                  <a:extLst>
                    <a:ext uri="{FF2B5EF4-FFF2-40B4-BE49-F238E27FC236}">
                      <a16:creationId xmlns:a16="http://schemas.microsoft.com/office/drawing/2014/main" id="{90C40931-FE84-3F52-2C35-198745F05D12}"/>
                    </a:ext>
                  </a:extLst>
                </p14:cNvPr>
                <p14:cNvContentPartPr/>
                <p14:nvPr/>
              </p14:nvContentPartPr>
              <p14:xfrm>
                <a:off x="4683171" y="890589"/>
                <a:ext cx="232920" cy="360"/>
              </p14:xfrm>
            </p:contentPart>
          </mc:Choice>
          <mc:Fallback xmlns="">
            <p:pic>
              <p:nvPicPr>
                <p:cNvPr id="20" name="Ink 19">
                  <a:extLst>
                    <a:ext uri="{FF2B5EF4-FFF2-40B4-BE49-F238E27FC236}">
                      <a16:creationId xmlns:a16="http://schemas.microsoft.com/office/drawing/2014/main" id="{90C40931-FE84-3F52-2C35-198745F05D12}"/>
                    </a:ext>
                  </a:extLst>
                </p:cNvPr>
                <p:cNvPicPr/>
                <p:nvPr/>
              </p:nvPicPr>
              <p:blipFill>
                <a:blip r:embed="rId17"/>
                <a:stretch>
                  <a:fillRect/>
                </a:stretch>
              </p:blipFill>
              <p:spPr>
                <a:xfrm>
                  <a:off x="4620531" y="827949"/>
                  <a:ext cx="3585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1" name="Ink 20">
                  <a:extLst>
                    <a:ext uri="{FF2B5EF4-FFF2-40B4-BE49-F238E27FC236}">
                      <a16:creationId xmlns:a16="http://schemas.microsoft.com/office/drawing/2014/main" id="{84E6E849-E93C-75DE-12F3-DD3196865AC9}"/>
                    </a:ext>
                  </a:extLst>
                </p14:cNvPr>
                <p14:cNvContentPartPr/>
                <p14:nvPr/>
              </p14:nvContentPartPr>
              <p14:xfrm>
                <a:off x="4752651" y="1054389"/>
                <a:ext cx="222840" cy="20160"/>
              </p14:xfrm>
            </p:contentPart>
          </mc:Choice>
          <mc:Fallback xmlns="">
            <p:pic>
              <p:nvPicPr>
                <p:cNvPr id="21" name="Ink 20">
                  <a:extLst>
                    <a:ext uri="{FF2B5EF4-FFF2-40B4-BE49-F238E27FC236}">
                      <a16:creationId xmlns:a16="http://schemas.microsoft.com/office/drawing/2014/main" id="{84E6E849-E93C-75DE-12F3-DD3196865AC9}"/>
                    </a:ext>
                  </a:extLst>
                </p:cNvPr>
                <p:cNvPicPr/>
                <p:nvPr/>
              </p:nvPicPr>
              <p:blipFill>
                <a:blip r:embed="rId19"/>
                <a:stretch>
                  <a:fillRect/>
                </a:stretch>
              </p:blipFill>
              <p:spPr>
                <a:xfrm>
                  <a:off x="4689651" y="991749"/>
                  <a:ext cx="34848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4" name="Ink 23">
                  <a:extLst>
                    <a:ext uri="{FF2B5EF4-FFF2-40B4-BE49-F238E27FC236}">
                      <a16:creationId xmlns:a16="http://schemas.microsoft.com/office/drawing/2014/main" id="{ED3FDB11-BB87-DA2E-56C0-B0AA47C24978}"/>
                    </a:ext>
                  </a:extLst>
                </p14:cNvPr>
                <p14:cNvContentPartPr/>
                <p14:nvPr/>
              </p14:nvContentPartPr>
              <p14:xfrm>
                <a:off x="5255571" y="858549"/>
                <a:ext cx="303840" cy="46800"/>
              </p14:xfrm>
            </p:contentPart>
          </mc:Choice>
          <mc:Fallback xmlns="">
            <p:pic>
              <p:nvPicPr>
                <p:cNvPr id="24" name="Ink 23">
                  <a:extLst>
                    <a:ext uri="{FF2B5EF4-FFF2-40B4-BE49-F238E27FC236}">
                      <a16:creationId xmlns:a16="http://schemas.microsoft.com/office/drawing/2014/main" id="{ED3FDB11-BB87-DA2E-56C0-B0AA47C24978}"/>
                    </a:ext>
                  </a:extLst>
                </p:cNvPr>
                <p:cNvPicPr/>
                <p:nvPr/>
              </p:nvPicPr>
              <p:blipFill>
                <a:blip r:embed="rId21"/>
                <a:stretch>
                  <a:fillRect/>
                </a:stretch>
              </p:blipFill>
              <p:spPr>
                <a:xfrm>
                  <a:off x="5192571" y="795549"/>
                  <a:ext cx="42948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7" name="Ink 26">
                  <a:extLst>
                    <a:ext uri="{FF2B5EF4-FFF2-40B4-BE49-F238E27FC236}">
                      <a16:creationId xmlns:a16="http://schemas.microsoft.com/office/drawing/2014/main" id="{8A74B46D-68A1-ED26-958F-D03422B53F85}"/>
                    </a:ext>
                  </a:extLst>
                </p14:cNvPr>
                <p14:cNvContentPartPr/>
                <p14:nvPr/>
              </p14:nvContentPartPr>
              <p14:xfrm>
                <a:off x="5839491" y="512949"/>
                <a:ext cx="360" cy="545400"/>
              </p14:xfrm>
            </p:contentPart>
          </mc:Choice>
          <mc:Fallback xmlns="">
            <p:pic>
              <p:nvPicPr>
                <p:cNvPr id="27" name="Ink 26">
                  <a:extLst>
                    <a:ext uri="{FF2B5EF4-FFF2-40B4-BE49-F238E27FC236}">
                      <a16:creationId xmlns:a16="http://schemas.microsoft.com/office/drawing/2014/main" id="{8A74B46D-68A1-ED26-958F-D03422B53F85}"/>
                    </a:ext>
                  </a:extLst>
                </p:cNvPr>
                <p:cNvPicPr/>
                <p:nvPr/>
              </p:nvPicPr>
              <p:blipFill>
                <a:blip r:embed="rId23"/>
                <a:stretch>
                  <a:fillRect/>
                </a:stretch>
              </p:blipFill>
              <p:spPr>
                <a:xfrm>
                  <a:off x="5776851" y="449949"/>
                  <a:ext cx="126000" cy="6710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0" name="Ink 29">
                  <a:extLst>
                    <a:ext uri="{FF2B5EF4-FFF2-40B4-BE49-F238E27FC236}">
                      <a16:creationId xmlns:a16="http://schemas.microsoft.com/office/drawing/2014/main" id="{7837BD20-D2C7-F53F-C615-1D7032812F0D}"/>
                    </a:ext>
                  </a:extLst>
                </p14:cNvPr>
                <p14:cNvContentPartPr/>
                <p14:nvPr/>
              </p14:nvContentPartPr>
              <p14:xfrm>
                <a:off x="5827611" y="688989"/>
                <a:ext cx="447480" cy="707400"/>
              </p14:xfrm>
            </p:contentPart>
          </mc:Choice>
          <mc:Fallback xmlns="">
            <p:pic>
              <p:nvPicPr>
                <p:cNvPr id="30" name="Ink 29">
                  <a:extLst>
                    <a:ext uri="{FF2B5EF4-FFF2-40B4-BE49-F238E27FC236}">
                      <a16:creationId xmlns:a16="http://schemas.microsoft.com/office/drawing/2014/main" id="{7837BD20-D2C7-F53F-C615-1D7032812F0D}"/>
                    </a:ext>
                  </a:extLst>
                </p:cNvPr>
                <p:cNvPicPr/>
                <p:nvPr/>
              </p:nvPicPr>
              <p:blipFill>
                <a:blip r:embed="rId25"/>
                <a:stretch>
                  <a:fillRect/>
                </a:stretch>
              </p:blipFill>
              <p:spPr>
                <a:xfrm>
                  <a:off x="5764611" y="626349"/>
                  <a:ext cx="573120" cy="8330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3" name="Ink 32">
                  <a:extLst>
                    <a:ext uri="{FF2B5EF4-FFF2-40B4-BE49-F238E27FC236}">
                      <a16:creationId xmlns:a16="http://schemas.microsoft.com/office/drawing/2014/main" id="{2FCBA7AB-81D9-7204-E10A-60448E472F6B}"/>
                    </a:ext>
                  </a:extLst>
                </p14:cNvPr>
                <p14:cNvContentPartPr/>
                <p14:nvPr/>
              </p14:nvContentPartPr>
              <p14:xfrm>
                <a:off x="6266091" y="823989"/>
                <a:ext cx="442080" cy="841680"/>
              </p14:xfrm>
            </p:contentPart>
          </mc:Choice>
          <mc:Fallback xmlns="">
            <p:pic>
              <p:nvPicPr>
                <p:cNvPr id="33" name="Ink 32">
                  <a:extLst>
                    <a:ext uri="{FF2B5EF4-FFF2-40B4-BE49-F238E27FC236}">
                      <a16:creationId xmlns:a16="http://schemas.microsoft.com/office/drawing/2014/main" id="{2FCBA7AB-81D9-7204-E10A-60448E472F6B}"/>
                    </a:ext>
                  </a:extLst>
                </p:cNvPr>
                <p:cNvPicPr/>
                <p:nvPr/>
              </p:nvPicPr>
              <p:blipFill>
                <a:blip r:embed="rId27"/>
                <a:stretch>
                  <a:fillRect/>
                </a:stretch>
              </p:blipFill>
              <p:spPr>
                <a:xfrm>
                  <a:off x="6203091" y="760989"/>
                  <a:ext cx="567720" cy="9673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6" name="Ink 35">
                  <a:extLst>
                    <a:ext uri="{FF2B5EF4-FFF2-40B4-BE49-F238E27FC236}">
                      <a16:creationId xmlns:a16="http://schemas.microsoft.com/office/drawing/2014/main" id="{CEBF0FA2-59E5-97E4-4964-71AA4148B603}"/>
                    </a:ext>
                  </a:extLst>
                </p14:cNvPr>
                <p14:cNvContentPartPr/>
                <p14:nvPr/>
              </p14:nvContentPartPr>
              <p14:xfrm>
                <a:off x="6798531" y="557949"/>
                <a:ext cx="357840" cy="580320"/>
              </p14:xfrm>
            </p:contentPart>
          </mc:Choice>
          <mc:Fallback xmlns="">
            <p:pic>
              <p:nvPicPr>
                <p:cNvPr id="36" name="Ink 35">
                  <a:extLst>
                    <a:ext uri="{FF2B5EF4-FFF2-40B4-BE49-F238E27FC236}">
                      <a16:creationId xmlns:a16="http://schemas.microsoft.com/office/drawing/2014/main" id="{CEBF0FA2-59E5-97E4-4964-71AA4148B603}"/>
                    </a:ext>
                  </a:extLst>
                </p:cNvPr>
                <p:cNvPicPr/>
                <p:nvPr/>
              </p:nvPicPr>
              <p:blipFill>
                <a:blip r:embed="rId29"/>
                <a:stretch>
                  <a:fillRect/>
                </a:stretch>
              </p:blipFill>
              <p:spPr>
                <a:xfrm>
                  <a:off x="6735891" y="494949"/>
                  <a:ext cx="483480" cy="7059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9" name="Ink 38">
                  <a:extLst>
                    <a:ext uri="{FF2B5EF4-FFF2-40B4-BE49-F238E27FC236}">
                      <a16:creationId xmlns:a16="http://schemas.microsoft.com/office/drawing/2014/main" id="{517E46BA-2E35-D7F8-1499-12379DF57E7E}"/>
                    </a:ext>
                  </a:extLst>
                </p14:cNvPr>
                <p14:cNvContentPartPr/>
                <p14:nvPr/>
              </p14:nvContentPartPr>
              <p14:xfrm>
                <a:off x="6830571" y="615189"/>
                <a:ext cx="453600" cy="543240"/>
              </p14:xfrm>
            </p:contentPart>
          </mc:Choice>
          <mc:Fallback xmlns="">
            <p:pic>
              <p:nvPicPr>
                <p:cNvPr id="39" name="Ink 38">
                  <a:extLst>
                    <a:ext uri="{FF2B5EF4-FFF2-40B4-BE49-F238E27FC236}">
                      <a16:creationId xmlns:a16="http://schemas.microsoft.com/office/drawing/2014/main" id="{517E46BA-2E35-D7F8-1499-12379DF57E7E}"/>
                    </a:ext>
                  </a:extLst>
                </p:cNvPr>
                <p:cNvPicPr/>
                <p:nvPr/>
              </p:nvPicPr>
              <p:blipFill>
                <a:blip r:embed="rId31"/>
                <a:stretch>
                  <a:fillRect/>
                </a:stretch>
              </p:blipFill>
              <p:spPr>
                <a:xfrm>
                  <a:off x="6767571" y="552549"/>
                  <a:ext cx="579240" cy="668880"/>
                </a:xfrm>
                <a:prstGeom prst="rect">
                  <a:avLst/>
                </a:prstGeom>
              </p:spPr>
            </p:pic>
          </mc:Fallback>
        </mc:AlternateContent>
      </p:grpSp>
      <p:grpSp>
        <p:nvGrpSpPr>
          <p:cNvPr id="49" name="Group 48">
            <a:extLst>
              <a:ext uri="{FF2B5EF4-FFF2-40B4-BE49-F238E27FC236}">
                <a16:creationId xmlns:a16="http://schemas.microsoft.com/office/drawing/2014/main" id="{8CEB1602-54DE-EDFB-3000-68F1B07E5EDB}"/>
              </a:ext>
            </a:extLst>
          </p:cNvPr>
          <p:cNvGrpSpPr/>
          <p:nvPr/>
        </p:nvGrpSpPr>
        <p:grpSpPr>
          <a:xfrm>
            <a:off x="2873091" y="3224469"/>
            <a:ext cx="2224800" cy="1095480"/>
            <a:chOff x="2873091" y="3224469"/>
            <a:chExt cx="2224800" cy="1095480"/>
          </a:xfrm>
        </p:grpSpPr>
        <mc:AlternateContent xmlns:mc="http://schemas.openxmlformats.org/markup-compatibility/2006" xmlns:p14="http://schemas.microsoft.com/office/powerpoint/2010/main">
          <mc:Choice Requires="p14">
            <p:contentPart p14:bwMode="auto" r:id="rId32">
              <p14:nvContentPartPr>
                <p14:cNvPr id="42" name="Ink 41">
                  <a:extLst>
                    <a:ext uri="{FF2B5EF4-FFF2-40B4-BE49-F238E27FC236}">
                      <a16:creationId xmlns:a16="http://schemas.microsoft.com/office/drawing/2014/main" id="{ABC3AB1D-994A-A557-F3F7-67186EB97D56}"/>
                    </a:ext>
                  </a:extLst>
                </p14:cNvPr>
                <p14:cNvContentPartPr/>
                <p14:nvPr/>
              </p14:nvContentPartPr>
              <p14:xfrm>
                <a:off x="3039771" y="3513909"/>
                <a:ext cx="699840" cy="445320"/>
              </p14:xfrm>
            </p:contentPart>
          </mc:Choice>
          <mc:Fallback xmlns="">
            <p:pic>
              <p:nvPicPr>
                <p:cNvPr id="42" name="Ink 41">
                  <a:extLst>
                    <a:ext uri="{FF2B5EF4-FFF2-40B4-BE49-F238E27FC236}">
                      <a16:creationId xmlns:a16="http://schemas.microsoft.com/office/drawing/2014/main" id="{ABC3AB1D-994A-A557-F3F7-67186EB97D56}"/>
                    </a:ext>
                  </a:extLst>
                </p:cNvPr>
                <p:cNvPicPr/>
                <p:nvPr/>
              </p:nvPicPr>
              <p:blipFill>
                <a:blip r:embed="rId33"/>
                <a:stretch>
                  <a:fillRect/>
                </a:stretch>
              </p:blipFill>
              <p:spPr>
                <a:xfrm>
                  <a:off x="3022131" y="3496269"/>
                  <a:ext cx="735480" cy="4809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43" name="Ink 42">
                  <a:extLst>
                    <a:ext uri="{FF2B5EF4-FFF2-40B4-BE49-F238E27FC236}">
                      <a16:creationId xmlns:a16="http://schemas.microsoft.com/office/drawing/2014/main" id="{34897D33-66C4-9631-253F-5687C1E4AF5B}"/>
                    </a:ext>
                  </a:extLst>
                </p14:cNvPr>
                <p14:cNvContentPartPr/>
                <p14:nvPr/>
              </p14:nvContentPartPr>
              <p14:xfrm>
                <a:off x="2873091" y="3471429"/>
                <a:ext cx="626400" cy="848520"/>
              </p14:xfrm>
            </p:contentPart>
          </mc:Choice>
          <mc:Fallback xmlns="">
            <p:pic>
              <p:nvPicPr>
                <p:cNvPr id="43" name="Ink 42">
                  <a:extLst>
                    <a:ext uri="{FF2B5EF4-FFF2-40B4-BE49-F238E27FC236}">
                      <a16:creationId xmlns:a16="http://schemas.microsoft.com/office/drawing/2014/main" id="{34897D33-66C4-9631-253F-5687C1E4AF5B}"/>
                    </a:ext>
                  </a:extLst>
                </p:cNvPr>
                <p:cNvPicPr/>
                <p:nvPr/>
              </p:nvPicPr>
              <p:blipFill>
                <a:blip r:embed="rId35"/>
                <a:stretch>
                  <a:fillRect/>
                </a:stretch>
              </p:blipFill>
              <p:spPr>
                <a:xfrm>
                  <a:off x="2855451" y="3453429"/>
                  <a:ext cx="662040" cy="8841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44" name="Ink 43">
                  <a:extLst>
                    <a:ext uri="{FF2B5EF4-FFF2-40B4-BE49-F238E27FC236}">
                      <a16:creationId xmlns:a16="http://schemas.microsoft.com/office/drawing/2014/main" id="{C726A41E-80A8-0980-35A1-D755E863B409}"/>
                    </a:ext>
                  </a:extLst>
                </p14:cNvPr>
                <p14:cNvContentPartPr/>
                <p14:nvPr/>
              </p14:nvContentPartPr>
              <p14:xfrm>
                <a:off x="3201051" y="3224469"/>
                <a:ext cx="360" cy="360"/>
              </p14:xfrm>
            </p:contentPart>
          </mc:Choice>
          <mc:Fallback xmlns="">
            <p:pic>
              <p:nvPicPr>
                <p:cNvPr id="44" name="Ink 43">
                  <a:extLst>
                    <a:ext uri="{FF2B5EF4-FFF2-40B4-BE49-F238E27FC236}">
                      <a16:creationId xmlns:a16="http://schemas.microsoft.com/office/drawing/2014/main" id="{C726A41E-80A8-0980-35A1-D755E863B409}"/>
                    </a:ext>
                  </a:extLst>
                </p:cNvPr>
                <p:cNvPicPr/>
                <p:nvPr/>
              </p:nvPicPr>
              <p:blipFill>
                <a:blip r:embed="rId37"/>
                <a:stretch>
                  <a:fillRect/>
                </a:stretch>
              </p:blipFill>
              <p:spPr>
                <a:xfrm>
                  <a:off x="3183411" y="3206829"/>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5" name="Ink 44">
                  <a:extLst>
                    <a:ext uri="{FF2B5EF4-FFF2-40B4-BE49-F238E27FC236}">
                      <a16:creationId xmlns:a16="http://schemas.microsoft.com/office/drawing/2014/main" id="{4ECFA4D9-2CC6-FC89-937B-E6A49E87B4CE}"/>
                    </a:ext>
                  </a:extLst>
                </p14:cNvPr>
                <p14:cNvContentPartPr/>
                <p14:nvPr/>
              </p14:nvContentPartPr>
              <p14:xfrm>
                <a:off x="4014291" y="3406629"/>
                <a:ext cx="470160" cy="108720"/>
              </p14:xfrm>
            </p:contentPart>
          </mc:Choice>
          <mc:Fallback xmlns="">
            <p:pic>
              <p:nvPicPr>
                <p:cNvPr id="45" name="Ink 44">
                  <a:extLst>
                    <a:ext uri="{FF2B5EF4-FFF2-40B4-BE49-F238E27FC236}">
                      <a16:creationId xmlns:a16="http://schemas.microsoft.com/office/drawing/2014/main" id="{4ECFA4D9-2CC6-FC89-937B-E6A49E87B4CE}"/>
                    </a:ext>
                  </a:extLst>
                </p:cNvPr>
                <p:cNvPicPr/>
                <p:nvPr/>
              </p:nvPicPr>
              <p:blipFill>
                <a:blip r:embed="rId39"/>
                <a:stretch>
                  <a:fillRect/>
                </a:stretch>
              </p:blipFill>
              <p:spPr>
                <a:xfrm>
                  <a:off x="3996291" y="3388989"/>
                  <a:ext cx="50580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6" name="Ink 45">
                  <a:extLst>
                    <a:ext uri="{FF2B5EF4-FFF2-40B4-BE49-F238E27FC236}">
                      <a16:creationId xmlns:a16="http://schemas.microsoft.com/office/drawing/2014/main" id="{771296F4-F961-E6B1-81F6-5550075C6D46}"/>
                    </a:ext>
                  </a:extLst>
                </p14:cNvPr>
                <p14:cNvContentPartPr/>
                <p14:nvPr/>
              </p14:nvContentPartPr>
              <p14:xfrm>
                <a:off x="4022931" y="3690309"/>
                <a:ext cx="443520" cy="156960"/>
              </p14:xfrm>
            </p:contentPart>
          </mc:Choice>
          <mc:Fallback xmlns="">
            <p:pic>
              <p:nvPicPr>
                <p:cNvPr id="46" name="Ink 45">
                  <a:extLst>
                    <a:ext uri="{FF2B5EF4-FFF2-40B4-BE49-F238E27FC236}">
                      <a16:creationId xmlns:a16="http://schemas.microsoft.com/office/drawing/2014/main" id="{771296F4-F961-E6B1-81F6-5550075C6D46}"/>
                    </a:ext>
                  </a:extLst>
                </p:cNvPr>
                <p:cNvPicPr/>
                <p:nvPr/>
              </p:nvPicPr>
              <p:blipFill>
                <a:blip r:embed="rId41"/>
                <a:stretch>
                  <a:fillRect/>
                </a:stretch>
              </p:blipFill>
              <p:spPr>
                <a:xfrm>
                  <a:off x="4005291" y="3672669"/>
                  <a:ext cx="47916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7" name="Ink 46">
                  <a:extLst>
                    <a:ext uri="{FF2B5EF4-FFF2-40B4-BE49-F238E27FC236}">
                      <a16:creationId xmlns:a16="http://schemas.microsoft.com/office/drawing/2014/main" id="{2CA1EBAD-9691-CE42-F726-BA40E0D4A6FA}"/>
                    </a:ext>
                  </a:extLst>
                </p14:cNvPr>
                <p14:cNvContentPartPr/>
                <p14:nvPr/>
              </p14:nvContentPartPr>
              <p14:xfrm>
                <a:off x="4721691" y="3482589"/>
                <a:ext cx="376200" cy="10440"/>
              </p14:xfrm>
            </p:contentPart>
          </mc:Choice>
          <mc:Fallback xmlns="">
            <p:pic>
              <p:nvPicPr>
                <p:cNvPr id="47" name="Ink 46">
                  <a:extLst>
                    <a:ext uri="{FF2B5EF4-FFF2-40B4-BE49-F238E27FC236}">
                      <a16:creationId xmlns:a16="http://schemas.microsoft.com/office/drawing/2014/main" id="{2CA1EBAD-9691-CE42-F726-BA40E0D4A6FA}"/>
                    </a:ext>
                  </a:extLst>
                </p:cNvPr>
                <p:cNvPicPr/>
                <p:nvPr/>
              </p:nvPicPr>
              <p:blipFill>
                <a:blip r:embed="rId43"/>
                <a:stretch>
                  <a:fillRect/>
                </a:stretch>
              </p:blipFill>
              <p:spPr>
                <a:xfrm>
                  <a:off x="4703691" y="3464589"/>
                  <a:ext cx="411840" cy="46080"/>
                </a:xfrm>
                <a:prstGeom prst="rect">
                  <a:avLst/>
                </a:prstGeom>
              </p:spPr>
            </p:pic>
          </mc:Fallback>
        </mc:AlternateContent>
      </p:grpSp>
      <p:grpSp>
        <p:nvGrpSpPr>
          <p:cNvPr id="55" name="Group 54">
            <a:extLst>
              <a:ext uri="{FF2B5EF4-FFF2-40B4-BE49-F238E27FC236}">
                <a16:creationId xmlns:a16="http://schemas.microsoft.com/office/drawing/2014/main" id="{480DF164-7B14-58D1-2074-95F2A06A92C4}"/>
              </a:ext>
            </a:extLst>
          </p:cNvPr>
          <p:cNvGrpSpPr/>
          <p:nvPr/>
        </p:nvGrpSpPr>
        <p:grpSpPr>
          <a:xfrm>
            <a:off x="5295171" y="3022869"/>
            <a:ext cx="1428840" cy="1047240"/>
            <a:chOff x="5295171" y="3022869"/>
            <a:chExt cx="1428840" cy="1047240"/>
          </a:xfrm>
        </p:grpSpPr>
        <mc:AlternateContent xmlns:mc="http://schemas.openxmlformats.org/markup-compatibility/2006" xmlns:p14="http://schemas.microsoft.com/office/powerpoint/2010/main">
          <mc:Choice Requires="p14">
            <p:contentPart p14:bwMode="auto" r:id="rId44">
              <p14:nvContentPartPr>
                <p14:cNvPr id="50" name="Ink 49">
                  <a:extLst>
                    <a:ext uri="{FF2B5EF4-FFF2-40B4-BE49-F238E27FC236}">
                      <a16:creationId xmlns:a16="http://schemas.microsoft.com/office/drawing/2014/main" id="{FE0FBD04-5D5D-2451-CBDD-0AB3D36DFBDF}"/>
                    </a:ext>
                  </a:extLst>
                </p14:cNvPr>
                <p14:cNvContentPartPr/>
                <p14:nvPr/>
              </p14:nvContentPartPr>
              <p14:xfrm>
                <a:off x="5295171" y="3200349"/>
                <a:ext cx="467280" cy="869760"/>
              </p14:xfrm>
            </p:contentPart>
          </mc:Choice>
          <mc:Fallback xmlns="">
            <p:pic>
              <p:nvPicPr>
                <p:cNvPr id="50" name="Ink 49">
                  <a:extLst>
                    <a:ext uri="{FF2B5EF4-FFF2-40B4-BE49-F238E27FC236}">
                      <a16:creationId xmlns:a16="http://schemas.microsoft.com/office/drawing/2014/main" id="{FE0FBD04-5D5D-2451-CBDD-0AB3D36DFBDF}"/>
                    </a:ext>
                  </a:extLst>
                </p:cNvPr>
                <p:cNvPicPr/>
                <p:nvPr/>
              </p:nvPicPr>
              <p:blipFill>
                <a:blip r:embed="rId45"/>
                <a:stretch>
                  <a:fillRect/>
                </a:stretch>
              </p:blipFill>
              <p:spPr>
                <a:xfrm>
                  <a:off x="5277531" y="3182709"/>
                  <a:ext cx="502920" cy="9054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51" name="Ink 50">
                  <a:extLst>
                    <a:ext uri="{FF2B5EF4-FFF2-40B4-BE49-F238E27FC236}">
                      <a16:creationId xmlns:a16="http://schemas.microsoft.com/office/drawing/2014/main" id="{75A00FA3-C848-1785-2FEB-2B0300548D8F}"/>
                    </a:ext>
                  </a:extLst>
                </p14:cNvPr>
                <p14:cNvContentPartPr/>
                <p14:nvPr/>
              </p14:nvContentPartPr>
              <p14:xfrm>
                <a:off x="6723651" y="3022869"/>
                <a:ext cx="360" cy="360"/>
              </p14:xfrm>
            </p:contentPart>
          </mc:Choice>
          <mc:Fallback xmlns="">
            <p:pic>
              <p:nvPicPr>
                <p:cNvPr id="51" name="Ink 50">
                  <a:extLst>
                    <a:ext uri="{FF2B5EF4-FFF2-40B4-BE49-F238E27FC236}">
                      <a16:creationId xmlns:a16="http://schemas.microsoft.com/office/drawing/2014/main" id="{75A00FA3-C848-1785-2FEB-2B0300548D8F}"/>
                    </a:ext>
                  </a:extLst>
                </p:cNvPr>
                <p:cNvPicPr/>
                <p:nvPr/>
              </p:nvPicPr>
              <p:blipFill>
                <a:blip r:embed="rId37"/>
                <a:stretch>
                  <a:fillRect/>
                </a:stretch>
              </p:blipFill>
              <p:spPr>
                <a:xfrm>
                  <a:off x="6705651" y="3005229"/>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52" name="Ink 51">
                  <a:extLst>
                    <a:ext uri="{FF2B5EF4-FFF2-40B4-BE49-F238E27FC236}">
                      <a16:creationId xmlns:a16="http://schemas.microsoft.com/office/drawing/2014/main" id="{9B109CF9-117A-8053-9663-EE07E4802337}"/>
                    </a:ext>
                  </a:extLst>
                </p14:cNvPr>
                <p14:cNvContentPartPr/>
                <p14:nvPr/>
              </p14:nvContentPartPr>
              <p14:xfrm>
                <a:off x="5930211" y="3306549"/>
                <a:ext cx="374040" cy="724680"/>
              </p14:xfrm>
            </p:contentPart>
          </mc:Choice>
          <mc:Fallback xmlns="">
            <p:pic>
              <p:nvPicPr>
                <p:cNvPr id="52" name="Ink 51">
                  <a:extLst>
                    <a:ext uri="{FF2B5EF4-FFF2-40B4-BE49-F238E27FC236}">
                      <a16:creationId xmlns:a16="http://schemas.microsoft.com/office/drawing/2014/main" id="{9B109CF9-117A-8053-9663-EE07E4802337}"/>
                    </a:ext>
                  </a:extLst>
                </p:cNvPr>
                <p:cNvPicPr/>
                <p:nvPr/>
              </p:nvPicPr>
              <p:blipFill>
                <a:blip r:embed="rId48"/>
                <a:stretch>
                  <a:fillRect/>
                </a:stretch>
              </p:blipFill>
              <p:spPr>
                <a:xfrm>
                  <a:off x="5912211" y="3288549"/>
                  <a:ext cx="409680" cy="76032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53" name="Ink 52">
                  <a:extLst>
                    <a:ext uri="{FF2B5EF4-FFF2-40B4-BE49-F238E27FC236}">
                      <a16:creationId xmlns:a16="http://schemas.microsoft.com/office/drawing/2014/main" id="{33FFC147-E1AD-C653-6CDC-76B839FB03ED}"/>
                    </a:ext>
                  </a:extLst>
                </p14:cNvPr>
                <p14:cNvContentPartPr/>
                <p14:nvPr/>
              </p14:nvContentPartPr>
              <p14:xfrm>
                <a:off x="5861811" y="3341829"/>
                <a:ext cx="660960" cy="715680"/>
              </p14:xfrm>
            </p:contentPart>
          </mc:Choice>
          <mc:Fallback xmlns="">
            <p:pic>
              <p:nvPicPr>
                <p:cNvPr id="53" name="Ink 52">
                  <a:extLst>
                    <a:ext uri="{FF2B5EF4-FFF2-40B4-BE49-F238E27FC236}">
                      <a16:creationId xmlns:a16="http://schemas.microsoft.com/office/drawing/2014/main" id="{33FFC147-E1AD-C653-6CDC-76B839FB03ED}"/>
                    </a:ext>
                  </a:extLst>
                </p:cNvPr>
                <p:cNvPicPr/>
                <p:nvPr/>
              </p:nvPicPr>
              <p:blipFill>
                <a:blip r:embed="rId50"/>
                <a:stretch>
                  <a:fillRect/>
                </a:stretch>
              </p:blipFill>
              <p:spPr>
                <a:xfrm>
                  <a:off x="5844171" y="3323829"/>
                  <a:ext cx="696600" cy="751320"/>
                </a:xfrm>
                <a:prstGeom prst="rect">
                  <a:avLst/>
                </a:prstGeom>
              </p:spPr>
            </p:pic>
          </mc:Fallback>
        </mc:AlternateContent>
      </p:grpSp>
      <p:grpSp>
        <p:nvGrpSpPr>
          <p:cNvPr id="62" name="Group 61">
            <a:extLst>
              <a:ext uri="{FF2B5EF4-FFF2-40B4-BE49-F238E27FC236}">
                <a16:creationId xmlns:a16="http://schemas.microsoft.com/office/drawing/2014/main" id="{D5B740DC-9E16-14C1-3F0A-8439A0767A36}"/>
              </a:ext>
            </a:extLst>
          </p:cNvPr>
          <p:cNvGrpSpPr/>
          <p:nvPr/>
        </p:nvGrpSpPr>
        <p:grpSpPr>
          <a:xfrm>
            <a:off x="7162851" y="3674829"/>
            <a:ext cx="2217960" cy="1490400"/>
            <a:chOff x="7162851" y="3674829"/>
            <a:chExt cx="2217960" cy="1490400"/>
          </a:xfrm>
        </p:grpSpPr>
        <mc:AlternateContent xmlns:mc="http://schemas.openxmlformats.org/markup-compatibility/2006" xmlns:p14="http://schemas.microsoft.com/office/powerpoint/2010/main">
          <mc:Choice Requires="p14">
            <p:contentPart p14:bwMode="auto" r:id="rId51">
              <p14:nvContentPartPr>
                <p14:cNvPr id="56" name="Ink 55">
                  <a:extLst>
                    <a:ext uri="{FF2B5EF4-FFF2-40B4-BE49-F238E27FC236}">
                      <a16:creationId xmlns:a16="http://schemas.microsoft.com/office/drawing/2014/main" id="{59149790-6E33-E3B2-CDFB-F81129085BA6}"/>
                    </a:ext>
                  </a:extLst>
                </p14:cNvPr>
                <p14:cNvContentPartPr/>
                <p14:nvPr/>
              </p14:nvContentPartPr>
              <p14:xfrm>
                <a:off x="7162851" y="3674829"/>
                <a:ext cx="568440" cy="1490400"/>
              </p14:xfrm>
            </p:contentPart>
          </mc:Choice>
          <mc:Fallback xmlns="">
            <p:pic>
              <p:nvPicPr>
                <p:cNvPr id="56" name="Ink 55">
                  <a:extLst>
                    <a:ext uri="{FF2B5EF4-FFF2-40B4-BE49-F238E27FC236}">
                      <a16:creationId xmlns:a16="http://schemas.microsoft.com/office/drawing/2014/main" id="{59149790-6E33-E3B2-CDFB-F81129085BA6}"/>
                    </a:ext>
                  </a:extLst>
                </p:cNvPr>
                <p:cNvPicPr/>
                <p:nvPr/>
              </p:nvPicPr>
              <p:blipFill>
                <a:blip r:embed="rId52"/>
                <a:stretch>
                  <a:fillRect/>
                </a:stretch>
              </p:blipFill>
              <p:spPr>
                <a:xfrm>
                  <a:off x="7145211" y="3656829"/>
                  <a:ext cx="604080" cy="152604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57" name="Ink 56">
                  <a:extLst>
                    <a:ext uri="{FF2B5EF4-FFF2-40B4-BE49-F238E27FC236}">
                      <a16:creationId xmlns:a16="http://schemas.microsoft.com/office/drawing/2014/main" id="{38BCC840-260F-A4BB-D02D-70DE0DA34CF7}"/>
                    </a:ext>
                  </a:extLst>
                </p14:cNvPr>
                <p14:cNvContentPartPr/>
                <p14:nvPr/>
              </p14:nvContentPartPr>
              <p14:xfrm>
                <a:off x="7789611" y="3971469"/>
                <a:ext cx="1591200" cy="757440"/>
              </p14:xfrm>
            </p:contentPart>
          </mc:Choice>
          <mc:Fallback xmlns="">
            <p:pic>
              <p:nvPicPr>
                <p:cNvPr id="57" name="Ink 56">
                  <a:extLst>
                    <a:ext uri="{FF2B5EF4-FFF2-40B4-BE49-F238E27FC236}">
                      <a16:creationId xmlns:a16="http://schemas.microsoft.com/office/drawing/2014/main" id="{38BCC840-260F-A4BB-D02D-70DE0DA34CF7}"/>
                    </a:ext>
                  </a:extLst>
                </p:cNvPr>
                <p:cNvPicPr/>
                <p:nvPr/>
              </p:nvPicPr>
              <p:blipFill>
                <a:blip r:embed="rId54"/>
                <a:stretch>
                  <a:fillRect/>
                </a:stretch>
              </p:blipFill>
              <p:spPr>
                <a:xfrm>
                  <a:off x="7771611" y="3953469"/>
                  <a:ext cx="1626840" cy="79308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60" name="Ink 59">
                  <a:extLst>
                    <a:ext uri="{FF2B5EF4-FFF2-40B4-BE49-F238E27FC236}">
                      <a16:creationId xmlns:a16="http://schemas.microsoft.com/office/drawing/2014/main" id="{F3824365-3B0B-21F9-5B01-06766989AFA1}"/>
                    </a:ext>
                  </a:extLst>
                </p14:cNvPr>
                <p14:cNvContentPartPr/>
                <p14:nvPr/>
              </p14:nvContentPartPr>
              <p14:xfrm>
                <a:off x="8499531" y="4232469"/>
                <a:ext cx="175320" cy="280800"/>
              </p14:xfrm>
            </p:contentPart>
          </mc:Choice>
          <mc:Fallback xmlns="">
            <p:pic>
              <p:nvPicPr>
                <p:cNvPr id="60" name="Ink 59">
                  <a:extLst>
                    <a:ext uri="{FF2B5EF4-FFF2-40B4-BE49-F238E27FC236}">
                      <a16:creationId xmlns:a16="http://schemas.microsoft.com/office/drawing/2014/main" id="{F3824365-3B0B-21F9-5B01-06766989AFA1}"/>
                    </a:ext>
                  </a:extLst>
                </p:cNvPr>
                <p:cNvPicPr/>
                <p:nvPr/>
              </p:nvPicPr>
              <p:blipFill>
                <a:blip r:embed="rId56"/>
                <a:stretch>
                  <a:fillRect/>
                </a:stretch>
              </p:blipFill>
              <p:spPr>
                <a:xfrm>
                  <a:off x="8481891" y="4214829"/>
                  <a:ext cx="210960" cy="316440"/>
                </a:xfrm>
                <a:prstGeom prst="rect">
                  <a:avLst/>
                </a:prstGeom>
              </p:spPr>
            </p:pic>
          </mc:Fallback>
        </mc:AlternateContent>
      </p:grpSp>
      <p:grpSp>
        <p:nvGrpSpPr>
          <p:cNvPr id="71" name="Group 70">
            <a:extLst>
              <a:ext uri="{FF2B5EF4-FFF2-40B4-BE49-F238E27FC236}">
                <a16:creationId xmlns:a16="http://schemas.microsoft.com/office/drawing/2014/main" id="{666EDBEC-CBE3-8606-E336-296806F3F6A3}"/>
              </a:ext>
            </a:extLst>
          </p:cNvPr>
          <p:cNvGrpSpPr/>
          <p:nvPr/>
        </p:nvGrpSpPr>
        <p:grpSpPr>
          <a:xfrm>
            <a:off x="7905171" y="1671429"/>
            <a:ext cx="1357560" cy="627480"/>
            <a:chOff x="7905171" y="1671429"/>
            <a:chExt cx="1357560" cy="627480"/>
          </a:xfrm>
        </p:grpSpPr>
        <mc:AlternateContent xmlns:mc="http://schemas.openxmlformats.org/markup-compatibility/2006" xmlns:p14="http://schemas.microsoft.com/office/powerpoint/2010/main">
          <mc:Choice Requires="p14">
            <p:contentPart p14:bwMode="auto" r:id="rId57">
              <p14:nvContentPartPr>
                <p14:cNvPr id="63" name="Ink 62">
                  <a:extLst>
                    <a:ext uri="{FF2B5EF4-FFF2-40B4-BE49-F238E27FC236}">
                      <a16:creationId xmlns:a16="http://schemas.microsoft.com/office/drawing/2014/main" id="{51594FB0-609C-79A1-DB18-056E11D1ED02}"/>
                    </a:ext>
                  </a:extLst>
                </p14:cNvPr>
                <p14:cNvContentPartPr/>
                <p14:nvPr/>
              </p14:nvContentPartPr>
              <p14:xfrm>
                <a:off x="7926051" y="1727949"/>
                <a:ext cx="5760" cy="570960"/>
              </p14:xfrm>
            </p:contentPart>
          </mc:Choice>
          <mc:Fallback xmlns="">
            <p:pic>
              <p:nvPicPr>
                <p:cNvPr id="63" name="Ink 62">
                  <a:extLst>
                    <a:ext uri="{FF2B5EF4-FFF2-40B4-BE49-F238E27FC236}">
                      <a16:creationId xmlns:a16="http://schemas.microsoft.com/office/drawing/2014/main" id="{51594FB0-609C-79A1-DB18-056E11D1ED02}"/>
                    </a:ext>
                  </a:extLst>
                </p:cNvPr>
                <p:cNvPicPr/>
                <p:nvPr/>
              </p:nvPicPr>
              <p:blipFill>
                <a:blip r:embed="rId58"/>
                <a:stretch>
                  <a:fillRect/>
                </a:stretch>
              </p:blipFill>
              <p:spPr>
                <a:xfrm>
                  <a:off x="7908411" y="1710309"/>
                  <a:ext cx="41400" cy="6066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64" name="Ink 63">
                  <a:extLst>
                    <a:ext uri="{FF2B5EF4-FFF2-40B4-BE49-F238E27FC236}">
                      <a16:creationId xmlns:a16="http://schemas.microsoft.com/office/drawing/2014/main" id="{93B15FC0-17E1-8D07-343F-1D9DECA10328}"/>
                    </a:ext>
                  </a:extLst>
                </p14:cNvPr>
                <p14:cNvContentPartPr/>
                <p14:nvPr/>
              </p14:nvContentPartPr>
              <p14:xfrm>
                <a:off x="7905171" y="1718589"/>
                <a:ext cx="428400" cy="10440"/>
              </p14:xfrm>
            </p:contentPart>
          </mc:Choice>
          <mc:Fallback xmlns="">
            <p:pic>
              <p:nvPicPr>
                <p:cNvPr id="64" name="Ink 63">
                  <a:extLst>
                    <a:ext uri="{FF2B5EF4-FFF2-40B4-BE49-F238E27FC236}">
                      <a16:creationId xmlns:a16="http://schemas.microsoft.com/office/drawing/2014/main" id="{93B15FC0-17E1-8D07-343F-1D9DECA10328}"/>
                    </a:ext>
                  </a:extLst>
                </p:cNvPr>
                <p:cNvPicPr/>
                <p:nvPr/>
              </p:nvPicPr>
              <p:blipFill>
                <a:blip r:embed="rId60"/>
                <a:stretch>
                  <a:fillRect/>
                </a:stretch>
              </p:blipFill>
              <p:spPr>
                <a:xfrm>
                  <a:off x="7887171" y="1700949"/>
                  <a:ext cx="46404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67" name="Ink 66">
                  <a:extLst>
                    <a:ext uri="{FF2B5EF4-FFF2-40B4-BE49-F238E27FC236}">
                      <a16:creationId xmlns:a16="http://schemas.microsoft.com/office/drawing/2014/main" id="{CBEAE33D-3204-15A9-248F-D7FFA8501995}"/>
                    </a:ext>
                  </a:extLst>
                </p14:cNvPr>
                <p14:cNvContentPartPr/>
                <p14:nvPr/>
              </p14:nvContentPartPr>
              <p14:xfrm>
                <a:off x="7960971" y="2028189"/>
                <a:ext cx="300960" cy="14040"/>
              </p14:xfrm>
            </p:contentPart>
          </mc:Choice>
          <mc:Fallback xmlns="">
            <p:pic>
              <p:nvPicPr>
                <p:cNvPr id="67" name="Ink 66">
                  <a:extLst>
                    <a:ext uri="{FF2B5EF4-FFF2-40B4-BE49-F238E27FC236}">
                      <a16:creationId xmlns:a16="http://schemas.microsoft.com/office/drawing/2014/main" id="{CBEAE33D-3204-15A9-248F-D7FFA8501995}"/>
                    </a:ext>
                  </a:extLst>
                </p:cNvPr>
                <p:cNvPicPr/>
                <p:nvPr/>
              </p:nvPicPr>
              <p:blipFill>
                <a:blip r:embed="rId62"/>
                <a:stretch>
                  <a:fillRect/>
                </a:stretch>
              </p:blipFill>
              <p:spPr>
                <a:xfrm>
                  <a:off x="7942971" y="2010549"/>
                  <a:ext cx="33660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68" name="Ink 67">
                  <a:extLst>
                    <a:ext uri="{FF2B5EF4-FFF2-40B4-BE49-F238E27FC236}">
                      <a16:creationId xmlns:a16="http://schemas.microsoft.com/office/drawing/2014/main" id="{B725D077-19A7-6C08-B2B0-4525F893C0C8}"/>
                    </a:ext>
                  </a:extLst>
                </p14:cNvPr>
                <p14:cNvContentPartPr/>
                <p14:nvPr/>
              </p14:nvContentPartPr>
              <p14:xfrm>
                <a:off x="8438691" y="1671429"/>
                <a:ext cx="795960" cy="515880"/>
              </p14:xfrm>
            </p:contentPart>
          </mc:Choice>
          <mc:Fallback xmlns="">
            <p:pic>
              <p:nvPicPr>
                <p:cNvPr id="68" name="Ink 67">
                  <a:extLst>
                    <a:ext uri="{FF2B5EF4-FFF2-40B4-BE49-F238E27FC236}">
                      <a16:creationId xmlns:a16="http://schemas.microsoft.com/office/drawing/2014/main" id="{B725D077-19A7-6C08-B2B0-4525F893C0C8}"/>
                    </a:ext>
                  </a:extLst>
                </p:cNvPr>
                <p:cNvPicPr/>
                <p:nvPr/>
              </p:nvPicPr>
              <p:blipFill>
                <a:blip r:embed="rId64"/>
                <a:stretch>
                  <a:fillRect/>
                </a:stretch>
              </p:blipFill>
              <p:spPr>
                <a:xfrm>
                  <a:off x="8420691" y="1653789"/>
                  <a:ext cx="831600" cy="55152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69" name="Ink 68">
                  <a:extLst>
                    <a:ext uri="{FF2B5EF4-FFF2-40B4-BE49-F238E27FC236}">
                      <a16:creationId xmlns:a16="http://schemas.microsoft.com/office/drawing/2014/main" id="{69C523F6-9FB9-C7CC-8559-786131B9D697}"/>
                    </a:ext>
                  </a:extLst>
                </p14:cNvPr>
                <p14:cNvContentPartPr/>
                <p14:nvPr/>
              </p14:nvContentPartPr>
              <p14:xfrm>
                <a:off x="8902731" y="1808589"/>
                <a:ext cx="360000" cy="21600"/>
              </p14:xfrm>
            </p:contentPart>
          </mc:Choice>
          <mc:Fallback xmlns="">
            <p:pic>
              <p:nvPicPr>
                <p:cNvPr id="69" name="Ink 68">
                  <a:extLst>
                    <a:ext uri="{FF2B5EF4-FFF2-40B4-BE49-F238E27FC236}">
                      <a16:creationId xmlns:a16="http://schemas.microsoft.com/office/drawing/2014/main" id="{69C523F6-9FB9-C7CC-8559-786131B9D697}"/>
                    </a:ext>
                  </a:extLst>
                </p:cNvPr>
                <p:cNvPicPr/>
                <p:nvPr/>
              </p:nvPicPr>
              <p:blipFill>
                <a:blip r:embed="rId66"/>
                <a:stretch>
                  <a:fillRect/>
                </a:stretch>
              </p:blipFill>
              <p:spPr>
                <a:xfrm>
                  <a:off x="8884731" y="1790949"/>
                  <a:ext cx="395640" cy="57240"/>
                </a:xfrm>
                <a:prstGeom prst="rect">
                  <a:avLst/>
                </a:prstGeom>
              </p:spPr>
            </p:pic>
          </mc:Fallback>
        </mc:AlternateContent>
      </p:grpSp>
    </p:spTree>
    <p:extLst>
      <p:ext uri="{BB962C8B-B14F-4D97-AF65-F5344CB8AC3E}">
        <p14:creationId xmlns:p14="http://schemas.microsoft.com/office/powerpoint/2010/main" val="1528986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AEA92-A2A8-32EE-E3AE-3259413177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D8FE08-46CC-2349-9A9A-6131D22E76BE}"/>
              </a:ext>
            </a:extLst>
          </p:cNvPr>
          <p:cNvSpPr>
            <a:spLocks noGrp="1"/>
          </p:cNvSpPr>
          <p:nvPr>
            <p:ph type="title"/>
          </p:nvPr>
        </p:nvSpPr>
        <p:spPr>
          <a:xfrm>
            <a:off x="838200" y="2675839"/>
            <a:ext cx="10515600" cy="1325563"/>
          </a:xfrm>
        </p:spPr>
        <p:txBody>
          <a:bodyPr/>
          <a:lstStyle/>
          <a:p>
            <a:pPr algn="ctr"/>
            <a:r>
              <a:rPr lang="en-US"/>
              <a:t>First Exam Next Thursday</a:t>
            </a:r>
          </a:p>
        </p:txBody>
      </p:sp>
    </p:spTree>
    <p:extLst>
      <p:ext uri="{BB962C8B-B14F-4D97-AF65-F5344CB8AC3E}">
        <p14:creationId xmlns:p14="http://schemas.microsoft.com/office/powerpoint/2010/main" val="622631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9D62C5-4821-38F9-AA31-1483E937F03F}"/>
              </a:ext>
            </a:extLst>
          </p:cNvPr>
          <p:cNvSpPr txBox="1"/>
          <p:nvPr/>
        </p:nvSpPr>
        <p:spPr>
          <a:xfrm>
            <a:off x="3207895" y="2428406"/>
            <a:ext cx="6059159" cy="646331"/>
          </a:xfrm>
          <a:prstGeom prst="rect">
            <a:avLst/>
          </a:prstGeom>
          <a:noFill/>
        </p:spPr>
        <p:txBody>
          <a:bodyPr wrap="none" rtlCol="0">
            <a:spAutoFit/>
          </a:bodyPr>
          <a:lstStyle/>
          <a:p>
            <a:r>
              <a:rPr lang="en-US" sz="3600"/>
              <a:t>Now we will do this in Python!</a:t>
            </a:r>
          </a:p>
        </p:txBody>
      </p:sp>
    </p:spTree>
    <p:extLst>
      <p:ext uri="{BB962C8B-B14F-4D97-AF65-F5344CB8AC3E}">
        <p14:creationId xmlns:p14="http://schemas.microsoft.com/office/powerpoint/2010/main" val="3373688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C792676-8C3C-26AC-6EA5-53C0EF40EDF0}"/>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Software 1.0</a:t>
            </a:r>
          </a:p>
        </p:txBody>
      </p:sp>
      <p:pic>
        <p:nvPicPr>
          <p:cNvPr id="5" name="Picture 4">
            <a:extLst>
              <a:ext uri="{FF2B5EF4-FFF2-40B4-BE49-F238E27FC236}">
                <a16:creationId xmlns:a16="http://schemas.microsoft.com/office/drawing/2014/main" id="{DB867EFA-3BE5-B91E-0350-35688ADB49FB}"/>
              </a:ext>
            </a:extLst>
          </p:cNvPr>
          <p:cNvPicPr>
            <a:picLocks noChangeAspect="1"/>
          </p:cNvPicPr>
          <p:nvPr/>
        </p:nvPicPr>
        <p:blipFill>
          <a:blip r:embed="rId2"/>
          <a:stretch>
            <a:fillRect/>
          </a:stretch>
        </p:blipFill>
        <p:spPr>
          <a:xfrm>
            <a:off x="963195" y="1690688"/>
            <a:ext cx="4756196" cy="3545528"/>
          </a:xfrm>
          <a:prstGeom prst="rect">
            <a:avLst/>
          </a:prstGeom>
        </p:spPr>
      </p:pic>
      <p:pic>
        <p:nvPicPr>
          <p:cNvPr id="7" name="Picture 6">
            <a:extLst>
              <a:ext uri="{FF2B5EF4-FFF2-40B4-BE49-F238E27FC236}">
                <a16:creationId xmlns:a16="http://schemas.microsoft.com/office/drawing/2014/main" id="{763BE3CB-A996-D72E-8190-40A9F18FA3B1}"/>
              </a:ext>
            </a:extLst>
          </p:cNvPr>
          <p:cNvPicPr>
            <a:picLocks noChangeAspect="1"/>
          </p:cNvPicPr>
          <p:nvPr/>
        </p:nvPicPr>
        <p:blipFill>
          <a:blip r:embed="rId3"/>
          <a:stretch>
            <a:fillRect/>
          </a:stretch>
        </p:blipFill>
        <p:spPr>
          <a:xfrm>
            <a:off x="6309235" y="1722966"/>
            <a:ext cx="5044565" cy="3412067"/>
          </a:xfrm>
          <a:prstGeom prst="rect">
            <a:avLst/>
          </a:prstGeom>
        </p:spPr>
      </p:pic>
    </p:spTree>
    <p:extLst>
      <p:ext uri="{BB962C8B-B14F-4D97-AF65-F5344CB8AC3E}">
        <p14:creationId xmlns:p14="http://schemas.microsoft.com/office/powerpoint/2010/main" val="348551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E3652-8119-325E-04B4-333F367BE9B0}"/>
              </a:ext>
            </a:extLst>
          </p:cNvPr>
          <p:cNvSpPr>
            <a:spLocks noGrp="1"/>
          </p:cNvSpPr>
          <p:nvPr>
            <p:ph type="title"/>
          </p:nvPr>
        </p:nvSpPr>
        <p:spPr>
          <a:xfrm>
            <a:off x="713510" y="-133638"/>
            <a:ext cx="10515600" cy="1325563"/>
          </a:xfrm>
        </p:spPr>
        <p:txBody>
          <a:bodyPr/>
          <a:lstStyle/>
          <a:p>
            <a:r>
              <a:rPr lang="en-US">
                <a:solidFill>
                  <a:srgbClr val="FF0000"/>
                </a:solidFill>
              </a:rPr>
              <a:t>A Neural Network</a:t>
            </a:r>
          </a:p>
        </p:txBody>
      </p:sp>
      <p:sp>
        <p:nvSpPr>
          <p:cNvPr id="3" name="Content Placeholder 2">
            <a:extLst>
              <a:ext uri="{FF2B5EF4-FFF2-40B4-BE49-F238E27FC236}">
                <a16:creationId xmlns:a16="http://schemas.microsoft.com/office/drawing/2014/main" id="{F98064E1-23FA-F319-1C92-C71AE5591248}"/>
              </a:ext>
            </a:extLst>
          </p:cNvPr>
          <p:cNvSpPr>
            <a:spLocks noGrp="1"/>
          </p:cNvSpPr>
          <p:nvPr>
            <p:ph idx="1"/>
          </p:nvPr>
        </p:nvSpPr>
        <p:spPr>
          <a:xfrm>
            <a:off x="838199" y="1027906"/>
            <a:ext cx="8442192" cy="5693090"/>
          </a:xfrm>
        </p:spPr>
        <p:txBody>
          <a:bodyPr>
            <a:noAutofit/>
          </a:bodyPr>
          <a:lstStyle/>
          <a:p>
            <a:r>
              <a:rPr lang="en-US" sz="2000">
                <a:solidFill>
                  <a:srgbClr val="FF0000"/>
                </a:solidFill>
              </a:rPr>
              <a:t>Imagine you are given many pictures of faces (48 Million pixels), and you’re asked to identify one of 1000 possible people. </a:t>
            </a:r>
          </a:p>
          <a:p>
            <a:r>
              <a:rPr lang="en-US" sz="2000">
                <a:solidFill>
                  <a:srgbClr val="FF0000"/>
                </a:solidFill>
              </a:rPr>
              <a:t>Imagine you are given speech waves and you’re asked to to identify for each, which of 25 sounds each speech wave corresponds to.</a:t>
            </a:r>
          </a:p>
          <a:p>
            <a:r>
              <a:rPr lang="en-US" sz="2000">
                <a:solidFill>
                  <a:srgbClr val="FF0000"/>
                </a:solidFill>
              </a:rPr>
              <a:t>What can do this? A Neural Network (NN)</a:t>
            </a:r>
          </a:p>
          <a:p>
            <a:r>
              <a:rPr lang="en-US" sz="2000">
                <a:solidFill>
                  <a:srgbClr val="FF0000"/>
                </a:solidFill>
              </a:rPr>
              <a:t>I will not tell you now why it’s called a NN. I will teach you what it is by what it does– how it walks and how it swims.</a:t>
            </a:r>
          </a:p>
          <a:p>
            <a:r>
              <a:rPr lang="en-US" sz="2000">
                <a:solidFill>
                  <a:srgbClr val="FF0000"/>
                </a:solidFill>
              </a:rPr>
              <a:t>The job of an NN is to take a bunch of numbers the 48M pixels in one image/numbers of a wave and to return a probability distribution.</a:t>
            </a:r>
          </a:p>
          <a:p>
            <a:r>
              <a:rPr lang="en-US" sz="2000">
                <a:solidFill>
                  <a:srgbClr val="FF0000"/>
                </a:solidFill>
              </a:rPr>
              <a:t>For speech the probability distribution is 25 sounds</a:t>
            </a:r>
          </a:p>
          <a:p>
            <a:r>
              <a:rPr lang="en-US" sz="2000">
                <a:solidFill>
                  <a:srgbClr val="FF0000"/>
                </a:solidFill>
              </a:rPr>
              <a:t>But let’s say it had just 5 vowels, this is a pdf: [.2,.2,.4,.2,0]</a:t>
            </a:r>
          </a:p>
          <a:p>
            <a:r>
              <a:rPr lang="en-US" sz="2000">
                <a:solidFill>
                  <a:srgbClr val="FF0000"/>
                </a:solidFill>
              </a:rPr>
              <a:t>And let’s say we agree the vowel order is read, rad, rude, Rud, rod</a:t>
            </a:r>
          </a:p>
          <a:p>
            <a:r>
              <a:rPr lang="en-US" sz="2000">
                <a:solidFill>
                  <a:srgbClr val="FF0000"/>
                </a:solidFill>
              </a:rPr>
              <a:t>The p’s must sum to 1 (100%)</a:t>
            </a:r>
          </a:p>
          <a:p>
            <a:r>
              <a:rPr lang="en-US" sz="2000">
                <a:solidFill>
                  <a:srgbClr val="FF0000"/>
                </a:solidFill>
              </a:rPr>
              <a:t>That says: there’s 20% chance the sound is the v in read, 20% it’s the vowel in rad, 40% the vowel in rude, 20% it’s the vowel in Rud, and 0% it’s the vowel in Rod. </a:t>
            </a:r>
          </a:p>
        </p:txBody>
      </p:sp>
      <p:grpSp>
        <p:nvGrpSpPr>
          <p:cNvPr id="8" name="Group 7">
            <a:extLst>
              <a:ext uri="{FF2B5EF4-FFF2-40B4-BE49-F238E27FC236}">
                <a16:creationId xmlns:a16="http://schemas.microsoft.com/office/drawing/2014/main" id="{CC1C4478-19CD-C0DB-AF3B-83403E6F7F83}"/>
              </a:ext>
            </a:extLst>
          </p:cNvPr>
          <p:cNvGrpSpPr/>
          <p:nvPr/>
        </p:nvGrpSpPr>
        <p:grpSpPr>
          <a:xfrm>
            <a:off x="8661191" y="1841731"/>
            <a:ext cx="3629520" cy="2523960"/>
            <a:chOff x="8661191" y="1841731"/>
            <a:chExt cx="3629520" cy="2523960"/>
          </a:xfrm>
        </p:grpSpPr>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E25C60E2-FBF5-0E18-96C1-36FD74ABEEBE}"/>
                    </a:ext>
                  </a:extLst>
                </p14:cNvPr>
                <p14:cNvContentPartPr/>
                <p14:nvPr/>
              </p14:nvContentPartPr>
              <p14:xfrm>
                <a:off x="9126311" y="2156011"/>
                <a:ext cx="3164400" cy="2209680"/>
              </p14:xfrm>
            </p:contentPart>
          </mc:Choice>
          <mc:Fallback xmlns="">
            <p:pic>
              <p:nvPicPr>
                <p:cNvPr id="5" name="Ink 4">
                  <a:extLst>
                    <a:ext uri="{FF2B5EF4-FFF2-40B4-BE49-F238E27FC236}">
                      <a16:creationId xmlns:a16="http://schemas.microsoft.com/office/drawing/2014/main" id="{E25C60E2-FBF5-0E18-96C1-36FD74ABEEBE}"/>
                    </a:ext>
                  </a:extLst>
                </p:cNvPr>
                <p:cNvPicPr/>
                <p:nvPr/>
              </p:nvPicPr>
              <p:blipFill>
                <a:blip r:embed="rId3"/>
                <a:stretch>
                  <a:fillRect/>
                </a:stretch>
              </p:blipFill>
              <p:spPr>
                <a:xfrm>
                  <a:off x="9117311" y="2147011"/>
                  <a:ext cx="3182040" cy="22273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060C5B5F-2125-6776-6185-88F248A96ABE}"/>
                    </a:ext>
                  </a:extLst>
                </p14:cNvPr>
                <p14:cNvContentPartPr/>
                <p14:nvPr/>
              </p14:nvContentPartPr>
              <p14:xfrm>
                <a:off x="8661191" y="1841731"/>
                <a:ext cx="210960" cy="530640"/>
              </p14:xfrm>
            </p:contentPart>
          </mc:Choice>
          <mc:Fallback xmlns="">
            <p:pic>
              <p:nvPicPr>
                <p:cNvPr id="6" name="Ink 5">
                  <a:extLst>
                    <a:ext uri="{FF2B5EF4-FFF2-40B4-BE49-F238E27FC236}">
                      <a16:creationId xmlns:a16="http://schemas.microsoft.com/office/drawing/2014/main" id="{060C5B5F-2125-6776-6185-88F248A96ABE}"/>
                    </a:ext>
                  </a:extLst>
                </p:cNvPr>
                <p:cNvPicPr/>
                <p:nvPr/>
              </p:nvPicPr>
              <p:blipFill>
                <a:blip r:embed="rId5"/>
                <a:stretch>
                  <a:fillRect/>
                </a:stretch>
              </p:blipFill>
              <p:spPr>
                <a:xfrm>
                  <a:off x="8652551" y="1832731"/>
                  <a:ext cx="228600" cy="548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F0072FC5-AEF0-E16E-340C-8040607AE787}"/>
                  </a:ext>
                </a:extLst>
              </p14:cNvPr>
              <p14:cNvContentPartPr/>
              <p14:nvPr/>
            </p14:nvContentPartPr>
            <p14:xfrm>
              <a:off x="11224751" y="4409971"/>
              <a:ext cx="210240" cy="252000"/>
            </p14:xfrm>
          </p:contentPart>
        </mc:Choice>
        <mc:Fallback xmlns="">
          <p:pic>
            <p:nvPicPr>
              <p:cNvPr id="9" name="Ink 8">
                <a:extLst>
                  <a:ext uri="{FF2B5EF4-FFF2-40B4-BE49-F238E27FC236}">
                    <a16:creationId xmlns:a16="http://schemas.microsoft.com/office/drawing/2014/main" id="{F0072FC5-AEF0-E16E-340C-8040607AE787}"/>
                  </a:ext>
                </a:extLst>
              </p:cNvPr>
              <p:cNvPicPr/>
              <p:nvPr/>
            </p:nvPicPr>
            <p:blipFill>
              <a:blip r:embed="rId7"/>
              <a:stretch>
                <a:fillRect/>
              </a:stretch>
            </p:blipFill>
            <p:spPr>
              <a:xfrm>
                <a:off x="11215751" y="4401331"/>
                <a:ext cx="22788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958CCBD7-A03A-4D9D-5BD1-00510BECCD23}"/>
                  </a:ext>
                </a:extLst>
              </p14:cNvPr>
              <p14:cNvContentPartPr/>
              <p14:nvPr/>
            </p14:nvContentPartPr>
            <p14:xfrm>
              <a:off x="11520311" y="4264531"/>
              <a:ext cx="667080" cy="410760"/>
            </p14:xfrm>
          </p:contentPart>
        </mc:Choice>
        <mc:Fallback xmlns="">
          <p:pic>
            <p:nvPicPr>
              <p:cNvPr id="10" name="Ink 9">
                <a:extLst>
                  <a:ext uri="{FF2B5EF4-FFF2-40B4-BE49-F238E27FC236}">
                    <a16:creationId xmlns:a16="http://schemas.microsoft.com/office/drawing/2014/main" id="{958CCBD7-A03A-4D9D-5BD1-00510BECCD23}"/>
                  </a:ext>
                </a:extLst>
              </p:cNvPr>
              <p:cNvPicPr/>
              <p:nvPr/>
            </p:nvPicPr>
            <p:blipFill>
              <a:blip r:embed="rId9"/>
              <a:stretch>
                <a:fillRect/>
              </a:stretch>
            </p:blipFill>
            <p:spPr>
              <a:xfrm>
                <a:off x="11511311" y="4255891"/>
                <a:ext cx="684720" cy="428400"/>
              </a:xfrm>
              <a:prstGeom prst="rect">
                <a:avLst/>
              </a:prstGeom>
            </p:spPr>
          </p:pic>
        </mc:Fallback>
      </mc:AlternateContent>
      <p:grpSp>
        <p:nvGrpSpPr>
          <p:cNvPr id="30" name="Group 29">
            <a:extLst>
              <a:ext uri="{FF2B5EF4-FFF2-40B4-BE49-F238E27FC236}">
                <a16:creationId xmlns:a16="http://schemas.microsoft.com/office/drawing/2014/main" id="{AA669BF6-FD90-CDF0-9D24-781BDA7600D7}"/>
              </a:ext>
            </a:extLst>
          </p:cNvPr>
          <p:cNvGrpSpPr/>
          <p:nvPr/>
        </p:nvGrpSpPr>
        <p:grpSpPr>
          <a:xfrm>
            <a:off x="9312791" y="4398811"/>
            <a:ext cx="1767600" cy="475560"/>
            <a:chOff x="9312791" y="4398811"/>
            <a:chExt cx="1767600" cy="475560"/>
          </a:xfrm>
        </p:grpSpPr>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9D4ABAF3-DF57-95F3-69D5-49A9CA7C9A39}"/>
                    </a:ext>
                  </a:extLst>
                </p14:cNvPr>
                <p14:cNvContentPartPr/>
                <p14:nvPr/>
              </p14:nvContentPartPr>
              <p14:xfrm>
                <a:off x="9312791" y="4445971"/>
                <a:ext cx="269280" cy="254520"/>
              </p14:xfrm>
            </p:contentPart>
          </mc:Choice>
          <mc:Fallback xmlns="">
            <p:pic>
              <p:nvPicPr>
                <p:cNvPr id="11" name="Ink 10">
                  <a:extLst>
                    <a:ext uri="{FF2B5EF4-FFF2-40B4-BE49-F238E27FC236}">
                      <a16:creationId xmlns:a16="http://schemas.microsoft.com/office/drawing/2014/main" id="{9D4ABAF3-DF57-95F3-69D5-49A9CA7C9A39}"/>
                    </a:ext>
                  </a:extLst>
                </p:cNvPr>
                <p:cNvPicPr/>
                <p:nvPr/>
              </p:nvPicPr>
              <p:blipFill>
                <a:blip r:embed="rId11"/>
                <a:stretch>
                  <a:fillRect/>
                </a:stretch>
              </p:blipFill>
              <p:spPr>
                <a:xfrm>
                  <a:off x="9304151" y="4437331"/>
                  <a:ext cx="286920" cy="272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23AE9218-7332-B268-CE73-6E20F6CC5F10}"/>
                    </a:ext>
                  </a:extLst>
                </p14:cNvPr>
                <p14:cNvContentPartPr/>
                <p14:nvPr/>
              </p14:nvContentPartPr>
              <p14:xfrm>
                <a:off x="9760271" y="4399171"/>
                <a:ext cx="198720" cy="261360"/>
              </p14:xfrm>
            </p:contentPart>
          </mc:Choice>
          <mc:Fallback xmlns="">
            <p:pic>
              <p:nvPicPr>
                <p:cNvPr id="12" name="Ink 11">
                  <a:extLst>
                    <a:ext uri="{FF2B5EF4-FFF2-40B4-BE49-F238E27FC236}">
                      <a16:creationId xmlns:a16="http://schemas.microsoft.com/office/drawing/2014/main" id="{23AE9218-7332-B268-CE73-6E20F6CC5F10}"/>
                    </a:ext>
                  </a:extLst>
                </p:cNvPr>
                <p:cNvPicPr/>
                <p:nvPr/>
              </p:nvPicPr>
              <p:blipFill>
                <a:blip r:embed="rId13"/>
                <a:stretch>
                  <a:fillRect/>
                </a:stretch>
              </p:blipFill>
              <p:spPr>
                <a:xfrm>
                  <a:off x="9751631" y="4390171"/>
                  <a:ext cx="21636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5" name="Ink 14">
                  <a:extLst>
                    <a:ext uri="{FF2B5EF4-FFF2-40B4-BE49-F238E27FC236}">
                      <a16:creationId xmlns:a16="http://schemas.microsoft.com/office/drawing/2014/main" id="{58FD1189-B2F3-ACDB-5F0B-A38B1EED35CB}"/>
                    </a:ext>
                  </a:extLst>
                </p14:cNvPr>
                <p14:cNvContentPartPr/>
                <p14:nvPr/>
              </p14:nvContentPartPr>
              <p14:xfrm>
                <a:off x="9616271" y="4434091"/>
                <a:ext cx="203040" cy="360"/>
              </p14:xfrm>
            </p:contentPart>
          </mc:Choice>
          <mc:Fallback xmlns="">
            <p:pic>
              <p:nvPicPr>
                <p:cNvPr id="15" name="Ink 14">
                  <a:extLst>
                    <a:ext uri="{FF2B5EF4-FFF2-40B4-BE49-F238E27FC236}">
                      <a16:creationId xmlns:a16="http://schemas.microsoft.com/office/drawing/2014/main" id="{58FD1189-B2F3-ACDB-5F0B-A38B1EED35CB}"/>
                    </a:ext>
                  </a:extLst>
                </p:cNvPr>
                <p:cNvPicPr/>
                <p:nvPr/>
              </p:nvPicPr>
              <p:blipFill>
                <a:blip r:embed="rId15"/>
                <a:stretch>
                  <a:fillRect/>
                </a:stretch>
              </p:blipFill>
              <p:spPr>
                <a:xfrm>
                  <a:off x="9607631" y="4425451"/>
                  <a:ext cx="2206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8" name="Ink 17">
                  <a:extLst>
                    <a:ext uri="{FF2B5EF4-FFF2-40B4-BE49-F238E27FC236}">
                      <a16:creationId xmlns:a16="http://schemas.microsoft.com/office/drawing/2014/main" id="{C6245714-E087-B680-CFA4-743FAA895E49}"/>
                    </a:ext>
                  </a:extLst>
                </p14:cNvPr>
                <p14:cNvContentPartPr/>
                <p14:nvPr/>
              </p14:nvContentPartPr>
              <p14:xfrm>
                <a:off x="10209551" y="4453171"/>
                <a:ext cx="208800" cy="421200"/>
              </p14:xfrm>
            </p:contentPart>
          </mc:Choice>
          <mc:Fallback xmlns="">
            <p:pic>
              <p:nvPicPr>
                <p:cNvPr id="18" name="Ink 17">
                  <a:extLst>
                    <a:ext uri="{FF2B5EF4-FFF2-40B4-BE49-F238E27FC236}">
                      <a16:creationId xmlns:a16="http://schemas.microsoft.com/office/drawing/2014/main" id="{C6245714-E087-B680-CFA4-743FAA895E49}"/>
                    </a:ext>
                  </a:extLst>
                </p:cNvPr>
                <p:cNvPicPr/>
                <p:nvPr/>
              </p:nvPicPr>
              <p:blipFill>
                <a:blip r:embed="rId17"/>
                <a:stretch>
                  <a:fillRect/>
                </a:stretch>
              </p:blipFill>
              <p:spPr>
                <a:xfrm>
                  <a:off x="10200551" y="4444171"/>
                  <a:ext cx="226440" cy="4388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1" name="Ink 20">
                  <a:extLst>
                    <a:ext uri="{FF2B5EF4-FFF2-40B4-BE49-F238E27FC236}">
                      <a16:creationId xmlns:a16="http://schemas.microsoft.com/office/drawing/2014/main" id="{77F52236-B4C0-8B98-B04F-B0B4EE1071F0}"/>
                    </a:ext>
                  </a:extLst>
                </p14:cNvPr>
                <p14:cNvContentPartPr/>
                <p14:nvPr/>
              </p14:nvContentPartPr>
              <p14:xfrm>
                <a:off x="10560911" y="4398811"/>
                <a:ext cx="183960" cy="272520"/>
              </p14:xfrm>
            </p:contentPart>
          </mc:Choice>
          <mc:Fallback xmlns="">
            <p:pic>
              <p:nvPicPr>
                <p:cNvPr id="21" name="Ink 20">
                  <a:extLst>
                    <a:ext uri="{FF2B5EF4-FFF2-40B4-BE49-F238E27FC236}">
                      <a16:creationId xmlns:a16="http://schemas.microsoft.com/office/drawing/2014/main" id="{77F52236-B4C0-8B98-B04F-B0B4EE1071F0}"/>
                    </a:ext>
                  </a:extLst>
                </p:cNvPr>
                <p:cNvPicPr/>
                <p:nvPr/>
              </p:nvPicPr>
              <p:blipFill>
                <a:blip r:embed="rId19"/>
                <a:stretch>
                  <a:fillRect/>
                </a:stretch>
              </p:blipFill>
              <p:spPr>
                <a:xfrm>
                  <a:off x="10552271" y="4390171"/>
                  <a:ext cx="201600" cy="2901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4" name="Ink 23">
                  <a:extLst>
                    <a:ext uri="{FF2B5EF4-FFF2-40B4-BE49-F238E27FC236}">
                      <a16:creationId xmlns:a16="http://schemas.microsoft.com/office/drawing/2014/main" id="{F12BB915-A394-73C5-226A-22FBA6AAC184}"/>
                    </a:ext>
                  </a:extLst>
                </p14:cNvPr>
                <p14:cNvContentPartPr/>
                <p14:nvPr/>
              </p14:nvContentPartPr>
              <p14:xfrm>
                <a:off x="10889231" y="4581691"/>
                <a:ext cx="360" cy="360"/>
              </p14:xfrm>
            </p:contentPart>
          </mc:Choice>
          <mc:Fallback xmlns="">
            <p:pic>
              <p:nvPicPr>
                <p:cNvPr id="24" name="Ink 23">
                  <a:extLst>
                    <a:ext uri="{FF2B5EF4-FFF2-40B4-BE49-F238E27FC236}">
                      <a16:creationId xmlns:a16="http://schemas.microsoft.com/office/drawing/2014/main" id="{F12BB915-A394-73C5-226A-22FBA6AAC184}"/>
                    </a:ext>
                  </a:extLst>
                </p:cNvPr>
                <p:cNvPicPr/>
                <p:nvPr/>
              </p:nvPicPr>
              <p:blipFill>
                <a:blip r:embed="rId21"/>
                <a:stretch>
                  <a:fillRect/>
                </a:stretch>
              </p:blipFill>
              <p:spPr>
                <a:xfrm>
                  <a:off x="10880231" y="457269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7" name="Ink 26">
                  <a:extLst>
                    <a:ext uri="{FF2B5EF4-FFF2-40B4-BE49-F238E27FC236}">
                      <a16:creationId xmlns:a16="http://schemas.microsoft.com/office/drawing/2014/main" id="{01CDCFF2-5D44-3114-2F16-61D56A6F4BA9}"/>
                    </a:ext>
                  </a:extLst>
                </p14:cNvPr>
                <p14:cNvContentPartPr/>
                <p14:nvPr/>
              </p14:nvContentPartPr>
              <p14:xfrm>
                <a:off x="11036471" y="4598971"/>
                <a:ext cx="360" cy="360"/>
              </p14:xfrm>
            </p:contentPart>
          </mc:Choice>
          <mc:Fallback xmlns="">
            <p:pic>
              <p:nvPicPr>
                <p:cNvPr id="27" name="Ink 26">
                  <a:extLst>
                    <a:ext uri="{FF2B5EF4-FFF2-40B4-BE49-F238E27FC236}">
                      <a16:creationId xmlns:a16="http://schemas.microsoft.com/office/drawing/2014/main" id="{01CDCFF2-5D44-3114-2F16-61D56A6F4BA9}"/>
                    </a:ext>
                  </a:extLst>
                </p:cNvPr>
                <p:cNvPicPr/>
                <p:nvPr/>
              </p:nvPicPr>
              <p:blipFill>
                <a:blip r:embed="rId21"/>
                <a:stretch>
                  <a:fillRect/>
                </a:stretch>
              </p:blipFill>
              <p:spPr>
                <a:xfrm>
                  <a:off x="11027831" y="458997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8" name="Ink 27">
                  <a:extLst>
                    <a:ext uri="{FF2B5EF4-FFF2-40B4-BE49-F238E27FC236}">
                      <a16:creationId xmlns:a16="http://schemas.microsoft.com/office/drawing/2014/main" id="{C20429D4-E486-1792-318C-F0777394882E}"/>
                    </a:ext>
                  </a:extLst>
                </p14:cNvPr>
                <p14:cNvContentPartPr/>
                <p14:nvPr/>
              </p14:nvContentPartPr>
              <p14:xfrm>
                <a:off x="11078591" y="4598971"/>
                <a:ext cx="1800" cy="1800"/>
              </p14:xfrm>
            </p:contentPart>
          </mc:Choice>
          <mc:Fallback xmlns="">
            <p:pic>
              <p:nvPicPr>
                <p:cNvPr id="28" name="Ink 27">
                  <a:extLst>
                    <a:ext uri="{FF2B5EF4-FFF2-40B4-BE49-F238E27FC236}">
                      <a16:creationId xmlns:a16="http://schemas.microsoft.com/office/drawing/2014/main" id="{C20429D4-E486-1792-318C-F0777394882E}"/>
                    </a:ext>
                  </a:extLst>
                </p:cNvPr>
                <p:cNvPicPr/>
                <p:nvPr/>
              </p:nvPicPr>
              <p:blipFill>
                <a:blip r:embed="rId24"/>
                <a:stretch>
                  <a:fillRect/>
                </a:stretch>
              </p:blipFill>
              <p:spPr>
                <a:xfrm>
                  <a:off x="11069951" y="4589971"/>
                  <a:ext cx="19440" cy="19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5">
            <p14:nvContentPartPr>
              <p14:cNvPr id="31" name="Ink 30">
                <a:extLst>
                  <a:ext uri="{FF2B5EF4-FFF2-40B4-BE49-F238E27FC236}">
                    <a16:creationId xmlns:a16="http://schemas.microsoft.com/office/drawing/2014/main" id="{43C75B16-66C9-C0FD-15BB-7833B5A8CBAA}"/>
                  </a:ext>
                </a:extLst>
              </p14:cNvPr>
              <p14:cNvContentPartPr/>
              <p14:nvPr/>
            </p14:nvContentPartPr>
            <p14:xfrm>
              <a:off x="9349151" y="3101011"/>
              <a:ext cx="2733120" cy="971640"/>
            </p14:xfrm>
          </p:contentPart>
        </mc:Choice>
        <mc:Fallback xmlns="">
          <p:pic>
            <p:nvPicPr>
              <p:cNvPr id="31" name="Ink 30">
                <a:extLst>
                  <a:ext uri="{FF2B5EF4-FFF2-40B4-BE49-F238E27FC236}">
                    <a16:creationId xmlns:a16="http://schemas.microsoft.com/office/drawing/2014/main" id="{43C75B16-66C9-C0FD-15BB-7833B5A8CBAA}"/>
                  </a:ext>
                </a:extLst>
              </p:cNvPr>
              <p:cNvPicPr/>
              <p:nvPr/>
            </p:nvPicPr>
            <p:blipFill>
              <a:blip r:embed="rId26"/>
              <a:stretch>
                <a:fillRect/>
              </a:stretch>
            </p:blipFill>
            <p:spPr>
              <a:xfrm>
                <a:off x="9340511" y="3092011"/>
                <a:ext cx="2750760" cy="989280"/>
              </a:xfrm>
              <a:prstGeom prst="rect">
                <a:avLst/>
              </a:prstGeom>
            </p:spPr>
          </p:pic>
        </mc:Fallback>
      </mc:AlternateContent>
    </p:spTree>
    <p:extLst>
      <p:ext uri="{BB962C8B-B14F-4D97-AF65-F5344CB8AC3E}">
        <p14:creationId xmlns:p14="http://schemas.microsoft.com/office/powerpoint/2010/main" val="24391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1" nodeType="clickEffect">
                                  <p:stCondLst>
                                    <p:cond delay="0"/>
                                  </p:stCondLst>
                                  <p:childTnLst>
                                    <p:set>
                                      <p:cBhvr>
                                        <p:cTn id="4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1" nodeType="clickEffect">
                                  <p:stCondLst>
                                    <p:cond delay="0"/>
                                  </p:stCondLst>
                                  <p:childTnLst>
                                    <p:set>
                                      <p:cBhvr>
                                        <p:cTn id="5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1" nodeType="clickEffect">
                                  <p:stCondLst>
                                    <p:cond delay="0"/>
                                  </p:stCondLst>
                                  <p:childTnLst>
                                    <p:set>
                                      <p:cBhvr>
                                        <p:cTn id="6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1" nodeType="clickEffect">
                                  <p:stCondLst>
                                    <p:cond delay="0"/>
                                  </p:stCondLst>
                                  <p:childTnLst>
                                    <p:set>
                                      <p:cBhvr>
                                        <p:cTn id="6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1" nodeType="clickEffect">
                                  <p:stCondLst>
                                    <p:cond delay="0"/>
                                  </p:stCondLst>
                                  <p:childTnLst>
                                    <p:set>
                                      <p:cBhvr>
                                        <p:cTn id="7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1" nodeType="clickEffect">
                                  <p:stCondLst>
                                    <p:cond delay="0"/>
                                  </p:stCondLst>
                                  <p:childTnLst>
                                    <p:set>
                                      <p:cBhvr>
                                        <p:cTn id="7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1" nodeType="clickEffect">
                                  <p:stCondLst>
                                    <p:cond delay="0"/>
                                  </p:stCondLst>
                                  <p:childTnLst>
                                    <p:set>
                                      <p:cBhvr>
                                        <p:cTn id="7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1" nodeType="clickEffect">
                                  <p:stCondLst>
                                    <p:cond delay="0"/>
                                  </p:stCondLst>
                                  <p:childTnLst>
                                    <p:set>
                                      <p:cBhvr>
                                        <p:cTn id="8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9"/>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30"/>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E3652-8119-325E-04B4-333F367BE9B0}"/>
              </a:ext>
            </a:extLst>
          </p:cNvPr>
          <p:cNvSpPr>
            <a:spLocks noGrp="1"/>
          </p:cNvSpPr>
          <p:nvPr>
            <p:ph type="title"/>
          </p:nvPr>
        </p:nvSpPr>
        <p:spPr>
          <a:xfrm>
            <a:off x="713510" y="-133638"/>
            <a:ext cx="10515600" cy="1325563"/>
          </a:xfrm>
        </p:spPr>
        <p:txBody>
          <a:bodyPr/>
          <a:lstStyle/>
          <a:p>
            <a:r>
              <a:rPr lang="en-US">
                <a:solidFill>
                  <a:srgbClr val="FF0000"/>
                </a:solidFill>
              </a:rPr>
              <a:t>A Neural Network</a:t>
            </a:r>
          </a:p>
        </p:txBody>
      </p:sp>
      <p:sp>
        <p:nvSpPr>
          <p:cNvPr id="3" name="Content Placeholder 2">
            <a:extLst>
              <a:ext uri="{FF2B5EF4-FFF2-40B4-BE49-F238E27FC236}">
                <a16:creationId xmlns:a16="http://schemas.microsoft.com/office/drawing/2014/main" id="{F98064E1-23FA-F319-1C92-C71AE5591248}"/>
              </a:ext>
            </a:extLst>
          </p:cNvPr>
          <p:cNvSpPr>
            <a:spLocks noGrp="1"/>
          </p:cNvSpPr>
          <p:nvPr>
            <p:ph idx="1"/>
          </p:nvPr>
        </p:nvSpPr>
        <p:spPr>
          <a:xfrm>
            <a:off x="838200" y="714844"/>
            <a:ext cx="10640290" cy="5428312"/>
          </a:xfrm>
        </p:spPr>
        <p:txBody>
          <a:bodyPr>
            <a:noAutofit/>
          </a:bodyPr>
          <a:lstStyle/>
          <a:p>
            <a:r>
              <a:rPr lang="en-US" sz="2000">
                <a:solidFill>
                  <a:srgbClr val="FF0000"/>
                </a:solidFill>
              </a:rPr>
              <a:t>The input of an NN is a bunch of numbers, signal, or a </a:t>
            </a:r>
            <a:r>
              <a:rPr lang="en-US" sz="2000" i="1">
                <a:solidFill>
                  <a:srgbClr val="FF0000"/>
                </a:solidFill>
              </a:rPr>
              <a:t>vector</a:t>
            </a:r>
            <a:r>
              <a:rPr lang="en-US" sz="2000">
                <a:solidFill>
                  <a:srgbClr val="FF0000"/>
                </a:solidFill>
              </a:rPr>
              <a:t>, e.g., [4,1,-3,2,1,.4,1,2,-3,…] (usually 1000’s of nums). Let’s say these are the pressure numbers of a speech wave</a:t>
            </a:r>
          </a:p>
          <a:p>
            <a:r>
              <a:rPr lang="en-US" sz="2000">
                <a:solidFill>
                  <a:srgbClr val="FF0000"/>
                </a:solidFill>
              </a:rPr>
              <a:t>The output of the NN is a </a:t>
            </a:r>
            <a:r>
              <a:rPr lang="en-US" sz="2000" i="1">
                <a:solidFill>
                  <a:srgbClr val="FF0000"/>
                </a:solidFill>
              </a:rPr>
              <a:t>decision</a:t>
            </a:r>
            <a:r>
              <a:rPr lang="en-US" sz="2000">
                <a:solidFill>
                  <a:srgbClr val="FF0000"/>
                </a:solidFill>
              </a:rPr>
              <a:t> pdf: Given the signal, what’s the p(each object): p of each vowels read, rad, rude, Rud, rod </a:t>
            </a:r>
          </a:p>
          <a:p>
            <a:r>
              <a:rPr lang="en-US" sz="2000">
                <a:solidFill>
                  <a:srgbClr val="FF0000"/>
                </a:solidFill>
              </a:rPr>
              <a:t>How? How can NNs do that? How can it </a:t>
            </a:r>
            <a:r>
              <a:rPr lang="en-US" sz="2000" i="1">
                <a:solidFill>
                  <a:srgbClr val="FF0000"/>
                </a:solidFill>
              </a:rPr>
              <a:t>make a decision</a:t>
            </a:r>
            <a:r>
              <a:rPr lang="en-US" sz="2000">
                <a:solidFill>
                  <a:srgbClr val="FF0000"/>
                </a:solidFill>
              </a:rPr>
              <a:t>.</a:t>
            </a:r>
          </a:p>
          <a:p>
            <a:r>
              <a:rPr lang="en-US" sz="2000">
                <a:solidFill>
                  <a:srgbClr val="FF0000"/>
                </a:solidFill>
              </a:rPr>
              <a:t>They have </a:t>
            </a:r>
            <a:r>
              <a:rPr lang="en-US" sz="2000" i="1">
                <a:solidFill>
                  <a:srgbClr val="FF0000"/>
                </a:solidFill>
              </a:rPr>
              <a:t>knowledge</a:t>
            </a:r>
            <a:r>
              <a:rPr lang="en-US" sz="2000">
                <a:solidFill>
                  <a:srgbClr val="FF0000"/>
                </a:solidFill>
              </a:rPr>
              <a:t>, in a bunch of weights w’s</a:t>
            </a:r>
          </a:p>
          <a:p>
            <a:r>
              <a:rPr lang="en-US" sz="2000">
                <a:solidFill>
                  <a:srgbClr val="FF0000"/>
                </a:solidFill>
              </a:rPr>
              <a:t>And somehow the input signal vector is combined with these w’s and a decision about the object detected is made, </a:t>
            </a:r>
            <a:r>
              <a:rPr lang="en-US" sz="2000" i="1">
                <a:solidFill>
                  <a:srgbClr val="FF0000"/>
                </a:solidFill>
              </a:rPr>
              <a:t>eventually</a:t>
            </a:r>
            <a:r>
              <a:rPr lang="en-US" sz="2000">
                <a:solidFill>
                  <a:srgbClr val="FF0000"/>
                </a:solidFill>
              </a:rPr>
              <a:t>, as there are many many w’s and many many calculations! Several trillion w’s and billions of calculations.</a:t>
            </a:r>
          </a:p>
          <a:p>
            <a:r>
              <a:rPr lang="en-US" sz="2000">
                <a:solidFill>
                  <a:srgbClr val="FF0000"/>
                </a:solidFill>
              </a:rPr>
              <a:t>These magical w’s allow the NN to make decisions, but how does it know these w’s???</a:t>
            </a:r>
          </a:p>
          <a:p>
            <a:r>
              <a:rPr lang="en-US" sz="2000">
                <a:solidFill>
                  <a:srgbClr val="FF0000"/>
                </a:solidFill>
              </a:rPr>
              <a:t>Fake it till you make it!</a:t>
            </a:r>
          </a:p>
          <a:p>
            <a:r>
              <a:rPr lang="en-US" sz="2000">
                <a:solidFill>
                  <a:srgbClr val="FF0000"/>
                </a:solidFill>
              </a:rPr>
              <a:t>SGD for NNs. You start out with random w’s.</a:t>
            </a:r>
          </a:p>
          <a:p>
            <a:pPr marL="800100" lvl="1" indent="-342900">
              <a:buFont typeface="+mj-lt"/>
              <a:buAutoNum type="arabicPeriod"/>
            </a:pPr>
            <a:r>
              <a:rPr lang="en-US" sz="1600">
                <a:solidFill>
                  <a:srgbClr val="FF0000"/>
                </a:solidFill>
              </a:rPr>
              <a:t>Give it a signal (let’s say we give it the vowel in </a:t>
            </a:r>
            <a:r>
              <a:rPr lang="en-US" sz="1600" i="1">
                <a:solidFill>
                  <a:srgbClr val="FF0000"/>
                </a:solidFill>
              </a:rPr>
              <a:t>Rud)</a:t>
            </a:r>
          </a:p>
          <a:p>
            <a:pPr marL="800100" lvl="1" indent="-342900">
              <a:buFont typeface="+mj-lt"/>
              <a:buAutoNum type="arabicPeriod"/>
            </a:pPr>
            <a:r>
              <a:rPr lang="en-US" sz="1600">
                <a:solidFill>
                  <a:srgbClr val="FF0000"/>
                </a:solidFill>
              </a:rPr>
              <a:t>Forward Propagation: It uses its stupid w’s, and it produces a pdf that doesn’t reflect reality: [.4,.1,.2,.2,.1]</a:t>
            </a:r>
          </a:p>
          <a:p>
            <a:pPr marL="800100" lvl="1" indent="-342900">
              <a:buFont typeface="+mj-lt"/>
              <a:buAutoNum type="arabicPeriod"/>
            </a:pPr>
            <a:r>
              <a:rPr lang="en-US" sz="1600">
                <a:solidFill>
                  <a:srgbClr val="FF0000"/>
                </a:solidFill>
              </a:rPr>
              <a:t>We tell it: NO!!!!!!! You should have decided: 0,0,0,1,0], so it realizes it made a big Error or Loss</a:t>
            </a:r>
          </a:p>
          <a:p>
            <a:pPr marL="800100" lvl="1" indent="-342900">
              <a:buFont typeface="+mj-lt"/>
              <a:buAutoNum type="arabicPeriod"/>
            </a:pPr>
            <a:r>
              <a:rPr lang="en-US" sz="1600">
                <a:solidFill>
                  <a:srgbClr val="FF0000"/>
                </a:solidFill>
              </a:rPr>
              <a:t>It improves its w’s to reduce the Loss</a:t>
            </a:r>
          </a:p>
          <a:p>
            <a:pPr marL="800100" lvl="1" indent="-342900">
              <a:buFont typeface="+mj-lt"/>
              <a:buAutoNum type="arabicPeriod"/>
            </a:pPr>
            <a:r>
              <a:rPr lang="en-US" sz="1600">
                <a:solidFill>
                  <a:srgbClr val="FF0000"/>
                </a:solidFill>
              </a:rPr>
              <a:t>Give it another signal and repeat billions of times!</a:t>
            </a:r>
          </a:p>
          <a:p>
            <a:r>
              <a:rPr lang="en-US" sz="2000">
                <a:solidFill>
                  <a:srgbClr val="FF0000"/>
                </a:solidFill>
              </a:rPr>
              <a:t>But what calculations are actullay made on the signal???</a:t>
            </a:r>
          </a:p>
          <a:p>
            <a:pPr lvl="1"/>
            <a:endParaRPr lang="en-US" sz="1600">
              <a:solidFill>
                <a:srgbClr val="FF0000"/>
              </a:solidFill>
            </a:endParaRPr>
          </a:p>
        </p:txBody>
      </p:sp>
    </p:spTree>
    <p:extLst>
      <p:ext uri="{BB962C8B-B14F-4D97-AF65-F5344CB8AC3E}">
        <p14:creationId xmlns:p14="http://schemas.microsoft.com/office/powerpoint/2010/main" val="2122091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92E6E-9CEF-C677-A09E-1B2F21B11276}"/>
              </a:ext>
            </a:extLst>
          </p:cNvPr>
          <p:cNvSpPr>
            <a:spLocks noGrp="1"/>
          </p:cNvSpPr>
          <p:nvPr>
            <p:ph type="title"/>
          </p:nvPr>
        </p:nvSpPr>
        <p:spPr/>
        <p:txBody>
          <a:bodyPr/>
          <a:lstStyle/>
          <a:p>
            <a:r>
              <a:rPr lang="en-US"/>
              <a:t>Templatic Perception and Hierarchical Perception</a:t>
            </a:r>
          </a:p>
        </p:txBody>
      </p:sp>
      <p:sp>
        <p:nvSpPr>
          <p:cNvPr id="3" name="Content Placeholder 2">
            <a:extLst>
              <a:ext uri="{FF2B5EF4-FFF2-40B4-BE49-F238E27FC236}">
                <a16:creationId xmlns:a16="http://schemas.microsoft.com/office/drawing/2014/main" id="{0B670619-2FDD-E1A4-742C-DC86156E283A}"/>
              </a:ext>
            </a:extLst>
          </p:cNvPr>
          <p:cNvSpPr>
            <a:spLocks noGrp="1"/>
          </p:cNvSpPr>
          <p:nvPr>
            <p:ph idx="1"/>
          </p:nvPr>
        </p:nvSpPr>
        <p:spPr>
          <a:xfrm>
            <a:off x="838200" y="1825624"/>
            <a:ext cx="10515600" cy="4772123"/>
          </a:xfrm>
        </p:spPr>
        <p:txBody>
          <a:bodyPr>
            <a:normAutofit lnSpcReduction="10000"/>
          </a:bodyPr>
          <a:lstStyle/>
          <a:p>
            <a:r>
              <a:rPr lang="en-US"/>
              <a:t>Our Goal: Understand how an NN uses its weights to process the input to make the right decision at the output, e.g., when given a [z] speech signal (= waveform = pressure waveform), the correct decision should be [z], not [s], not [a], etc.</a:t>
            </a:r>
          </a:p>
          <a:p>
            <a:r>
              <a:rPr lang="en-US"/>
              <a:t>Something useful to know is how humans perceive speech, faces, etc. And perhaps knowing how how our own biological neural networks perceive speech, we can use that to understand how NNs model this via an artificial computation.</a:t>
            </a:r>
          </a:p>
          <a:p>
            <a:r>
              <a:rPr lang="en-US"/>
              <a:t>So there are two basic theories of animal perception that inform NN design:</a:t>
            </a:r>
          </a:p>
          <a:p>
            <a:pPr lvl="1"/>
            <a:r>
              <a:rPr lang="en-US"/>
              <a:t>Templatic Perception</a:t>
            </a:r>
          </a:p>
          <a:p>
            <a:pPr lvl="1"/>
            <a:r>
              <a:rPr lang="en-US"/>
              <a:t>Hierarchical Perception</a:t>
            </a:r>
          </a:p>
        </p:txBody>
      </p:sp>
    </p:spTree>
    <p:extLst>
      <p:ext uri="{BB962C8B-B14F-4D97-AF65-F5344CB8AC3E}">
        <p14:creationId xmlns:p14="http://schemas.microsoft.com/office/powerpoint/2010/main" val="3512087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137CE-C62D-6564-F004-BB4838F12B4D}"/>
              </a:ext>
            </a:extLst>
          </p:cNvPr>
          <p:cNvSpPr>
            <a:spLocks noGrp="1"/>
          </p:cNvSpPr>
          <p:nvPr>
            <p:ph type="title"/>
          </p:nvPr>
        </p:nvSpPr>
        <p:spPr/>
        <p:txBody>
          <a:bodyPr/>
          <a:lstStyle/>
          <a:p>
            <a:r>
              <a:rPr lang="en-US"/>
              <a:t>Templatic Perception</a:t>
            </a:r>
          </a:p>
        </p:txBody>
      </p:sp>
      <p:sp>
        <p:nvSpPr>
          <p:cNvPr id="3" name="Content Placeholder 2">
            <a:extLst>
              <a:ext uri="{FF2B5EF4-FFF2-40B4-BE49-F238E27FC236}">
                <a16:creationId xmlns:a16="http://schemas.microsoft.com/office/drawing/2014/main" id="{4008843F-8C05-BAC2-49D2-222C054FB156}"/>
              </a:ext>
            </a:extLst>
          </p:cNvPr>
          <p:cNvSpPr>
            <a:spLocks noGrp="1"/>
          </p:cNvSpPr>
          <p:nvPr>
            <p:ph idx="1"/>
          </p:nvPr>
        </p:nvSpPr>
        <p:spPr/>
        <p:txBody>
          <a:bodyPr>
            <a:normAutofit fontScale="77500" lnSpcReduction="20000"/>
          </a:bodyPr>
          <a:lstStyle/>
          <a:p>
            <a:r>
              <a:rPr lang="en-US"/>
              <a:t>Here’s a theory of how face perception works</a:t>
            </a:r>
          </a:p>
          <a:p>
            <a:pPr marL="914400" lvl="1" indent="-457200">
              <a:buFont typeface="+mj-lt"/>
              <a:buAutoNum type="arabicPeriod"/>
            </a:pPr>
            <a:r>
              <a:rPr lang="en-US"/>
              <a:t>The retina in the eye receives light information from the face</a:t>
            </a:r>
          </a:p>
          <a:p>
            <a:pPr marL="914400" lvl="1" indent="-457200">
              <a:buFont typeface="+mj-lt"/>
              <a:buAutoNum type="arabicPeriod"/>
            </a:pPr>
            <a:r>
              <a:rPr lang="en-US"/>
              <a:t>The brain has a template, a picture of sorts, stroed in it, of every face that the person knows</a:t>
            </a:r>
          </a:p>
          <a:p>
            <a:pPr marL="914400" lvl="1" indent="-457200">
              <a:buFont typeface="+mj-lt"/>
              <a:buAutoNum type="arabicPeriod"/>
            </a:pPr>
            <a:r>
              <a:rPr lang="en-US"/>
              <a:t>The brain compares the input face with each of its stored templates for faces</a:t>
            </a:r>
          </a:p>
          <a:p>
            <a:pPr marL="914400" lvl="1" indent="-457200">
              <a:buFont typeface="+mj-lt"/>
              <a:buAutoNum type="arabicPeriod"/>
            </a:pPr>
            <a:r>
              <a:rPr lang="en-US"/>
              <a:t>The template with the highest </a:t>
            </a:r>
            <a:r>
              <a:rPr lang="en-US" b="1" i="1">
                <a:solidFill>
                  <a:srgbClr val="FF0000"/>
                </a:solidFill>
                <a:highlight>
                  <a:srgbClr val="00FF00"/>
                </a:highlight>
              </a:rPr>
              <a:t>similarity</a:t>
            </a:r>
            <a:r>
              <a:rPr lang="en-US"/>
              <a:t> to the input face is what is perceived</a:t>
            </a:r>
          </a:p>
          <a:p>
            <a:pPr marL="914400" lvl="1" indent="-457200">
              <a:buFont typeface="+mj-lt"/>
              <a:buAutoNum type="arabicPeriod"/>
            </a:pPr>
            <a:r>
              <a:rPr lang="en-US"/>
              <a:t>If there’s a name associated with the winning template, that name is the perceptual decision </a:t>
            </a:r>
          </a:p>
          <a:p>
            <a:r>
              <a:rPr lang="en-US"/>
              <a:t>What this theory implies for AI: The knowledge weights of NNs are like perceptual templates. </a:t>
            </a:r>
          </a:p>
          <a:p>
            <a:r>
              <a:rPr lang="en-US"/>
              <a:t>Remmber this from before: </a:t>
            </a:r>
            <a:r>
              <a:rPr lang="en-US" sz="2800">
                <a:solidFill>
                  <a:srgbClr val="FF0000"/>
                </a:solidFill>
              </a:rPr>
              <a:t>So the NN </a:t>
            </a:r>
            <a:r>
              <a:rPr lang="en-US" sz="2800" b="1" i="1" u="sng">
                <a:solidFill>
                  <a:srgbClr val="FF0000"/>
                </a:solidFill>
                <a:highlight>
                  <a:srgbClr val="00FF00"/>
                </a:highlight>
              </a:rPr>
              <a:t>combines its currrent weights </a:t>
            </a:r>
            <a:r>
              <a:rPr lang="en-US" sz="2800" b="1" u="sng">
                <a:solidFill>
                  <a:srgbClr val="FF0000"/>
                </a:solidFill>
                <a:highlight>
                  <a:srgbClr val="00FF00"/>
                </a:highlight>
              </a:rPr>
              <a:t>with the input </a:t>
            </a:r>
            <a:r>
              <a:rPr lang="en-US" sz="2800">
                <a:solidFill>
                  <a:srgbClr val="FF0000"/>
                </a:solidFill>
              </a:rPr>
              <a:t>face pixels and produces a </a:t>
            </a:r>
            <a:r>
              <a:rPr lang="en-US" sz="2800" b="1">
                <a:solidFill>
                  <a:schemeClr val="tx2"/>
                </a:solidFill>
              </a:rPr>
              <a:t>Computed Output </a:t>
            </a:r>
            <a:r>
              <a:rPr lang="en-US" sz="2800">
                <a:solidFill>
                  <a:srgbClr val="FF0000"/>
                </a:solidFill>
              </a:rPr>
              <a:t>that is wrong (when we haven’t learnt anything)!</a:t>
            </a:r>
          </a:p>
          <a:p>
            <a:r>
              <a:rPr lang="en-US"/>
              <a:t>So the way that an NN’s weights/knowledge/templates are combined with the input is that we determine similarity between weights and inputs.</a:t>
            </a:r>
          </a:p>
          <a:p>
            <a:r>
              <a:rPr lang="en-US"/>
              <a:t>This is difficult to understand now, but just keep this in mind.</a:t>
            </a:r>
          </a:p>
          <a:p>
            <a:pPr lvl="1"/>
            <a:endParaRPr lang="en-US"/>
          </a:p>
        </p:txBody>
      </p:sp>
    </p:spTree>
    <p:extLst>
      <p:ext uri="{BB962C8B-B14F-4D97-AF65-F5344CB8AC3E}">
        <p14:creationId xmlns:p14="http://schemas.microsoft.com/office/powerpoint/2010/main" val="2354076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E436A-8B0D-859A-C6D1-3AB581776488}"/>
              </a:ext>
            </a:extLst>
          </p:cNvPr>
          <p:cNvSpPr>
            <a:spLocks noGrp="1"/>
          </p:cNvSpPr>
          <p:nvPr>
            <p:ph type="title"/>
          </p:nvPr>
        </p:nvSpPr>
        <p:spPr/>
        <p:txBody>
          <a:bodyPr/>
          <a:lstStyle/>
          <a:p>
            <a:r>
              <a:rPr lang="en-US"/>
              <a:t>Hierarchical Perception</a:t>
            </a:r>
          </a:p>
        </p:txBody>
      </p:sp>
      <p:sp>
        <p:nvSpPr>
          <p:cNvPr id="3" name="Content Placeholder 2">
            <a:extLst>
              <a:ext uri="{FF2B5EF4-FFF2-40B4-BE49-F238E27FC236}">
                <a16:creationId xmlns:a16="http://schemas.microsoft.com/office/drawing/2014/main" id="{D29DEEAA-AD92-F5B1-ABEE-894A29B535B8}"/>
              </a:ext>
            </a:extLst>
          </p:cNvPr>
          <p:cNvSpPr>
            <a:spLocks noGrp="1"/>
          </p:cNvSpPr>
          <p:nvPr>
            <p:ph idx="1"/>
          </p:nvPr>
        </p:nvSpPr>
        <p:spPr>
          <a:xfrm>
            <a:off x="838200" y="1825625"/>
            <a:ext cx="3635326" cy="4351338"/>
          </a:xfrm>
        </p:spPr>
        <p:txBody>
          <a:bodyPr>
            <a:normAutofit fontScale="92500" lnSpcReduction="20000"/>
          </a:bodyPr>
          <a:lstStyle/>
          <a:p>
            <a:r>
              <a:rPr lang="en-US"/>
              <a:t>For a long time, psychologists and neuroscientists have known that perception is done in stages, hierarchically</a:t>
            </a:r>
          </a:p>
          <a:p>
            <a:r>
              <a:rPr lang="en-US"/>
              <a:t>So the input leads to one new representation, then that representation becomes another, then another, till the output decision is made!</a:t>
            </a:r>
          </a:p>
        </p:txBody>
      </p:sp>
      <p:pic>
        <p:nvPicPr>
          <p:cNvPr id="5" name="Picture 4" descr="A diagram of a brain&#10;&#10;Description automatically generated">
            <a:extLst>
              <a:ext uri="{FF2B5EF4-FFF2-40B4-BE49-F238E27FC236}">
                <a16:creationId xmlns:a16="http://schemas.microsoft.com/office/drawing/2014/main" id="{428AE87A-54BF-8841-B178-A1EE5FC59F9C}"/>
              </a:ext>
            </a:extLst>
          </p:cNvPr>
          <p:cNvPicPr>
            <a:picLocks noChangeAspect="1"/>
          </p:cNvPicPr>
          <p:nvPr/>
        </p:nvPicPr>
        <p:blipFill>
          <a:blip r:embed="rId2"/>
          <a:stretch>
            <a:fillRect/>
          </a:stretch>
        </p:blipFill>
        <p:spPr>
          <a:xfrm>
            <a:off x="5247249" y="1244406"/>
            <a:ext cx="6835824" cy="4214270"/>
          </a:xfrm>
          <a:prstGeom prst="rect">
            <a:avLst/>
          </a:prstGeom>
        </p:spPr>
      </p:pic>
    </p:spTree>
    <p:extLst>
      <p:ext uri="{BB962C8B-B14F-4D97-AF65-F5344CB8AC3E}">
        <p14:creationId xmlns:p14="http://schemas.microsoft.com/office/powerpoint/2010/main" val="1032084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FF0E3-98FC-B01C-F99E-297580AA774F}"/>
              </a:ext>
            </a:extLst>
          </p:cNvPr>
          <p:cNvSpPr>
            <a:spLocks noGrp="1"/>
          </p:cNvSpPr>
          <p:nvPr>
            <p:ph type="title"/>
          </p:nvPr>
        </p:nvSpPr>
        <p:spPr/>
        <p:txBody>
          <a:bodyPr/>
          <a:lstStyle/>
          <a:p>
            <a:r>
              <a:rPr lang="en-US"/>
              <a:t>NNs are Templatic Hierarchical Perceivers</a:t>
            </a:r>
          </a:p>
        </p:txBody>
      </p:sp>
      <p:sp>
        <p:nvSpPr>
          <p:cNvPr id="3" name="Content Placeholder 2">
            <a:extLst>
              <a:ext uri="{FF2B5EF4-FFF2-40B4-BE49-F238E27FC236}">
                <a16:creationId xmlns:a16="http://schemas.microsoft.com/office/drawing/2014/main" id="{4B312FE0-D27D-372C-C972-50860118F6D6}"/>
              </a:ext>
            </a:extLst>
          </p:cNvPr>
          <p:cNvSpPr>
            <a:spLocks noGrp="1"/>
          </p:cNvSpPr>
          <p:nvPr>
            <p:ph idx="1"/>
          </p:nvPr>
        </p:nvSpPr>
        <p:spPr/>
        <p:txBody>
          <a:bodyPr>
            <a:normAutofit fontScale="62500" lnSpcReduction="20000"/>
          </a:bodyPr>
          <a:lstStyle/>
          <a:p>
            <a:r>
              <a:rPr lang="en-US"/>
              <a:t>Let’s first talk about the templatic aspect</a:t>
            </a:r>
          </a:p>
          <a:p>
            <a:r>
              <a:rPr lang="en-US"/>
              <a:t>The key to templatic perception is that some internal template of numbers is compared to some input set of numbers to find out how similar the template is to the input</a:t>
            </a:r>
          </a:p>
          <a:p>
            <a:r>
              <a:rPr lang="en-US"/>
              <a:t>NNs assume: Input is a list or </a:t>
            </a:r>
            <a:r>
              <a:rPr lang="en-US" i="1"/>
              <a:t>vector</a:t>
            </a:r>
            <a:r>
              <a:rPr lang="en-US"/>
              <a:t> of numbers and internal template weights are also a list or vector of numbers</a:t>
            </a:r>
          </a:p>
          <a:p>
            <a:r>
              <a:rPr lang="en-US"/>
              <a:t>So how can we compare two lists of numbers to determine if they are similar or not.</a:t>
            </a:r>
          </a:p>
          <a:p>
            <a:r>
              <a:rPr lang="en-US"/>
              <a:t>E.g.</a:t>
            </a:r>
          </a:p>
          <a:p>
            <a:pPr lvl="1"/>
            <a:r>
              <a:rPr lang="en-US"/>
              <a:t>Input = [-1  3  -2]</a:t>
            </a:r>
          </a:p>
          <a:p>
            <a:pPr lvl="1"/>
            <a:r>
              <a:rPr lang="en-US"/>
              <a:t>Temp1 = [-2  0  3]</a:t>
            </a:r>
          </a:p>
          <a:p>
            <a:pPr lvl="1"/>
            <a:r>
              <a:rPr lang="en-US"/>
              <a:t>Temp2  = [-2   2  -1]</a:t>
            </a:r>
          </a:p>
          <a:p>
            <a:r>
              <a:rPr lang="en-US"/>
              <a:t>Is list Input more similar to template 1 or 2?</a:t>
            </a:r>
          </a:p>
          <a:p>
            <a:r>
              <a:rPr lang="en-US"/>
              <a:t>Inner product: </a:t>
            </a:r>
          </a:p>
          <a:p>
            <a:pPr lvl="1"/>
            <a:r>
              <a:rPr lang="en-US"/>
              <a:t>Multiply 2 lists component-wise</a:t>
            </a:r>
          </a:p>
          <a:p>
            <a:pPr lvl="1"/>
            <a:r>
              <a:rPr lang="en-US"/>
              <a:t>Add all products</a:t>
            </a:r>
          </a:p>
          <a:p>
            <a:pPr lvl="1"/>
            <a:r>
              <a:rPr lang="en-US"/>
              <a:t>If IP is near 0, the lists are dissimilar</a:t>
            </a:r>
          </a:p>
          <a:p>
            <a:pPr lvl="1"/>
            <a:r>
              <a:rPr lang="en-US"/>
              <a:t>If IP is large and positive, lists are similar</a:t>
            </a:r>
          </a:p>
          <a:p>
            <a:pPr lvl="1"/>
            <a:endParaRPr lang="en-US"/>
          </a:p>
        </p:txBody>
      </p:sp>
    </p:spTree>
    <p:extLst>
      <p:ext uri="{BB962C8B-B14F-4D97-AF65-F5344CB8AC3E}">
        <p14:creationId xmlns:p14="http://schemas.microsoft.com/office/powerpoint/2010/main" val="460793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5660F-D8BA-E1F1-A347-6C2271C3567C}"/>
              </a:ext>
            </a:extLst>
          </p:cNvPr>
          <p:cNvSpPr>
            <a:spLocks noGrp="1"/>
          </p:cNvSpPr>
          <p:nvPr>
            <p:ph type="title"/>
          </p:nvPr>
        </p:nvSpPr>
        <p:spPr/>
        <p:txBody>
          <a:bodyPr/>
          <a:lstStyle/>
          <a:p>
            <a:r>
              <a:rPr lang="en-US"/>
              <a:t>Neural Networks</a:t>
            </a:r>
          </a:p>
        </p:txBody>
      </p:sp>
      <p:sp>
        <p:nvSpPr>
          <p:cNvPr id="3" name="Content Placeholder 2">
            <a:extLst>
              <a:ext uri="{FF2B5EF4-FFF2-40B4-BE49-F238E27FC236}">
                <a16:creationId xmlns:a16="http://schemas.microsoft.com/office/drawing/2014/main" id="{308C851E-7871-5980-D6CC-684BF45C51C3}"/>
              </a:ext>
            </a:extLst>
          </p:cNvPr>
          <p:cNvSpPr>
            <a:spLocks noGrp="1"/>
          </p:cNvSpPr>
          <p:nvPr>
            <p:ph idx="1"/>
          </p:nvPr>
        </p:nvSpPr>
        <p:spPr/>
        <p:txBody>
          <a:bodyPr/>
          <a:lstStyle/>
          <a:p>
            <a:r>
              <a:rPr lang="en-US"/>
              <a:t>Inference: We give the system a signal vector, the w’s are inner producted (template matching) over and over again (hierarchical perception) like Euler’s algorithm </a:t>
            </a:r>
            <a:r>
              <a:rPr lang="en-US">
                <a:sym typeface="Wingdings" pitchFamily="2" charset="2"/>
              </a:rPr>
              <a:t></a:t>
            </a:r>
          </a:p>
          <a:p>
            <a:r>
              <a:rPr lang="en-US">
                <a:sym typeface="Wingdings" pitchFamily="2" charset="2"/>
              </a:rPr>
              <a:t>Learning: We give the system a signal a vector whose identity we know, we ask it to </a:t>
            </a:r>
            <a:r>
              <a:rPr lang="en-US" i="1">
                <a:sym typeface="Wingdings" pitchFamily="2" charset="2"/>
              </a:rPr>
              <a:t>infer</a:t>
            </a:r>
            <a:r>
              <a:rPr lang="en-US">
                <a:sym typeface="Wingdings" pitchFamily="2" charset="2"/>
              </a:rPr>
              <a:t> its identity, with initial random w’s. It can’t. So the w’s are improved via SGD!</a:t>
            </a:r>
            <a:endParaRPr lang="en-US"/>
          </a:p>
        </p:txBody>
      </p:sp>
    </p:spTree>
    <p:extLst>
      <p:ext uri="{BB962C8B-B14F-4D97-AF65-F5344CB8AC3E}">
        <p14:creationId xmlns:p14="http://schemas.microsoft.com/office/powerpoint/2010/main" val="882062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2501</TotalTime>
  <Words>1476</Words>
  <Application>Microsoft Macintosh PowerPoint</Application>
  <PresentationFormat>Widescreen</PresentationFormat>
  <Paragraphs>99</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Display</vt:lpstr>
      <vt:lpstr>Arial</vt:lpstr>
      <vt:lpstr>Cambria Math</vt:lpstr>
      <vt:lpstr>Wingdings</vt:lpstr>
      <vt:lpstr>Office Theme</vt:lpstr>
      <vt:lpstr>Ling 285 Human Language and Technology Lecture 9  Neural Networks 1 </vt:lpstr>
      <vt:lpstr>First Exam Next Thursday</vt:lpstr>
      <vt:lpstr>Differential Equations are the mathematical expression of dynamical systems</vt:lpstr>
      <vt:lpstr>Viscous spring, Negative/Balancing feedback</vt:lpstr>
      <vt:lpstr>PowerPoint Presentation</vt:lpstr>
      <vt:lpstr>PowerPoint Presentation</vt:lpstr>
      <vt:lpstr>First Exam Next Thursday</vt:lpstr>
      <vt:lpstr>PowerPoint Presentation</vt:lpstr>
      <vt:lpstr>PowerPoint Presentation</vt:lpstr>
      <vt:lpstr>A Neural Network</vt:lpstr>
      <vt:lpstr>A Neural Network</vt:lpstr>
      <vt:lpstr>Templatic Perception and Hierarchical Perception</vt:lpstr>
      <vt:lpstr>Templatic Perception</vt:lpstr>
      <vt:lpstr>Hierarchical Perception</vt:lpstr>
      <vt:lpstr>NNs are Templatic Hierarchical Perceivers</vt:lpstr>
      <vt:lpstr>Neural Networks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Khalil Iskarous</dc:creator>
  <cp:lastModifiedBy>Khalil Iskarous</cp:lastModifiedBy>
  <cp:revision>109</cp:revision>
  <dcterms:created xsi:type="dcterms:W3CDTF">2026-08-23T15:08:49Z</dcterms:created>
  <dcterms:modified xsi:type="dcterms:W3CDTF">2026-09-22T16:19:03Z</dcterms:modified>
</cp:coreProperties>
</file>