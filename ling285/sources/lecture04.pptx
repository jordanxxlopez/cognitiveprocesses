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1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73" r:id="rId3"/>
    <p:sldId id="356" r:id="rId4"/>
    <p:sldId id="357" r:id="rId5"/>
    <p:sldId id="369" r:id="rId6"/>
    <p:sldId id="358" r:id="rId7"/>
    <p:sldId id="359" r:id="rId8"/>
    <p:sldId id="360" r:id="rId9"/>
    <p:sldId id="363" r:id="rId10"/>
    <p:sldId id="361" r:id="rId11"/>
    <p:sldId id="364" r:id="rId12"/>
    <p:sldId id="365" r:id="rId13"/>
    <p:sldId id="366" r:id="rId14"/>
    <p:sldId id="367" r:id="rId15"/>
    <p:sldId id="368" r:id="rId16"/>
    <p:sldId id="374" r:id="rId17"/>
    <p:sldId id="375" r:id="rId18"/>
    <p:sldId id="3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FF9"/>
    <a:srgbClr val="DDFFEE"/>
    <a:srgbClr val="EBEBEB"/>
    <a:srgbClr val="B8B618"/>
    <a:srgbClr val="F6A79E"/>
    <a:srgbClr val="FFD0D9"/>
    <a:srgbClr val="FF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34"/>
    <p:restoredTop sz="94658"/>
  </p:normalViewPr>
  <p:slideViewPr>
    <p:cSldViewPr snapToGrid="0">
      <p:cViewPr varScale="1">
        <p:scale>
          <a:sx n="68" d="100"/>
          <a:sy n="68" d="100"/>
        </p:scale>
        <p:origin x="240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14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1677 169 24575,'-21'-13'0,"-8"6"0,-18 1 0,-24 6 0,23-1 0,-5 2 0,-10 0 0,-3 5 0,-14 9 0,-2 8 0,19 2 0,0 5 0,-1 6-473,-8 12 0,1 6 1,1 6 472,14-6 0,0 4 0,2 2 0,2 4 0,-2 4 0,1 4 0,4 2 0,2 2 0,4 2 0,2 4 0,5 0 0,2 0 0,6-3 0,2 1 0,4 0 0,3-1 0,-1 19 0,4-2 0,9-2-186,8-11 0,8-2 1,9-4 185,8-8 0,9-3 0,8-4 0,18 3 0,12-4 0,6-4-530,-4-12 1,5-2 0,5-3 0,2-1 529,-12-8 0,3-1 0,1-2 0,1-2 0,0-1 0,0-2 0,2-1 0,0-2 0,-1-3 0,-1-3 0,11-1 0,0-3 0,-2-4 0,-3-6-416,15-7 1,-4-8 0,-5-7 415,-15-6 0,-4-7 0,-7-7 208,-9-8 0,-7-6 1,-5-7-209,-6-8 0,-7-6 0,-5-4 0,-4-13 0,-6-4 0,-5-4-262,-6 18 1,-3-2 0,-3-2 0,-4-1 261,-4-5 0,-4-2 0,-3 0 0,-3 1 0,-3 2 0,-2 0 0,-4 2 0,-2 2 0,-1 8 0,-3 3 0,-2 1 0,-1 4 488,-10-12 1,-2 4 0,-1 5-489,6 14 0,-1 5 0,0 3 665,-14-12 1,0 8-666,7 12 0,1 7 279,6 11 0,1 5-279,-35-1 1865,5 17-1865,6 18-1562,9 14 1,27-6-1,10 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09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1411 145 24575,'-86'1'0,"0"1"0,0 0 0,0 0 0,16 8 0,7 4 0,-9 1 0,-4-2 0,-12 0 0,-2 2 0,4 4 0,14 7-416,1 16 1,12 7 0,5 8 415,-1 8 0,6 8 0,7 6-606,4 10 0,8 6 0,7 6 606,9-13 0,4 4 0,5 3 0,6 1-450,5-9 0,4 1 1,4 2-1,3 0 0,4-1 450,4 4 0,4 0 0,4-1 0,4 0 0,4-1 0,1-11 0,3 0 0,4 0 0,3-2 0,2-2 0,2-2 0,2-3 0,2-1 0,3-3 0,1-1 0,3-2 0,0-3 0,2-2 0,2-2 0,2-1 0,1-3 0,1-2 0,0-1 0,2-2 0,0-1 0,2-2 0,0-2 0,1-3 0,-1-3 0,10 2 0,1-4 0,0-3 0,0-3 0,0-1-304,-5-3 0,1-1 0,-1-3 1,-1-2-1,-1-1 304,8-1 0,-2-3 0,-1-2 0,-4-5 30,11-2 0,-3-5 1,-6-9-31,-15-5 0,-4-6 0,-6-9 0,-6-11 0,-6-8 0,-7-7 0,-3-16 0,-8-10 0,-4-4-69,-7 9 0,-3-3 0,-4-3 1,-2-3 68,-2-11 0,-4-3 0,-3-3 0,-5 0 33,-1 12 0,-4-1 0,-2-1 0,-3 0 0,-3 0-33,-3-2 0,-2-1 0,-4 0 0,-2 1 0,-2 1 0,-4 0 0,-3 0 0,-3 2 0,-2 1 0,-2 2 0,1 6 0,-3 2 0,-2 1 0,-1 3 0,0 3 161,-8-6 0,-1 3 0,-1 3 1,0 5-162,-12-8 0,-1 5 0,0 8 0,9 13 0,0 6 0,0 5 178,-22-4 1,1 7-179,7 9 0,0 5 854,6 6 0,1 3-854,6 4 0,1 1 1480,2-1 1,1 0-1481,1-3 0,1-2 590,2-3 0,1-4-590,0-1 0,1-3 0,3 1 0,3 1 0,-8-5 0,14 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11.2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1592 384 24575,'-60'0'0,"6"2"0,-9 5 0,-29 11 0,-10 9-1119,17 0 1,-4 6-1,0 6 1119,16-2 0,0 3 0,0 4 0,2 2 0,1 7 0,1 2 0,2 4 0,4 1 0,6-1 0,2 2 0,4 1 0,4 1 55,-3 18 1,7 2 0,7 0-56,9-6 0,6 0 0,10 0 0,10-4 0,9-1 0,9 0 0,10 3 0,9 0 0,9-4-256,13 3 1,10-4 0,7-3 255,-7-15 0,5-3 0,4-3 0,2-3 0,7-1 0,3-4 0,3-4 0,1-4 0,-16-8 0,1-3 0,1-2 0,0-3 0,0-4 0,19-1 0,2-5 0,-2-5 0,-1-4 0,-5-5 0,-1-5 0,-1-4 0,-4-4 0,-7-2 0,-2-4 0,-3-4 0,-4-3-208,12-16 1,-5-5-1,-8-5 208,-10 2 0,-7-5 0,-6-3 0,-6-4 0,-6-3 0,-5-4 0,-5-7 0,-5-4 0,-4-2 35,-6 17 0,-2-2 0,-2-1 0,-4-1-35,-4-2 0,-3-1 0,-3 0 0,-3 1 0,-3 2 0,-3 0 0,-3 2 0,-4 3 15,-9-14 1,-5 3 0,-5 6-16,0 12 0,-4 4 0,-2 5 736,-18-12 1,-3 9-737,6 17 0,-1 7 343,8 9 1,2 6-344,-32-2 1535,26 17-1535,26 6 696,7 14-696,-8 34 0,10-4 0,-4 5 0,-7 11 0,-4 1 0,-9 6 0,2-5 0,-6 9 0,7-25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12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1319 350 24575,'-54'0'0,"-25"1"0,16 10 0,-7 10 0,8 7 0,-4 7 0,1 7-1552,6 0 0,0 5 0,0 5 0,1 4 1552,-4 11 0,0 5 0,2 5 0,3 3 0,13-11 0,1 3 0,2 1 0,3 3 0,3 0-40,3 0 0,3 2 0,3 1 0,2 1 0,5-1 40,-2 16 0,5 1 0,5-1 0,7-1 0,7-6 0,5-1 0,7-2 0,9-2 0,11-2 0,10-2 0,7-3 0,6-4 0,9-2 0,7-5 0,6-3 0,3-4 0,-7-12 0,3-1 0,3-4 0,2-2 0,1-3 0,1-2 0,2-3 0,1-2 0,0-3 0,-1-3 0,-6-4 0,0-2 0,-1-3 0,0-2 0,-2-5 0,11-1 0,-1-4 0,-3-5 0,-3-8 0,12-11 0,-6-9 0,-9-14 0,-9-19 0,-10-13 0,-9-11 0,-16 4 0,-7-8 0,-7-7 0,-4-2 0,-8 21 0,-3-3 0,-3-2 0,-3-2 0,-2-1 0,-3 0-288,-3-7 1,-4-2 0,-2-1 0,-3 0 0,-3 0 0,-2 1 287,1 14 0,-3-1 0,-1 1 0,-2 0 0,-1 1 0,-2 2 0,-2 2 0,-4-8 0,-2 1 0,-2 1 0,-1 3 0,-2 3 0,-2 4-199,-3 0 1,-2 3 0,-2 4-1,-1 5 1,-1 5 198,-6 0 0,-3 6 0,0 6 0,-1 9 692,-12 6 0,0 10 0,0 11-692,-25 13 0,3 17 0,12 10 0,6 10 712,13 6 1,6 5-713,10 4 0,7-3 0,-8 10 0,23-18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16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4138 24575,'70'-65'0,"-18"23"0,7-3 0,-6 8 0,4-1 0,4-2-848,10-5 1,3-2-1,2 0 848,5-3 0,3-2 0,1 1 0,-18 12 0,0-1 0,2 1 0,0-2-438,4-1 0,1-1 1,2-1-1,1-1 438,-9 5 0,1 0 0,2-1 0,0-1 0,1-1-337,6-4 0,1-1 0,1-1 0,1-1 0,0-2 337,-8 5 0,2-2 0,-1-1 0,2-1 0,-1 0 0,0-1-435,2-1 0,-1-2 0,1 1 1,0-2-1,-1 1 0,0 0 435,-1 0 0,-1 0 0,-1-1 0,1 1 0,-1 0 0,0 1 0,-2 1 0,0 1 0,0 0 0,-1 1 0,0 0 0,-1 2-148,8-4 1,0 0 0,-2 2 0,0 1-1,0 2 148,-6 4 0,0 1 0,0 1 0,-1 2 0,-1 1 109,9-4 0,-1 2 1,-2 2-1,1 2-109,16-8 0,0 3 0,-1 2 0,-3 3 0,0 1 0,0 2 0,-1 2 0,0 1 0,-1 1 0,-5 2 0,0 2 0,-2 0 652,-6 2 0,0 1 0,-2 1-652,26-7 0,-2 1 0,-11 4 0,-1 2 1486,-5 2 0,-2 1-1486,-9 2 0,-2 2 1149,-8 3 0,-2 0-1149,1 1 0,1 0 700,5-2 1,3 0-701,9-1 0,3 0 0,5-1 0,2 0 0,4-2 0,-1 1 130,-5 1 1,-3 0-131,-9 2 0,-4 0 0,-11 2 0,-6 2 0,14-1 0,-26 6 0,-22 3 0,-7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18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24575,'51'0'0,"0"0"0,12-1 0,5 2 0,23-1 0,7 3-1176,-16 3 1,5 3-1,3 4 1176,-13-1 0,2 2 0,2 2 0,2 4 0,-7 0 0,2 3 0,2 1 0,0 3 0,0 1-558,5 4 1,1 1 0,1 3 0,0 1-1,-1 1 558,3 3 0,0 1 0,0 1 0,0 2 0,0-1 0,-2 2 0,1 0 0,-1 1 0,-1-1 0,-1 0 0,-6-3 0,-1 0 0,-1 0 0,-1-1 0,-1-1 0,12 7 0,-2-1 0,-2-2 0,-2-1 0,-11-6 0,-3-1 0,-1-2 0,-1 0 292,15 8 0,-3-2 1,-1 0-293,-6-3 0,-1 0 0,-2-1 0,-2-2 0,-1 1 0,-2-2 0,-2 0 0,-1-1 0,-1 0 0,21 9 0,-2-2 0,-5-6 0,0-3 745,-5-4 1,-2-4-746,-4-4 0,-1-3 1649,-4-3 1,-2-1-1650,44 6 647,-7-4-647,-5-1 0,-37-1 0,0 1 0,5 4 0,0 3 0,4 2 0,1 2 0,5 2 0,0 0 0,-1-2 0,0-1 0,3 0 0,0 0 0,0 0 0,0 1 0,-2 0 0,0 2 0,-1 2 0,0 2 0,3 5 0,0 1 0,0 1 0,0 0 0,1 2 0,0-2 0,-1-2 0,-1-2 0,-7-5 0,-1-2 0,-7-4 0,-1-3 0,21 7 0,-35-14 0,-17-6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19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24575,'2'41'0,"9"5"0,7 10 0,3 4 0,4 6 0,2 5-979,-1-1 1,3 4 0,1 2-1,0 1 979,4 6 0,1 2 0,0 0 0,0 0 0,-1-4 0,-1 0 0,0-2 0,-2-2 348,4 11 1,-2-3-1,-2-6-348,3 6 0,-4-10 338,-10-23 1,-4-8-339,1-5-1515,-9-34 1,-6-6 0,-2-6-1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20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441 250 24575,'-15'-4'0,"-18"0"0,-18 3 0,-22 15 0,-12 29 0,44-7 0,5 8 0,3 15 0,7 7 0,6 9 0,6 3 0,4 7 0,7 0 0,5-2 0,7-2 0,6-7 0,8-4 0,9-5 0,8-7 0,7-9 0,6-8 0,3-4 0,4-7 0,6-7 0,3-10 0,3-10 0,2-13 0,6-13 0,-1-13 0,-1-13 0,-5-10 0,-5-12 0,-7-7 0,-7-2 0,-8-3 0,-12 3 0,-7 0 0,-7 5 0,-7 1 0,-11 4 0,-9 3 0,-10 2 0,-7 3 0,-9 7 0,-6 3 0,-7 1 0,-4 5 0,0 6 0,-3 5 0,3 6 0,-1 5 0,3 5 0,0 4 0,-37-1 0,17 9 0,20 5 0,21 8 0,16 12 0,6 24 0,4-18 0,-2 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22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0 210 24575,'55'-37'0,"26"-5"0,-17 15 0,6 2 0,7 2 0,3 4 0,4 4 0,2 4 0,-3 4 0,-2 4 0,-9 5 0,-3 7 0,-9 6 0,-7 9 0,-13 12 0,-9 10 0,-7 18 0,-10 9 0,-5 17 0,-7 6 0,-1-25 0,-1 2 0,-4 2-363,-2 5 0,-4 2 0,-3-1 363,-5 4 0,-5 0 0,-3-1 0,-4-1 0,-4 0 0,-4-3 0,-1-5 0,-3-3 0,-1-3 0,2-8 0,0-3 0,-1-5 133,-13 12 0,0-10-133,5-14 0,-1-8 0,5-9 0,0-8 0,-39-8 0,10-27 0,14-29 823,20-30-823,27 25 0,9-6 0,11-16 0,13-4 0,3 18 0,8-2 0,4 2-261,10-4 1,5 1 0,6 5 260,9 3 0,7 4 0,3 8 0,1 6 0,4 8 0,1 9 0,-1 13 0,1 10 0,-1 8 0,-4 8 0,-2 8 0,-3 6 0,-5 5 0,-3 7 0,-3 3 0,-5 3 0,-4 4 0,-2 0-30,14 19 1,-3 0 29,-5-6 0,-2-3 0,-7-9 0,0-5 0,-5-8 0,-1-5 0,27 20 0,-30-29 0,-13-13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23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4538 24575,'30'-6'0,"49"-33"0,-26 10 0,7-4 0,7-4-1212,4-4 0,7-4 0,5-3 0,4-3 1212,-10 7 0,4-2 0,3-2 0,3-2 0,3-1 0,3-1-581,-15 8 1,3-1 0,2-2 0,2 0-1,2-1 1,1-1 0,1 0 0,0-1-1,1 0 581,-9 6 0,0-1 0,2-1 0,0 0 0,1 0 0,1-1 0,0 0 0,1 0 0,0 0 0,0-1 0,1 1-181,-3 0 1,2 0-1,0 0 1,0-1 0,1 0-1,1 0 1,-1 0 0,0 0-1,0-1 1,0 1 0,-1 0-1,-1 0 181,-2 1 0,0 0 0,1 0 0,-1 0 0,0 0 0,-1 0 0,0 0 0,-1 0 0,0 1 0,-1-1 0,-1 1 0,-1 0-222,6-4 1,-1 1 0,0-1-1,-1 1 1,-2 0 0,0 0 0,0 1-1,-2-1 1,-1 1 0,0 0 221,11-7 0,-1 0 0,-1 0 0,-1 1 0,-2 0 0,-1 0 0,-3 2 0,-2 1 23,6-5 0,-3 1 0,-2 2 0,-3 0 0,-2 2 0,-2 1-23,1-1 0,-2 2 0,-3 1 0,-2 2 0,-4 2 914,14-12 0,-5 4 0,-6 4-914,2-2 0,-8 6 2206,-14 10 1,-5 5-2207,6-3 4891,-26 17-4891,-19 8 2167,-10 5-2167,-7 7 0,6-4 0,2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24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24575,'-5'18'0,"1"35"0,9 11 0,5 14 0,2-4 0,2 7 0,3 3-843,0-4 1,3 3-1,1 3 1,2 1 842,-1-10 0,1 2 0,1 0 0,1 0 0,1-2 0,5 13 0,1 0 0,0-2 0,1-3 0,-4-9 0,1-1 0,0-2 0,0-5 352,2 5 0,0-5 1,-1-6-353,5 0 0,-3-8 552,17 16-552,-20-36 0,-16-22 0,-8-6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26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136 634 24575,'-4'-25'0,"-3"8"0,-9 2 0,-7 27 0,-7 36 0,2 45 0,18-28 0,2 4 0,1 7 0,5 2 0,5 6 0,8 0 0,7-3 0,9-2 0,11-3 0,9-4 0,11-8 0,9-8 0,7-11 0,6-11 0,9-10 0,4-14 0,6-19 0,-1-17 0,-32 2 0,-2-8 0,-2-5 0,0-12 0,-4-7 0,-5-4-171,-6-6 1,-5-3 0,-7-2 170,-7 2 0,-4-1 0,-8 1 0,-6-29 0,-15 5 0,-17 17 0,-12 7 0,-8 11 0,-7 8 0,-3 11 0,-4 8 0,5 8 0,-1 6 0,-44-1 0,12 14 511,13 4-511,16 0 0,25 0 0,20-4 0,24-9 0,23-16 0,19-21 0,12-12 0,-8-1 0,-13 12 0,-19 17 0,-12 24 0,1 34 0,21 49 0,-5-14 0,7 5 0,12 12 0,7-1 0,-14-24 0,2-1 0,2-3 0,27 17 0,3-8 0,-3-13 0,3-8 0,-4-9 0,0-9 0,-9-8 0,-3-11 0,-8-13 0,-7-10 0,21-47 0,-47 18 0,-11-6 0,-11-7 0,-13-1 0,-14-1 0,-12 1 0,-12-2 0,-10 4 0,-12 9 0,-6 8 0,-1 5 0,-3 8 0,3 10 0,1 5 0,7 9 0,2 3 0,13 5 0,4 1 0,-21 3 0,35 1 0,24 7 0,11 19 0,4-14 0,0 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28.4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24575,'86'8'0,"-16"3"0,9 3 0,-7 0 0,6 2 0,4 2-846,-9-2 0,3 1 0,2 1 1,-1 1 845,1 1 0,1 0 0,0 1 0,0 1 0,-3-1 0,0 1 0,-1 0 0,-1 1 0,17 8 0,-1 1 0,-2 1 0,-6 0 0,-3 2 0,0 1 0,-1 0 0,-1 2 0,0 0 0,2 2 0,1 2 0,-1-1 0,3 2 0,1 0 0,-1 1 0,-1-2 0,1 1 0,-2-1 9,-1 1 1,0-1-1,-3 0-9,-6-3 0,-1-1 0,-2 1 0,-3-1 0,-1 1 0,-1 1 157,-4-1 0,0 1 0,0-1-157,-3 0 0,0 0 0,0 0 0,25 19 0,-1-1 0,-5-3 0,0-2 0,-5-1 0,-1-2 0,-5-3 0,-2 0 0,-2-4 0,-1 0 831,-4-5 0,-1-1-831,2-3 0,0-1 432,2-1 0,1-2-432,2 0 0,1-2 179,1-1 0,0 0-179,-2 0 0,-1-1 0,-4-2 0,-2-1 0,-3 0 0,-2-1 0,38 21 0,-11-1 0,-8-1 0,-10-4 0,-10-6 0,-12-5 0,-9-6 0,-7-4 0,-6-6 0,-3-4 0,-5-4 0,-2-1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31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238 1 24575,'0'34'0,"-6"30"0,-2-9 0,-3 7 0,-4 18 0,-2 4 0,-4 6 0,-1 1 0,1 0 0,0 0 0,1-2 0,1-2 0,4-9 0,2 0 0,2 0 0,3-2 0,3-3 0,1-2 0,4-7 0,0-2 0,0-2 0,0-1 0,0 39 0,0-27 0,0-25 0,0-25 0,0-12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33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854 355 24575,'-47'0'0,"-25"0"0,21 3 0,-4 4 0,-12 8 0,-1 7 0,-2 8 0,3 8 0,1 7 0,4 6 0,8 3 0,6 3 0,10-5 0,6 0 0,8-4 0,6-1 0,4 43 0,39-2 0,5-42 0,10-2 0,13 3 0,7-3 0,12-1 0,3-3 0,3-3 0,2-2 0,-4-4 0,2-4 0,-2-4 0,0-4 0,-1-3 0,-1-7 0,2-12 0,-2-13 0,9-22 0,-3-17-298,-26 6 0,-3-6 1,-3-6 297,1-11 0,-4-5 0,-4-2 0,-2 0 0,-5-1 0,-4 1 0,-7 9 0,-4 1 0,-4 2 0,0-21 0,-9 5 0,-12 15 0,-11 7 0,-10 8 0,-8 6 0,-7 8 0,-6 6 0,-4 5 0,-2 5 0,3 7 0,-1 3 893,-46 0-893,4 15 0,3 28 0,43-4 0,5 2 0,-8 10 0,9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51.1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24575,'-4'91'0,"2"-26"0,0 6 0,2-7 0,0 5 0,0 2 0,0 6 0,0 2 0,0 0 0,0-1 0,0-1 0,0-1 0,0-7 0,0-1 0,0-4 0,0 13 0,0-7 0,0 28 0,0-46 0,2-27 0,-2-14 0,2-5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53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0 24575,'0'54'0,"0"24"0,-2-25 0,-1 4 0,-1 6 0,1 1 0,-1-2 0,0-2 0,1-7 0,1-3 0,7 30 0,14-23 0,15-18 0,17-16 0,9-10 0,-3-8 0,-11-5 0,-14 0 0,-15-2 0,-9-8 0,-4-11 0,-3-12 0,1-12 0,2-2 0,2 4 0,0 11 0,-2 11 0,-2 9 0,-1 2 0,-1-3 0,0-3 0,-2-7 0,-6-7 0,-7-3 0,-4-3 0,-4 4 0,2 4 0,3 6 0,5 6 0,5 4 0,2 1 0,1 0 0,0-3 0,-2 0 0,-1 3 0,-3 4 0,-2 2 0,0 1 0,-1 1 0,1 2 0,2 1 0,-2-1 0,2 1 0,0 0 0,4 0 0,3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55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24575,'0'21'0,"0"30"0,0 3 0,0 8 0,2 18 0,2 6 0,0-19 0,3 3 0,1-1 0,1 0 0,2-1 0,2-2 0,7 20 0,2-6 0,-2-16 0,0-5 0,10 18 0,-11-33 0,-6-21 0,-7-13 0,-3-5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57.4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282 13 24575,'-21'0'0,"-4"-2"0,-6 10 0,-5 17 0,-9 31 0,2 31 0,22-35 0,4 3 0,2 3 0,4 1 0,4-3 0,2-2 0,2-3 0,2-1 0,2 32 0,11-19 0,13-19 0,12-13 0,10-13 0,5-7 0,1-6 0,1-5 0,-4-6 0,-10-5 0,-10-4 0,-8-2 0,-4 2 0,-4-4 0,-3-6 0,-5-6 0,-4-7 0,-2-6 0,0-1 0,-4 1 0,-7 6 0,-9 6 0,-7 3 0,0 5 0,4 1 0,4-6 0,5-8 0,3-11 0,5-5 0,4 7 0,1 9 0,1 12 0,-1 11 0,-4 5 0,-3 4 0,-10-4 0,-10-7 0,-7-6 0,-1-2 0,6 4 0,14 6 0,13 6 0,4 5 0,4 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6:59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1 412 24575,'0'31'0,"0"10"0,0 16 0,0 7 0,4 2 0,7-10 0,10-11 0,10-8 0,5-11 0,4-5 0,5-9 0,5-5 0,4-6 0,-1-11 0,-3-11 0,-5-11 0,-5-13 0,-3-5 0,-5-3 0,-6 1 0,-4 10 0,-7 11 0,-5 8 0,-5-1 0,-4-6 0,-1-11 0,0-8 0,0-5 0,0 3 0,0 6 0,-3 11 0,-10 7 0,-14 3 0,-12 0 0,-8-3 0,-1 2 0,7 1 0,5 6 0,7 6 0,2 6 0,2 5 0,1 1 0,1 7 0,-1 17 0,-2 22 0,-2 17 0,-3 7 0,2-9 0,3-12 0,5-14 0,9-13 0,4-11 0,6-5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7:07.9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4687 24575,'24'-92'0,"-3"37"0,6-8 0,2-5 0,0-1 0,4-5 0,1-4 0,3-1-1047,-2 2 0,2-2 0,2-2 0,0-1 0,0 2 1047,1 1 0,-1-1 0,1 1 0,0 0 0,-1 2 0,7-11 0,-1 1 0,0 1 0,0 3 62,-3 9 0,0 1 1,1 3-1,-1 4-62,7-7 0,1 5 0,1 4 216,1 4 0,0 3 1,2 2-217,0 3 0,2 2 0,0 1 0,3-1 0,0 1 0,2-1 0,7-7 0,0-1 0,2 0 0,4-5 0,2-1 0,0 0-226,-18 16 0,1-1 1,0 1-1,-1 1 226,14-11 0,-1 2 0,-1 2 0,-5 6 0,-2 3 0,0 1 737,-5 6 1,-1 1 0,0 1-738,23-13 0,0 2 0,2-1 0,0 0 0,0-1 0,-1-1 0,1-3 0,0-2 0,-1 1 0,-2-1 0,-3 0 0,-2 1 0,-5 3 0,0 2 554,-6 7 1,0 4-555,0 2 0,1 4 0,6 5 0,2 5 0,8 1 0,3 4 0,12 0 0,4 4-68,-27 5 1,3 1 0,0 0 67,8 1 0,1 0 0,3 1 0,9 1 0,3 1 0,3 0-349,-18 1 0,2 0 0,2 1 0,3-1 349,-6 2 0,3-1 0,2 0 0,1 1 0,1 0-521,-10 0 1,1 0-1,1 1 1,1 0 0,1 0-1,0 2 521,7 1 0,2 1 0,0 0 0,1 2 0,0 1 0,-1 1 0,4 3 0,1 0 0,0 2 0,-1 1 0,0 2 0,-3 1 0,-4 0 0,-2 2 0,0 1 0,-1 1 0,-1 1 0,0 2-332,-3 0 0,0 2 1,-1 1-1,-1 0 1,-1 1-1,-3 0 332,6 2 0,-3 1 0,-1 0 0,-3 0 0,-1-1-167,6 3 1,-3-1-1,-2 0 1,-1-2 166,11 5 0,-2-2 0,-5-3 818,12 1 1,-8-4-819,-18-8 0,-7-4 3083,16 3-3083,-10-11 0,-18-8 0,6-1 0,24-5 0,10-2 413,-5-1 0,7-1 0,3-3-413,-13 1 0,3-1 0,2-2 0,0 0-85,8-3 0,2 0 1,1-1-1,1-1 85,-17 4 0,2-1 0,0 1 0,0-1 0,0 1 0,-1 0 0,0 0 0,0 0 0,1 1 0,0 1 0,1 2 0,1 0 0,0 1 0,1 1 0,-1 1 0,1 1 0,-1 1 0,1 1 0,0 1 0,0 0 0,1 1 0,0 1 0,0 1 0,0 1 0,-1 2 0,-2 1 0,-1 2 0,0 1 0,-2 2 0,0 1 0,13 4 0,-1 2 0,-2 1 0,-3 3-196,-10 1 0,-3 1 0,-1 1 0,-3 3 196,11 9 0,-3 2 0,-5 2-106,-9-4 0,-3 1 0,-3-1 106,16 11 0,-2-2 655,-5-5 1,-3-3-656,-12-11 0,-1-2 1061,1-1 0,2-1-1061,15 8 0,6 4 0,-1 2 0,7 5 0,4 4-975,-4 0 0,5 4 0,2 2 0,2 3 975,-21-10 0,1 1 0,2 2 0,0 2 0,1 0 0,-1 1 0,3 4 0,0 1 0,0 1 0,1 1 0,-2 0 0,0 1-345,-1 1 1,-1 0 0,0 2 0,-1-1 0,0 1 0,0-1 344,-3-1 0,0 1 0,0-1 0,-1 0 0,0-1 0,-1-1 0,7 5 0,0-1 0,-1-1 0,-1-2 0,0-1 0,-5-5 0,0-1 0,-1-1 0,0-2 0,-1-1-192,7 3 1,0-2 0,-2-2-1,-1-2 192,13 7 0,-1-2 0,-2-1 0,-5-3 0,-1-1 0,-3 0-49,-6-5 0,-2 0 1,-2 1 48,22 14 0,-4 1 1945,-10-5 1,-4-2-1946,-11-6 0,-4-2 2912,29 23-2912,-25-21 1176,-17-14-1176,-10-8 242,-1-1-242,5 2 0,5 4 0,6 7 0,3 3 0,5 0 0,8-1 0,6 0 0,7-1 0,6 4 0,3 3 0,0 4 0,-4 2 0,-11-2 0,-12-4 0,-8-8 0,-12-3 0,-8-1 0,-9 0 0,-7-10 0,-5-2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969 0 24575,'-23'0'0,"-12"0"0,-7 0 0,-12 0 0,-39 0 0,41 0 0,-1 0 0,-2 0 0,0 0 0,2 0 0,1 0 0,-23 0 0,1 0 0,5 0 0,12 0 0,12 0 0,13 0 0,7 0 0,11 2 0,6 1 0,6 1 0,2 2 0,0 0 0,0 4 0,0 4 0,0 7 0,0 5 0,0 3 0,1 4 0,3 1 0,3 2 0,1 1 0,0-1 0,-2-3 0,0-4 0,0-5 0,2-8 0,-2-3 0,-1-4 0,-2-2 0,1-2 0,0-2 0,1-1 0,0-2 0,1 0 0,1 0 0,1 0 0,2 0 0,4-2 0,5-3 0,5-3 0,5-4 0,4-1 0,6 1 0,0 1 0,1 1 0,-2 2 0,-7 3 0,-2 3 0,-6 2 0,-2-1 0,-6 1 0,-4 0 0,-2 0 0,-1 0 0,1 2 0,-1 5 0,1 6 0,-2 7 0,1 4 0,0 4 0,1 5 0,0 2 0,0 1 0,-1 1 0,-1-3 0,-2 1 0,-2-3 0,-1-3 0,-2 0 0,0-3 0,0 0 0,0-1 0,0 1 0,0-1 0,0 1 0,-3-4 0,-5 0 0,-6-2 0,-6-1 0,-1-4 0,0-2 0,-3-2 0,0-2 0,-4 1 0,-1-1 0,0-1 0,1-3 0,0-2 0,4-2 0,2-1 0,3 0 0,5 0 0,1 0 0,4 0 0,4 0 0,2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7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41 24575,'-19'-3'0,"-1"0"0,-10 3 0,-2 0 0,-17 0 0,2 1 0,2 4 0,-1 9 0,13 6 0,-3 7 0,7 1 0,7-4 0,5 0 0,8-5 0,4-4 0,2 2 0,3-1 0,0 3 0,0 3 0,3 1 0,5 1 0,7 1 0,4-1 0,0-5 0,0-3 0,-1-4 0,4-1 0,2 0 0,0-4 0,4-1 0,0-3 0,5-7 0,3-12 0,1-13 0,1-15 0,-6-5 0,-3-1 0,-3 1 0,-3 3 0,-1 2 0,-5 6 0,-3 8 0,-4 8 0,-4 6 0,0 7 0,-3 1 0,-1 2 0,-1 1 0,-1 4 0,0 13 0,0 19 0,0 17 0,0 13 0,3 13 0,3 5 0,3 8 0,1-4 0,0-6 0,0-3 0,-1-4 0,2 4 0,-2-5 0,0-3 0,-3-8 0,-1-10 0,0-7 0,-1-10 0,1-5 0,-3-6 0,1-5 0,-1-2 0,0-4 0,0-1 0,0-1 0,-1 2 0,1 0 0,0 0 0,-2 0 0,0-3 0,0 1 0,0 0 0,0-1 0,0 0 0,0-3 0,0-1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9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255 160 24575,'-12'0'0,"-2"0"0,-1 0 0,-3 0 0,-2 3 0,-7 13 0,-3 8 0,1 7 0,3 0 0,9-6 0,3 4 0,2-2 0,2 0 0,4-2 0,3-4 0,2-2 0,0-1 0,2-1 0,8 1 0,12 2 0,13 2 0,13 2 0,8 2 0,9 6 0,0 3 0,0 4 0,-2 2 0,-7 0 0,-5-2 0,-9-4 0,-11-5 0,-8-5 0,-6-4 0,-5-5 0,-4-3 0,-4-3 0,-1 2 0,-1-1 0,-1 0 0,0 2 0,0-1 0,-1-1 0,-5 0 0,-5-1 0,-6 0 0,-4 0 0,-2-3 0,-4-2 0,-1-3 0,-1-1 0,1-1 0,3 0 0,-1-2 0,3-2 0,3-2 0,5-2 0,4 1 0,3 1 0,3 0 0,1 0 0,0 0 0,1-2 0,-1-2 0,2-4 0,-1-4 0,3-6 0,-1-3 0,1-3 0,0-3 0,0-1 0,0 0 0,0 3 0,0 2 0,0 5 0,0 2 0,0 4 0,0 0 0,0 0 0,0-2 0,0-2 0,2-1 0,4-4 0,3 0 0,7-6 0,1-2 0,-1-6 0,-1-6 0,-4 0 0,0-5 0,-1 5 0,0-1 0,-2 8 0,-3 6 0,-2 6 0,-2 7 0,-1 4 0,0 5 0,0 3 0,-1 3 0,-2 2 0,-2 2 0,-4 2 0,0 0 0,-2 0 0,1 0 0,1 0 0,-2 0 0,1 0 0,-1 0 0,2 0 0,1 1 0,0 2 0,4-1 0,1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51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24575,'6'17'0,"1"12"0,6 24 0,14 28 0,6 11 0,-13-43 0,0 1 0,2 4 0,1-1 0,12 34 0,-1-10 0,-5-15 0,-7-18 0,4 5 0,-2-5 0,-5-8 0,-3-7 0,-3-7 0,-2-4 0,-1-5 0,-3-2 0,1-1 0,-1 1 0,0 2 0,-1 0 0,0 3 0,0 1 0,0 3 0,2 0 0,0 2 0,-1-2 0,0-4 0,0-2 0,-1-3 0,-1-1 0,0-1 0,-2 0 0,0-1 0,-1 0 0,0-1 0,-1 0 0,1-1 0,2 3 0,-1 1 0,1 3 0,1 3 0,-1-1 0,0-2 0,-1-2 0,-1-2 0,0-3 0,0 0 0,-2-2 0,0-2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52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24575,'38'-12'0,"2"2"0,5-5 0,7 1 0,10-3 0,1 2 0,2 4 0,0 4 0,-6 5 0,2 1 0,-7 1 0,-4 0 0,-10 1 0,-7 4 0,-11 3 0,-6 5 0,-3 7 0,-6 2 0,-2 3 0,-3 2 0,-8 3 0,-11 5 0,-14 6 0,-17 4 0,0-3 0,1-6 0,1-4 0,1-4 0,-7 3 0,0 0 0,7-6 0,5-2 0,6-6 0,6-2 0,7-4 0,4-3 0,4-1 0,3-3 0,2 0 0,9-2 0,10 0 0,13-1 0,6-1 0,5 0 0,6-1 0,4-3 0,6-1 0,3-2 0,-1 2 0,1 1 0,-2 1 0,-3 2 0,-4 1 0,-6 0 0,-4 1 0,-6 4 0,-2 7 0,-2 6 0,-4 4 0,-4 0 0,-4 1 0,-2 3 0,0 2 0,-5 2 0,-1 0 0,-3 1 0,-2 1 0,0-2 0,0 1 0,0 3 0,0 2 0,-2 6 0,-4 8 0,-5-2 0,-6 1 0,-5-2 0,-4-6 0,-5 2 0,-2-5 0,-6-4 0,-5-6 0,0-6 0,-2-6 0,2-4 0,4-4 0,0-3 0,3-3 0,5-2 0,4 0 0,5 0 0,6 0 0,1 0 0,6 0 0,2 0 0,5 0 0,0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24575,'2'37'0,"5"1"0,8 32 0,4-1 0,1 9 0,7 13 0,0 2-636,-12-43 0,-1 0 636,12 41 0,-3-7 0,-1-1 414,0-14-414,-3 1 0,-2-14 0,-4-13 211,-2-8-211,-2-10 0,-2-6 0,0-2 646,-1-4-646,-1-2 0,-3-5 0,-1-3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4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24575,'0'44'0,"0"11"0,0 18 0,0 19-468,0-42 1,0 2 467,0 4 0,0 1 0,0 0 0,0-1 0,0 1 0,0 0 0,0-1 0,0-1 0,0 38 136,0-7-136,0-18 0,0-7 0,2-4 0,0-11 0,1-7 0,0-13 702,-2-7-702,2-7 97,0-4-97,0-1 0,0 0 0,1-3 0,1-2 0,1-1 0,1-1 0,0-1 0,6-5 0,7-5 0,9-6 0,9-10 0,-1 2 0,-1-2 0,1 2 0,0 3 0,8-6 0,0 1 0,1 3 0,-5 2 0,-2 4 0,-1 2 0,-4 4 0,-2 2 0,-5 2 0,-5 2 0,-4 2 0,-2-1 0,0 1 0,-1 2 0,0-1 0,-1 0 0,-1 0 0,-2-1 0,-2 2 0,-1 0 0,-2 2 0,-1-1 0,-2 0 0,-2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6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24575,'0'39'0,"0"-2"0,0 5 0,0 14 0,0 15 0,2 12 0,4-1 0,2-11 0,3-11 0,1-2 0,1-3 0,1 2 0,-1-3 0,-1-8 0,-2-6 0,-1-10 0,0-3 0,-3-1 0,1 0 0,-1-1 0,0 1 0,2-1 0,1 0 0,-1 1 0,0-3 0,0-1 0,0-3 0,0-3 0,-1-3 0,-1-5 0,-1-2 0,-2 0 0,-1 0 0,-2 1 0,2-1 0,0-1 0,-1-3 0,1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24575,'16'42'0,"2"1"0,15 9-9831,1 3 8341,9 7 4196,1 6-2706,-6 2 0,5 8 0,-3 0 0,-1 0 0,-5-7 1734,-5-9-1734,-6-3 0,-2-6 0,-3-4 0,-1-1 0,-2-9 6737,0-6-6737,-1-2 144,-2-4-144,0 0 0,-1-3 0,0-5 0,-2-2 0,-1-2 0,0-3 0,-2-3 0,-1-1 0,-3-4 0,0-1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4 24575,'-21'-3'0,"-4"6"0,-2 3 0,-6 7 0,-1 4 0,-4-1 0,1 1 0,2-2 0,1 1 0,5-2 0,4-2 0,4-1 0,5-3 0,3-1 0,2 0 0,6 0 0,1-1 0,3 1 0,1-1 0,0 0 0,0-1 0,0 3 0,0 3 0,0 6 0,0 4 0,0 5 0,1 2 0,1 1 0,2-1 0,2-3 0,-2 1 0,2-3 0,-2-2 0,0-3 0,0-4 0,0-3 0,-1-2 0,0-4 0,2-2 0,-1-1 0,2-2 0,0 0 0,2-2 0,4-1 0,4-4 0,5-2 0,6-2 0,5 2 0,9 4 0,11 2 0,4 3 0,3-1 0,-5 3 0,-3 4 0,-3 8 0,-4 8 0,-2 2 0,-7 2 0,-6-4 0,-9-6 0,-2-2 0,-6-5 0,-2-3 0,-2 0 0,-3 0 0,-1 0 0,-2 1 0,-1 0 0,-1-1 0,0 1 0,0 3 0,0 3 0,0 3 0,0 3 0,0 0 0,0 4 0,-1 1 0,-5 2 0,-4-1 0,-5 1 0,-1-1 0,-4 1 0,1 0 0,-3-1 0,-2-1 0,1 0 0,-4 0 0,4-4 0,0 0 0,1-4 0,0-1 0,-3 1 0,0-1 0,0 0 0,2-2 0,-1-1 0,3-2 0,4-2 0,1 0 0,5 0 0,3-3 0,1-1 0,1-2 0,2-1 0,1-1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8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24575,'12'39'0,"8"14"0,24 26 0,-16-30 0,2 3 0,7 12 0,3 4-1741,6 14 1,1 3 1740,-15-24 0,0 1 0,-1 1 0,-1-2 0,-1 1 0,-1-1-88,10 24 1,-3-2 87,-5-10 0,-3-3 0,-6-15 0,-1-2 0,14 40-80,-11-23 80,-3-9 0,0 2 0,-2-12 2511,-3-11-2511,-3-12 1128,-2-8-1128,-3-6 24,-2-4 0,-3-5 0,-2-2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21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3 24575,'-17'-2'0,"0"5"0,-1 5 0,1 6 0,-4 4 0,0 2 0,1 4 0,0 2 0,0 0 0,0 4 0,-1 2 0,1 0 0,3 1 0,2-2 0,2 2 0,3 1 0,3 0 0,4 0 0,0 3 0,3 1 0,0 0 0,0-2 0,0 2 0,0 1 0,0 0 0,0 0 0,0-3 0,1-3 0,3-4 0,3-2 0,2-5 0,0 1 0,2-2 0,-1-2 0,0 0 0,1-3 0,1-2 0,1 0 0,4-2 0,2 0 0,1 0 0,3 0 0,-1 1 0,1-1 0,0 2 0,0-1 0,-3 1 0,-2-1 0,-2 3 0,-3 2 0,-1 1 0,-2 3 0,-1-2 0,-2 3 0,0 1 0,0 0 0,0 4 0,-1 0 0,-1 1 0,-2-1 0,0-2 0,-3 0 0,1 0 0,-1-1 0,0 0 0,0 1 0,0-3 0,-2 0 0,-3-2 0,-3-2 0,-4-1 0,-1-3 0,1-1 0,-1-3 0,1-2 0,0-3 0,1-3 0,3-1 0,2-2 0,0 0 0,0 0 0,-1 0 0,0-1 0,0-5 0,1-7 0,0-7 0,1-8 0,0-5 0,1-3 0,1 0 0,0-3 0,3-1 0,0-1 0,0 2 0,0 4 0,-1 3 0,1 4 0,2 5 0,0 3 0,2 0 0,2 2 0,-2 1 0,1 1 0,-2 1 0,0-2 0,2-2 0,1-7 0,2-3 0,1-6 0,0-4 0,0 0 0,1 0 0,-1 2 0,-2 2 0,0 3 0,-2 5 0,-3 3 0,1 2 0,-3 3 0,0-1 0,0 2 0,0-2 0,0-1 0,0 2 0,0-1 0,0 2 0,0-1 0,0 2 0,0 3 0,0 1 0,0 1 0,0 1 0,0-1 0,0 3 0,0 1 0,0 1 0,0 0 0,0 0 0,0-1 0,0 1 0,0 0 0,0 0 0,0 1 0,0-1 0,0 0 0,0 1 0,-1-2 0,-1 0 0,0-1 0,-1 0 0,0-2 0,-1-2 0,-1 0 0,-1-2 0,2-1 0,-2-1 0,0-1 0,0 0 0,-1 1 0,1 1 0,0 2 0,2 2 0,2 3 0,-1 1 0,1 1 0,0 1 0,-1 1 0,1 0 0,0 3 0,1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48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5 191 24575,'-4'-8'0,"5"-2"0,18-10 0,6-2 0,3 1 0,8-2 0,-4 8 0,8-1 0,0-2 0,-7 5 0,-1 1 0,-8 5 0,-3 4 0,-5 1 0,-2 2 0,-3 0 0,-2 0 0,0 0 0,-3 0 0,0 1 0,-3 3 0,-2 3 0,-1 7 0,0 5 0,0 7 0,0 6 0,0 5 0,0 2 0,0 3 0,0 4 0,0 6 0,0 2 0,-2 0 0,-3 0 0,-4-4 0,-4 4 0,0 0 0,-1-5 0,0-6 0,-1-4 0,0-3 0,-1 0 0,3-3 0,-1-6 0,4-5 0,0-5 0,-1-2 0,1 1 0,1-4 0,1-1 0,2-1 0,0 0 0,0-2 0,2-2 0,1-2 0,6-2 0,10-4 0,7-3 0,15-6 0,0 1 0,2-1 0,-1 2 0,-10 3 0,2 0 0,-7 2 0,-2 0 0,-3 1 0,-2 2 0,-2-1 0,-3 0 0,0 0 0,-2 0 0,0 2 0,0 0 0,0 0 0,-2-1 0,-2 0 0,-2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4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24575,'3'17'0,"0"10"0,-3 14 0,0 14 0,0 22 0,0 10 0,0-3 0,0-4 0,0-5 0,0-2 0,0 3 0,0-10 0,0-14 0,0-6 0,0-11 0,0-8 0,0-6 0,0-4 0,0-3 0,0-4 0,0-2 0,1-1 0,4-4 0,5-6 0,3-8 0,2-5 0,2-1 0,1-1 0,0 2 0,2 1 0,-2 0 0,2 2 0,2 1 0,-1 2 0,1 2 0,-1 3 0,0 2 0,1 2 0,1 1 0,2 0 0,0 0 0,0-1 0,0 0 0,1-2 0,-1-1 0,0-2 0,1 0 0,-3-1 0,-3 1 0,-2 1 0,-5 1 0,-2-2 0,-3 3 0,-2 0 0,0 0 0,-3 2 0,-1-1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50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24575,'0'29'0,"0"6"0,0 6 0,-2 8 0,0-1 0,1 1 0,2 0 0,3 9 0,4 11 0,2 1 0,2-2 0,-2 0 0,3 1 0,-3 4 0,0-4 0,0-4 0,-5-2 0,3-6 0,-1 2 0,-2-8 0,1-10 0,-1-7 0,-1-9 0,0-7 0,0-2 0,-2-3 0,0-3 0,0-5 0,-2-1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5:13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24575,'38'0'0,"10"0"0,4 0 0,9 0 0,10 0 0,16 0 0,5 0 0,-8 0 0,-13 0 0,-23 0 0,-6 0 0,-10 0 0,-9 0 0,-8 2 0,-6 3 0,-2 2 0,-3 9 0,0 4 0,-3 3 0,-1 5 0,0 4 0,-1 5 0,-9 12 0,-10 6 0,-11 2 0,-8 3 0,-4-7 0,-1-5 0,-3-4 0,-2-3 0,-2-3 0,1 0 0,4-6 0,4-7 0,6-5 0,7-6 0,5-3 0,7-4 0,5-3 0,8-4 0,19-6 0,18-2 0,23-1 0,-1 3 0,1 4 0,-13 2 0,1 0 0,-1 0 0,-2 0 0,1 0 0,-1 4 0,-1 4 0,1 9 0,-3 6 0,0 4 0,1 4 0,-3 0 0,-3 4 0,-5 3 0,-4 1 0,-3 8 0,-2 6 0,-2 10 0,-4 8 0,-5 3 0,-3 2 0,-7-1 0,-11-1 0,-9-6 0,-16-1 0,-11-4 0,-5-10 0,-9-4 0,7-17 0,-5-8 0,3-10 0,1-7 0,1-4 0,9-3 0,4 0 0,7 0 0,8 0 0,6 0 0,6-1 0,4-2 0,2 0 0,2-2 0,0 1 0,2 0 0,2 2 0,2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5:19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543 14 24575,'-5'-7'0,"0"0"0,-3 7 0,-3 0 0,0 0 0,-2 0 0,2 0 0,0 0 0,-4 0 0,-1 0 0,-2 0 0,0 0 0,-1 0 0,-3 0 0,-4 0 0,-3 0 0,1 0 0,-2 0 0,2 2 0,1 1 0,3 2 0,3 2 0,2 1 0,0 0 0,1 0 0,2 1 0,2 1 0,2-1 0,3 0 0,1-2 0,3 0 0,0 0 0,1 0 0,2-1 0,-1 1 0,1 0 0,0-1 0,0 0 0,0 1 0,0 2 0,1 4 0,0 1 0,1-1 0,0 2 0,0 1 0,0 0 0,0 1 0,-1-1 0,1 1 0,0 1 0,0 2 0,0 2 0,2-1 0,2 2 0,2-3 0,2 0 0,-1 0 0,1-2 0,-2 1 0,0-1 0,-2-2 0,1-1 0,0-2 0,0 1 0,1 2 0,-1 1 0,3 1 0,-1-1 0,2-1 0,0-2 0,2-1 0,2 0 0,0-2 0,2 1 0,0-2 0,0-1 0,1-1 0,0 0 0,-1 0 0,0 0 0,1-2 0,-1-3 0,2-1 0,0-2 0,1 0 0,1 0 0,-1 0 0,1 0 0,3 0 0,0 0 0,2 0 0,1 0 0,0 0 0,3 0 0,-2 0 0,0 0 0,-1-1 0,-3-3 0,1-2 0,-3-1 0,-1-3 0,-3 0 0,-3 1 0,0-2 0,-1 1 0,-1-1 0,-2 0 0,-2 0 0,0 0 0,0 0 0,0 1 0,-1 0 0,0 0 0,-1-2 0,1-3 0,-2-2 0,-1-3 0,0-1 0,-3-2 0,1-2 0,-1 0 0,0 1 0,0 1 0,0 2 0,0 1 0,0-1 0,0 3 0,0 0 0,-2 4 0,-1 1 0,-3 1 0,-1 3 0,0 0 0,0 2 0,0 1 0,1-1 0,0 1 0,-1 0 0,-1 0 0,-1-1 0,0 0 0,0 0 0,0-2 0,-1 0 0,1 0 0,2 1 0,-1 2 0,1 1 0,0 1 0,0-1 0,0 1 0,0 2 0,0-1 0,0 0 0,0 1 0,1 1 0,-1 1 0,0 0 0,1 0 0,0 0 0,0 0 0,0-1 0,-2-1 0,3-1 0,1-2 0,2-2 0,1-2 0,1 3 0,0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969 0 24575,'-23'0'0,"-12"0"0,-7 0 0,-12 0 0,-39 0 0,41 0 0,-1 0 0,-2 0 0,0 0 0,2 0 0,1 0 0,-23 0 0,1 0 0,5 0 0,12 0 0,12 0 0,13 0 0,7 0 0,11 2 0,6 1 0,6 1 0,2 2 0,0 0 0,0 4 0,0 4 0,0 7 0,0 5 0,0 3 0,1 4 0,3 1 0,3 2 0,1 1 0,0-1 0,-2-3 0,0-4 0,0-5 0,2-8 0,-2-3 0,-1-4 0,-2-2 0,1-2 0,0-2 0,1-1 0,0-2 0,1 0 0,1 0 0,1 0 0,2 0 0,4-2 0,5-3 0,5-3 0,5-4 0,4-1 0,6 1 0,0 1 0,1 1 0,-2 2 0,-7 3 0,-2 3 0,-6 2 0,-2-1 0,-6 1 0,-4 0 0,-2 0 0,-1 0 0,1 2 0,-1 5 0,1 6 0,-2 7 0,1 4 0,0 4 0,1 5 0,0 2 0,0 1 0,-1 1 0,-1-3 0,-2 1 0,-2-3 0,-1-3 0,-2 0 0,0-3 0,0 0 0,0-1 0,0 1 0,0-1 0,0 1 0,-3-4 0,-5 0 0,-6-2 0,-6-1 0,-1-4 0,0-2 0,-3-2 0,0-2 0,-4 1 0,-1-1 0,0-1 0,1-3 0,0-2 0,4-2 0,2-1 0,3 0 0,5 0 0,1 0 0,4 0 0,4 0 0,2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7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41 24575,'-19'-3'0,"-1"0"0,-10 3 0,-2 0 0,-17 0 0,2 1 0,2 4 0,-1 9 0,13 6 0,-3 7 0,7 1 0,7-4 0,5 0 0,8-5 0,4-4 0,2 2 0,3-1 0,0 3 0,0 3 0,3 1 0,5 1 0,7 1 0,4-1 0,0-5 0,0-3 0,-1-4 0,4-1 0,2 0 0,0-4 0,4-1 0,0-3 0,5-7 0,3-12 0,1-13 0,1-15 0,-6-5 0,-3-1 0,-3 1 0,-3 3 0,-1 2 0,-5 6 0,-3 8 0,-4 8 0,-4 6 0,0 7 0,-3 1 0,-1 2 0,-1 1 0,-1 4 0,0 13 0,0 19 0,0 17 0,0 13 0,3 13 0,3 5 0,3 8 0,1-4 0,0-6 0,0-3 0,-1-4 0,2 4 0,-2-5 0,0-3 0,-3-8 0,-1-10 0,0-7 0,-1-10 0,1-5 0,-3-6 0,1-5 0,-1-2 0,0-4 0,0-1 0,0-1 0,-1 2 0,1 0 0,0 0 0,-2 0 0,0-3 0,0 1 0,0 0 0,0-1 0,0 0 0,0-3 0,0-1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9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255 160 24575,'-12'0'0,"-2"0"0,-1 0 0,-3 0 0,-2 3 0,-7 13 0,-3 8 0,1 7 0,3 0 0,9-6 0,3 4 0,2-2 0,2 0 0,4-2 0,3-4 0,2-2 0,0-1 0,2-1 0,8 1 0,12 2 0,13 2 0,13 2 0,8 2 0,9 6 0,0 3 0,0 4 0,-2 2 0,-7 0 0,-5-2 0,-9-4 0,-11-5 0,-8-5 0,-6-4 0,-5-5 0,-4-3 0,-4-3 0,-1 2 0,-1-1 0,-1 0 0,0 2 0,0-1 0,-1-1 0,-5 0 0,-5-1 0,-6 0 0,-4 0 0,-2-3 0,-4-2 0,-1-3 0,-1-1 0,1-1 0,3 0 0,-1-2 0,3-2 0,3-2 0,5-2 0,4 1 0,3 1 0,3 0 0,1 0 0,0 0 0,1-2 0,-1-2 0,2-4 0,-1-4 0,3-6 0,-1-3 0,1-3 0,0-3 0,0-1 0,0 0 0,0 3 0,0 2 0,0 5 0,0 2 0,0 4 0,0 0 0,0 0 0,0-2 0,0-2 0,2-1 0,4-4 0,3 0 0,7-6 0,1-2 0,-1-6 0,-1-6 0,-4 0 0,0-5 0,-1 5 0,0-1 0,-2 8 0,-3 6 0,-2 6 0,-2 7 0,-1 4 0,0 5 0,0 3 0,-1 3 0,-2 2 0,-2 2 0,-4 2 0,0 0 0,-2 0 0,1 0 0,1 0 0,-2 0 0,1 0 0,-1 0 0,2 0 0,1 1 0,0 2 0,4-1 0,1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51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24575,'6'17'0,"1"12"0,6 24 0,14 28 0,6 11 0,-13-43 0,0 1 0,2 4 0,1-1 0,12 34 0,-1-10 0,-5-15 0,-7-18 0,4 5 0,-2-5 0,-5-8 0,-3-7 0,-3-7 0,-2-4 0,-1-5 0,-3-2 0,1-1 0,-1 1 0,0 2 0,-1 0 0,0 3 0,0 1 0,0 3 0,2 0 0,0 2 0,-1-2 0,0-4 0,0-2 0,-1-3 0,-1-1 0,0-1 0,-2 0 0,0-1 0,-1 0 0,0-1 0,-1 0 0,1-1 0,2 3 0,-1 1 0,1 3 0,1 3 0,-1-1 0,0-2 0,-1-2 0,-1-2 0,0-3 0,0 0 0,-2-2 0,0-2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52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24575,'38'-12'0,"2"2"0,5-5 0,7 1 0,10-3 0,1 2 0,2 4 0,0 4 0,-6 5 0,2 1 0,-7 1 0,-4 0 0,-10 1 0,-7 4 0,-11 3 0,-6 5 0,-3 7 0,-6 2 0,-2 3 0,-3 2 0,-8 3 0,-11 5 0,-14 6 0,-17 4 0,0-3 0,1-6 0,1-4 0,1-4 0,-7 3 0,0 0 0,7-6 0,5-2 0,6-6 0,6-2 0,7-4 0,4-3 0,4-1 0,3-3 0,2 0 0,9-2 0,10 0 0,13-1 0,6-1 0,5 0 0,6-1 0,4-3 0,6-1 0,3-2 0,-1 2 0,1 1 0,-2 1 0,-3 2 0,-4 1 0,-6 0 0,-4 1 0,-6 4 0,-2 7 0,-2 6 0,-4 4 0,-4 0 0,-4 1 0,-2 3 0,0 2 0,-5 2 0,-1 0 0,-3 1 0,-2 1 0,0-2 0,0 1 0,0 3 0,0 2 0,-2 6 0,-4 8 0,-5-2 0,-6 1 0,-5-2 0,-4-6 0,-5 2 0,-2-5 0,-6-4 0,-5-6 0,0-6 0,-2-6 0,2-4 0,4-4 0,0-3 0,3-3 0,5-2 0,4 0 0,5 0 0,6 0 0,1 0 0,6 0 0,2 0 0,5 0 0,0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24575,'2'37'0,"5"1"0,8 32 0,4-1 0,1 9 0,7 13 0,0 2-636,-12-43 0,-1 0 636,12 41 0,-3-7 0,-1-1 414,0-14-414,-3 1 0,-2-14 0,-4-13 211,-2-8-211,-2-10 0,-2-6 0,0-2 646,-1-4-646,-1-2 0,-3-5 0,-1-3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4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24575,'0'44'0,"0"11"0,0 18 0,0 19-468,0-42 1,0 2 467,0 4 0,0 1 0,0 0 0,0-1 0,0 1 0,0 0 0,0-1 0,0-1 0,0 38 136,0-7-136,0-18 0,0-7 0,2-4 0,0-11 0,1-7 0,0-13 702,-2-7-702,2-7 97,0-4-97,0-1 0,0 0 0,1-3 0,1-2 0,1-1 0,1-1 0,0-1 0,6-5 0,7-5 0,9-6 0,9-10 0,-1 2 0,-1-2 0,1 2 0,0 3 0,8-6 0,0 1 0,1 3 0,-5 2 0,-2 4 0,-1 2 0,-4 4 0,-2 2 0,-5 2 0,-5 2 0,-4 2 0,-2-1 0,0 1 0,-1 2 0,0-1 0,-1 0 0,-1 0 0,-2-1 0,-2 2 0,-1 0 0,-2 2 0,-1-1 0,-2 0 0,-2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6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24575,'0'39'0,"0"-2"0,0 5 0,0 14 0,0 15 0,2 12 0,4-1 0,2-11 0,3-11 0,1-2 0,1-3 0,1 2 0,-1-3 0,-1-8 0,-2-6 0,-1-10 0,0-3 0,-3-1 0,1 0 0,-1-1 0,0 1 0,2-1 0,1 0 0,-1 1 0,0-3 0,0-1 0,0-3 0,0-3 0,-1-3 0,-1-5 0,-1-2 0,-2 0 0,-1 0 0,-2 1 0,2-1 0,0-1 0,-1-3 0,1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24575,'16'42'0,"2"1"0,15 9-9831,1 3 8341,9 7 4196,1 6-2706,-6 2 0,5 8 0,-3 0 0,-1 0 0,-5-7 1734,-5-9-1734,-6-3 0,-2-6 0,-3-4 0,-1-1 0,-2-9 6737,0-6-6737,-1-2 144,-2-4-144,0 0 0,-1-3 0,0-5 0,-2-2 0,-1-2 0,0-3 0,-2-3 0,-1-1 0,-3-4 0,0-1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4 24575,'-21'-3'0,"-4"6"0,-2 3 0,-6 7 0,-1 4 0,-4-1 0,1 1 0,2-2 0,1 1 0,5-2 0,4-2 0,4-1 0,5-3 0,3-1 0,2 0 0,6 0 0,1-1 0,3 1 0,1-1 0,0 0 0,0-1 0,0 3 0,0 3 0,0 6 0,0 4 0,0 5 0,1 2 0,1 1 0,2-1 0,2-3 0,-2 1 0,2-3 0,-2-2 0,0-3 0,0-4 0,0-3 0,-1-2 0,0-4 0,2-2 0,-1-1 0,2-2 0,0 0 0,2-2 0,4-1 0,4-4 0,5-2 0,6-2 0,5 2 0,9 4 0,11 2 0,4 3 0,3-1 0,-5 3 0,-3 4 0,-3 8 0,-4 8 0,-2 2 0,-7 2 0,-6-4 0,-9-6 0,-2-2 0,-6-5 0,-2-3 0,-2 0 0,-3 0 0,-1 0 0,-2 1 0,-1 0 0,-1-1 0,0 1 0,0 3 0,0 3 0,0 3 0,0 3 0,0 0 0,0 4 0,-1 1 0,-5 2 0,-4-1 0,-5 1 0,-1-1 0,-4 1 0,1 0 0,-3-1 0,-2-1 0,1 0 0,-4 0 0,4-4 0,0 0 0,1-4 0,0-1 0,-3 1 0,0-1 0,0 0 0,2-2 0,-1-1 0,3-2 0,4-2 0,1 0 0,5 0 0,3-3 0,1-1 0,1-2 0,2-1 0,1-1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8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24575,'12'39'0,"8"14"0,24 26 0,-16-30 0,2 3 0,7 12 0,3 4-1741,6 14 1,1 3 1740,-15-24 0,0 1 0,-1 1 0,-1-2 0,-1 1 0,-1-1-88,10 24 1,-3-2 87,-5-10 0,-3-3 0,-6-15 0,-1-2 0,14 40-80,-11-23 80,-3-9 0,0 2 0,-2-12 2511,-3-11-2511,-3-12 1128,-2-8-1128,-3-6 24,-2-4 0,-3-5 0,-2-2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21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3 24575,'-17'-2'0,"0"5"0,-1 5 0,1 6 0,-4 4 0,0 2 0,1 4 0,0 2 0,0 0 0,0 4 0,-1 2 0,1 0 0,3 1 0,2-2 0,2 2 0,3 1 0,3 0 0,4 0 0,0 3 0,3 1 0,0 0 0,0-2 0,0 2 0,0 1 0,0 0 0,0 0 0,0-3 0,1-3 0,3-4 0,3-2 0,2-5 0,0 1 0,2-2 0,-1-2 0,0 0 0,1-3 0,1-2 0,1 0 0,4-2 0,2 0 0,1 0 0,3 0 0,-1 1 0,1-1 0,0 2 0,0-1 0,-3 1 0,-2-1 0,-2 3 0,-3 2 0,-1 1 0,-2 3 0,-1-2 0,-2 3 0,0 1 0,0 0 0,0 4 0,-1 0 0,-1 1 0,-2-1 0,0-2 0,-3 0 0,1 0 0,-1-1 0,0 0 0,0 1 0,0-3 0,-2 0 0,-3-2 0,-3-2 0,-4-1 0,-1-3 0,1-1 0,-1-3 0,1-2 0,0-3 0,1-3 0,3-1 0,2-2 0,0 0 0,0 0 0,-1 0 0,0-1 0,0-5 0,1-7 0,0-7 0,1-8 0,0-5 0,1-3 0,1 0 0,0-3 0,3-1 0,0-1 0,0 2 0,0 4 0,-1 3 0,1 4 0,2 5 0,0 3 0,2 0 0,2 2 0,-2 1 0,1 1 0,-2 1 0,0-2 0,2-2 0,1-7 0,2-3 0,1-6 0,0-4 0,0 0 0,1 0 0,-1 2 0,-2 2 0,0 3 0,-2 5 0,-3 3 0,1 2 0,-3 3 0,0-1 0,0 2 0,0-2 0,0-1 0,0 2 0,0-1 0,0 2 0,0-1 0,0 2 0,0 3 0,0 1 0,0 1 0,0 1 0,0-1 0,0 3 0,0 1 0,0 1 0,0 0 0,0 0 0,0-1 0,0 1 0,0 0 0,0 0 0,0 1 0,0-1 0,0 0 0,0 1 0,-1-2 0,-1 0 0,0-1 0,-1 0 0,0-2 0,-1-2 0,-1 0 0,-1-2 0,2-1 0,-2-1 0,0-1 0,0 0 0,-1 1 0,1 1 0,0 2 0,2 2 0,2 3 0,-1 1 0,1 1 0,0 1 0,-1 1 0,1 0 0,0 3 0,1 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48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5 191 24575,'-4'-8'0,"5"-2"0,18-10 0,6-2 0,3 1 0,8-2 0,-4 8 0,8-1 0,0-2 0,-7 5 0,-1 1 0,-8 5 0,-3 4 0,-5 1 0,-2 2 0,-3 0 0,-2 0 0,0 0 0,-3 0 0,0 1 0,-3 3 0,-2 3 0,-1 7 0,0 5 0,0 7 0,0 6 0,0 5 0,0 2 0,0 3 0,0 4 0,0 6 0,0 2 0,-2 0 0,-3 0 0,-4-4 0,-4 4 0,0 0 0,-1-5 0,0-6 0,-1-4 0,0-3 0,-1 0 0,3-3 0,-1-6 0,4-5 0,0-5 0,-1-2 0,1 1 0,1-4 0,1-1 0,2-1 0,0 0 0,0-2 0,2-2 0,1-2 0,6-2 0,10-4 0,7-3 0,15-6 0,0 1 0,2-1 0,-1 2 0,-10 3 0,2 0 0,-7 2 0,-2 0 0,-3 1 0,-2 2 0,-2-1 0,-3 0 0,0 0 0,-2 0 0,0 2 0,0 0 0,0 0 0,-2-1 0,-2 0 0,-2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4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24575,'3'17'0,"0"10"0,-3 14 0,0 14 0,0 22 0,0 10 0,0-3 0,0-4 0,0-5 0,0-2 0,0 3 0,0-10 0,0-14 0,0-6 0,0-11 0,0-8 0,0-6 0,0-4 0,0-3 0,0-4 0,0-2 0,1-1 0,4-4 0,5-6 0,3-8 0,2-5 0,2-1 0,1-1 0,0 2 0,2 1 0,-2 0 0,2 2 0,2 1 0,-1 2 0,1 2 0,-1 3 0,0 2 0,1 2 0,1 1 0,2 0 0,0 0 0,0-1 0,0 0 0,1-2 0,-1-1 0,0-2 0,1 0 0,-3-1 0,-3 1 0,-2 1 0,-5 1 0,-2-2 0,-3 3 0,-2 0 0,0 0 0,-3 2 0,-1-1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50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24575,'0'29'0,"0"6"0,0 6 0,-2 8 0,0-1 0,1 1 0,2 0 0,3 9 0,4 11 0,2 1 0,2-2 0,-2 0 0,3 1 0,-3 4 0,0-4 0,0-4 0,-5-2 0,3-6 0,-1 2 0,-2-8 0,1-10 0,-1-7 0,-1-9 0,0-7 0,0-2 0,-2-3 0,0-3 0,0-5 0,-2-1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5:13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24575,'38'0'0,"10"0"0,4 0 0,9 0 0,10 0 0,16 0 0,5 0 0,-8 0 0,-13 0 0,-23 0 0,-6 0 0,-10 0 0,-9 0 0,-8 2 0,-6 3 0,-2 2 0,-3 9 0,0 4 0,-3 3 0,-1 5 0,0 4 0,-1 5 0,-9 12 0,-10 6 0,-11 2 0,-8 3 0,-4-7 0,-1-5 0,-3-4 0,-2-3 0,-2-3 0,1 0 0,4-6 0,4-7 0,6-5 0,7-6 0,5-3 0,7-4 0,5-3 0,8-4 0,19-6 0,18-2 0,23-1 0,-1 3 0,1 4 0,-13 2 0,1 0 0,-1 0 0,-2 0 0,1 0 0,-1 4 0,-1 4 0,1 9 0,-3 6 0,0 4 0,1 4 0,-3 0 0,-3 4 0,-5 3 0,-4 1 0,-3 8 0,-2 6 0,-2 10 0,-4 8 0,-5 3 0,-3 2 0,-7-1 0,-11-1 0,-9-6 0,-16-1 0,-11-4 0,-5-10 0,-9-4 0,7-17 0,-5-8 0,3-10 0,1-7 0,1-4 0,9-3 0,4 0 0,7 0 0,8 0 0,6 0 0,6-1 0,4-2 0,2 0 0,2-2 0,0 1 0,2 0 0,2 2 0,2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5:19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543 14 24575,'-5'-7'0,"0"0"0,-3 7 0,-3 0 0,0 0 0,-2 0 0,2 0 0,0 0 0,-4 0 0,-1 0 0,-2 0 0,0 0 0,-1 0 0,-3 0 0,-4 0 0,-3 0 0,1 0 0,-2 0 0,2 2 0,1 1 0,3 2 0,3 2 0,2 1 0,0 0 0,1 0 0,2 1 0,2 1 0,2-1 0,3 0 0,1-2 0,3 0 0,0 0 0,1 0 0,2-1 0,-1 1 0,1 0 0,0-1 0,0 0 0,0 1 0,0 2 0,1 4 0,0 1 0,1-1 0,0 2 0,0 1 0,0 0 0,0 1 0,-1-1 0,1 1 0,0 1 0,0 2 0,0 2 0,2-1 0,2 2 0,2-3 0,2 0 0,-1 0 0,1-2 0,-2 1 0,0-1 0,-2-2 0,1-1 0,0-2 0,0 1 0,1 2 0,-1 1 0,3 1 0,-1-1 0,2-1 0,0-2 0,2-1 0,2 0 0,0-2 0,2 1 0,0-2 0,0-1 0,1-1 0,0 0 0,-1 0 0,0 0 0,1-2 0,-1-3 0,2-1 0,0-2 0,1 0 0,1 0 0,-1 0 0,1 0 0,3 0 0,0 0 0,2 0 0,1 0 0,0 0 0,3 0 0,-2 0 0,0 0 0,-1-1 0,-3-3 0,1-2 0,-3-1 0,-1-3 0,-3 0 0,-3 1 0,0-2 0,-1 1 0,-1-1 0,-2 0 0,-2 0 0,0 0 0,0 0 0,0 1 0,-1 0 0,0 0 0,-1-2 0,1-3 0,-2-2 0,-1-3 0,0-1 0,-3-2 0,1-2 0,-1 0 0,0 1 0,0 1 0,0 2 0,0 1 0,0-1 0,0 3 0,0 0 0,-2 4 0,-1 1 0,-3 1 0,-1 3 0,0 0 0,0 2 0,0 1 0,1-1 0,0 1 0,-1 0 0,-1 0 0,-1-1 0,0 0 0,0 0 0,0-2 0,-1 0 0,1 0 0,2 1 0,-1 2 0,1 1 0,0 1 0,0-1 0,0 1 0,0 2 0,0-1 0,0 0 0,0 1 0,1 1 0,-1 1 0,0 0 0,1 0 0,0 0 0,0 0 0,0-1 0,-2-1 0,3-1 0,1-2 0,2-2 0,1-2 0,1 3 0,0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969 0 24575,'-23'0'0,"-12"0"0,-7 0 0,-12 0 0,-39 0 0,41 0 0,-1 0 0,-2 0 0,0 0 0,2 0 0,1 0 0,-23 0 0,1 0 0,5 0 0,12 0 0,12 0 0,13 0 0,7 0 0,11 2 0,6 1 0,6 1 0,2 2 0,0 0 0,0 4 0,0 4 0,0 7 0,0 5 0,0 3 0,1 4 0,3 1 0,3 2 0,1 1 0,0-1 0,-2-3 0,0-4 0,0-5 0,2-8 0,-2-3 0,-1-4 0,-2-2 0,1-2 0,0-2 0,1-1 0,0-2 0,1 0 0,1 0 0,1 0 0,2 0 0,4-2 0,5-3 0,5-3 0,5-4 0,4-1 0,6 1 0,0 1 0,1 1 0,-2 2 0,-7 3 0,-2 3 0,-6 2 0,-2-1 0,-6 1 0,-4 0 0,-2 0 0,-1 0 0,1 2 0,-1 5 0,1 6 0,-2 7 0,1 4 0,0 4 0,1 5 0,0 2 0,0 1 0,-1 1 0,-1-3 0,-2 1 0,-2-3 0,-1-3 0,-2 0 0,0-3 0,0 0 0,0-1 0,0 1 0,0-1 0,0 1 0,-3-4 0,-5 0 0,-6-2 0,-6-1 0,-1-4 0,0-2 0,-3-2 0,0-2 0,-4 1 0,-1-1 0,0-1 0,1-3 0,0-2 0,4-2 0,2-1 0,3 0 0,5 0 0,1 0 0,4 0 0,4 0 0,2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7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41 24575,'-19'-3'0,"-1"0"0,-10 3 0,-2 0 0,-17 0 0,2 1 0,2 4 0,-1 9 0,13 6 0,-3 7 0,7 1 0,7-4 0,5 0 0,8-5 0,4-4 0,2 2 0,3-1 0,0 3 0,0 3 0,3 1 0,5 1 0,7 1 0,4-1 0,0-5 0,0-3 0,-1-4 0,4-1 0,2 0 0,0-4 0,4-1 0,0-3 0,5-7 0,3-12 0,1-13 0,1-15 0,-6-5 0,-3-1 0,-3 1 0,-3 3 0,-1 2 0,-5 6 0,-3 8 0,-4 8 0,-4 6 0,0 7 0,-3 1 0,-1 2 0,-1 1 0,-1 4 0,0 13 0,0 19 0,0 17 0,0 13 0,3 13 0,3 5 0,3 8 0,1-4 0,0-6 0,0-3 0,-1-4 0,2 4 0,-2-5 0,0-3 0,-3-8 0,-1-10 0,0-7 0,-1-10 0,1-5 0,-3-6 0,1-5 0,-1-2 0,0-4 0,0-1 0,0-1 0,-1 2 0,1 0 0,0 0 0,-2 0 0,0-3 0,0 1 0,0 0 0,0-1 0,0 0 0,0-3 0,0-1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9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255 160 24575,'-12'0'0,"-2"0"0,-1 0 0,-3 0 0,-2 3 0,-7 13 0,-3 8 0,1 7 0,3 0 0,9-6 0,3 4 0,2-2 0,2 0 0,4-2 0,3-4 0,2-2 0,0-1 0,2-1 0,8 1 0,12 2 0,13 2 0,13 2 0,8 2 0,9 6 0,0 3 0,0 4 0,-2 2 0,-7 0 0,-5-2 0,-9-4 0,-11-5 0,-8-5 0,-6-4 0,-5-5 0,-4-3 0,-4-3 0,-1 2 0,-1-1 0,-1 0 0,0 2 0,0-1 0,-1-1 0,-5 0 0,-5-1 0,-6 0 0,-4 0 0,-2-3 0,-4-2 0,-1-3 0,-1-1 0,1-1 0,3 0 0,-1-2 0,3-2 0,3-2 0,5-2 0,4 1 0,3 1 0,3 0 0,1 0 0,0 0 0,1-2 0,-1-2 0,2-4 0,-1-4 0,3-6 0,-1-3 0,1-3 0,0-3 0,0-1 0,0 0 0,0 3 0,0 2 0,0 5 0,0 2 0,0 4 0,0 0 0,0 0 0,0-2 0,0-2 0,2-1 0,4-4 0,3 0 0,7-6 0,1-2 0,-1-6 0,-1-6 0,-4 0 0,0-5 0,-1 5 0,0-1 0,-2 8 0,-3 6 0,-2 6 0,-2 7 0,-1 4 0,0 5 0,0 3 0,-1 3 0,-2 2 0,-2 2 0,-4 2 0,0 0 0,-2 0 0,1 0 0,1 0 0,-2 0 0,1 0 0,-1 0 0,2 0 0,1 1 0,0 2 0,4-1 0,1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51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24575,'6'17'0,"1"12"0,6 24 0,14 28 0,6 11 0,-13-43 0,0 1 0,2 4 0,1-1 0,12 34 0,-1-10 0,-5-15 0,-7-18 0,4 5 0,-2-5 0,-5-8 0,-3-7 0,-3-7 0,-2-4 0,-1-5 0,-3-2 0,1-1 0,-1 1 0,0 2 0,-1 0 0,0 3 0,0 1 0,0 3 0,2 0 0,0 2 0,-1-2 0,0-4 0,0-2 0,-1-3 0,-1-1 0,0-1 0,-2 0 0,0-1 0,-1 0 0,0-1 0,-1 0 0,1-1 0,2 3 0,-1 1 0,1 3 0,1 3 0,-1-1 0,0-2 0,-1-2 0,-1-2 0,0-3 0,0 0 0,-2-2 0,0-2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52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24575,'38'-12'0,"2"2"0,5-5 0,7 1 0,10-3 0,1 2 0,2 4 0,0 4 0,-6 5 0,2 1 0,-7 1 0,-4 0 0,-10 1 0,-7 4 0,-11 3 0,-6 5 0,-3 7 0,-6 2 0,-2 3 0,-3 2 0,-8 3 0,-11 5 0,-14 6 0,-17 4 0,0-3 0,1-6 0,1-4 0,1-4 0,-7 3 0,0 0 0,7-6 0,5-2 0,6-6 0,6-2 0,7-4 0,4-3 0,4-1 0,3-3 0,2 0 0,9-2 0,10 0 0,13-1 0,6-1 0,5 0 0,6-1 0,4-3 0,6-1 0,3-2 0,-1 2 0,1 1 0,-2 1 0,-3 2 0,-4 1 0,-6 0 0,-4 1 0,-6 4 0,-2 7 0,-2 6 0,-4 4 0,-4 0 0,-4 1 0,-2 3 0,0 2 0,-5 2 0,-1 0 0,-3 1 0,-2 1 0,0-2 0,0 1 0,0 3 0,0 2 0,-2 6 0,-4 8 0,-5-2 0,-6 1 0,-5-2 0,-4-6 0,-5 2 0,-2-5 0,-6-4 0,-5-6 0,0-6 0,-2-6 0,2-4 0,4-4 0,0-3 0,3-3 0,5-2 0,4 0 0,5 0 0,6 0 0,1 0 0,6 0 0,2 0 0,5 0 0,0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24575,'2'37'0,"5"1"0,8 32 0,4-1 0,1 9 0,7 13 0,0 2-636,-12-43 0,-1 0 636,12 41 0,-3-7 0,-1-1 414,0-14-414,-3 1 0,-2-14 0,-4-13 211,-2-8-211,-2-10 0,-2-6 0,0-2 646,-1-4-646,-1-2 0,-3-5 0,-1-3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4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24575,'0'44'0,"0"11"0,0 18 0,0 19-468,0-42 1,0 2 467,0 4 0,0 1 0,0 0 0,0-1 0,0 1 0,0 0 0,0-1 0,0-1 0,0 38 136,0-7-136,0-18 0,0-7 0,2-4 0,0-11 0,1-7 0,0-13 702,-2-7-702,2-7 97,0-4-97,0-1 0,0 0 0,1-3 0,1-2 0,1-1 0,1-1 0,0-1 0,6-5 0,7-5 0,9-6 0,9-10 0,-1 2 0,-1-2 0,1 2 0,0 3 0,8-6 0,0 1 0,1 3 0,-5 2 0,-2 4 0,-1 2 0,-4 4 0,-2 2 0,-5 2 0,-5 2 0,-4 2 0,-2-1 0,0 1 0,-1 2 0,0-1 0,-1 0 0,-1 0 0,-2-1 0,-2 2 0,-1 0 0,-2 2 0,-1-1 0,-2 0 0,-2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6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24575,'0'39'0,"0"-2"0,0 5 0,0 14 0,0 15 0,2 12 0,4-1 0,2-11 0,3-11 0,1-2 0,1-3 0,1 2 0,-1-3 0,-1-8 0,-2-6 0,-1-10 0,0-3 0,-3-1 0,1 0 0,-1-1 0,0 1 0,2-1 0,1 0 0,-1 1 0,0-3 0,0-1 0,0-3 0,0-3 0,-1-3 0,-1-5 0,-1-2 0,-2 0 0,-1 0 0,-2 1 0,2-1 0,0-1 0,-1-3 0,1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24575,'16'42'0,"2"1"0,15 9-9831,1 3 8341,9 7 4196,1 6-2706,-6 2 0,5 8 0,-3 0 0,-1 0 0,-5-7 1734,-5-9-1734,-6-3 0,-2-6 0,-3-4 0,-1-1 0,-2-9 6737,0-6-6737,-1-2 144,-2-4-144,0 0 0,-1-3 0,0-5 0,-2-2 0,-1-2 0,0-3 0,-2-3 0,-1-1 0,-3-4 0,0-1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4 24575,'-21'-3'0,"-4"6"0,-2 3 0,-6 7 0,-1 4 0,-4-1 0,1 1 0,2-2 0,1 1 0,5-2 0,4-2 0,4-1 0,5-3 0,3-1 0,2 0 0,6 0 0,1-1 0,3 1 0,1-1 0,0 0 0,0-1 0,0 3 0,0 3 0,0 6 0,0 4 0,0 5 0,1 2 0,1 1 0,2-1 0,2-3 0,-2 1 0,2-3 0,-2-2 0,0-3 0,0-4 0,0-3 0,-1-2 0,0-4 0,2-2 0,-1-1 0,2-2 0,0 0 0,2-2 0,4-1 0,4-4 0,5-2 0,6-2 0,5 2 0,9 4 0,11 2 0,4 3 0,3-1 0,-5 3 0,-3 4 0,-3 8 0,-4 8 0,-2 2 0,-7 2 0,-6-4 0,-9-6 0,-2-2 0,-6-5 0,-2-3 0,-2 0 0,-3 0 0,-1 0 0,-2 1 0,-1 0 0,-1-1 0,0 1 0,0 3 0,0 3 0,0 3 0,0 3 0,0 0 0,0 4 0,-1 1 0,-5 2 0,-4-1 0,-5 1 0,-1-1 0,-4 1 0,1 0 0,-3-1 0,-2-1 0,1 0 0,-4 0 0,4-4 0,0 0 0,1-4 0,0-1 0,-3 1 0,0-1 0,0 0 0,2-2 0,-1-1 0,3-2 0,4-2 0,1 0 0,5 0 0,3-3 0,1-1 0,1-2 0,2-1 0,1-1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8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24575,'12'39'0,"8"14"0,24 26 0,-16-30 0,2 3 0,7 12 0,3 4-1741,6 14 1,1 3 1740,-15-24 0,0 1 0,-1 1 0,-1-2 0,-1 1 0,-1-1-88,10 24 1,-3-2 87,-5-10 0,-3-3 0,-6-15 0,-1-2 0,14 40-80,-11-23 80,-3-9 0,0 2 0,-2-12 2511,-3-11-2511,-3-12 1128,-2-8-1128,-3-6 24,-2-4 0,-3-5 0,-2-2 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21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3 24575,'-17'-2'0,"0"5"0,-1 5 0,1 6 0,-4 4 0,0 2 0,1 4 0,0 2 0,0 0 0,0 4 0,-1 2 0,1 0 0,3 1 0,2-2 0,2 2 0,3 1 0,3 0 0,4 0 0,0 3 0,3 1 0,0 0 0,0-2 0,0 2 0,0 1 0,0 0 0,0 0 0,0-3 0,1-3 0,3-4 0,3-2 0,2-5 0,0 1 0,2-2 0,-1-2 0,0 0 0,1-3 0,1-2 0,1 0 0,4-2 0,2 0 0,1 0 0,3 0 0,-1 1 0,1-1 0,0 2 0,0-1 0,-3 1 0,-2-1 0,-2 3 0,-3 2 0,-1 1 0,-2 3 0,-1-2 0,-2 3 0,0 1 0,0 0 0,0 4 0,-1 0 0,-1 1 0,-2-1 0,0-2 0,-3 0 0,1 0 0,-1-1 0,0 0 0,0 1 0,0-3 0,-2 0 0,-3-2 0,-3-2 0,-4-1 0,-1-3 0,1-1 0,-1-3 0,1-2 0,0-3 0,1-3 0,3-1 0,2-2 0,0 0 0,0 0 0,-1 0 0,0-1 0,0-5 0,1-7 0,0-7 0,1-8 0,0-5 0,1-3 0,1 0 0,0-3 0,3-1 0,0-1 0,0 2 0,0 4 0,-1 3 0,1 4 0,2 5 0,0 3 0,2 0 0,2 2 0,-2 1 0,1 1 0,-2 1 0,0-2 0,2-2 0,1-7 0,2-3 0,1-6 0,0-4 0,0 0 0,1 0 0,-1 2 0,-2 2 0,0 3 0,-2 5 0,-3 3 0,1 2 0,-3 3 0,0-1 0,0 2 0,0-2 0,0-1 0,0 2 0,0-1 0,0 2 0,0-1 0,0 2 0,0 3 0,0 1 0,0 1 0,0 1 0,0-1 0,0 3 0,0 1 0,0 1 0,0 0 0,0 0 0,0-1 0,0 1 0,0 0 0,0 0 0,0 1 0,0-1 0,0 0 0,0 1 0,-1-2 0,-1 0 0,0-1 0,-1 0 0,0-2 0,-1-2 0,-1 0 0,-1-2 0,2-1 0,-2-1 0,0-1 0,0 0 0,-1 1 0,1 1 0,0 2 0,2 2 0,2 3 0,-1 1 0,1 1 0,0 1 0,-1 1 0,1 0 0,0 3 0,1 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48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5 191 24575,'-4'-8'0,"5"-2"0,18-10 0,6-2 0,3 1 0,8-2 0,-4 8 0,8-1 0,0-2 0,-7 5 0,-1 1 0,-8 5 0,-3 4 0,-5 1 0,-2 2 0,-3 0 0,-2 0 0,0 0 0,-3 0 0,0 1 0,-3 3 0,-2 3 0,-1 7 0,0 5 0,0 7 0,0 6 0,0 5 0,0 2 0,0 3 0,0 4 0,0 6 0,0 2 0,-2 0 0,-3 0 0,-4-4 0,-4 4 0,0 0 0,-1-5 0,0-6 0,-1-4 0,0-3 0,-1 0 0,3-3 0,-1-6 0,4-5 0,0-5 0,-1-2 0,1 1 0,1-4 0,1-1 0,2-1 0,0 0 0,0-2 0,2-2 0,1-2 0,6-2 0,10-4 0,7-3 0,15-6 0,0 1 0,2-1 0,-1 2 0,-10 3 0,2 0 0,-7 2 0,-2 0 0,-3 1 0,-2 2 0,-2-1 0,-3 0 0,0 0 0,-2 0 0,0 2 0,0 0 0,0 0 0,-2-1 0,-2 0 0,-2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4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24575,'3'17'0,"0"10"0,-3 14 0,0 14 0,0 22 0,0 10 0,0-3 0,0-4 0,0-5 0,0-2 0,0 3 0,0-10 0,0-14 0,0-6 0,0-11 0,0-8 0,0-6 0,0-4 0,0-3 0,0-4 0,0-2 0,1-1 0,4-4 0,5-6 0,3-8 0,2-5 0,2-1 0,1-1 0,0 2 0,2 1 0,-2 0 0,2 2 0,2 1 0,-1 2 0,1 2 0,-1 3 0,0 2 0,1 2 0,1 1 0,2 0 0,0 0 0,0-1 0,0 0 0,1-2 0,-1-1 0,0-2 0,1 0 0,-3-1 0,-3 1 0,-2 1 0,-5 1 0,-2-2 0,-3 3 0,-2 0 0,0 0 0,-3 2 0,-1-1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50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24575,'0'29'0,"0"6"0,0 6 0,-2 8 0,0-1 0,1 1 0,2 0 0,3 9 0,4 11 0,2 1 0,2-2 0,-2 0 0,3 1 0,-3 4 0,0-4 0,0-4 0,-5-2 0,3-6 0,-1 2 0,-2-8 0,1-10 0,-1-7 0,-1-9 0,0-7 0,0-2 0,-2-3 0,0-3 0,0-5 0,-2-1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5:13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24575,'38'0'0,"10"0"0,4 0 0,9 0 0,10 0 0,16 0 0,5 0 0,-8 0 0,-13 0 0,-23 0 0,-6 0 0,-10 0 0,-9 0 0,-8 2 0,-6 3 0,-2 2 0,-3 9 0,0 4 0,-3 3 0,-1 5 0,0 4 0,-1 5 0,-9 12 0,-10 6 0,-11 2 0,-8 3 0,-4-7 0,-1-5 0,-3-4 0,-2-3 0,-2-3 0,1 0 0,4-6 0,4-7 0,6-5 0,7-6 0,5-3 0,7-4 0,5-3 0,8-4 0,19-6 0,18-2 0,23-1 0,-1 3 0,1 4 0,-13 2 0,1 0 0,-1 0 0,-2 0 0,1 0 0,-1 4 0,-1 4 0,1 9 0,-3 6 0,0 4 0,1 4 0,-3 0 0,-3 4 0,-5 3 0,-4 1 0,-3 8 0,-2 6 0,-2 10 0,-4 8 0,-5 3 0,-3 2 0,-7-1 0,-11-1 0,-9-6 0,-16-1 0,-11-4 0,-5-10 0,-9-4 0,7-17 0,-5-8 0,3-10 0,1-7 0,1-4 0,9-3 0,4 0 0,7 0 0,8 0 0,6 0 0,6-1 0,4-2 0,2 0 0,2-2 0,0 1 0,2 0 0,2 2 0,2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5:19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543 14 24575,'-5'-7'0,"0"0"0,-3 7 0,-3 0 0,0 0 0,-2 0 0,2 0 0,0 0 0,-4 0 0,-1 0 0,-2 0 0,0 0 0,-1 0 0,-3 0 0,-4 0 0,-3 0 0,1 0 0,-2 0 0,2 2 0,1 1 0,3 2 0,3 2 0,2 1 0,0 0 0,1 0 0,2 1 0,2 1 0,2-1 0,3 0 0,1-2 0,3 0 0,0 0 0,1 0 0,2-1 0,-1 1 0,1 0 0,0-1 0,0 0 0,0 1 0,0 2 0,1 4 0,0 1 0,1-1 0,0 2 0,0 1 0,0 0 0,0 1 0,-1-1 0,1 1 0,0 1 0,0 2 0,0 2 0,2-1 0,2 2 0,2-3 0,2 0 0,-1 0 0,1-2 0,-2 1 0,0-1 0,-2-2 0,1-1 0,0-2 0,0 1 0,1 2 0,-1 1 0,3 1 0,-1-1 0,2-1 0,0-2 0,2-1 0,2 0 0,0-2 0,2 1 0,0-2 0,0-1 0,1-1 0,0 0 0,-1 0 0,0 0 0,1-2 0,-1-3 0,2-1 0,0-2 0,1 0 0,1 0 0,-1 0 0,1 0 0,3 0 0,0 0 0,2 0 0,1 0 0,0 0 0,3 0 0,-2 0 0,0 0 0,-1-1 0,-3-3 0,1-2 0,-3-1 0,-1-3 0,-3 0 0,-3 1 0,0-2 0,-1 1 0,-1-1 0,-2 0 0,-2 0 0,0 0 0,0 0 0,0 1 0,-1 0 0,0 0 0,-1-2 0,1-3 0,-2-2 0,-1-3 0,0-1 0,-3-2 0,1-2 0,-1 0 0,0 1 0,0 1 0,0 2 0,0 1 0,0-1 0,0 3 0,0 0 0,-2 4 0,-1 1 0,-3 1 0,-1 3 0,0 0 0,0 2 0,0 1 0,1-1 0,0 1 0,-1 0 0,-1 0 0,-1-1 0,0 0 0,0 0 0,0-2 0,-1 0 0,1 0 0,2 1 0,-1 2 0,1 1 0,0 1 0,0-1 0,0 1 0,0 2 0,0-1 0,0 0 0,0 1 0,1 1 0,-1 1 0,0 0 0,1 0 0,0 0 0,0 0 0,0-1 0,-2-1 0,3-1 0,1-2 0,2-2 0,1-2 0,1 3 0,0 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969 0 24575,'-23'0'0,"-12"0"0,-7 0 0,-12 0 0,-39 0 0,41 0 0,-1 0 0,-2 0 0,0 0 0,2 0 0,1 0 0,-23 0 0,1 0 0,5 0 0,12 0 0,12 0 0,13 0 0,7 0 0,11 2 0,6 1 0,6 1 0,2 2 0,0 0 0,0 4 0,0 4 0,0 7 0,0 5 0,0 3 0,1 4 0,3 1 0,3 2 0,1 1 0,0-1 0,-2-3 0,0-4 0,0-5 0,2-8 0,-2-3 0,-1-4 0,-2-2 0,1-2 0,0-2 0,1-1 0,0-2 0,1 0 0,1 0 0,1 0 0,2 0 0,4-2 0,5-3 0,5-3 0,5-4 0,4-1 0,6 1 0,0 1 0,1 1 0,-2 2 0,-7 3 0,-2 3 0,-6 2 0,-2-1 0,-6 1 0,-4 0 0,-2 0 0,-1 0 0,1 2 0,-1 5 0,1 6 0,-2 7 0,1 4 0,0 4 0,1 5 0,0 2 0,0 1 0,-1 1 0,-1-3 0,-2 1 0,-2-3 0,-1-3 0,-2 0 0,0-3 0,0 0 0,0-1 0,0 1 0,0-1 0,0 1 0,-3-4 0,-5 0 0,-6-2 0,-6-1 0,-1-4 0,0-2 0,-3-2 0,0-2 0,-4 1 0,-1-1 0,0-1 0,1-3 0,0-2 0,4-2 0,2-1 0,3 0 0,5 0 0,1 0 0,4 0 0,4 0 0,2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7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41 24575,'-19'-3'0,"-1"0"0,-10 3 0,-2 0 0,-17 0 0,2 1 0,2 4 0,-1 9 0,13 6 0,-3 7 0,7 1 0,7-4 0,5 0 0,8-5 0,4-4 0,2 2 0,3-1 0,0 3 0,0 3 0,3 1 0,5 1 0,7 1 0,4-1 0,0-5 0,0-3 0,-1-4 0,4-1 0,2 0 0,0-4 0,4-1 0,0-3 0,5-7 0,3-12 0,1-13 0,1-15 0,-6-5 0,-3-1 0,-3 1 0,-3 3 0,-1 2 0,-5 6 0,-3 8 0,-4 8 0,-4 6 0,0 7 0,-3 1 0,-1 2 0,-1 1 0,-1 4 0,0 13 0,0 19 0,0 17 0,0 13 0,3 13 0,3 5 0,3 8 0,1-4 0,0-6 0,0-3 0,-1-4 0,2 4 0,-2-5 0,0-3 0,-3-8 0,-1-10 0,0-7 0,-1-10 0,1-5 0,-3-6 0,1-5 0,-1-2 0,0-4 0,0-1 0,0-1 0,-1 2 0,1 0 0,0 0 0,-2 0 0,0-3 0,0 1 0,0 0 0,0-1 0,0 0 0,0-3 0,0-1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39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255 160 24575,'-12'0'0,"-2"0"0,-1 0 0,-3 0 0,-2 3 0,-7 13 0,-3 8 0,1 7 0,3 0 0,9-6 0,3 4 0,2-2 0,2 0 0,4-2 0,3-4 0,2-2 0,0-1 0,2-1 0,8 1 0,12 2 0,13 2 0,13 2 0,8 2 0,9 6 0,0 3 0,0 4 0,-2 2 0,-7 0 0,-5-2 0,-9-4 0,-11-5 0,-8-5 0,-6-4 0,-5-5 0,-4-3 0,-4-3 0,-1 2 0,-1-1 0,-1 0 0,0 2 0,0-1 0,-1-1 0,-5 0 0,-5-1 0,-6 0 0,-4 0 0,-2-3 0,-4-2 0,-1-3 0,-1-1 0,1-1 0,3 0 0,-1-2 0,3-2 0,3-2 0,5-2 0,4 1 0,3 1 0,3 0 0,1 0 0,0 0 0,1-2 0,-1-2 0,2-4 0,-1-4 0,3-6 0,-1-3 0,1-3 0,0-3 0,0-1 0,0 0 0,0 3 0,0 2 0,0 5 0,0 2 0,0 4 0,0 0 0,0 0 0,0-2 0,0-2 0,2-1 0,4-4 0,3 0 0,7-6 0,1-2 0,-1-6 0,-1-6 0,-4 0 0,0-5 0,-1 5 0,0-1 0,-2 8 0,-3 6 0,-2 6 0,-2 7 0,-1 4 0,0 5 0,0 3 0,-1 3 0,-2 2 0,-2 2 0,-4 2 0,0 0 0,-2 0 0,1 0 0,1 0 0,-2 0 0,1 0 0,-1 0 0,2 0 0,1 1 0,0 2 0,4-1 0,1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51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24575,'6'17'0,"1"12"0,6 24 0,14 28 0,6 11 0,-13-43 0,0 1 0,2 4 0,1-1 0,12 34 0,-1-10 0,-5-15 0,-7-18 0,4 5 0,-2-5 0,-5-8 0,-3-7 0,-3-7 0,-2-4 0,-1-5 0,-3-2 0,1-1 0,-1 1 0,0 2 0,-1 0 0,0 3 0,0 1 0,0 3 0,2 0 0,0 2 0,-1-2 0,0-4 0,0-2 0,-1-3 0,-1-1 0,0-1 0,-2 0 0,0-1 0,-1 0 0,0-1 0,-1 0 0,1-1 0,2 3 0,-1 1 0,1 3 0,1 3 0,-1-1 0,0-2 0,-1-2 0,-1-2 0,0-3 0,0 0 0,-2-2 0,0-2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3:52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24575,'38'-12'0,"2"2"0,5-5 0,7 1 0,10-3 0,1 2 0,2 4 0,0 4 0,-6 5 0,2 1 0,-7 1 0,-4 0 0,-10 1 0,-7 4 0,-11 3 0,-6 5 0,-3 7 0,-6 2 0,-2 3 0,-3 2 0,-8 3 0,-11 5 0,-14 6 0,-17 4 0,0-3 0,1-6 0,1-4 0,1-4 0,-7 3 0,0 0 0,7-6 0,5-2 0,6-6 0,6-2 0,7-4 0,4-3 0,4-1 0,3-3 0,2 0 0,9-2 0,10 0 0,13-1 0,6-1 0,5 0 0,6-1 0,4-3 0,6-1 0,3-2 0,-1 2 0,1 1 0,-2 1 0,-3 2 0,-4 1 0,-6 0 0,-4 1 0,-6 4 0,-2 7 0,-2 6 0,-4 4 0,-4 0 0,-4 1 0,-2 3 0,0 2 0,-5 2 0,-1 0 0,-3 1 0,-2 1 0,0-2 0,0 1 0,0 3 0,0 2 0,-2 6 0,-4 8 0,-5-2 0,-6 1 0,-5-2 0,-4-6 0,-5 2 0,-2-5 0,-6-4 0,-5-6 0,0-6 0,-2-6 0,2-4 0,4-4 0,0-3 0,3-3 0,5-2 0,4 0 0,5 0 0,6 0 0,1 0 0,6 0 0,2 0 0,5 0 0,0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24575,'2'37'0,"5"1"0,8 32 0,4-1 0,1 9 0,7 13 0,0 2-636,-12-43 0,-1 0 636,12 41 0,-3-7 0,-1-1 414,0-14-414,-3 1 0,-2-14 0,-4-13 211,-2-8-211,-2-10 0,-2-6 0,0-2 646,-1-4-646,-1-2 0,-3-5 0,-1-3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4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24575,'0'44'0,"0"11"0,0 18 0,0 19-468,0-42 1,0 2 467,0 4 0,0 1 0,0 0 0,0-1 0,0 1 0,0 0 0,0-1 0,0-1 0,0 38 136,0-7-136,0-18 0,0-7 0,2-4 0,0-11 0,1-7 0,0-13 702,-2-7-702,2-7 97,0-4-97,0-1 0,0 0 0,1-3 0,1-2 0,1-1 0,1-1 0,0-1 0,6-5 0,7-5 0,9-6 0,9-10 0,-1 2 0,-1-2 0,1 2 0,0 3 0,8-6 0,0 1 0,1 3 0,-5 2 0,-2 4 0,-1 2 0,-4 4 0,-2 2 0,-5 2 0,-5 2 0,-4 2 0,-2-1 0,0 1 0,-1 2 0,0-1 0,-1 0 0,-1 0 0,-2-1 0,-2 2 0,-1 0 0,-2 2 0,-1-1 0,-2 0 0,-2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06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24575,'0'39'0,"0"-2"0,0 5 0,0 14 0,0 15 0,2 12 0,4-1 0,2-11 0,3-11 0,1-2 0,1-3 0,1 2 0,-1-3 0,-1-8 0,-2-6 0,-1-10 0,0-3 0,-3-1 0,1 0 0,-1-1 0,0 1 0,2-1 0,1 0 0,-1 1 0,0-3 0,0-1 0,0-3 0,0-3 0,-1-3 0,-1-5 0,-1-2 0,-2 0 0,-1 0 0,-2 1 0,2-1 0,0-1 0,-1-3 0,1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24575,'16'42'0,"2"1"0,15 9-9831,1 3 8341,9 7 4196,1 6-2706,-6 2 0,5 8 0,-3 0 0,-1 0 0,-5-7 1734,-5-9-1734,-6-3 0,-2-6 0,-3-4 0,-1-1 0,-2-9 6737,0-6-6737,-1-2 144,-2-4-144,0 0 0,-1-3 0,0-5 0,-2-2 0,-1-2 0,0-3 0,-2-3 0,-1-1 0,-3-4 0,0-1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4 24575,'-21'-3'0,"-4"6"0,-2 3 0,-6 7 0,-1 4 0,-4-1 0,1 1 0,2-2 0,1 1 0,5-2 0,4-2 0,4-1 0,5-3 0,3-1 0,2 0 0,6 0 0,1-1 0,3 1 0,1-1 0,0 0 0,0-1 0,0 3 0,0 3 0,0 6 0,0 4 0,0 5 0,1 2 0,1 1 0,2-1 0,2-3 0,-2 1 0,2-3 0,-2-2 0,0-3 0,0-4 0,0-3 0,-1-2 0,0-4 0,2-2 0,-1-1 0,2-2 0,0 0 0,2-2 0,4-1 0,4-4 0,5-2 0,6-2 0,5 2 0,9 4 0,11 2 0,4 3 0,3-1 0,-5 3 0,-3 4 0,-3 8 0,-4 8 0,-2 2 0,-7 2 0,-6-4 0,-9-6 0,-2-2 0,-6-5 0,-2-3 0,-2 0 0,-3 0 0,-1 0 0,-2 1 0,-1 0 0,-1-1 0,0 1 0,0 3 0,0 3 0,0 3 0,0 3 0,0 0 0,0 4 0,-1 1 0,-5 2 0,-4-1 0,-5 1 0,-1-1 0,-4 1 0,1 0 0,-3-1 0,-2-1 0,1 0 0,-4 0 0,4-4 0,0 0 0,1-4 0,0-1 0,-3 1 0,0-1 0,0 0 0,2-2 0,-1-1 0,3-2 0,4-2 0,1 0 0,5 0 0,3-3 0,1-1 0,1-2 0,2-1 0,1-1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18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24575,'12'39'0,"8"14"0,24 26 0,-16-30 0,2 3 0,7 12 0,3 4-1741,6 14 1,1 3 1740,-15-24 0,0 1 0,-1 1 0,-1-2 0,-1 1 0,-1-1-88,10 24 1,-3-2 87,-5-10 0,-3-3 0,-6-15 0,-1-2 0,14 40-80,-11-23 80,-3-9 0,0 2 0,-2-12 2511,-3-11-2511,-3-12 1128,-2-8-1128,-3-6 24,-2-4 0,-3-5 0,-2-2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21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3 24575,'-17'-2'0,"0"5"0,-1 5 0,1 6 0,-4 4 0,0 2 0,1 4 0,0 2 0,0 0 0,0 4 0,-1 2 0,1 0 0,3 1 0,2-2 0,2 2 0,3 1 0,3 0 0,4 0 0,0 3 0,3 1 0,0 0 0,0-2 0,0 2 0,0 1 0,0 0 0,0 0 0,0-3 0,1-3 0,3-4 0,3-2 0,2-5 0,0 1 0,2-2 0,-1-2 0,0 0 0,1-3 0,1-2 0,1 0 0,4-2 0,2 0 0,1 0 0,3 0 0,-1 1 0,1-1 0,0 2 0,0-1 0,-3 1 0,-2-1 0,-2 3 0,-3 2 0,-1 1 0,-2 3 0,-1-2 0,-2 3 0,0 1 0,0 0 0,0 4 0,-1 0 0,-1 1 0,-2-1 0,0-2 0,-3 0 0,1 0 0,-1-1 0,0 0 0,0 1 0,0-3 0,-2 0 0,-3-2 0,-3-2 0,-4-1 0,-1-3 0,1-1 0,-1-3 0,1-2 0,0-3 0,1-3 0,3-1 0,2-2 0,0 0 0,0 0 0,-1 0 0,0-1 0,0-5 0,1-7 0,0-7 0,1-8 0,0-5 0,1-3 0,1 0 0,0-3 0,3-1 0,0-1 0,0 2 0,0 4 0,-1 3 0,1 4 0,2 5 0,0 3 0,2 0 0,2 2 0,-2 1 0,1 1 0,-2 1 0,0-2 0,2-2 0,1-7 0,2-3 0,1-6 0,0-4 0,0 0 0,1 0 0,-1 2 0,-2 2 0,0 3 0,-2 5 0,-3 3 0,1 2 0,-3 3 0,0-1 0,0 2 0,0-2 0,0-1 0,0 2 0,0-1 0,0 2 0,0-1 0,0 2 0,0 3 0,0 1 0,0 1 0,0 1 0,0-1 0,0 3 0,0 1 0,0 1 0,0 0 0,0 0 0,0-1 0,0 1 0,0 0 0,0 0 0,0 1 0,0-1 0,0 0 0,0 1 0,-1-2 0,-1 0 0,0-1 0,-1 0 0,0-2 0,-1-2 0,-1 0 0,-1-2 0,2-1 0,-2-1 0,0-1 0,0 0 0,-1 1 0,1 1 0,0 2 0,2 2 0,2 3 0,-1 1 0,1 1 0,0 1 0,-1 1 0,1 0 0,0 3 0,1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48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5 191 24575,'-4'-8'0,"5"-2"0,18-10 0,6-2 0,3 1 0,8-2 0,-4 8 0,8-1 0,0-2 0,-7 5 0,-1 1 0,-8 5 0,-3 4 0,-5 1 0,-2 2 0,-3 0 0,-2 0 0,0 0 0,-3 0 0,0 1 0,-3 3 0,-2 3 0,-1 7 0,0 5 0,0 7 0,0 6 0,0 5 0,0 2 0,0 3 0,0 4 0,0 6 0,0 2 0,-2 0 0,-3 0 0,-4-4 0,-4 4 0,0 0 0,-1-5 0,0-6 0,-1-4 0,0-3 0,-1 0 0,3-3 0,-1-6 0,4-5 0,0-5 0,-1-2 0,1 1 0,1-4 0,1-1 0,2-1 0,0 0 0,0-2 0,2-2 0,1-2 0,6-2 0,10-4 0,7-3 0,15-6 0,0 1 0,2-1 0,-1 2 0,-10 3 0,2 0 0,-7 2 0,-2 0 0,-3 1 0,-2 2 0,-2-1 0,-3 0 0,0 0 0,-2 0 0,0 2 0,0 0 0,0 0 0,-2-1 0,-2 0 0,-2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4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24575,'3'17'0,"0"10"0,-3 14 0,0 14 0,0 22 0,0 10 0,0-3 0,0-4 0,0-5 0,0-2 0,0 3 0,0-10 0,0-14 0,0-6 0,0-11 0,0-8 0,0-6 0,0-4 0,0-3 0,0-4 0,0-2 0,1-1 0,4-4 0,5-6 0,3-8 0,2-5 0,2-1 0,1-1 0,0 2 0,2 1 0,-2 0 0,2 2 0,2 1 0,-1 2 0,1 2 0,-1 3 0,0 2 0,1 2 0,1 1 0,2 0 0,0 0 0,0-1 0,0 0 0,1-2 0,-1-1 0,0-2 0,1 0 0,-3-1 0,-3 1 0,-2 1 0,-5 1 0,-2-2 0,-3 3 0,-2 0 0,0 0 0,-3 2 0,-1-1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4:50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24575,'0'29'0,"0"6"0,0 6 0,-2 8 0,0-1 0,1 1 0,2 0 0,3 9 0,4 11 0,2 1 0,2-2 0,-2 0 0,3 1 0,-3 4 0,0-4 0,0-4 0,-5-2 0,3-6 0,-1 2 0,-2-8 0,1-10 0,-1-7 0,-1-9 0,0-7 0,0-2 0,-2-3 0,0-3 0,0-5 0,-2-1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5:13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24575,'38'0'0,"10"0"0,4 0 0,9 0 0,10 0 0,16 0 0,5 0 0,-8 0 0,-13 0 0,-23 0 0,-6 0 0,-10 0 0,-9 0 0,-8 2 0,-6 3 0,-2 2 0,-3 9 0,0 4 0,-3 3 0,-1 5 0,0 4 0,-1 5 0,-9 12 0,-10 6 0,-11 2 0,-8 3 0,-4-7 0,-1-5 0,-3-4 0,-2-3 0,-2-3 0,1 0 0,4-6 0,4-7 0,6-5 0,7-6 0,5-3 0,7-4 0,5-3 0,8-4 0,19-6 0,18-2 0,23-1 0,-1 3 0,1 4 0,-13 2 0,1 0 0,-1 0 0,-2 0 0,1 0 0,-1 4 0,-1 4 0,1 9 0,-3 6 0,0 4 0,1 4 0,-3 0 0,-3 4 0,-5 3 0,-4 1 0,-3 8 0,-2 6 0,-2 10 0,-4 8 0,-5 3 0,-3 2 0,-7-1 0,-11-1 0,-9-6 0,-16-1 0,-11-4 0,-5-10 0,-9-4 0,7-17 0,-5-8 0,3-10 0,1-7 0,1-4 0,9-3 0,4 0 0,7 0 0,8 0 0,6 0 0,6-1 0,4-2 0,2 0 0,2-2 0,0 1 0,2 0 0,2 2 0,2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16:15:19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543 14 24575,'-5'-7'0,"0"0"0,-3 7 0,-3 0 0,0 0 0,-2 0 0,2 0 0,0 0 0,-4 0 0,-1 0 0,-2 0 0,0 0 0,-1 0 0,-3 0 0,-4 0 0,-3 0 0,1 0 0,-2 0 0,2 2 0,1 1 0,3 2 0,3 2 0,2 1 0,0 0 0,1 0 0,2 1 0,2 1 0,2-1 0,3 0 0,1-2 0,3 0 0,0 0 0,1 0 0,2-1 0,-1 1 0,1 0 0,0-1 0,0 0 0,0 1 0,0 2 0,1 4 0,0 1 0,1-1 0,0 2 0,0 1 0,0 0 0,0 1 0,-1-1 0,1 1 0,0 1 0,0 2 0,0 2 0,2-1 0,2 2 0,2-3 0,2 0 0,-1 0 0,1-2 0,-2 1 0,0-1 0,-2-2 0,1-1 0,0-2 0,0 1 0,1 2 0,-1 1 0,3 1 0,-1-1 0,2-1 0,0-2 0,2-1 0,2 0 0,0-2 0,2 1 0,0-2 0,0-1 0,1-1 0,0 0 0,-1 0 0,0 0 0,1-2 0,-1-3 0,2-1 0,0-2 0,1 0 0,1 0 0,-1 0 0,1 0 0,3 0 0,0 0 0,2 0 0,1 0 0,0 0 0,3 0 0,-2 0 0,0 0 0,-1-1 0,-3-3 0,1-2 0,-3-1 0,-1-3 0,-3 0 0,-3 1 0,0-2 0,-1 1 0,-1-1 0,-2 0 0,-2 0 0,0 0 0,0 0 0,0 1 0,-1 0 0,0 0 0,-1-2 0,1-3 0,-2-2 0,-1-3 0,0-1 0,-3-2 0,1-2 0,-1 0 0,0 1 0,0 1 0,0 2 0,0 1 0,0-1 0,0 3 0,0 0 0,-2 4 0,-1 1 0,-3 1 0,-1 3 0,0 0 0,0 2 0,0 1 0,1-1 0,0 1 0,-1 0 0,-1 0 0,-1-1 0,0 0 0,0 0 0,0-2 0,-1 0 0,1 0 0,2 1 0,-1 2 0,1 1 0,0 1 0,0-1 0,0 1 0,0 2 0,0-1 0,0 0 0,0 1 0,1 1 0,-1 1 0,0 0 0,1 0 0,0 0 0,0 0 0,0-1 0,-2-1 0,3-1 0,1-2 0,2-2 0,1-2 0,1 3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4B262-1B8B-4A4C-819C-0B7118916BFD}" type="datetimeFigureOut"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66DEC-9F58-194B-86B9-A0870E5C21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4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A4D534-DF49-AE4B-81DE-708A193CE461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48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33E-B3E4-D8BF-B72B-3F99C8E4E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D9EF3-5FE3-C61F-98D6-E8FD88A41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192D-F152-FAA0-B4DC-84915309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B1A3-698B-7644-26F4-7E25AAA2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89BC-ABA8-801D-6039-2BCAF273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0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D340-2A5D-9FB2-EE63-A5A7BE04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B61D-74C6-3CE1-EB04-9CB162B2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A2CCA-CE9B-F23C-A59D-29C7370D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91C1-7A87-2073-0250-B7D55D8B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C2CF-7EB1-F436-0711-D29B9E2C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1481-777C-F700-6715-6054DE70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D9CBD-F458-29FA-8E35-4AA82B861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2357B-2F6B-3B74-1166-DA395732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6B74B-EF09-9330-B5EF-CD3382F3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A8CE-01F8-FA16-5B9F-2862FEEC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2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4AEF-07C2-1ADC-16F8-ABC7717A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002D-5A6D-9C8C-3421-75B9117A1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A8773-94D3-8AB1-FB00-B17AA969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059AB-2836-81D1-C0BE-2E656A19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4C135-8FE2-FA2E-C91D-EE1B1B0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54F4-CE46-86B3-21E3-5B6ABC96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1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8AE6-1C38-FA87-7D05-08171661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F5E04-953C-6026-E6B7-CD1557147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890B6-7E39-0F59-D422-B34787C22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CB19E-1F65-EA6B-1DE7-C4617E232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C98FD-BF81-6C18-5296-BCEB36195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2DB79-8863-0DA7-F8E4-229B6561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2CC33-1C75-C6A3-8803-22C0B52C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EE189-3744-D268-6860-5C0D0810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4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E1F1-7BAE-6DF2-0597-710BB175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64002-DECD-1DD5-370C-36935B73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C536A-1252-F499-406F-88379486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2F046-1AC9-B7E5-7053-BFA9C348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8825C-C265-5CAB-7AC0-23439495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341E9-CE1B-FFF8-0DFF-7374EA2A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EB226-0556-2DD2-A2F4-E84E8F99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7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27F-0FE7-B99E-99CA-715FE1B1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9ADE-C28A-1C3D-D71D-F439E74F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A4577-3B61-9617-C828-92398BAF7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A225C-6E8F-3199-5A3B-C315D2BA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5E875-97F1-4B2A-5AC0-2708F95A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913F0-2055-E8BD-7B35-7E894E49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1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86A4-D083-E51D-7524-E16AB094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9D880-38EE-237D-3B88-94692F100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C8615-1F31-7C21-7C9F-42E9CAF53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19CCF-F8C3-71E1-3349-C5899E5C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0CE98-EA24-C4F2-2E03-187AED28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80172-B8E6-505C-52B3-AE108F4A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2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C4F2-4109-BD4B-6D8C-A57D0513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E555-8D2E-C3F2-9CA2-43C5006F1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D83CD-08CA-0D74-7CDD-56087C9B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6D11C-63FE-4B11-B038-2FE26456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5DCBD-EC9E-3896-73AC-1D10CD39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7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FED0E-7240-2A07-6730-FCED2E24E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051B0-D11C-F6BC-941E-5F6EA59DD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A2D8-5FF9-4174-9DEA-697BE8BE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FEC65-256E-FCF4-185C-ED1C9447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77BC-7B02-B700-CCD6-342F9BF4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B67B5-93D6-11CF-76A0-070C5F42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E95ED-9CA4-E2D1-3B66-C39D9480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5462-D29C-2E3A-787F-43D9CCDE4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46F92-438E-6F40-B57C-2225BFA3E3AC}" type="datetimeFigureOut"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167E5-E6D2-5D53-ED01-171102C40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B2A63-327D-25E4-F362-1FC7B3E1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9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NULL"/><Relationship Id="rId21" Type="http://schemas.openxmlformats.org/officeDocument/2006/relationships/image" Target="NULL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7" Type="http://schemas.openxmlformats.org/officeDocument/2006/relationships/image" Target="NUL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NULL"/><Relationship Id="rId41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NULL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NULL"/><Relationship Id="rId40" Type="http://schemas.openxmlformats.org/officeDocument/2006/relationships/customXml" Target="../ink/ink20.xm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customXml" Target="../ink/ink2.xml"/><Relationship Id="rId9" Type="http://schemas.openxmlformats.org/officeDocument/2006/relationships/image" Target="NULL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NULL"/><Relationship Id="rId30" Type="http://schemas.openxmlformats.org/officeDocument/2006/relationships/customXml" Target="../ink/ink15.xml"/><Relationship Id="rId35" Type="http://schemas.openxmlformats.org/officeDocument/2006/relationships/image" Target="NULL"/><Relationship Id="rId43" Type="http://schemas.openxmlformats.org/officeDocument/2006/relationships/image" Target="NULL"/><Relationship Id="rId8" Type="http://schemas.openxmlformats.org/officeDocument/2006/relationships/customXml" Target="../ink/ink4.xml"/><Relationship Id="rId3" Type="http://schemas.openxmlformats.org/officeDocument/2006/relationships/image" Target="NULL"/><Relationship Id="rId12" Type="http://schemas.openxmlformats.org/officeDocument/2006/relationships/customXml" Target="../ink/ink6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38" Type="http://schemas.openxmlformats.org/officeDocument/2006/relationships/customXml" Target="../ink/ink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customXml" Target="../ink/ink29.xml"/><Relationship Id="rId26" Type="http://schemas.openxmlformats.org/officeDocument/2006/relationships/customXml" Target="../ink/ink33.xml"/><Relationship Id="rId3" Type="http://schemas.openxmlformats.org/officeDocument/2006/relationships/customXml" Target="../ink/ink22.xml"/><Relationship Id="rId21" Type="http://schemas.openxmlformats.org/officeDocument/2006/relationships/image" Target="NULL"/><Relationship Id="rId34" Type="http://schemas.openxmlformats.org/officeDocument/2006/relationships/customXml" Target="../ink/ink37.xml"/><Relationship Id="rId7" Type="http://schemas.openxmlformats.org/officeDocument/2006/relationships/image" Target="NULL"/><Relationship Id="rId12" Type="http://schemas.openxmlformats.org/officeDocument/2006/relationships/customXml" Target="../ink/ink26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2" Type="http://schemas.openxmlformats.org/officeDocument/2006/relationships/image" Target="../media/image1.png"/><Relationship Id="rId16" Type="http://schemas.openxmlformats.org/officeDocument/2006/relationships/customXml" Target="../ink/ink28.xml"/><Relationship Id="rId20" Type="http://schemas.openxmlformats.org/officeDocument/2006/relationships/customXml" Target="../ink/ink30.xm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NULL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37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34.xml"/><Relationship Id="rId36" Type="http://schemas.openxmlformats.org/officeDocument/2006/relationships/customXml" Target="../ink/ink38.xml"/><Relationship Id="rId10" Type="http://schemas.openxmlformats.org/officeDocument/2006/relationships/customXml" Target="../ink/ink25.xml"/><Relationship Id="rId19" Type="http://schemas.openxmlformats.org/officeDocument/2006/relationships/image" Target="NULL"/><Relationship Id="rId31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customXml" Target="../ink/ink27.xml"/><Relationship Id="rId22" Type="http://schemas.openxmlformats.org/officeDocument/2006/relationships/customXml" Target="../ink/ink31.xml"/><Relationship Id="rId27" Type="http://schemas.openxmlformats.org/officeDocument/2006/relationships/image" Target="NULL"/><Relationship Id="rId30" Type="http://schemas.openxmlformats.org/officeDocument/2006/relationships/customXml" Target="../ink/ink35.xml"/><Relationship Id="rId35" Type="http://schemas.openxmlformats.org/officeDocument/2006/relationships/image" Target="NULL"/><Relationship Id="rId8" Type="http://schemas.openxmlformats.org/officeDocument/2006/relationships/customXml" Target="../ink/ink24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customXml" Target="../ink/ink46.xml"/><Relationship Id="rId26" Type="http://schemas.openxmlformats.org/officeDocument/2006/relationships/customXml" Target="../ink/ink50.xml"/><Relationship Id="rId21" Type="http://schemas.openxmlformats.org/officeDocument/2006/relationships/image" Target="NULL"/><Relationship Id="rId34" Type="http://schemas.openxmlformats.org/officeDocument/2006/relationships/customXml" Target="../ink/ink54.xml"/><Relationship Id="rId7" Type="http://schemas.openxmlformats.org/officeDocument/2006/relationships/image" Target="NULL"/><Relationship Id="rId12" Type="http://schemas.openxmlformats.org/officeDocument/2006/relationships/customXml" Target="../ink/ink43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45.xml"/><Relationship Id="rId20" Type="http://schemas.openxmlformats.org/officeDocument/2006/relationships/customXml" Target="../ink/ink47.xm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11" Type="http://schemas.openxmlformats.org/officeDocument/2006/relationships/image" Target="NULL"/><Relationship Id="rId24" Type="http://schemas.openxmlformats.org/officeDocument/2006/relationships/customXml" Target="../ink/ink49.xml"/><Relationship Id="rId32" Type="http://schemas.openxmlformats.org/officeDocument/2006/relationships/customXml" Target="../ink/ink53.xml"/><Relationship Id="rId37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51.xml"/><Relationship Id="rId36" Type="http://schemas.openxmlformats.org/officeDocument/2006/relationships/customXml" Target="../ink/ink55.xml"/><Relationship Id="rId10" Type="http://schemas.openxmlformats.org/officeDocument/2006/relationships/customXml" Target="../ink/ink42.xml"/><Relationship Id="rId19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customXml" Target="../ink/ink39.xml"/><Relationship Id="rId9" Type="http://schemas.openxmlformats.org/officeDocument/2006/relationships/image" Target="NULL"/><Relationship Id="rId14" Type="http://schemas.openxmlformats.org/officeDocument/2006/relationships/customXml" Target="../ink/ink44.xml"/><Relationship Id="rId22" Type="http://schemas.openxmlformats.org/officeDocument/2006/relationships/customXml" Target="../ink/ink48.xml"/><Relationship Id="rId27" Type="http://schemas.openxmlformats.org/officeDocument/2006/relationships/image" Target="NULL"/><Relationship Id="rId30" Type="http://schemas.openxmlformats.org/officeDocument/2006/relationships/customXml" Target="../ink/ink52.xml"/><Relationship Id="rId35" Type="http://schemas.openxmlformats.org/officeDocument/2006/relationships/image" Target="NULL"/><Relationship Id="rId8" Type="http://schemas.openxmlformats.org/officeDocument/2006/relationships/customXml" Target="../ink/ink41.xml"/><Relationship Id="rId3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customXml" Target="../ink/ink63.xml"/><Relationship Id="rId26" Type="http://schemas.openxmlformats.org/officeDocument/2006/relationships/customXml" Target="../ink/ink67.xml"/><Relationship Id="rId3" Type="http://schemas.openxmlformats.org/officeDocument/2006/relationships/customXml" Target="../ink/ink56.xml"/><Relationship Id="rId21" Type="http://schemas.openxmlformats.org/officeDocument/2006/relationships/image" Target="NULL"/><Relationship Id="rId34" Type="http://schemas.openxmlformats.org/officeDocument/2006/relationships/customXml" Target="../ink/ink71.xml"/><Relationship Id="rId7" Type="http://schemas.openxmlformats.org/officeDocument/2006/relationships/image" Target="NULL"/><Relationship Id="rId12" Type="http://schemas.openxmlformats.org/officeDocument/2006/relationships/customXml" Target="../ink/ink60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2" Type="http://schemas.openxmlformats.org/officeDocument/2006/relationships/image" Target="../media/image1.png"/><Relationship Id="rId16" Type="http://schemas.openxmlformats.org/officeDocument/2006/relationships/customXml" Target="../ink/ink62.xml"/><Relationship Id="rId20" Type="http://schemas.openxmlformats.org/officeDocument/2006/relationships/customXml" Target="../ink/ink64.xm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7.xml"/><Relationship Id="rId11" Type="http://schemas.openxmlformats.org/officeDocument/2006/relationships/image" Target="NULL"/><Relationship Id="rId24" Type="http://schemas.openxmlformats.org/officeDocument/2006/relationships/customXml" Target="../ink/ink66.xml"/><Relationship Id="rId32" Type="http://schemas.openxmlformats.org/officeDocument/2006/relationships/customXml" Target="../ink/ink70.xml"/><Relationship Id="rId37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68.xml"/><Relationship Id="rId36" Type="http://schemas.openxmlformats.org/officeDocument/2006/relationships/customXml" Target="../ink/ink72.xml"/><Relationship Id="rId10" Type="http://schemas.openxmlformats.org/officeDocument/2006/relationships/customXml" Target="../ink/ink59.xml"/><Relationship Id="rId19" Type="http://schemas.openxmlformats.org/officeDocument/2006/relationships/image" Target="NULL"/><Relationship Id="rId31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customXml" Target="../ink/ink61.xml"/><Relationship Id="rId22" Type="http://schemas.openxmlformats.org/officeDocument/2006/relationships/customXml" Target="../ink/ink65.xml"/><Relationship Id="rId27" Type="http://schemas.openxmlformats.org/officeDocument/2006/relationships/image" Target="NULL"/><Relationship Id="rId30" Type="http://schemas.openxmlformats.org/officeDocument/2006/relationships/customXml" Target="../ink/ink69.xml"/><Relationship Id="rId35" Type="http://schemas.openxmlformats.org/officeDocument/2006/relationships/image" Target="NULL"/><Relationship Id="rId8" Type="http://schemas.openxmlformats.org/officeDocument/2006/relationships/customXml" Target="../ink/ink58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customXml" Target="../ink/ink80.xml"/><Relationship Id="rId26" Type="http://schemas.openxmlformats.org/officeDocument/2006/relationships/customXml" Target="../ink/ink84.xml"/><Relationship Id="rId3" Type="http://schemas.openxmlformats.org/officeDocument/2006/relationships/customXml" Target="../ink/ink73.xml"/><Relationship Id="rId21" Type="http://schemas.openxmlformats.org/officeDocument/2006/relationships/image" Target="NULL"/><Relationship Id="rId34" Type="http://schemas.openxmlformats.org/officeDocument/2006/relationships/customXml" Target="../ink/ink88.xml"/><Relationship Id="rId7" Type="http://schemas.openxmlformats.org/officeDocument/2006/relationships/image" Target="NULL"/><Relationship Id="rId12" Type="http://schemas.openxmlformats.org/officeDocument/2006/relationships/customXml" Target="../ink/ink77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2" Type="http://schemas.openxmlformats.org/officeDocument/2006/relationships/image" Target="../media/image1.png"/><Relationship Id="rId16" Type="http://schemas.openxmlformats.org/officeDocument/2006/relationships/customXml" Target="../ink/ink79.xml"/><Relationship Id="rId20" Type="http://schemas.openxmlformats.org/officeDocument/2006/relationships/customXml" Target="../ink/ink81.xm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4.xml"/><Relationship Id="rId11" Type="http://schemas.openxmlformats.org/officeDocument/2006/relationships/image" Target="NULL"/><Relationship Id="rId24" Type="http://schemas.openxmlformats.org/officeDocument/2006/relationships/customXml" Target="../ink/ink83.xml"/><Relationship Id="rId32" Type="http://schemas.openxmlformats.org/officeDocument/2006/relationships/customXml" Target="../ink/ink87.xml"/><Relationship Id="rId37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85.xml"/><Relationship Id="rId36" Type="http://schemas.openxmlformats.org/officeDocument/2006/relationships/customXml" Target="../ink/ink89.xml"/><Relationship Id="rId10" Type="http://schemas.openxmlformats.org/officeDocument/2006/relationships/customXml" Target="../ink/ink76.xml"/><Relationship Id="rId19" Type="http://schemas.openxmlformats.org/officeDocument/2006/relationships/image" Target="NULL"/><Relationship Id="rId31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customXml" Target="../ink/ink78.xml"/><Relationship Id="rId22" Type="http://schemas.openxmlformats.org/officeDocument/2006/relationships/customXml" Target="../ink/ink82.xml"/><Relationship Id="rId27" Type="http://schemas.openxmlformats.org/officeDocument/2006/relationships/image" Target="NULL"/><Relationship Id="rId30" Type="http://schemas.openxmlformats.org/officeDocument/2006/relationships/customXml" Target="../ink/ink86.xml"/><Relationship Id="rId35" Type="http://schemas.openxmlformats.org/officeDocument/2006/relationships/image" Target="NULL"/><Relationship Id="rId8" Type="http://schemas.openxmlformats.org/officeDocument/2006/relationships/customXml" Target="../ink/ink7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E54E-FC70-7D3C-FB87-2A4422261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102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400"/>
              <a:t>Ling 285</a:t>
            </a:r>
            <a:br>
              <a:rPr lang="en-US" sz="4400"/>
            </a:br>
            <a:r>
              <a:rPr lang="en-US" sz="4400"/>
              <a:t>Human Language and Technology</a:t>
            </a:r>
            <a:br>
              <a:rPr lang="en-US" sz="4400"/>
            </a:br>
            <a:r>
              <a:rPr lang="en-US" sz="4400"/>
              <a:t>Lecture 4</a:t>
            </a:r>
            <a:br>
              <a:rPr lang="en-US" sz="4400"/>
            </a:br>
            <a:br>
              <a:rPr lang="en-US" sz="4400"/>
            </a:br>
            <a:r>
              <a:rPr lang="en-US" sz="4400"/>
              <a:t>Dynamical Systems 1</a:t>
            </a:r>
            <a:br>
              <a:rPr lang="en-US" sz="4400"/>
            </a:b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E1F82-DB91-1E57-EE5B-ECA1A523F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4459288"/>
            <a:ext cx="9144000" cy="1655762"/>
          </a:xfrm>
        </p:spPr>
        <p:txBody>
          <a:bodyPr/>
          <a:lstStyle/>
          <a:p>
            <a:r>
              <a:rPr lang="en-US"/>
              <a:t>Khalil Iskarous</a:t>
            </a:r>
          </a:p>
          <a:p>
            <a:r>
              <a:rPr lang="en-US"/>
              <a:t>Department of Linguistics</a:t>
            </a:r>
          </a:p>
          <a:p>
            <a:r>
              <a:rPr lang="en-US"/>
              <a:t>University of Southern California</a:t>
            </a:r>
          </a:p>
        </p:txBody>
      </p:sp>
    </p:spTree>
    <p:extLst>
      <p:ext uri="{BB962C8B-B14F-4D97-AF65-F5344CB8AC3E}">
        <p14:creationId xmlns:p14="http://schemas.microsoft.com/office/powerpoint/2010/main" val="158151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C577-2637-D752-5729-263BB89D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63240-0973-1855-8F85-34D3A4892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Dynamic Programming</a:t>
            </a:r>
          </a:p>
          <a:p>
            <a:r>
              <a:rPr lang="en-US"/>
              <a:t>Pop Quiz</a:t>
            </a:r>
          </a:p>
          <a:p>
            <a:r>
              <a:rPr lang="en-US"/>
              <a:t>Dynamical Systems Galore</a:t>
            </a:r>
          </a:p>
        </p:txBody>
      </p:sp>
    </p:spTree>
    <p:extLst>
      <p:ext uri="{BB962C8B-B14F-4D97-AF65-F5344CB8AC3E}">
        <p14:creationId xmlns:p14="http://schemas.microsoft.com/office/powerpoint/2010/main" val="40745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0FAE-4935-8D03-3FD6-4A74AF1D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AB7C-F376-3A6F-607B-D37E2B489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Shortest Path Problem </a:t>
            </a:r>
          </a:p>
        </p:txBody>
      </p:sp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FC33E950-EA3F-DE23-8E43-C715E34A2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447" b="39202"/>
          <a:stretch>
            <a:fillRect/>
          </a:stretch>
        </p:blipFill>
        <p:spPr>
          <a:xfrm>
            <a:off x="1185527" y="1510383"/>
            <a:ext cx="9922391" cy="4632840"/>
          </a:xfrm>
        </p:spPr>
      </p:pic>
    </p:spTree>
    <p:extLst>
      <p:ext uri="{BB962C8B-B14F-4D97-AF65-F5344CB8AC3E}">
        <p14:creationId xmlns:p14="http://schemas.microsoft.com/office/powerpoint/2010/main" val="307303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25F5-1481-EB6F-1342-21D072162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4532-1AD0-CEFE-0F02-8FB34AC0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Greedy Algorithm</a:t>
            </a:r>
          </a:p>
        </p:txBody>
      </p:sp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471425BB-2B46-496A-8FC6-A0D909FC3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447" b="39202"/>
          <a:stretch>
            <a:fillRect/>
          </a:stretch>
        </p:blipFill>
        <p:spPr>
          <a:xfrm>
            <a:off x="1430225" y="1459819"/>
            <a:ext cx="8434991" cy="393836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C2D988-6B7B-F9AF-DD85-C9F8B7022CEB}"/>
              </a:ext>
            </a:extLst>
          </p:cNvPr>
          <p:cNvSpPr txBox="1"/>
          <p:nvPr/>
        </p:nvSpPr>
        <p:spPr>
          <a:xfrm>
            <a:off x="2562896" y="5846544"/>
            <a:ext cx="6596678" cy="646331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News Flash: Greed is not good!!!</a:t>
            </a:r>
          </a:p>
        </p:txBody>
      </p:sp>
    </p:spTree>
    <p:extLst>
      <p:ext uri="{BB962C8B-B14F-4D97-AF65-F5344CB8AC3E}">
        <p14:creationId xmlns:p14="http://schemas.microsoft.com/office/powerpoint/2010/main" val="138068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372074A8-7C22-3406-01CC-E9A6583F6435}"/>
              </a:ext>
            </a:extLst>
          </p:cNvPr>
          <p:cNvGrpSpPr/>
          <p:nvPr/>
        </p:nvGrpSpPr>
        <p:grpSpPr>
          <a:xfrm>
            <a:off x="1525237" y="562652"/>
            <a:ext cx="7899840" cy="4456440"/>
            <a:chOff x="1525237" y="562652"/>
            <a:chExt cx="7899840" cy="445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DED4C52-498D-D376-5723-29E5410BF7B3}"/>
                    </a:ext>
                  </a:extLst>
                </p14:cNvPr>
                <p14:cNvContentPartPr/>
                <p14:nvPr/>
              </p14:nvContentPartPr>
              <p14:xfrm>
                <a:off x="8473237" y="2107772"/>
                <a:ext cx="951840" cy="1062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DED4C52-498D-D376-5723-29E5410BF7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55597" y="2089772"/>
                  <a:ext cx="987480" cy="10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74F463D-EB7D-BA5D-7EA8-5FCB833522F5}"/>
                    </a:ext>
                  </a:extLst>
                </p14:cNvPr>
                <p14:cNvContentPartPr/>
                <p14:nvPr/>
              </p14:nvContentPartPr>
              <p14:xfrm>
                <a:off x="1525237" y="2312972"/>
                <a:ext cx="1380600" cy="1433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74F463D-EB7D-BA5D-7EA8-5FCB833522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07237" y="2295332"/>
                  <a:ext cx="1416240" cy="14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994851-90ED-58A8-92B6-F811A794EFB3}"/>
                    </a:ext>
                  </a:extLst>
                </p14:cNvPr>
                <p14:cNvContentPartPr/>
                <p14:nvPr/>
              </p14:nvContentPartPr>
              <p14:xfrm>
                <a:off x="5481277" y="884492"/>
                <a:ext cx="1081080" cy="983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994851-90ED-58A8-92B6-F811A794EF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63277" y="866492"/>
                  <a:ext cx="1116720" cy="10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4F9354-1FAB-AD5B-61D1-29F5FA43643A}"/>
                    </a:ext>
                  </a:extLst>
                </p14:cNvPr>
                <p14:cNvContentPartPr/>
                <p14:nvPr/>
              </p14:nvContentPartPr>
              <p14:xfrm>
                <a:off x="5350237" y="3776372"/>
                <a:ext cx="978840" cy="1242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4F9354-1FAB-AD5B-61D1-29F5FA4364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32597" y="3758732"/>
                  <a:ext cx="1014480" cy="12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696460-A163-CB15-7A06-F7DA8DFA250A}"/>
                    </a:ext>
                  </a:extLst>
                </p14:cNvPr>
                <p14:cNvContentPartPr/>
                <p14:nvPr/>
              </p14:nvContentPartPr>
              <p14:xfrm>
                <a:off x="2643037" y="1185452"/>
                <a:ext cx="2921760" cy="1490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A696460-A163-CB15-7A06-F7DA8DFA25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25397" y="1167812"/>
                  <a:ext cx="2957400" cy="15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CC4BB2A-A087-61CC-B857-073F6722C64E}"/>
                    </a:ext>
                  </a:extLst>
                </p14:cNvPr>
                <p14:cNvContentPartPr/>
                <p14:nvPr/>
              </p14:nvContentPartPr>
              <p14:xfrm>
                <a:off x="2850757" y="3275612"/>
                <a:ext cx="2664360" cy="1065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CC4BB2A-A087-61CC-B857-073F6722C6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3117" y="3257612"/>
                  <a:ext cx="2700000" cy="11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4321F2B-92B6-C5EC-AAEF-D22C81A95DFD}"/>
                    </a:ext>
                  </a:extLst>
                </p14:cNvPr>
                <p14:cNvContentPartPr/>
                <p14:nvPr/>
              </p14:nvContentPartPr>
              <p14:xfrm>
                <a:off x="3604237" y="903212"/>
                <a:ext cx="257760" cy="664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4321F2B-92B6-C5EC-AAEF-D22C81A95D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86237" y="885212"/>
                  <a:ext cx="293400" cy="7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BBD94C-94AD-55E8-DCAE-81806509A248}"/>
                    </a:ext>
                  </a:extLst>
                </p14:cNvPr>
                <p14:cNvContentPartPr/>
                <p14:nvPr/>
              </p14:nvContentPartPr>
              <p14:xfrm>
                <a:off x="3960997" y="878732"/>
                <a:ext cx="451440" cy="523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BBD94C-94AD-55E8-DCAE-81806509A2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43357" y="860732"/>
                  <a:ext cx="48708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F5C35C-D818-9755-FD3F-6101ED07478D}"/>
                    </a:ext>
                  </a:extLst>
                </p14:cNvPr>
                <p14:cNvContentPartPr/>
                <p14:nvPr/>
              </p14:nvContentPartPr>
              <p14:xfrm>
                <a:off x="3924277" y="4032692"/>
                <a:ext cx="763200" cy="737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F5C35C-D818-9755-FD3F-6101ED0747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06277" y="4015052"/>
                  <a:ext cx="79884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E6BE77-9631-D9EF-815B-CB356F7B631B}"/>
                    </a:ext>
                  </a:extLst>
                </p14:cNvPr>
                <p14:cNvContentPartPr/>
                <p14:nvPr/>
              </p14:nvContentPartPr>
              <p14:xfrm>
                <a:off x="6278317" y="2546612"/>
                <a:ext cx="2728440" cy="1634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E6BE77-9631-D9EF-815B-CB356F7B63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60317" y="2528612"/>
                  <a:ext cx="276408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75DE244-F4C2-10EC-1803-4A1C5F4CFF85}"/>
                    </a:ext>
                  </a:extLst>
                </p14:cNvPr>
                <p14:cNvContentPartPr/>
                <p14:nvPr/>
              </p14:nvContentPartPr>
              <p14:xfrm>
                <a:off x="7657477" y="3600692"/>
                <a:ext cx="277560" cy="81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75DE244-F4C2-10EC-1803-4A1C5F4CFF8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39477" y="3582692"/>
                  <a:ext cx="313200" cy="85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060785-A6BB-E4BA-75EB-B78CC9DFCD45}"/>
                    </a:ext>
                  </a:extLst>
                </p14:cNvPr>
                <p14:cNvContentPartPr/>
                <p14:nvPr/>
              </p14:nvContentPartPr>
              <p14:xfrm>
                <a:off x="8086957" y="3531932"/>
                <a:ext cx="777960" cy="622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060785-A6BB-E4BA-75EB-B78CC9DFCD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69317" y="3513932"/>
                  <a:ext cx="81360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4AFDD2-D925-E563-84AF-99A98D423DB4}"/>
                    </a:ext>
                  </a:extLst>
                </p14:cNvPr>
                <p14:cNvContentPartPr/>
                <p14:nvPr/>
              </p14:nvContentPartPr>
              <p14:xfrm>
                <a:off x="6537157" y="1488932"/>
                <a:ext cx="2107800" cy="1013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4AFDD2-D925-E563-84AF-99A98D423D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19157" y="1471292"/>
                  <a:ext cx="2143440" cy="10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162AD5-CBAE-09C4-2626-EAD83F1D423A}"/>
                    </a:ext>
                  </a:extLst>
                </p14:cNvPr>
                <p14:cNvContentPartPr/>
                <p14:nvPr/>
              </p14:nvContentPartPr>
              <p14:xfrm>
                <a:off x="7359397" y="714212"/>
                <a:ext cx="85680" cy="670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162AD5-CBAE-09C4-2626-EAD83F1D42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41757" y="696572"/>
                  <a:ext cx="12132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C0E0E6-6D94-0489-925F-3DA0FDD59B8B}"/>
                    </a:ext>
                  </a:extLst>
                </p14:cNvPr>
                <p14:cNvContentPartPr/>
                <p14:nvPr/>
              </p14:nvContentPartPr>
              <p14:xfrm>
                <a:off x="7671877" y="731852"/>
                <a:ext cx="630360" cy="545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C0E0E6-6D94-0489-925F-3DA0FDD59B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54237" y="714212"/>
                  <a:ext cx="66600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4AA303-9CF8-5E48-E544-FCC0BDD9BB8A}"/>
                    </a:ext>
                  </a:extLst>
                </p14:cNvPr>
                <p14:cNvContentPartPr/>
                <p14:nvPr/>
              </p14:nvContentPartPr>
              <p14:xfrm>
                <a:off x="6003637" y="1231532"/>
                <a:ext cx="3240" cy="517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4AA303-9CF8-5E48-E544-FCC0BDD9BB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85997" y="1213892"/>
                  <a:ext cx="3888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11831B-70EE-04A9-3A31-E845C4C3DE03}"/>
                    </a:ext>
                  </a:extLst>
                </p14:cNvPr>
                <p14:cNvContentPartPr/>
                <p14:nvPr/>
              </p14:nvContentPartPr>
              <p14:xfrm>
                <a:off x="6180757" y="1369052"/>
                <a:ext cx="129960" cy="291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11831B-70EE-04A9-3A31-E845C4C3DE0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63117" y="1351052"/>
                  <a:ext cx="1656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1B8183B-8233-65FE-6CEF-E1CA7F272C95}"/>
                    </a:ext>
                  </a:extLst>
                </p14:cNvPr>
                <p14:cNvContentPartPr/>
                <p14:nvPr/>
              </p14:nvContentPartPr>
              <p14:xfrm>
                <a:off x="5804557" y="4429412"/>
                <a:ext cx="76320" cy="436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1B8183B-8233-65FE-6CEF-E1CA7F272C9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86557" y="4411772"/>
                  <a:ext cx="1119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00ED04B-0B1F-06AA-C79B-0D6D61D50AA6}"/>
                    </a:ext>
                  </a:extLst>
                </p14:cNvPr>
                <p14:cNvContentPartPr/>
                <p14:nvPr/>
              </p14:nvContentPartPr>
              <p14:xfrm>
                <a:off x="5970157" y="4456412"/>
                <a:ext cx="171000" cy="315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00ED04B-0B1F-06AA-C79B-0D6D61D50AA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52517" y="4438772"/>
                  <a:ext cx="2066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6E6F2F5-DC08-ECF0-ACF9-1BE2B67CB1A6}"/>
                    </a:ext>
                  </a:extLst>
                </p14:cNvPr>
                <p14:cNvContentPartPr/>
                <p14:nvPr/>
              </p14:nvContentPartPr>
              <p14:xfrm>
                <a:off x="6205957" y="4313132"/>
                <a:ext cx="226440" cy="31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6E6F2F5-DC08-ECF0-ACF9-1BE2B67CB1A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88317" y="4295492"/>
                  <a:ext cx="2620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92E74EB-50C6-1C1B-52E2-2C1F234017FC}"/>
                    </a:ext>
                  </a:extLst>
                </p14:cNvPr>
                <p14:cNvContentPartPr/>
                <p14:nvPr/>
              </p14:nvContentPartPr>
              <p14:xfrm>
                <a:off x="1640437" y="562652"/>
                <a:ext cx="7659000" cy="1737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92E74EB-50C6-1C1B-52E2-2C1F234017F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22797" y="544652"/>
                  <a:ext cx="7694640" cy="1773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541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AC94-0F4C-F286-9F0D-8DFAA8F0A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3AFD-479F-66E3-605E-51C764A5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Exhaustive Algorithm</a:t>
            </a:r>
          </a:p>
        </p:txBody>
      </p:sp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0747AA35-0333-AC6F-1798-62371725F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447" b="39202"/>
          <a:stretch>
            <a:fillRect/>
          </a:stretch>
        </p:blipFill>
        <p:spPr>
          <a:xfrm>
            <a:off x="1430225" y="1459819"/>
            <a:ext cx="8434991" cy="393836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698894-678A-DF24-1B7E-C5236718D3D9}"/>
              </a:ext>
            </a:extLst>
          </p:cNvPr>
          <p:cNvSpPr txBox="1"/>
          <p:nvPr/>
        </p:nvSpPr>
        <p:spPr>
          <a:xfrm>
            <a:off x="965916" y="5582331"/>
            <a:ext cx="9932655" cy="120032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</a:rPr>
              <a:t>Very Accurate, but if there are many </a:t>
            </a:r>
          </a:p>
          <a:p>
            <a:pPr algn="ctr"/>
            <a:r>
              <a:rPr lang="en-US" sz="3600" i="1">
                <a:solidFill>
                  <a:schemeClr val="bg1"/>
                </a:solidFill>
              </a:rPr>
              <a:t>stages</a:t>
            </a:r>
            <a:r>
              <a:rPr lang="en-US" sz="3600">
                <a:solidFill>
                  <a:schemeClr val="bg1"/>
                </a:solidFill>
              </a:rPr>
              <a:t> and </a:t>
            </a:r>
            <a:r>
              <a:rPr lang="en-US" sz="3600" i="1">
                <a:solidFill>
                  <a:schemeClr val="bg1"/>
                </a:solidFill>
              </a:rPr>
              <a:t>states, it will take a very very long time</a:t>
            </a:r>
          </a:p>
        </p:txBody>
      </p:sp>
    </p:spTree>
    <p:extLst>
      <p:ext uri="{BB962C8B-B14F-4D97-AF65-F5344CB8AC3E}">
        <p14:creationId xmlns:p14="http://schemas.microsoft.com/office/powerpoint/2010/main" val="230453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A9DF-73AD-642E-1761-94EEA37A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E3D3-054E-CE7A-51FA-C3069ADD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Dynamic Programming</a:t>
            </a:r>
          </a:p>
        </p:txBody>
      </p:sp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7602EC20-927E-1618-C1F4-F67C2F4CE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447" b="39202"/>
          <a:stretch>
            <a:fillRect/>
          </a:stretch>
        </p:blipFill>
        <p:spPr>
          <a:xfrm>
            <a:off x="1420065" y="1795099"/>
            <a:ext cx="8434991" cy="393836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BF903F-D07F-91E7-FA32-E024C7B2A5A2}"/>
              </a:ext>
            </a:extLst>
          </p:cNvPr>
          <p:cNvSpPr txBox="1"/>
          <p:nvPr/>
        </p:nvSpPr>
        <p:spPr>
          <a:xfrm>
            <a:off x="4299844" y="1795099"/>
            <a:ext cx="3466117" cy="3970318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Bellman: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>
                <a:highlight>
                  <a:srgbClr val="FFFF00"/>
                </a:highlight>
              </a:rPr>
              <a:t>Imagine</a:t>
            </a:r>
            <a:r>
              <a:rPr lang="en-US" sz="2000">
                <a:solidFill>
                  <a:schemeClr val="bg1"/>
                </a:solidFill>
              </a:rPr>
              <a:t> we know the costs of the paths from B to J and C to J.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We’ll call them V</a:t>
            </a:r>
            <a:r>
              <a:rPr lang="en-US" sz="2000" baseline="-25000">
                <a:solidFill>
                  <a:schemeClr val="bg1"/>
                </a:solidFill>
              </a:rPr>
              <a:t>BJ</a:t>
            </a:r>
            <a:r>
              <a:rPr lang="en-US" sz="2000">
                <a:solidFill>
                  <a:schemeClr val="bg1"/>
                </a:solidFill>
              </a:rPr>
              <a:t> and V</a:t>
            </a:r>
            <a:r>
              <a:rPr lang="en-US" sz="2000" baseline="-25000">
                <a:solidFill>
                  <a:schemeClr val="bg1"/>
                </a:solidFill>
              </a:rPr>
              <a:t>CJ</a:t>
            </a: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 Then what’s the best cost from A to J, V</a:t>
            </a:r>
            <a:r>
              <a:rPr lang="en-US" sz="2000" baseline="-25000">
                <a:solidFill>
                  <a:schemeClr val="bg1"/>
                </a:solidFill>
              </a:rPr>
              <a:t>AJ</a:t>
            </a:r>
            <a:r>
              <a:rPr lang="en-US" sz="2000">
                <a:solidFill>
                  <a:schemeClr val="bg1"/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>
              <a:solidFill>
                <a:schemeClr val="bg1"/>
              </a:solidFill>
            </a:endParaRPr>
          </a:p>
          <a:p>
            <a:pPr algn="ctr"/>
            <a:endParaRPr lang="en-US" sz="2400" i="1">
              <a:solidFill>
                <a:schemeClr val="bg1"/>
              </a:solidFill>
            </a:endParaRPr>
          </a:p>
          <a:p>
            <a:pPr algn="ctr"/>
            <a:endParaRPr lang="en-US" sz="2400" i="1">
              <a:solidFill>
                <a:schemeClr val="bg1"/>
              </a:solidFill>
            </a:endParaRPr>
          </a:p>
          <a:p>
            <a:pPr algn="ctr"/>
            <a:endParaRPr lang="en-US" sz="2400" i="1">
              <a:solidFill>
                <a:schemeClr val="bg1"/>
              </a:solidFill>
            </a:endParaRPr>
          </a:p>
        </p:txBody>
      </p:sp>
      <p:pic>
        <p:nvPicPr>
          <p:cNvPr id="6" name="Picture 5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FC621731-971B-F698-EECC-976E39DAD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137" y="4255528"/>
            <a:ext cx="2160789" cy="113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8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9C012-1FE2-C76D-0794-5C0A0E53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0C53-DE22-4F58-B7B6-AFCB0C3C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Dynamic Programming</a:t>
            </a:r>
          </a:p>
        </p:txBody>
      </p:sp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BC777561-D8BA-8882-128E-04E2E91C1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447" b="39202"/>
          <a:stretch>
            <a:fillRect/>
          </a:stretch>
        </p:blipFill>
        <p:spPr>
          <a:xfrm>
            <a:off x="1420065" y="1795099"/>
            <a:ext cx="8434991" cy="393836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C437B7-8E9B-8B61-FEC4-73D73880E2FD}"/>
              </a:ext>
            </a:extLst>
          </p:cNvPr>
          <p:cNvSpPr txBox="1"/>
          <p:nvPr/>
        </p:nvSpPr>
        <p:spPr>
          <a:xfrm>
            <a:off x="4299844" y="1795099"/>
            <a:ext cx="3466117" cy="3970318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Bellman: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>
                <a:highlight>
                  <a:srgbClr val="FFFF00"/>
                </a:highlight>
              </a:rPr>
              <a:t>Imagine</a:t>
            </a:r>
            <a:r>
              <a:rPr lang="en-US" sz="2000">
                <a:solidFill>
                  <a:schemeClr val="bg1"/>
                </a:solidFill>
              </a:rPr>
              <a:t> we know the costs of the paths from B to J and C to J.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We’ll call them V</a:t>
            </a:r>
            <a:r>
              <a:rPr lang="en-US" sz="2000" baseline="-25000">
                <a:solidFill>
                  <a:schemeClr val="bg1"/>
                </a:solidFill>
              </a:rPr>
              <a:t>BJ</a:t>
            </a:r>
            <a:r>
              <a:rPr lang="en-US" sz="2000">
                <a:solidFill>
                  <a:schemeClr val="bg1"/>
                </a:solidFill>
              </a:rPr>
              <a:t> and V</a:t>
            </a:r>
            <a:r>
              <a:rPr lang="en-US" sz="2000" baseline="-25000">
                <a:solidFill>
                  <a:schemeClr val="bg1"/>
                </a:solidFill>
              </a:rPr>
              <a:t>CJ</a:t>
            </a: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 Then what’s the best cost from A to J, V</a:t>
            </a:r>
            <a:r>
              <a:rPr lang="en-US" sz="2000" baseline="-25000">
                <a:solidFill>
                  <a:schemeClr val="bg1"/>
                </a:solidFill>
              </a:rPr>
              <a:t>AJ</a:t>
            </a:r>
            <a:r>
              <a:rPr lang="en-US" sz="2000">
                <a:solidFill>
                  <a:schemeClr val="bg1"/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>
              <a:solidFill>
                <a:schemeClr val="bg1"/>
              </a:solidFill>
            </a:endParaRPr>
          </a:p>
          <a:p>
            <a:pPr algn="ctr"/>
            <a:endParaRPr lang="en-US" sz="2400" i="1">
              <a:solidFill>
                <a:schemeClr val="bg1"/>
              </a:solidFill>
            </a:endParaRPr>
          </a:p>
          <a:p>
            <a:pPr algn="ctr"/>
            <a:endParaRPr lang="en-US" sz="2400" i="1">
              <a:solidFill>
                <a:schemeClr val="bg1"/>
              </a:solidFill>
            </a:endParaRPr>
          </a:p>
          <a:p>
            <a:pPr algn="ctr"/>
            <a:endParaRPr lang="en-US" sz="2400" i="1">
              <a:solidFill>
                <a:schemeClr val="bg1"/>
              </a:solidFill>
            </a:endParaRPr>
          </a:p>
        </p:txBody>
      </p:sp>
      <p:pic>
        <p:nvPicPr>
          <p:cNvPr id="6" name="Picture 5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AC496927-D8CD-002D-DA83-EFDF3E61F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137" y="4255528"/>
            <a:ext cx="2160789" cy="11310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67C00D-ECB5-C49B-2FAA-B141319138D6}"/>
              </a:ext>
            </a:extLst>
          </p:cNvPr>
          <p:cNvSpPr txBox="1"/>
          <p:nvPr/>
        </p:nvSpPr>
        <p:spPr>
          <a:xfrm>
            <a:off x="7543205" y="2060620"/>
            <a:ext cx="2311851" cy="1107996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We don’t know</a:t>
            </a:r>
          </a:p>
          <a:p>
            <a:pPr algn="ctr"/>
            <a:r>
              <a:rPr lang="en-US" sz="2400">
                <a:solidFill>
                  <a:schemeClr val="bg1"/>
                </a:solidFill>
              </a:rPr>
              <a:t>V</a:t>
            </a:r>
            <a:r>
              <a:rPr lang="en-US" sz="2400" baseline="-25000">
                <a:solidFill>
                  <a:schemeClr val="bg1"/>
                </a:solidFill>
              </a:rPr>
              <a:t>BJ</a:t>
            </a:r>
            <a:r>
              <a:rPr lang="en-US" sz="2400">
                <a:solidFill>
                  <a:schemeClr val="bg1"/>
                </a:solidFill>
              </a:rPr>
              <a:t> and V</a:t>
            </a:r>
            <a:r>
              <a:rPr lang="en-US" sz="2400" baseline="-25000">
                <a:solidFill>
                  <a:schemeClr val="bg1"/>
                </a:solidFill>
              </a:rPr>
              <a:t>CJ</a:t>
            </a:r>
            <a:r>
              <a:rPr lang="en-US" sz="2400">
                <a:solidFill>
                  <a:schemeClr val="bg1"/>
                </a:solidFill>
              </a:rPr>
              <a:t>  ☹️☹️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CE136-A16A-2BE8-B2A0-6868729A92FC}"/>
              </a:ext>
            </a:extLst>
          </p:cNvPr>
          <p:cNvSpPr txBox="1"/>
          <p:nvPr/>
        </p:nvSpPr>
        <p:spPr>
          <a:xfrm>
            <a:off x="8389484" y="4053840"/>
            <a:ext cx="3802516" cy="2246769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FF00"/>
                </a:solidFill>
              </a:rPr>
              <a:t>Bellman: To solve</a:t>
            </a:r>
          </a:p>
          <a:p>
            <a:r>
              <a:rPr lang="en-US" sz="2800">
                <a:solidFill>
                  <a:srgbClr val="FFFF00"/>
                </a:solidFill>
              </a:rPr>
              <a:t>A problem, decompose</a:t>
            </a:r>
          </a:p>
          <a:p>
            <a:r>
              <a:rPr lang="en-US" sz="2800">
                <a:solidFill>
                  <a:srgbClr val="FFFF00"/>
                </a:solidFill>
              </a:rPr>
              <a:t>it into subproblems</a:t>
            </a:r>
          </a:p>
          <a:p>
            <a:r>
              <a:rPr lang="en-US" sz="2800">
                <a:solidFill>
                  <a:srgbClr val="FFFF00"/>
                </a:solidFill>
              </a:rPr>
              <a:t>You can solve, </a:t>
            </a:r>
            <a:r>
              <a:rPr lang="en-US" sz="2800" i="1">
                <a:solidFill>
                  <a:srgbClr val="FFFF00"/>
                </a:solidFill>
              </a:rPr>
              <a:t>if you</a:t>
            </a:r>
          </a:p>
          <a:p>
            <a:r>
              <a:rPr lang="en-US" sz="2800" i="1">
                <a:solidFill>
                  <a:srgbClr val="FFFF00"/>
                </a:solidFill>
              </a:rPr>
              <a:t>can</a:t>
            </a:r>
            <a:r>
              <a:rPr lang="en-US" sz="2800">
                <a:solidFill>
                  <a:srgbClr val="FFFF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3333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5A590-3C33-DFEE-52BF-7D0CEEFA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8F58CA2-1D42-CD61-A7DC-59071647D0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Bellman’s Solution: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Do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more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𝑚𝑎𝑔𝑖𝑛𝑖𝑛𝑔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‼!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B77EAF-378A-982B-0BCF-B6A5C55453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7761BF0B-CE1C-ED4D-C7A6-667CF4FF1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30086" y="1855918"/>
            <a:ext cx="5868318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02E837-3106-1C70-4FC2-70C4FF862B17}"/>
              </a:ext>
            </a:extLst>
          </p:cNvPr>
          <p:cNvSpPr txBox="1"/>
          <p:nvPr/>
        </p:nvSpPr>
        <p:spPr>
          <a:xfrm>
            <a:off x="191844" y="2653498"/>
            <a:ext cx="4715435" cy="2246769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FF00"/>
                </a:solidFill>
              </a:rPr>
              <a:t>Bellman: We don’t know the best cost from B to J, but if we knew the best costs from D, E, F, to J, then we can find the best cost from B to J</a:t>
            </a:r>
          </a:p>
        </p:txBody>
      </p:sp>
    </p:spTree>
    <p:extLst>
      <p:ext uri="{BB962C8B-B14F-4D97-AF65-F5344CB8AC3E}">
        <p14:creationId xmlns:p14="http://schemas.microsoft.com/office/powerpoint/2010/main" val="414777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D75E6-E179-0807-CFC3-852B1601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9E0C-D860-5BB7-B864-7B6C3679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Dynamic Programming: Calculate Values, then you can be greedy!</a:t>
            </a:r>
          </a:p>
        </p:txBody>
      </p:sp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E9D90967-E02C-292B-4F3E-0206FAC89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846" y="1784818"/>
            <a:ext cx="5868318" cy="43513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B16A4C-251F-CE4A-F465-B94899E46C96}"/>
                  </a:ext>
                </a:extLst>
              </p14:cNvPr>
              <p14:cNvContentPartPr/>
              <p14:nvPr/>
            </p14:nvContentPartPr>
            <p14:xfrm>
              <a:off x="6863278" y="2089707"/>
              <a:ext cx="349200" cy="383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B16A4C-251F-CE4A-F465-B94899E46C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5638" y="2071707"/>
                <a:ext cx="38484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B9AB44-CF48-313D-6DE0-79E47B3CAD30}"/>
                  </a:ext>
                </a:extLst>
              </p14:cNvPr>
              <p14:cNvContentPartPr/>
              <p14:nvPr/>
            </p14:nvContentPartPr>
            <p14:xfrm>
              <a:off x="6876238" y="3041187"/>
              <a:ext cx="249120" cy="45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B9AB44-CF48-313D-6DE0-79E47B3CAD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58598" y="3023547"/>
                <a:ext cx="28476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9BC5D97-BB54-3B36-89D2-AD26831DCA19}"/>
                  </a:ext>
                </a:extLst>
              </p14:cNvPr>
              <p14:cNvContentPartPr/>
              <p14:nvPr/>
            </p14:nvContentPartPr>
            <p14:xfrm>
              <a:off x="6924478" y="4039467"/>
              <a:ext cx="237600" cy="390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9BC5D97-BB54-3B36-89D2-AD26831DCA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06478" y="4021827"/>
                <a:ext cx="273240" cy="42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950DE85-1DC1-0ED9-FD15-34DC02606D80}"/>
              </a:ext>
            </a:extLst>
          </p:cNvPr>
          <p:cNvGrpSpPr/>
          <p:nvPr/>
        </p:nvGrpSpPr>
        <p:grpSpPr>
          <a:xfrm>
            <a:off x="5808478" y="1838787"/>
            <a:ext cx="537120" cy="557280"/>
            <a:chOff x="5808478" y="1838787"/>
            <a:chExt cx="537120" cy="5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60373DF-8116-9321-6843-0744D8FD6248}"/>
                    </a:ext>
                  </a:extLst>
                </p14:cNvPr>
                <p14:cNvContentPartPr/>
                <p14:nvPr/>
              </p14:nvContentPartPr>
              <p14:xfrm>
                <a:off x="5808478" y="1909347"/>
                <a:ext cx="202320" cy="486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0373DF-8116-9321-6843-0744D8FD62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90478" y="1891347"/>
                  <a:ext cx="2379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60C7050-00B7-FAD4-36FD-14B4D87508EC}"/>
                    </a:ext>
                  </a:extLst>
                </p14:cNvPr>
                <p14:cNvContentPartPr/>
                <p14:nvPr/>
              </p14:nvContentPartPr>
              <p14:xfrm>
                <a:off x="5996038" y="1838787"/>
                <a:ext cx="349560" cy="525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0C7050-00B7-FAD4-36FD-14B4D87508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78398" y="1821147"/>
                  <a:ext cx="385200" cy="56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8F5187-DEC1-0107-4A87-3EEB9215E763}"/>
              </a:ext>
            </a:extLst>
          </p:cNvPr>
          <p:cNvGrpSpPr/>
          <p:nvPr/>
        </p:nvGrpSpPr>
        <p:grpSpPr>
          <a:xfrm>
            <a:off x="5840158" y="2846067"/>
            <a:ext cx="465840" cy="681840"/>
            <a:chOff x="5840158" y="2846067"/>
            <a:chExt cx="465840" cy="68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F03D3D0-1E5D-409F-19BF-269C2BAC2FD5}"/>
                    </a:ext>
                  </a:extLst>
                </p14:cNvPr>
                <p14:cNvContentPartPr/>
                <p14:nvPr/>
              </p14:nvContentPartPr>
              <p14:xfrm>
                <a:off x="5840158" y="2909787"/>
                <a:ext cx="120960" cy="432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03D3D0-1E5D-409F-19BF-269C2BAC2F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22158" y="2892147"/>
                  <a:ext cx="1566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9DB7D81-139A-0A2D-15E7-D6E486FBD495}"/>
                    </a:ext>
                  </a:extLst>
                </p14:cNvPr>
                <p14:cNvContentPartPr/>
                <p14:nvPr/>
              </p14:nvContentPartPr>
              <p14:xfrm>
                <a:off x="6011158" y="2846067"/>
                <a:ext cx="294840" cy="487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DB7D81-139A-0A2D-15E7-D6E486FBD49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93518" y="2828427"/>
                  <a:ext cx="3304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DF04245-6493-5611-91E0-686DF55A4AF8}"/>
                    </a:ext>
                  </a:extLst>
                </p14:cNvPr>
                <p14:cNvContentPartPr/>
                <p14:nvPr/>
              </p14:nvContentPartPr>
              <p14:xfrm>
                <a:off x="6182158" y="3085467"/>
                <a:ext cx="83160" cy="44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DF04245-6493-5611-91E0-686DF55A4A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64158" y="3067827"/>
                  <a:ext cx="118800" cy="47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796139-B44C-618D-EAE4-EEF3FC362649}"/>
              </a:ext>
            </a:extLst>
          </p:cNvPr>
          <p:cNvGrpSpPr/>
          <p:nvPr/>
        </p:nvGrpSpPr>
        <p:grpSpPr>
          <a:xfrm>
            <a:off x="5878678" y="3823467"/>
            <a:ext cx="452880" cy="530640"/>
            <a:chOff x="5878678" y="3823467"/>
            <a:chExt cx="452880" cy="53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5D1854D-6E0E-CCCD-165B-7075904AD875}"/>
                    </a:ext>
                  </a:extLst>
                </p14:cNvPr>
                <p14:cNvContentPartPr/>
                <p14:nvPr/>
              </p14:nvContentPartPr>
              <p14:xfrm>
                <a:off x="5878678" y="3908427"/>
                <a:ext cx="223560" cy="445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D1854D-6E0E-CCCD-165B-7075904AD8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1038" y="3890787"/>
                  <a:ext cx="2592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F881C58-E817-AF86-6673-3507E2F65180}"/>
                    </a:ext>
                  </a:extLst>
                </p14:cNvPr>
                <p14:cNvContentPartPr/>
                <p14:nvPr/>
              </p14:nvContentPartPr>
              <p14:xfrm>
                <a:off x="6052918" y="3823467"/>
                <a:ext cx="278640" cy="44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881C58-E817-AF86-6673-3507E2F651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35278" y="3805827"/>
                  <a:ext cx="314280" cy="48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8F40FE-C386-8054-E5FB-40AA1D27AE62}"/>
              </a:ext>
            </a:extLst>
          </p:cNvPr>
          <p:cNvGrpSpPr/>
          <p:nvPr/>
        </p:nvGrpSpPr>
        <p:grpSpPr>
          <a:xfrm>
            <a:off x="4870318" y="1920147"/>
            <a:ext cx="400680" cy="704880"/>
            <a:chOff x="4870318" y="1920147"/>
            <a:chExt cx="400680" cy="7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7D7F9D-A446-8F03-B1A8-3D9135ABA805}"/>
                    </a:ext>
                  </a:extLst>
                </p14:cNvPr>
                <p14:cNvContentPartPr/>
                <p14:nvPr/>
              </p14:nvContentPartPr>
              <p14:xfrm>
                <a:off x="4870318" y="1970187"/>
                <a:ext cx="296640" cy="65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7D7F9D-A446-8F03-B1A8-3D9135ABA8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52318" y="1952187"/>
                  <a:ext cx="33228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7A08575-6D81-74F7-38C3-421EE225FF1D}"/>
                    </a:ext>
                  </a:extLst>
                </p14:cNvPr>
                <p14:cNvContentPartPr/>
                <p14:nvPr/>
              </p14:nvContentPartPr>
              <p14:xfrm>
                <a:off x="5122678" y="1920147"/>
                <a:ext cx="148320" cy="624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7A08575-6D81-74F7-38C3-421EE225FF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05038" y="1902507"/>
                  <a:ext cx="183960" cy="65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8DEC88-806F-29A7-DF1C-C6467064F828}"/>
              </a:ext>
            </a:extLst>
          </p:cNvPr>
          <p:cNvGrpSpPr/>
          <p:nvPr/>
        </p:nvGrpSpPr>
        <p:grpSpPr>
          <a:xfrm>
            <a:off x="4925038" y="3356547"/>
            <a:ext cx="490320" cy="688320"/>
            <a:chOff x="4925038" y="3356547"/>
            <a:chExt cx="490320" cy="68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C19597-C2C5-9E43-3631-77F707C28423}"/>
                    </a:ext>
                  </a:extLst>
                </p14:cNvPr>
                <p14:cNvContentPartPr/>
                <p14:nvPr/>
              </p14:nvContentPartPr>
              <p14:xfrm>
                <a:off x="4925038" y="3389307"/>
                <a:ext cx="198360" cy="372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C19597-C2C5-9E43-3631-77F707C284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7398" y="3371667"/>
                  <a:ext cx="234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540425-1838-A763-134E-0E76246DCD94}"/>
                    </a:ext>
                  </a:extLst>
                </p14:cNvPr>
                <p14:cNvContentPartPr/>
                <p14:nvPr/>
              </p14:nvContentPartPr>
              <p14:xfrm>
                <a:off x="5189998" y="3356547"/>
                <a:ext cx="225360" cy="359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540425-1838-A763-134E-0E76246DCD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72358" y="3338907"/>
                  <a:ext cx="2610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DDE81BE-8988-8513-C089-E66B6D95ADDD}"/>
                    </a:ext>
                  </a:extLst>
                </p14:cNvPr>
                <p14:cNvContentPartPr/>
                <p14:nvPr/>
              </p14:nvContentPartPr>
              <p14:xfrm>
                <a:off x="5282878" y="3574707"/>
                <a:ext cx="51480" cy="470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DE81BE-8988-8513-C089-E66B6D95AD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64878" y="3556707"/>
                  <a:ext cx="87120" cy="50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4DDC1D3-8B1A-9F9A-28F4-9151F3CBF392}"/>
                  </a:ext>
                </a:extLst>
              </p14:cNvPr>
              <p14:cNvContentPartPr/>
              <p14:nvPr/>
            </p14:nvContentPartPr>
            <p14:xfrm>
              <a:off x="4031158" y="2676867"/>
              <a:ext cx="382680" cy="684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4DDC1D3-8B1A-9F9A-28F4-9151F3CBF39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13158" y="2658867"/>
                <a:ext cx="4183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C5AC24B-9B94-ACF1-3E2E-1D179A7CCC83}"/>
                  </a:ext>
                </a:extLst>
              </p14:cNvPr>
              <p14:cNvContentPartPr/>
              <p14:nvPr/>
            </p14:nvContentPartPr>
            <p14:xfrm>
              <a:off x="4458478" y="2731587"/>
              <a:ext cx="300960" cy="280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C5AC24B-9B94-ACF1-3E2E-1D179A7CCC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40478" y="2713587"/>
                <a:ext cx="336600" cy="31572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FB1FFCD-EFB5-D64C-B4BB-D2027460CC72}"/>
              </a:ext>
            </a:extLst>
          </p:cNvPr>
          <p:cNvSpPr txBox="1"/>
          <p:nvPr/>
        </p:nvSpPr>
        <p:spPr>
          <a:xfrm>
            <a:off x="4157221" y="37161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AD647-E319-E2D0-FE96-FA6B6EC36DA5}"/>
              </a:ext>
            </a:extLst>
          </p:cNvPr>
          <p:cNvSpPr txBox="1"/>
          <p:nvPr/>
        </p:nvSpPr>
        <p:spPr>
          <a:xfrm>
            <a:off x="8490010" y="1613118"/>
            <a:ext cx="3489650" cy="181588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FF00"/>
                </a:solidFill>
              </a:rPr>
              <a:t>And what’s the best</a:t>
            </a:r>
          </a:p>
          <a:p>
            <a:r>
              <a:rPr lang="en-US" sz="2800">
                <a:solidFill>
                  <a:srgbClr val="FFFF00"/>
                </a:solidFill>
              </a:rPr>
              <a:t>path? Now go greedy</a:t>
            </a:r>
          </a:p>
          <a:p>
            <a:r>
              <a:rPr lang="en-US" sz="2800">
                <a:solidFill>
                  <a:srgbClr val="FFFF00"/>
                </a:solidFill>
              </a:rPr>
              <a:t>On the Values! Not Costs!!!!</a:t>
            </a:r>
          </a:p>
        </p:txBody>
      </p:sp>
    </p:spTree>
    <p:extLst>
      <p:ext uri="{BB962C8B-B14F-4D97-AF65-F5344CB8AC3E}">
        <p14:creationId xmlns:p14="http://schemas.microsoft.com/office/powerpoint/2010/main" val="316773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384B-4F2A-9635-87C2-B622C3B0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1ABD-6B28-6F8A-9B75-A35FD8788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8" y="55679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/>
              <a:t>Dynamic </a:t>
            </a:r>
            <a:br>
              <a:rPr lang="en-US"/>
            </a:br>
            <a:r>
              <a:rPr lang="en-US"/>
              <a:t>Programming</a:t>
            </a:r>
            <a:br>
              <a:rPr lang="en-US"/>
            </a:br>
            <a:r>
              <a:rPr lang="en-US"/>
              <a:t>is forsight!</a:t>
            </a:r>
          </a:p>
        </p:txBody>
      </p:sp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03586A74-61D6-2266-36B7-354F8572A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90846" y="1784818"/>
            <a:ext cx="5868318" cy="43513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7FBDDC-B580-90D5-757A-14D8C8062D1A}"/>
                  </a:ext>
                </a:extLst>
              </p14:cNvPr>
              <p14:cNvContentPartPr/>
              <p14:nvPr/>
            </p14:nvContentPartPr>
            <p14:xfrm>
              <a:off x="6863278" y="2089707"/>
              <a:ext cx="349200" cy="383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B16A4C-251F-CE4A-F465-B94899E46C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5638" y="2071707"/>
                <a:ext cx="38484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C903735-0A67-EF98-E7C5-7E13099445EF}"/>
                  </a:ext>
                </a:extLst>
              </p14:cNvPr>
              <p14:cNvContentPartPr/>
              <p14:nvPr/>
            </p14:nvContentPartPr>
            <p14:xfrm>
              <a:off x="6876238" y="3041187"/>
              <a:ext cx="249120" cy="45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B9AB44-CF48-313D-6DE0-79E47B3CAD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58598" y="3023547"/>
                <a:ext cx="28476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567C073-8424-02E7-261C-698005AB4583}"/>
                  </a:ext>
                </a:extLst>
              </p14:cNvPr>
              <p14:cNvContentPartPr/>
              <p14:nvPr/>
            </p14:nvContentPartPr>
            <p14:xfrm>
              <a:off x="6924478" y="4039467"/>
              <a:ext cx="237600" cy="390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9BC5D97-BB54-3B36-89D2-AD26831DCA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06478" y="4021827"/>
                <a:ext cx="273240" cy="42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CBA9E05-8669-79B7-907B-714542B0F729}"/>
              </a:ext>
            </a:extLst>
          </p:cNvPr>
          <p:cNvGrpSpPr/>
          <p:nvPr/>
        </p:nvGrpSpPr>
        <p:grpSpPr>
          <a:xfrm>
            <a:off x="5808478" y="1838787"/>
            <a:ext cx="537120" cy="557280"/>
            <a:chOff x="5808478" y="1838787"/>
            <a:chExt cx="537120" cy="5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EB2AE3A-390D-F673-0E39-39656497B194}"/>
                    </a:ext>
                  </a:extLst>
                </p14:cNvPr>
                <p14:cNvContentPartPr/>
                <p14:nvPr/>
              </p14:nvContentPartPr>
              <p14:xfrm>
                <a:off x="5808478" y="1909347"/>
                <a:ext cx="202320" cy="486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0373DF-8116-9321-6843-0744D8FD62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90478" y="1891347"/>
                  <a:ext cx="2379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80956D-EF5E-F4C7-76EC-47FCF93670A0}"/>
                    </a:ext>
                  </a:extLst>
                </p14:cNvPr>
                <p14:cNvContentPartPr/>
                <p14:nvPr/>
              </p14:nvContentPartPr>
              <p14:xfrm>
                <a:off x="5996038" y="1838787"/>
                <a:ext cx="349560" cy="525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0C7050-00B7-FAD4-36FD-14B4D87508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78398" y="1821147"/>
                  <a:ext cx="385200" cy="56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A6516E-460A-3C4D-3625-D5E8C4CE8634}"/>
              </a:ext>
            </a:extLst>
          </p:cNvPr>
          <p:cNvGrpSpPr/>
          <p:nvPr/>
        </p:nvGrpSpPr>
        <p:grpSpPr>
          <a:xfrm>
            <a:off x="5840158" y="2846067"/>
            <a:ext cx="465840" cy="681840"/>
            <a:chOff x="5840158" y="2846067"/>
            <a:chExt cx="465840" cy="68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A891F71-BC19-8B64-9EFC-503E7D8A2AC3}"/>
                    </a:ext>
                  </a:extLst>
                </p14:cNvPr>
                <p14:cNvContentPartPr/>
                <p14:nvPr/>
              </p14:nvContentPartPr>
              <p14:xfrm>
                <a:off x="5840158" y="2909787"/>
                <a:ext cx="120960" cy="432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03D3D0-1E5D-409F-19BF-269C2BAC2F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22158" y="2892147"/>
                  <a:ext cx="1566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06BA83-B332-469E-1CCA-8E65CD626B58}"/>
                    </a:ext>
                  </a:extLst>
                </p14:cNvPr>
                <p14:cNvContentPartPr/>
                <p14:nvPr/>
              </p14:nvContentPartPr>
              <p14:xfrm>
                <a:off x="6011158" y="2846067"/>
                <a:ext cx="294840" cy="487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DB7D81-139A-0A2D-15E7-D6E486FBD49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93518" y="2828427"/>
                  <a:ext cx="3304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43D4F37-FF4E-A70C-E31C-26C3D5508EAA}"/>
                    </a:ext>
                  </a:extLst>
                </p14:cNvPr>
                <p14:cNvContentPartPr/>
                <p14:nvPr/>
              </p14:nvContentPartPr>
              <p14:xfrm>
                <a:off x="6182158" y="3085467"/>
                <a:ext cx="83160" cy="44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DF04245-6493-5611-91E0-686DF55A4A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64158" y="3067827"/>
                  <a:ext cx="118800" cy="47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85B275-6EDA-89D8-D47F-F545222A8118}"/>
              </a:ext>
            </a:extLst>
          </p:cNvPr>
          <p:cNvGrpSpPr/>
          <p:nvPr/>
        </p:nvGrpSpPr>
        <p:grpSpPr>
          <a:xfrm>
            <a:off x="5878678" y="3823467"/>
            <a:ext cx="452880" cy="530640"/>
            <a:chOff x="5878678" y="3823467"/>
            <a:chExt cx="452880" cy="53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A5F263-ADEF-2ED3-E6A6-7341D787F5C7}"/>
                    </a:ext>
                  </a:extLst>
                </p14:cNvPr>
                <p14:cNvContentPartPr/>
                <p14:nvPr/>
              </p14:nvContentPartPr>
              <p14:xfrm>
                <a:off x="5878678" y="3908427"/>
                <a:ext cx="223560" cy="445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D1854D-6E0E-CCCD-165B-7075904AD8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1038" y="3890787"/>
                  <a:ext cx="2592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D71864-7CE8-9F81-BCDD-1A153F30745D}"/>
                    </a:ext>
                  </a:extLst>
                </p14:cNvPr>
                <p14:cNvContentPartPr/>
                <p14:nvPr/>
              </p14:nvContentPartPr>
              <p14:xfrm>
                <a:off x="6052918" y="3823467"/>
                <a:ext cx="278640" cy="44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881C58-E817-AF86-6673-3507E2F651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35278" y="3805827"/>
                  <a:ext cx="314280" cy="48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EC0CC3-58D7-0865-CFCF-784324917BD7}"/>
              </a:ext>
            </a:extLst>
          </p:cNvPr>
          <p:cNvGrpSpPr/>
          <p:nvPr/>
        </p:nvGrpSpPr>
        <p:grpSpPr>
          <a:xfrm>
            <a:off x="4870318" y="1920147"/>
            <a:ext cx="400680" cy="704880"/>
            <a:chOff x="4870318" y="1920147"/>
            <a:chExt cx="400680" cy="7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94603D3-5003-1141-89AD-4B1A4FAFAD52}"/>
                    </a:ext>
                  </a:extLst>
                </p14:cNvPr>
                <p14:cNvContentPartPr/>
                <p14:nvPr/>
              </p14:nvContentPartPr>
              <p14:xfrm>
                <a:off x="4870318" y="1970187"/>
                <a:ext cx="296640" cy="65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7D7F9D-A446-8F03-B1A8-3D9135ABA8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52318" y="1952187"/>
                  <a:ext cx="33228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C6836D-1DA1-B3D9-EAA2-5D2F9B83305C}"/>
                    </a:ext>
                  </a:extLst>
                </p14:cNvPr>
                <p14:cNvContentPartPr/>
                <p14:nvPr/>
              </p14:nvContentPartPr>
              <p14:xfrm>
                <a:off x="5122678" y="1920147"/>
                <a:ext cx="148320" cy="624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7A08575-6D81-74F7-38C3-421EE225FF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05038" y="1902507"/>
                  <a:ext cx="183960" cy="65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78C7458-AF75-E1E8-CB6C-3F859C7AE42E}"/>
              </a:ext>
            </a:extLst>
          </p:cNvPr>
          <p:cNvGrpSpPr/>
          <p:nvPr/>
        </p:nvGrpSpPr>
        <p:grpSpPr>
          <a:xfrm>
            <a:off x="4925038" y="3356547"/>
            <a:ext cx="490320" cy="688320"/>
            <a:chOff x="4925038" y="3356547"/>
            <a:chExt cx="490320" cy="68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DA63A32-74BA-C9F2-CDD3-FF3ABF7BADB3}"/>
                    </a:ext>
                  </a:extLst>
                </p14:cNvPr>
                <p14:cNvContentPartPr/>
                <p14:nvPr/>
              </p14:nvContentPartPr>
              <p14:xfrm>
                <a:off x="4925038" y="3389307"/>
                <a:ext cx="198360" cy="372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C19597-C2C5-9E43-3631-77F707C284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7398" y="3371667"/>
                  <a:ext cx="234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BB472E2-E558-2E59-358C-3F44F95D2519}"/>
                    </a:ext>
                  </a:extLst>
                </p14:cNvPr>
                <p14:cNvContentPartPr/>
                <p14:nvPr/>
              </p14:nvContentPartPr>
              <p14:xfrm>
                <a:off x="5189998" y="3356547"/>
                <a:ext cx="225360" cy="359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540425-1838-A763-134E-0E76246DCD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72358" y="3338907"/>
                  <a:ext cx="2610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FEA2E53-5203-3400-8499-DCB925AA54A3}"/>
                    </a:ext>
                  </a:extLst>
                </p14:cNvPr>
                <p14:cNvContentPartPr/>
                <p14:nvPr/>
              </p14:nvContentPartPr>
              <p14:xfrm>
                <a:off x="5282878" y="3574707"/>
                <a:ext cx="51480" cy="470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DE81BE-8988-8513-C089-E66B6D95AD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64878" y="3556707"/>
                  <a:ext cx="87120" cy="50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61A887A-103E-8E8A-DA3F-78BD939BE89B}"/>
                  </a:ext>
                </a:extLst>
              </p14:cNvPr>
              <p14:cNvContentPartPr/>
              <p14:nvPr/>
            </p14:nvContentPartPr>
            <p14:xfrm>
              <a:off x="4031158" y="2676867"/>
              <a:ext cx="382680" cy="684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4DDC1D3-8B1A-9F9A-28F4-9151F3CBF39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13158" y="2658867"/>
                <a:ext cx="4183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30D840E-904C-B0D7-5AED-F892888E19DD}"/>
                  </a:ext>
                </a:extLst>
              </p14:cNvPr>
              <p14:cNvContentPartPr/>
              <p14:nvPr/>
            </p14:nvContentPartPr>
            <p14:xfrm>
              <a:off x="4458478" y="2731587"/>
              <a:ext cx="300960" cy="280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C5AC24B-9B94-ACF1-3E2E-1D179A7CCC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40478" y="2713587"/>
                <a:ext cx="336600" cy="31572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64A7BF08-854D-142C-503B-6F30A96C0CE3}"/>
              </a:ext>
            </a:extLst>
          </p:cNvPr>
          <p:cNvSpPr txBox="1"/>
          <p:nvPr/>
        </p:nvSpPr>
        <p:spPr>
          <a:xfrm>
            <a:off x="4157221" y="37161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1CA93-5F8F-E598-CF88-EABFD1F36DBF}"/>
              </a:ext>
            </a:extLst>
          </p:cNvPr>
          <p:cNvSpPr txBox="1"/>
          <p:nvPr/>
        </p:nvSpPr>
        <p:spPr>
          <a:xfrm>
            <a:off x="8139579" y="459754"/>
            <a:ext cx="4144130" cy="5262979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FF00"/>
                </a:solidFill>
              </a:rPr>
              <a:t>In the initial problem, a late obstacle (the 9!) can lead an early greedy decision based on the cost to lead to a bad path. The Values contain the FUTURE!!!! So we can go greedy on them, since they already contain info </a:t>
            </a:r>
          </a:p>
          <a:p>
            <a:r>
              <a:rPr lang="en-US" sz="2400">
                <a:solidFill>
                  <a:srgbClr val="FFFF00"/>
                </a:solidFill>
              </a:rPr>
              <a:t>on all the future obstacles!!! So they make</a:t>
            </a:r>
          </a:p>
          <a:p>
            <a:r>
              <a:rPr lang="en-US" sz="2400">
                <a:solidFill>
                  <a:srgbClr val="FFFF00"/>
                </a:solidFill>
              </a:rPr>
              <a:t>present decisions optimal, because the whole future from each state is encapsulated in its Value!!!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4B8A26-2050-4ADF-9341-8A08A5F29A30}"/>
              </a:ext>
            </a:extLst>
          </p:cNvPr>
          <p:cNvSpPr txBox="1"/>
          <p:nvPr/>
        </p:nvSpPr>
        <p:spPr>
          <a:xfrm>
            <a:off x="79571" y="2700524"/>
            <a:ext cx="3078087" cy="120032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Søren Kierkegaard: Life can </a:t>
            </a:r>
          </a:p>
          <a:p>
            <a:r>
              <a:rPr lang="en-US" b="1">
                <a:solidFill>
                  <a:srgbClr val="FFFF00"/>
                </a:solidFill>
              </a:rPr>
              <a:t>only be understood </a:t>
            </a:r>
          </a:p>
          <a:p>
            <a:r>
              <a:rPr lang="en-US" b="1">
                <a:solidFill>
                  <a:srgbClr val="FFFF00"/>
                </a:solidFill>
              </a:rPr>
              <a:t>backwards; but it must </a:t>
            </a:r>
          </a:p>
          <a:p>
            <a:r>
              <a:rPr lang="en-US" b="1">
                <a:solidFill>
                  <a:srgbClr val="FFFF00"/>
                </a:solidFill>
              </a:rPr>
              <a:t>be lived forwards</a:t>
            </a:r>
            <a:r>
              <a:rPr lang="en-US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76EF3D-2B86-2F01-CFEC-56FEF0FC2E01}"/>
              </a:ext>
            </a:extLst>
          </p:cNvPr>
          <p:cNvCxnSpPr/>
          <p:nvPr/>
        </p:nvCxnSpPr>
        <p:spPr>
          <a:xfrm flipH="1">
            <a:off x="7428089" y="1920147"/>
            <a:ext cx="259644" cy="1206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F41A79-6E00-1FB5-4D22-C62783E8C279}"/>
              </a:ext>
            </a:extLst>
          </p:cNvPr>
          <p:cNvSpPr txBox="1"/>
          <p:nvPr/>
        </p:nvSpPr>
        <p:spPr>
          <a:xfrm>
            <a:off x="7789333" y="18387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☹️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AE41D4-4C0E-F4D2-99E1-2ABA2B062114}"/>
              </a:ext>
            </a:extLst>
          </p:cNvPr>
          <p:cNvSpPr/>
          <p:nvPr/>
        </p:nvSpPr>
        <p:spPr>
          <a:xfrm>
            <a:off x="5808478" y="1219580"/>
            <a:ext cx="616527" cy="3699261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D8D32F-61C8-306D-9DD5-D2FDBB41BE59}"/>
              </a:ext>
            </a:extLst>
          </p:cNvPr>
          <p:cNvSpPr txBox="1"/>
          <p:nvPr/>
        </p:nvSpPr>
        <p:spPr>
          <a:xfrm>
            <a:off x="4759438" y="220717"/>
            <a:ext cx="3353803" cy="1477328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🤔If I’m at this stage,</a:t>
            </a:r>
          </a:p>
          <a:p>
            <a:r>
              <a:rPr lang="en-US">
                <a:solidFill>
                  <a:schemeClr val="bg1"/>
                </a:solidFill>
              </a:rPr>
              <a:t>DP  gives me forsight that </a:t>
            </a:r>
          </a:p>
          <a:p>
            <a:r>
              <a:rPr lang="en-US">
                <a:solidFill>
                  <a:schemeClr val="bg1"/>
                </a:solidFill>
              </a:rPr>
              <a:t>State H leads to something</a:t>
            </a:r>
          </a:p>
          <a:p>
            <a:r>
              <a:rPr lang="en-US">
                <a:solidFill>
                  <a:schemeClr val="bg1"/>
                </a:solidFill>
              </a:rPr>
              <a:t> terrible 🤨 This is still the case if</a:t>
            </a:r>
          </a:p>
          <a:p>
            <a:r>
              <a:rPr lang="en-US">
                <a:solidFill>
                  <a:schemeClr val="bg1"/>
                </a:solidFill>
              </a:rPr>
              <a:t>There are many more stages to J</a:t>
            </a:r>
          </a:p>
        </p:txBody>
      </p:sp>
    </p:spTree>
    <p:extLst>
      <p:ext uri="{BB962C8B-B14F-4D97-AF65-F5344CB8AC3E}">
        <p14:creationId xmlns:p14="http://schemas.microsoft.com/office/powerpoint/2010/main" val="284690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23" grpId="0"/>
      <p:bldP spid="28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271B-7120-4DE5-6975-52CFB3F1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5918-48C4-CA70-FC56-BBE835DD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Dynamic Programming:</a:t>
            </a:r>
          </a:p>
        </p:txBody>
      </p:sp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5E1B0117-85A6-0961-4AB4-B24B17755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846" y="1784818"/>
            <a:ext cx="5868318" cy="43513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D388FA-749B-6FC1-8006-8235D7E15A8A}"/>
                  </a:ext>
                </a:extLst>
              </p14:cNvPr>
              <p14:cNvContentPartPr/>
              <p14:nvPr/>
            </p14:nvContentPartPr>
            <p14:xfrm>
              <a:off x="6863278" y="2089707"/>
              <a:ext cx="349200" cy="383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B16A4C-251F-CE4A-F465-B94899E46C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5638" y="2071707"/>
                <a:ext cx="38484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B85619-71B1-57E5-87E1-92FC2D5DCE8D}"/>
                  </a:ext>
                </a:extLst>
              </p14:cNvPr>
              <p14:cNvContentPartPr/>
              <p14:nvPr/>
            </p14:nvContentPartPr>
            <p14:xfrm>
              <a:off x="6876238" y="3041187"/>
              <a:ext cx="249120" cy="45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B9AB44-CF48-313D-6DE0-79E47B3CAD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58598" y="3023547"/>
                <a:ext cx="28476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E9AF242-2541-2313-A723-DD1711D8476D}"/>
                  </a:ext>
                </a:extLst>
              </p14:cNvPr>
              <p14:cNvContentPartPr/>
              <p14:nvPr/>
            </p14:nvContentPartPr>
            <p14:xfrm>
              <a:off x="6924478" y="4039467"/>
              <a:ext cx="237600" cy="390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9BC5D97-BB54-3B36-89D2-AD26831DCA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06478" y="4021827"/>
                <a:ext cx="273240" cy="42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3962862-949D-1C7C-ADFF-7628411B2F87}"/>
              </a:ext>
            </a:extLst>
          </p:cNvPr>
          <p:cNvGrpSpPr/>
          <p:nvPr/>
        </p:nvGrpSpPr>
        <p:grpSpPr>
          <a:xfrm>
            <a:off x="5808478" y="1838787"/>
            <a:ext cx="537120" cy="557280"/>
            <a:chOff x="5808478" y="1838787"/>
            <a:chExt cx="537120" cy="5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8E0C01C-B925-731E-CF47-FCDA5864C94C}"/>
                    </a:ext>
                  </a:extLst>
                </p14:cNvPr>
                <p14:cNvContentPartPr/>
                <p14:nvPr/>
              </p14:nvContentPartPr>
              <p14:xfrm>
                <a:off x="5808478" y="1909347"/>
                <a:ext cx="202320" cy="486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0373DF-8116-9321-6843-0744D8FD62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90478" y="1891347"/>
                  <a:ext cx="2379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C80B13-E7A4-F1D5-F636-2A9A0FE1C228}"/>
                    </a:ext>
                  </a:extLst>
                </p14:cNvPr>
                <p14:cNvContentPartPr/>
                <p14:nvPr/>
              </p14:nvContentPartPr>
              <p14:xfrm>
                <a:off x="5996038" y="1838787"/>
                <a:ext cx="349560" cy="525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0C7050-00B7-FAD4-36FD-14B4D87508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78398" y="1821147"/>
                  <a:ext cx="385200" cy="56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F1B082-3815-FE5D-0F49-38FB897F4BD9}"/>
              </a:ext>
            </a:extLst>
          </p:cNvPr>
          <p:cNvGrpSpPr/>
          <p:nvPr/>
        </p:nvGrpSpPr>
        <p:grpSpPr>
          <a:xfrm>
            <a:off x="5840158" y="2846067"/>
            <a:ext cx="465840" cy="681840"/>
            <a:chOff x="5840158" y="2846067"/>
            <a:chExt cx="465840" cy="68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1AF711-7C86-BF1A-2049-F85EFEEDB8B7}"/>
                    </a:ext>
                  </a:extLst>
                </p14:cNvPr>
                <p14:cNvContentPartPr/>
                <p14:nvPr/>
              </p14:nvContentPartPr>
              <p14:xfrm>
                <a:off x="5840158" y="2909787"/>
                <a:ext cx="120960" cy="432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03D3D0-1E5D-409F-19BF-269C2BAC2F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22158" y="2892147"/>
                  <a:ext cx="1566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F3CF8D-6E2A-66A6-30D3-246DEDDCFD58}"/>
                    </a:ext>
                  </a:extLst>
                </p14:cNvPr>
                <p14:cNvContentPartPr/>
                <p14:nvPr/>
              </p14:nvContentPartPr>
              <p14:xfrm>
                <a:off x="6011158" y="2846067"/>
                <a:ext cx="294840" cy="487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DB7D81-139A-0A2D-15E7-D6E486FBD49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93518" y="2828427"/>
                  <a:ext cx="3304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63D261-9C4E-2298-36C3-E9AFDC017C19}"/>
                    </a:ext>
                  </a:extLst>
                </p14:cNvPr>
                <p14:cNvContentPartPr/>
                <p14:nvPr/>
              </p14:nvContentPartPr>
              <p14:xfrm>
                <a:off x="6182158" y="3085467"/>
                <a:ext cx="83160" cy="44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DF04245-6493-5611-91E0-686DF55A4A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64158" y="3067827"/>
                  <a:ext cx="118800" cy="47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9CD94BF-1089-A6E1-3FAE-80FDFF8C729B}"/>
              </a:ext>
            </a:extLst>
          </p:cNvPr>
          <p:cNvGrpSpPr/>
          <p:nvPr/>
        </p:nvGrpSpPr>
        <p:grpSpPr>
          <a:xfrm>
            <a:off x="5878678" y="3823467"/>
            <a:ext cx="452880" cy="530640"/>
            <a:chOff x="5878678" y="3823467"/>
            <a:chExt cx="452880" cy="53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C23071-BDFA-E122-84EB-853A71728A53}"/>
                    </a:ext>
                  </a:extLst>
                </p14:cNvPr>
                <p14:cNvContentPartPr/>
                <p14:nvPr/>
              </p14:nvContentPartPr>
              <p14:xfrm>
                <a:off x="5878678" y="3908427"/>
                <a:ext cx="223560" cy="445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D1854D-6E0E-CCCD-165B-7075904AD8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1038" y="3890787"/>
                  <a:ext cx="2592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A45035-7A2D-8552-C5DE-7948B5430422}"/>
                    </a:ext>
                  </a:extLst>
                </p14:cNvPr>
                <p14:cNvContentPartPr/>
                <p14:nvPr/>
              </p14:nvContentPartPr>
              <p14:xfrm>
                <a:off x="6052918" y="3823467"/>
                <a:ext cx="278640" cy="44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881C58-E817-AF86-6673-3507E2F651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35278" y="3805827"/>
                  <a:ext cx="314280" cy="48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0A0569-7B98-F585-65D8-0BC6DE3D2FC8}"/>
              </a:ext>
            </a:extLst>
          </p:cNvPr>
          <p:cNvGrpSpPr/>
          <p:nvPr/>
        </p:nvGrpSpPr>
        <p:grpSpPr>
          <a:xfrm>
            <a:off x="4870318" y="1920147"/>
            <a:ext cx="400680" cy="704880"/>
            <a:chOff x="4870318" y="1920147"/>
            <a:chExt cx="400680" cy="7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D84096-258F-DC0C-5031-01CDE4692CE5}"/>
                    </a:ext>
                  </a:extLst>
                </p14:cNvPr>
                <p14:cNvContentPartPr/>
                <p14:nvPr/>
              </p14:nvContentPartPr>
              <p14:xfrm>
                <a:off x="4870318" y="1970187"/>
                <a:ext cx="296640" cy="65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7D7F9D-A446-8F03-B1A8-3D9135ABA8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52318" y="1952187"/>
                  <a:ext cx="33228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5F5FE36-646B-6B03-F653-89011A2E2ED8}"/>
                    </a:ext>
                  </a:extLst>
                </p14:cNvPr>
                <p14:cNvContentPartPr/>
                <p14:nvPr/>
              </p14:nvContentPartPr>
              <p14:xfrm>
                <a:off x="5122678" y="1920147"/>
                <a:ext cx="148320" cy="624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7A08575-6D81-74F7-38C3-421EE225FF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05038" y="1902507"/>
                  <a:ext cx="183960" cy="65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8C16D43-9909-55B9-63BF-E5106644E658}"/>
              </a:ext>
            </a:extLst>
          </p:cNvPr>
          <p:cNvGrpSpPr/>
          <p:nvPr/>
        </p:nvGrpSpPr>
        <p:grpSpPr>
          <a:xfrm>
            <a:off x="4925038" y="3356547"/>
            <a:ext cx="490320" cy="688320"/>
            <a:chOff x="4925038" y="3356547"/>
            <a:chExt cx="490320" cy="68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5FFA66E-F638-823C-942D-D76C82F5753A}"/>
                    </a:ext>
                  </a:extLst>
                </p14:cNvPr>
                <p14:cNvContentPartPr/>
                <p14:nvPr/>
              </p14:nvContentPartPr>
              <p14:xfrm>
                <a:off x="4925038" y="3389307"/>
                <a:ext cx="198360" cy="372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C19597-C2C5-9E43-3631-77F707C284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7398" y="3371667"/>
                  <a:ext cx="234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B08B8AC-FE5D-8731-0814-8C92A041714E}"/>
                    </a:ext>
                  </a:extLst>
                </p14:cNvPr>
                <p14:cNvContentPartPr/>
                <p14:nvPr/>
              </p14:nvContentPartPr>
              <p14:xfrm>
                <a:off x="5189998" y="3356547"/>
                <a:ext cx="225360" cy="359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540425-1838-A763-134E-0E76246DCD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72358" y="3338907"/>
                  <a:ext cx="2610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2DFCCD0-E156-6CB2-E44C-ECB662F88F00}"/>
                    </a:ext>
                  </a:extLst>
                </p14:cNvPr>
                <p14:cNvContentPartPr/>
                <p14:nvPr/>
              </p14:nvContentPartPr>
              <p14:xfrm>
                <a:off x="5282878" y="3574707"/>
                <a:ext cx="51480" cy="470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DE81BE-8988-8513-C089-E66B6D95AD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64878" y="3556707"/>
                  <a:ext cx="87120" cy="50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BF70133-6C7E-269F-C0F8-B391841D4185}"/>
                  </a:ext>
                </a:extLst>
              </p14:cNvPr>
              <p14:cNvContentPartPr/>
              <p14:nvPr/>
            </p14:nvContentPartPr>
            <p14:xfrm>
              <a:off x="4031158" y="2676867"/>
              <a:ext cx="382680" cy="684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4DDC1D3-8B1A-9F9A-28F4-9151F3CBF39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13158" y="2658867"/>
                <a:ext cx="4183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AD95D6C-FFD6-758A-D3A8-DE7F36739EAE}"/>
                  </a:ext>
                </a:extLst>
              </p14:cNvPr>
              <p14:cNvContentPartPr/>
              <p14:nvPr/>
            </p14:nvContentPartPr>
            <p14:xfrm>
              <a:off x="4458478" y="2731587"/>
              <a:ext cx="300960" cy="280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C5AC24B-9B94-ACF1-3E2E-1D179A7CCC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40478" y="2713587"/>
                <a:ext cx="336600" cy="31572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1535542C-3977-615A-8AE7-B91EB5798B96}"/>
              </a:ext>
            </a:extLst>
          </p:cNvPr>
          <p:cNvSpPr txBox="1"/>
          <p:nvPr/>
        </p:nvSpPr>
        <p:spPr>
          <a:xfrm>
            <a:off x="4157221" y="37161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9753A-A77F-2E29-0AA3-26C015D0F284}"/>
              </a:ext>
            </a:extLst>
          </p:cNvPr>
          <p:cNvSpPr txBox="1"/>
          <p:nvPr/>
        </p:nvSpPr>
        <p:spPr>
          <a:xfrm>
            <a:off x="8139579" y="459754"/>
            <a:ext cx="4144130" cy="452431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FF00"/>
                </a:solidFill>
              </a:rPr>
              <a:t>Dynamic Programming can</a:t>
            </a:r>
          </a:p>
          <a:p>
            <a:r>
              <a:rPr lang="en-US" sz="2400">
                <a:solidFill>
                  <a:srgbClr val="FFFF00"/>
                </a:solidFill>
              </a:rPr>
              <a:t>be seen to start with posing a</a:t>
            </a:r>
          </a:p>
          <a:p>
            <a:r>
              <a:rPr lang="en-US" sz="2400">
                <a:solidFill>
                  <a:srgbClr val="FFFF00"/>
                </a:solidFill>
              </a:rPr>
              <a:t>Problem, its subproblems,</a:t>
            </a:r>
          </a:p>
          <a:p>
            <a:r>
              <a:rPr lang="en-US" sz="2400">
                <a:solidFill>
                  <a:srgbClr val="FFFF00"/>
                </a:solidFill>
              </a:rPr>
              <a:t>Subsub Problems…. Then solving the big problem by soloving the subproblems, which you can do by solving the subsubproblems…. Till you get to a point, where the problems are </a:t>
            </a:r>
            <a:r>
              <a:rPr lang="en-US" sz="2400" i="1">
                <a:solidFill>
                  <a:srgbClr val="FFFF00"/>
                </a:solidFill>
              </a:rPr>
              <a:t>trivial</a:t>
            </a:r>
            <a:r>
              <a:rPr lang="en-US" sz="2400">
                <a:solidFill>
                  <a:srgbClr val="FFFF00"/>
                </a:solidFill>
              </a:rPr>
              <a:t>, and now we can go back and solve the bigger problems. How?</a:t>
            </a:r>
          </a:p>
        </p:txBody>
      </p:sp>
    </p:spTree>
    <p:extLst>
      <p:ext uri="{BB962C8B-B14F-4D97-AF65-F5344CB8AC3E}">
        <p14:creationId xmlns:p14="http://schemas.microsoft.com/office/powerpoint/2010/main" val="328625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BE2F7-4E46-B6C2-F263-F982C2B9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A14F-6A4D-5146-9775-4A7F7086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Dynamic Programming:</a:t>
            </a:r>
          </a:p>
        </p:txBody>
      </p:sp>
      <p:pic>
        <p:nvPicPr>
          <p:cNvPr id="9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78D0E659-DB6C-56B3-EA60-AF397EBCE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846" y="1784818"/>
            <a:ext cx="5868318" cy="43513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2252A4-4407-3FD9-A10A-2097D03D9AB2}"/>
                  </a:ext>
                </a:extLst>
              </p14:cNvPr>
              <p14:cNvContentPartPr/>
              <p14:nvPr/>
            </p14:nvContentPartPr>
            <p14:xfrm>
              <a:off x="6863278" y="2089707"/>
              <a:ext cx="349200" cy="383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B16A4C-251F-CE4A-F465-B94899E46C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5638" y="2071707"/>
                <a:ext cx="38484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57CA70F-14A4-7146-6E5E-28B9C45FFB66}"/>
                  </a:ext>
                </a:extLst>
              </p14:cNvPr>
              <p14:cNvContentPartPr/>
              <p14:nvPr/>
            </p14:nvContentPartPr>
            <p14:xfrm>
              <a:off x="6876238" y="3041187"/>
              <a:ext cx="249120" cy="45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B9AB44-CF48-313D-6DE0-79E47B3CAD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58598" y="3023547"/>
                <a:ext cx="28476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FFF552A-90B9-3713-1F42-73CC4344A338}"/>
                  </a:ext>
                </a:extLst>
              </p14:cNvPr>
              <p14:cNvContentPartPr/>
              <p14:nvPr/>
            </p14:nvContentPartPr>
            <p14:xfrm>
              <a:off x="6924478" y="4039467"/>
              <a:ext cx="237600" cy="390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9BC5D97-BB54-3B36-89D2-AD26831DCA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06478" y="4021827"/>
                <a:ext cx="273240" cy="42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1623045-F48A-B0BD-6926-06A6779F61F5}"/>
              </a:ext>
            </a:extLst>
          </p:cNvPr>
          <p:cNvGrpSpPr/>
          <p:nvPr/>
        </p:nvGrpSpPr>
        <p:grpSpPr>
          <a:xfrm>
            <a:off x="5808478" y="1838787"/>
            <a:ext cx="537120" cy="557280"/>
            <a:chOff x="5808478" y="1838787"/>
            <a:chExt cx="537120" cy="5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A3EFA6C-33C7-E0EF-49BA-C686E2ED4C18}"/>
                    </a:ext>
                  </a:extLst>
                </p14:cNvPr>
                <p14:cNvContentPartPr/>
                <p14:nvPr/>
              </p14:nvContentPartPr>
              <p14:xfrm>
                <a:off x="5808478" y="1909347"/>
                <a:ext cx="202320" cy="486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0373DF-8116-9321-6843-0744D8FD62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90478" y="1891347"/>
                  <a:ext cx="2379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EB7D2F-A69A-6535-15F3-F8F13D94E33B}"/>
                    </a:ext>
                  </a:extLst>
                </p14:cNvPr>
                <p14:cNvContentPartPr/>
                <p14:nvPr/>
              </p14:nvContentPartPr>
              <p14:xfrm>
                <a:off x="5996038" y="1838787"/>
                <a:ext cx="349560" cy="525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0C7050-00B7-FAD4-36FD-14B4D87508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78398" y="1821147"/>
                  <a:ext cx="385200" cy="56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157376-BD20-AC2A-F329-ED334352358B}"/>
              </a:ext>
            </a:extLst>
          </p:cNvPr>
          <p:cNvGrpSpPr/>
          <p:nvPr/>
        </p:nvGrpSpPr>
        <p:grpSpPr>
          <a:xfrm>
            <a:off x="5840158" y="2846067"/>
            <a:ext cx="465840" cy="681840"/>
            <a:chOff x="5840158" y="2846067"/>
            <a:chExt cx="465840" cy="68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6D3BFD-D64B-A1C3-B279-7B4865CF596A}"/>
                    </a:ext>
                  </a:extLst>
                </p14:cNvPr>
                <p14:cNvContentPartPr/>
                <p14:nvPr/>
              </p14:nvContentPartPr>
              <p14:xfrm>
                <a:off x="5840158" y="2909787"/>
                <a:ext cx="120960" cy="432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03D3D0-1E5D-409F-19BF-269C2BAC2F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22158" y="2892147"/>
                  <a:ext cx="1566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98C545-9049-62E5-B877-E596DD71928B}"/>
                    </a:ext>
                  </a:extLst>
                </p14:cNvPr>
                <p14:cNvContentPartPr/>
                <p14:nvPr/>
              </p14:nvContentPartPr>
              <p14:xfrm>
                <a:off x="6011158" y="2846067"/>
                <a:ext cx="294840" cy="487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DB7D81-139A-0A2D-15E7-D6E486FBD49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93518" y="2828427"/>
                  <a:ext cx="3304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A2DDD64-4360-8D3F-DE4B-CABCBB53BAE0}"/>
                    </a:ext>
                  </a:extLst>
                </p14:cNvPr>
                <p14:cNvContentPartPr/>
                <p14:nvPr/>
              </p14:nvContentPartPr>
              <p14:xfrm>
                <a:off x="6182158" y="3085467"/>
                <a:ext cx="83160" cy="44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DF04245-6493-5611-91E0-686DF55A4A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64158" y="3067827"/>
                  <a:ext cx="118800" cy="47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BC6688-C28A-92E5-696F-ED3A97DA28B3}"/>
              </a:ext>
            </a:extLst>
          </p:cNvPr>
          <p:cNvGrpSpPr/>
          <p:nvPr/>
        </p:nvGrpSpPr>
        <p:grpSpPr>
          <a:xfrm>
            <a:off x="5878678" y="3823467"/>
            <a:ext cx="452880" cy="530640"/>
            <a:chOff x="5878678" y="3823467"/>
            <a:chExt cx="452880" cy="53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09B7748-241F-0D72-16A9-663CE706CA5A}"/>
                    </a:ext>
                  </a:extLst>
                </p14:cNvPr>
                <p14:cNvContentPartPr/>
                <p14:nvPr/>
              </p14:nvContentPartPr>
              <p14:xfrm>
                <a:off x="5878678" y="3908427"/>
                <a:ext cx="223560" cy="445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D1854D-6E0E-CCCD-165B-7075904AD8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1038" y="3890787"/>
                  <a:ext cx="2592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46EE30C-03A5-2389-1DF0-4B0B3E851202}"/>
                    </a:ext>
                  </a:extLst>
                </p14:cNvPr>
                <p14:cNvContentPartPr/>
                <p14:nvPr/>
              </p14:nvContentPartPr>
              <p14:xfrm>
                <a:off x="6052918" y="3823467"/>
                <a:ext cx="278640" cy="44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881C58-E817-AF86-6673-3507E2F651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35278" y="3805827"/>
                  <a:ext cx="314280" cy="48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4F0B6F8-9461-57A4-CE44-F743C8A82991}"/>
              </a:ext>
            </a:extLst>
          </p:cNvPr>
          <p:cNvGrpSpPr/>
          <p:nvPr/>
        </p:nvGrpSpPr>
        <p:grpSpPr>
          <a:xfrm>
            <a:off x="4870318" y="1920147"/>
            <a:ext cx="400680" cy="704880"/>
            <a:chOff x="4870318" y="1920147"/>
            <a:chExt cx="400680" cy="7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33EB141-6C51-E0E0-4EC3-4D9D87D125A0}"/>
                    </a:ext>
                  </a:extLst>
                </p14:cNvPr>
                <p14:cNvContentPartPr/>
                <p14:nvPr/>
              </p14:nvContentPartPr>
              <p14:xfrm>
                <a:off x="4870318" y="1970187"/>
                <a:ext cx="296640" cy="65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7D7F9D-A446-8F03-B1A8-3D9135ABA8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52318" y="1952187"/>
                  <a:ext cx="33228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687D65-44A0-3329-85BF-8ABEB4508A48}"/>
                    </a:ext>
                  </a:extLst>
                </p14:cNvPr>
                <p14:cNvContentPartPr/>
                <p14:nvPr/>
              </p14:nvContentPartPr>
              <p14:xfrm>
                <a:off x="5122678" y="1920147"/>
                <a:ext cx="148320" cy="624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7A08575-6D81-74F7-38C3-421EE225FF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05038" y="1902507"/>
                  <a:ext cx="183960" cy="65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41366E7-7977-D7CC-1335-399F8EBF50CB}"/>
              </a:ext>
            </a:extLst>
          </p:cNvPr>
          <p:cNvGrpSpPr/>
          <p:nvPr/>
        </p:nvGrpSpPr>
        <p:grpSpPr>
          <a:xfrm>
            <a:off x="4925038" y="3356547"/>
            <a:ext cx="490320" cy="688320"/>
            <a:chOff x="4925038" y="3356547"/>
            <a:chExt cx="490320" cy="68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624F85-591C-4884-201C-6B7904D85C41}"/>
                    </a:ext>
                  </a:extLst>
                </p14:cNvPr>
                <p14:cNvContentPartPr/>
                <p14:nvPr/>
              </p14:nvContentPartPr>
              <p14:xfrm>
                <a:off x="4925038" y="3389307"/>
                <a:ext cx="198360" cy="372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C19597-C2C5-9E43-3631-77F707C284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7398" y="3371667"/>
                  <a:ext cx="234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28AC4C1-787F-9708-28E9-3CC71DDD72D6}"/>
                    </a:ext>
                  </a:extLst>
                </p14:cNvPr>
                <p14:cNvContentPartPr/>
                <p14:nvPr/>
              </p14:nvContentPartPr>
              <p14:xfrm>
                <a:off x="5189998" y="3356547"/>
                <a:ext cx="225360" cy="359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540425-1838-A763-134E-0E76246DCD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72358" y="3338907"/>
                  <a:ext cx="2610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628217-972F-6DBC-4C0B-8E71FC0A6084}"/>
                    </a:ext>
                  </a:extLst>
                </p14:cNvPr>
                <p14:cNvContentPartPr/>
                <p14:nvPr/>
              </p14:nvContentPartPr>
              <p14:xfrm>
                <a:off x="5282878" y="3574707"/>
                <a:ext cx="51480" cy="470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DE81BE-8988-8513-C089-E66B6D95AD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64878" y="3556707"/>
                  <a:ext cx="87120" cy="50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7455387-CE0F-1032-5AFC-7B121DEBA094}"/>
                  </a:ext>
                </a:extLst>
              </p14:cNvPr>
              <p14:cNvContentPartPr/>
              <p14:nvPr/>
            </p14:nvContentPartPr>
            <p14:xfrm>
              <a:off x="4031158" y="2676867"/>
              <a:ext cx="382680" cy="684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4DDC1D3-8B1A-9F9A-28F4-9151F3CBF39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13158" y="2658867"/>
                <a:ext cx="4183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CC71697-6D0B-B26F-B242-B19A944B5BED}"/>
                  </a:ext>
                </a:extLst>
              </p14:cNvPr>
              <p14:cNvContentPartPr/>
              <p14:nvPr/>
            </p14:nvContentPartPr>
            <p14:xfrm>
              <a:off x="4458478" y="2731587"/>
              <a:ext cx="300960" cy="280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C5AC24B-9B94-ACF1-3E2E-1D179A7CCC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40478" y="2713587"/>
                <a:ext cx="336600" cy="31572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F051916A-7FA1-19E8-B85E-D5FA6E20A4B2}"/>
              </a:ext>
            </a:extLst>
          </p:cNvPr>
          <p:cNvSpPr txBox="1"/>
          <p:nvPr/>
        </p:nvSpPr>
        <p:spPr>
          <a:xfrm>
            <a:off x="4157221" y="37161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7FB6C-19AD-6FE9-BA31-FBDEB39F5EA1}"/>
              </a:ext>
            </a:extLst>
          </p:cNvPr>
          <p:cNvSpPr txBox="1"/>
          <p:nvPr/>
        </p:nvSpPr>
        <p:spPr>
          <a:xfrm>
            <a:off x="8139579" y="459754"/>
            <a:ext cx="4144130" cy="3046988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FF00"/>
                </a:solidFill>
              </a:rPr>
              <a:t>By </a:t>
            </a:r>
            <a:r>
              <a:rPr lang="en-US" sz="2400" i="1">
                <a:solidFill>
                  <a:srgbClr val="FFFF00"/>
                </a:solidFill>
              </a:rPr>
              <a:t>propagating</a:t>
            </a:r>
            <a:r>
              <a:rPr lang="en-US" sz="2400">
                <a:solidFill>
                  <a:srgbClr val="FFFF00"/>
                </a:solidFill>
              </a:rPr>
              <a:t> Values from each stage to the earlier  stage by using Bellman’s idea:</a:t>
            </a:r>
          </a:p>
          <a:p>
            <a:r>
              <a:rPr lang="en-US" sz="2400">
                <a:solidFill>
                  <a:srgbClr val="FFFF00"/>
                </a:solidFill>
              </a:rPr>
              <a:t>The Value at one state is the Min of a set of numbers, each of which is the sum of the cost to one of the next states and the value at that state!</a:t>
            </a:r>
          </a:p>
        </p:txBody>
      </p:sp>
    </p:spTree>
    <p:extLst>
      <p:ext uri="{BB962C8B-B14F-4D97-AF65-F5344CB8AC3E}">
        <p14:creationId xmlns:p14="http://schemas.microsoft.com/office/powerpoint/2010/main" val="11161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269B-EE3F-0907-C68B-B260FFB3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Mind-Blowing Stuff</a:t>
            </a:r>
          </a:p>
        </p:txBody>
      </p:sp>
      <p:pic>
        <p:nvPicPr>
          <p:cNvPr id="4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8934E314-B590-A053-DF9B-BE88620A6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413" r="18554" b="39202"/>
          <a:stretch>
            <a:fillRect/>
          </a:stretch>
        </p:blipFill>
        <p:spPr>
          <a:xfrm>
            <a:off x="0" y="1419465"/>
            <a:ext cx="3956858" cy="254709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A7D68A-61F3-F7B7-3B5C-769FCBAF0DDF}"/>
              </a:ext>
            </a:extLst>
          </p:cNvPr>
          <p:cNvSpPr txBox="1"/>
          <p:nvPr/>
        </p:nvSpPr>
        <p:spPr>
          <a:xfrm>
            <a:off x="0" y="3966557"/>
            <a:ext cx="5179623" cy="156966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DP: Go through the bad 12 earlier </a:t>
            </a:r>
          </a:p>
          <a:p>
            <a:r>
              <a:rPr lang="en-US" sz="2400" b="1">
                <a:solidFill>
                  <a:schemeClr val="bg1"/>
                </a:solidFill>
              </a:rPr>
              <a:t>to get onto a route that doesn’t </a:t>
            </a:r>
          </a:p>
          <a:p>
            <a:r>
              <a:rPr lang="en-US" sz="2400" b="1">
                <a:solidFill>
                  <a:schemeClr val="bg1"/>
                </a:solidFill>
              </a:rPr>
              <a:t>get stuck later at the 9! It may seem</a:t>
            </a:r>
          </a:p>
          <a:p>
            <a:r>
              <a:rPr lang="en-US" sz="2400" b="1">
                <a:solidFill>
                  <a:schemeClr val="bg1"/>
                </a:solidFill>
              </a:rPr>
              <a:t>that we need a big brain to do that!!!</a:t>
            </a:r>
          </a:p>
        </p:txBody>
      </p:sp>
      <p:pic>
        <p:nvPicPr>
          <p:cNvPr id="7" name="Picture 6" descr="A diagram of a beach&#10;&#10;AI-generated content may be incorrect.">
            <a:extLst>
              <a:ext uri="{FF2B5EF4-FFF2-40B4-BE49-F238E27FC236}">
                <a16:creationId xmlns:a16="http://schemas.microsoft.com/office/drawing/2014/main" id="{EB38A7E2-11E2-06A3-9BFF-741EE32E9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419465"/>
            <a:ext cx="7772400" cy="43564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01637FF-129B-92B3-9CC2-0BE64F5D33D4}"/>
              </a:ext>
            </a:extLst>
          </p:cNvPr>
          <p:cNvSpPr/>
          <p:nvPr/>
        </p:nvSpPr>
        <p:spPr>
          <a:xfrm>
            <a:off x="8467045" y="3223559"/>
            <a:ext cx="3607724" cy="24439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EFB23-2411-4992-DF5E-274791BA7D69}"/>
              </a:ext>
            </a:extLst>
          </p:cNvPr>
          <p:cNvSpPr txBox="1"/>
          <p:nvPr/>
        </p:nvSpPr>
        <p:spPr>
          <a:xfrm>
            <a:off x="6318738" y="6037385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Nano Bannana Pro</a:t>
            </a:r>
          </a:p>
        </p:txBody>
      </p:sp>
    </p:spTree>
    <p:extLst>
      <p:ext uri="{BB962C8B-B14F-4D97-AF65-F5344CB8AC3E}">
        <p14:creationId xmlns:p14="http://schemas.microsoft.com/office/powerpoint/2010/main" val="3859845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238D-CE9E-8A35-32B2-5EC9A7CE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49390-5D0A-D412-9337-B6107433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Decision-Making is like Physics </a:t>
            </a:r>
            <a:r>
              <a:rPr lang="en-US">
                <a:sym typeface="Wingdings" pitchFamily="2" charset="2"/>
              </a:rPr>
              <a:t></a:t>
            </a:r>
            <a:endParaRPr lang="en-US"/>
          </a:p>
        </p:txBody>
      </p:sp>
      <p:pic>
        <p:nvPicPr>
          <p:cNvPr id="4" name="Content Placeholder 8" descr="A diagram of a complex math system&#10;&#10;Description automatically generated with medium confidence">
            <a:extLst>
              <a:ext uri="{FF2B5EF4-FFF2-40B4-BE49-F238E27FC236}">
                <a16:creationId xmlns:a16="http://schemas.microsoft.com/office/drawing/2014/main" id="{AD159394-61FB-8A3E-3F6E-73D588BC3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413" r="18554" b="39202"/>
          <a:stretch>
            <a:fillRect/>
          </a:stretch>
        </p:blipFill>
        <p:spPr>
          <a:xfrm>
            <a:off x="0" y="1419465"/>
            <a:ext cx="3956858" cy="254709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D2DE96-562F-FFB8-557F-258C8D450E5E}"/>
              </a:ext>
            </a:extLst>
          </p:cNvPr>
          <p:cNvSpPr txBox="1"/>
          <p:nvPr/>
        </p:nvSpPr>
        <p:spPr>
          <a:xfrm>
            <a:off x="0" y="3966557"/>
            <a:ext cx="5179623" cy="156966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DP: Go through the bad 12 earlier </a:t>
            </a:r>
          </a:p>
          <a:p>
            <a:r>
              <a:rPr lang="en-US" sz="2400" b="1">
                <a:solidFill>
                  <a:schemeClr val="bg1"/>
                </a:solidFill>
              </a:rPr>
              <a:t>to get onto a route that doesn’t </a:t>
            </a:r>
          </a:p>
          <a:p>
            <a:r>
              <a:rPr lang="en-US" sz="2400" b="1">
                <a:solidFill>
                  <a:schemeClr val="bg1"/>
                </a:solidFill>
              </a:rPr>
              <a:t>get stuck later at the 9! It may seem</a:t>
            </a:r>
          </a:p>
          <a:p>
            <a:r>
              <a:rPr lang="en-US" sz="2400" b="1">
                <a:solidFill>
                  <a:schemeClr val="bg1"/>
                </a:solidFill>
              </a:rPr>
              <a:t>that we need a big brain to do that!!!</a:t>
            </a:r>
          </a:p>
        </p:txBody>
      </p:sp>
      <p:pic>
        <p:nvPicPr>
          <p:cNvPr id="7" name="Picture 6" descr="A diagram of a beach&#10;&#10;AI-generated content may be incorrect.">
            <a:extLst>
              <a:ext uri="{FF2B5EF4-FFF2-40B4-BE49-F238E27FC236}">
                <a16:creationId xmlns:a16="http://schemas.microsoft.com/office/drawing/2014/main" id="{9F8640D5-C9A9-2DC8-9C1D-39B60A1A8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419465"/>
            <a:ext cx="7772400" cy="435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84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C0EB-AA6B-3D30-0063-5829D83C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Figuring out the best Route!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DE33D5-07DB-FD9A-F19C-C7B5EE4AA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650" y="1388557"/>
            <a:ext cx="8807450" cy="510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4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5AB8-191B-4992-400C-F2FE0076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 Quiz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2F33-A6A4-546D-1DD6-FEEB3B2D9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52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EB82-2D88-D0D3-0531-FE87B3E9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 QUiz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2CBD0F-71BC-952A-0513-A940CD8FF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500" y="1893094"/>
            <a:ext cx="4851400" cy="3416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BAC825-2A08-1AED-DDEC-C3E105ACE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102" y="2190257"/>
            <a:ext cx="5156200" cy="282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56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597</Words>
  <Application>Microsoft Macintosh PowerPoint</Application>
  <PresentationFormat>Widescreen</PresentationFormat>
  <Paragraphs>84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Wingdings</vt:lpstr>
      <vt:lpstr>Office Theme</vt:lpstr>
      <vt:lpstr>Ling 285 Human Language and Technology Lecture 4  Dynamical Systems 1 </vt:lpstr>
      <vt:lpstr>Today</vt:lpstr>
      <vt:lpstr>Shortest Path Problem </vt:lpstr>
      <vt:lpstr>Greedy Algorithm</vt:lpstr>
      <vt:lpstr>PowerPoint Presentation</vt:lpstr>
      <vt:lpstr>Exhaustive Algorithm</vt:lpstr>
      <vt:lpstr>Dynamic Programming</vt:lpstr>
      <vt:lpstr>Dynamic Programming</vt:lpstr>
      <vt:lpstr>Bellman’s Solution: Do more Imagining‼!</vt:lpstr>
      <vt:lpstr>Dynamic Programming: Calculate Values, then you can be greedy!</vt:lpstr>
      <vt:lpstr>Dynamic  Programming is forsight!</vt:lpstr>
      <vt:lpstr>Dynamic Programming:</vt:lpstr>
      <vt:lpstr>Dynamic Programming:</vt:lpstr>
      <vt:lpstr>Mind-Blowing Stuff</vt:lpstr>
      <vt:lpstr>Decision-Making is like Physics </vt:lpstr>
      <vt:lpstr>Figuring out the best Route!</vt:lpstr>
      <vt:lpstr>Pop Quiz </vt:lpstr>
      <vt:lpstr>Pop 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Khalil Iskarous</dc:creator>
  <cp:lastModifiedBy>Khalil Iskarous</cp:lastModifiedBy>
  <cp:revision>59</cp:revision>
  <dcterms:created xsi:type="dcterms:W3CDTF">2026-08-23T15:08:49Z</dcterms:created>
  <dcterms:modified xsi:type="dcterms:W3CDTF">2026-09-03T16:24:07Z</dcterms:modified>
</cp:coreProperties>
</file>