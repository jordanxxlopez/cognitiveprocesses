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415" r:id="rId5"/>
    <p:sldId id="416" r:id="rId6"/>
    <p:sldId id="259" r:id="rId7"/>
    <p:sldId id="417" r:id="rId8"/>
    <p:sldId id="414" r:id="rId9"/>
    <p:sldId id="260" r:id="rId10"/>
    <p:sldId id="261" r:id="rId11"/>
    <p:sldId id="262" r:id="rId12"/>
    <p:sldId id="263" r:id="rId13"/>
    <p:sldId id="26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FE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41"/>
    <p:restoredTop sz="94675"/>
  </p:normalViewPr>
  <p:slideViewPr>
    <p:cSldViewPr snapToGrid="0">
      <p:cViewPr varScale="1">
        <p:scale>
          <a:sx n="86" d="100"/>
          <a:sy n="86" d="100"/>
        </p:scale>
        <p:origin x="240" y="9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27T16:17:22.745"/>
    </inkml:context>
    <inkml:brush xml:id="br0">
      <inkml:brushProperty name="width" value="0.1" units="cm"/>
      <inkml:brushProperty name="height" value="0.1" units="cm"/>
      <inkml:brushProperty name="color" value="#FF0066"/>
    </inkml:brush>
  </inkml:definitions>
  <inkml:trace contextRef="#ctx0" brushRef="#br0">1869 52 24575,'-23'0'0,"7"0"0,-7-3 0,9-1 0,-3-1 0,-1-1 0,0 3 0,-1 1 0,1 2 0,-2 0 0,0 0 0,-4 0 0,1 0 0,-2 0 0,-3 0 0,4 0 0,-3 0 0,-2 0 0,2 0 0,-5 0 0,4 0 0,-2 0 0,-5 0 0,-1 0 0,-3 0 0,0 0 0,3 0 0,5 1 0,0 2 0,1 2 0,-3 1 0,-2 0 0,2 1 0,0-3 0,-3 2 0,3-2 0,-3 2 0,3 3 0,4-2 0,-3 2 0,2-3 0,-2 1 0,0 2 0,3 1 0,-3 2 0,3 1 0,-4 0 0,1-1 0,1 1 0,-1-1 0,4 0 0,1-1 0,0 4 0,1-1 0,0 2 0,2 1 0,2-1 0,-2 1 0,2 1 0,1 1 0,1-1 0,4 0 0,1-2 0,3-2 0,0-2 0,1 2 0,-1 0 0,1 1 0,1-1 0,2-3 0,0 3 0,1 1 0,-1-1 0,2 0 0,1-3 0,-1-1 0,3 0 0,1-1 0,0 0 0,-1 3 0,0 2 0,1 2 0,1 3 0,1 1 0,-1 3 0,-1 1 0,-1 0 0,0 3 0,0 2 0,3 0 0,-1-1 0,1-3 0,0 0 0,0-4 0,0 0 0,0-3 0,0-2 0,0-2 0,0-3 0,0-1 0,0 1 0,2 0 0,3 0 0,3-2 0,1 1 0,3-1 0,0 1 0,4 1 0,1-1 0,1-1 0,1-3 0,0 1 0,1-2 0,-2-1 0,0 1 0,3-1 0,0-1 0,3 2 0,0-1 0,1-1 0,-1 0 0,1 0 0,-1 0 0,0 0 0,0 0 0,-3-1 0,-1 1 0,0 0 0,-3-1 0,1 0 0,-1 1 0,-1 0 0,3-1 0,1-1 0,0-1 0,4 0 0,0 0 0,0 0 0,1 0 0,0 0 0,0 0 0,2 0 0,2 0 0,-1 0 0,0 0 0,-3 0 0,-3 0 0,-1 0 0,0 3 0,0 0 0,3 1 0,-1-2 0,1-2 0,3 0 0,-1 0 0,-1 0 0,-1 0 0,-3 0 0,3 0 0,0 0 0,3 0 0,-1 0 0,2 0 0,1 0 0,-3 0 0,-1 0 0,-3 0 0,-1 0 0,0 0 0,3 0 0,-2 0 0,-2 0 0,-2 0 0,-3 0 0,2 0 0,-3 0 0,1 0 0,-2 0 0,1 0 0,-1 0 0,0 0 0,2-2 0,-3-3 0,4-2 0,1-4 0,-1-2 0,1-2 0,-2-2 0,3-1 0,0 0 0,0-3 0,0 0 0,-2 0 0,2-1 0,-3-2 0,1-2 0,2-2 0,-2 0 0,0 0 0,1-1 0,-1-3 0,2 1 0,1-1 0,0-3 0,-2 3 0,-2 0 0,-1 2 0,-3 1 0,1 0 0,1 0 0,-1 1 0,-2-1 0,0 0 0,-3 1 0,-3 2 0,-1 4 0,-2 3 0,-1 4 0,0 3 0,0 1 0,0 0 0,0 0 0,0-1 0,0-2 0,0-3 0,0 0 0,0 0 0,0 5 0,0 3 0,0-1 0,0 0 0,0-1 0,0 0 0,0 1 0,0-1 0,-2 0 0,-3 2 0,-3 3 0,0 1 0,1 2 0,-1-3 0,0-1 0,-1 0 0,-1-1 0,0 1 0,-1 1 0,1 0 0,-1 1 0,0-1 0,0-2 0,0 2 0,0 1 0,1 2 0,0 3 0,1 0 0,-1 0 0,0 0 0,-1 0 0,-2 0 0,-1 0 0,0 0 0,-3 0 0,2 0 0,-3-2 0,1-1 0,2-3 0,0 0 0,4 1 0,-1-1 0,1 1 0,0-1 0,3 0 0,0 1 0,5 2 0,0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27T16:17:41.128"/>
    </inkml:context>
    <inkml:brush xml:id="br0">
      <inkml:brushProperty name="width" value="0.1" units="cm"/>
      <inkml:brushProperty name="height" value="0.1" units="cm"/>
      <inkml:brushProperty name="color" value="#33CCFF"/>
    </inkml:brush>
  </inkml:definitions>
  <inkml:trace contextRef="#ctx0" brushRef="#br0">1485 1 24575,'-26'0'0,"2"0"0,-13 0 0,2 0 0,-5 0 0,-4 0 0,-1 0 0,-7 0 0,-2 0 0,-8 0 0,2 0 0,0 0 0,-3 0 0,7 0 0,-3 0 0,2 0 0,8 0 0,-3 0 0,8 0 0,5 0 0,1 0 0,6 0 0,-4 0 0,4 0 0,1 2 0,2 3 0,4 3 0,0 2 0,0 2 0,3 2 0,2 1 0,2 0 0,2 2 0,1-2 0,0 3 0,2 3 0,4-3 0,0 3 0,0-1 0,-1 2 0,1 2 0,0 3 0,0 1 0,2 3 0,-1-2 0,1-1 0,1-1 0,-3 0 0,2 6 0,2 2 0,1 7 0,3 2 0,-2 4 0,-1 4 0,0 0 0,1 6 0,2-1 0,0 1 0,1 1 0,0-3 0,0-6 0,0-4 0,0-5 0,0-4 0,0-4 0,2-6 0,2-2 0,1-1 0,4-3 0,0-1 0,5-3 0,-1-3 0,3 1 0,1-2 0,-1 0 0,4 1 0,0-4 0,1-1 0,2-2 0,4-2 0,1-2 0,3-3 0,7 1 0,3-1 0,4 0 0,2 0 0,-2 0 0,4 0 0,1 0 0,-5 0 0,0 0 0,-5 0 0,-1 0 0,4 0 0,1 0 0,0 0 0,-4 0 0,-6 0 0,0 0 0,4 0 0,4 0 0,-1 0 0,-1 0 0,-2 0 0,-4 0 0,3 0 0,-5 0 0,-2 0 0,2 0 0,-3-3 0,0 0 0,-1-3 0,-3-2 0,0-2 0,-1-2 0,1-2 0,-4-2 0,-1 1 0,1 1 0,-1-1 0,1 0 0,-3 0 0,-1 0 0,-1 2 0,2-2 0,0-1 0,-2-1 0,1-3 0,1-1 0,0-3 0,3 0 0,-3 0 0,1-1 0,-1 1 0,-2-1 0,-1 3 0,0 1 0,0 0 0,0-1 0,0 1 0,-3 0 0,0 0 0,-1 3 0,1 0 0,-4 4 0,0 0 0,-2 0 0,-3 0 0,0 0 0,-3 1 0,0 0 0,0-2 0,0 0 0,0-2 0,0-3 0,0 2 0,0-3 0,0 0 0,0 2 0,-3-5 0,-5-1 0,-4 0 0,-6-6 0,-1 2 0,-1-3 0,1-1 0,-1 1 0,1-1 0,-1 1 0,1 1 0,1 3 0,-1 0 0,5 7 0,1 0 0,0 2 0,0 0 0,-2 1 0,1 0 0,1 0 0,-1 2 0,-1 1 0,0 3 0,1 0 0,5 0 0,0 1 0,1 2 0,-1 1 0,0 0 0,1 1 0,0-1 0,2 0 0,-2 2 0,0 1 0,0 3 0,-1 2 0,-1 0 0,0 0 0,0 0 0,-1 0 0,1 0 0,0 0 0,-1 0 0,0 0 0,0 2 0,0 1 0,0 2 0,0 1 0,1-3 0,2 1 0,1-2 0,2 3 0,2-2 0,1-1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4543C9-FECA-8648-A174-F77D3A556E9F}" type="datetimeFigureOut">
              <a:t>10/27/26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37D5BB-83F3-DE40-B045-D2512A02335A}" type="slidenum">
              <a:t>‹#›</a:t>
            </a:fld>
            <a:endParaRPr lang="en-US"/>
          </a:p>
        </p:txBody>
      </p:sp>
    </p:spTree>
    <p:extLst>
      <p:ext uri="{BB962C8B-B14F-4D97-AF65-F5344CB8AC3E}">
        <p14:creationId xmlns:p14="http://schemas.microsoft.com/office/powerpoint/2010/main" val="4283630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Fully connected neural network: 2 inputs, hidden layers of 3, 2, and 4 neurons, and 5 outputs. Right arrow reveals all 40 illustrative signed weights. The weights are fixed across both slides.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weights, no biases, linear hidden activations. Inputs are F1=320 and F2=2000. Click 1: inputs. Click 2: signals travel to hidden layer 1, then the first inner product and its result appear. Click 3: remaining hidden 1 values. Click 4: hidden 2. Click 5: hidden 3. Click 6: output probabilities after softmax. Hidden values display up to two decimals; calculations use full precision.</a:t>
            </a:r>
          </a:p>
          <a:p>
            <a:r>
              <a:t>W matrices (each row is a destination neuron, each column a source): [[[0.005,-0.001],[0.002,0.003],[-0.004,0.002]],[[-0.4,0.6,0.5],[-0.2,-0.7,-0.5]],[[0.5,0.2],[0.4,0.7],[0.4,0.7],[-0.2,0.3]],[[0.1,0.6,-0.1,-0.5],[-0.2,0.8,0.2,-0.3],[0.1,0.4,0.2,0.1],[-0.5,-0.4,-0.2,0.3],[0.2,0.8,0.8,-0.6]]]</a:t>
            </a:r>
          </a:p>
          <a:p>
            <a:r>
              <a:t>Activations: [[320,2000],[-0.3999999999999999,6.64,2.7199999999999998],[5.504,-5.927999999999999],[1.5664,-1.9479999999999995,-1.9479999999999995,-2.8792],[0.6222400000000002,-1.3975199999999997,-1.3000799999999997,-0.47816000000000014,-1.0759999999999998]]</a:t>
            </a:r>
          </a:p>
          <a:p>
            <a:r>
              <a:t>Softmax probabilities: [0.5571968635843721,0.07393295085907757,0.08149964081043531,0.18540054876097475,0.10196999598514019]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clicks: output connections, hidden layer 3 connections, hidden layer 2 connections, hidden layer 1 connections. Each click animates backward error signals then replaces that layer's weights with their updated values. Cross-entropy loss: L = -log p(dean). Softmax derivative at logits: p-y. Linear hidden derivatives are 1. Gradients: delta(next) outer activation(previous). All deltas and gradients use the original weights and stored forward activations, even though updates are revealed progressively. Updates are one simultaneous gradient step displayed in reverse layer order. Layer learning rates from input to output: [0.000001,0.02,0.02,0.02]. Smaller input-layer learning rate accounts for raw input values in Hz. W_new = W_old - eta * gradient. Original loss=2.5071566659789544. Activations shown are the stored original forward pass and are not recomputed during backpropagation.</a:t>
            </a:r>
          </a:p>
          <a:p>
            <a:r>
              <a:t>Gradients: [[[20.9942138956826,131.21383684801623],[47.47242851412122,296.7026782132576],[32.980044648630596,206.1252790539412]],[[0.01625457507547991,-0.2698259462529666,-0.11053111051326342],[0.09870468669705637,-1.638497799171136,-0.6711918695399834]],[[-0.6782205748965306,0.7304672180208273],[0.1842745389015829,-0.19847010657859435],[-0.9914755945613503,1.067853801700524],[-2.1916387833678423,2.360471422202865]],[[0.8727931671185606,-1.0854194902623566,-1.0854194902623566,-1.6042812096321242],[0.11580857422565911,-0.14402138827348307,-0.14402138827348307,-0.21286775211345613],[-1.4387389626345342,1.7892386997012715,1.7892386997012715,2.6445462341785944],[0.29041141957919087,-0.3611602689863787,-0.3611602689863787,-0.5338052599925985],[0.15972580171112358,-0.19863755217905305,-0.19863755217905305,-0.2935920124404156]]]</a:t>
            </a:r>
          </a:p>
          <a:p>
            <a:r>
              <a:t>Updated weights: [[[0.004979005786104318,-0.0011312138368480163],[0.001952527571485879,0.0027032973217867426],[-0.0040329800446486305,0.001793874720946059]],[[-0.40032509150150963,0.6053965189250593,0.5022106222102652],[-0.20197409373394115,-0.6672300440165773,-0.48657616260920034]],[[0.5135644114979306,0.18539065563958346],[0.39631450922196837,0.7039694021315719],[0.419829511891227,0.6786429239659895],[-0.15616722433264316,0.2527905715559427]],[[0.08254413665762879,0.6217083898052471,-0.07829161019475286,-0.4679143758073575],[-0.2023161714845132,0.8028804277654698,0.20288042776546966,-0.2957426449577309],[0.12877477925269068,0.3642152260059746,0.16421522600597457,0.04710907531642812],[-0.5058082283915838,-0.39277679462027243,-0.19277679462027245,0.31067610519985195],[0.19680548396577754,0.8039727510435811,0.8039727510435811,-0.5941281597511917]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rows shown are illustrative teaching examples, not a supplied dataset. Both complete matrices have 110 rows. Input columns are F1 and F2 in Hz. Output columns, in order, are done, dune, dean, Don, Dan. A 1 marks the true vowel. The third row, 320 and 2000 with target dean, matches the network example. The network shows the original pre-backpropagation activations; small weight labels are omitted in this compressed diagram. Files used on the next slide are assumed saved as PyTorch tensors using torch.save.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program assumes Formant_Inputs.pt and TrueVowel_Outputs.pt already contain the two matrices saved as tensors with torch.save. The .float() calls ensure floating-point inputs and one-hot targets. Linear layers follow exactly 2→3→2→4→5. No hidden activation function is declared. The program uses PyTorch defaults for Linear layers. CrossEntropyLoss accepts logits and floating-point one-hot targets, performing the softmax-related loss calculation internally. The last five lines perform one full-batch SGD step, with learning rate 0.1 as requested. This is a minimal illustration, not a recommendation to repeatedly train on unscaled Hz values at that rate. The displayed network shows the prior illustrative hand-selected weights; the minimal program initializes its own parameters. Official references: https://docs.pytorch.org/docs/stable/generated/torch.nn.CrossEntropyLoss.html and https://docs.pytorch.org/docs/stable/generated/torch.nn.Linear.html and https://docs.pytorch.org/docs/stable/generated/torch.optim.SGD.html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Edgar Douglas Adrian shared the 1932 Nobel Prize in Physiology or Medicine with Charles Sherrington. https://www.nobelprize.org/prizes/medicine/1932/summary/-/ . The quotation is a 21-word excerpt from his lecture The Activity of the Nerve Fibres, December 12, 1932, reproduced on page 140 of Philippides, Husbands, Smith and O’Shea (2005), Flexible Couplings: Diffusing Neuromodulators and Adaptive Robotics. https://users.sussex.ac.uk/~philh/pubs/flexibleCouplingsPubl.pdf . The excerpt begins partway through a sentence, indicated by the ellipsis. Adrian described rate coding. This provides biological motivation for rate-based neuron models, not evidence that he invented the logistic sigmoid or that this precise sentence directly caused its adoption. The plotted logistic is a later mathematical model, not a fit to Adrian’s experimental data. Exact values: sigmoid(-4)=0.01798620996209156 and sigmoid(4)=0.9820137900379085.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Nine clicks sigmoid the nine hidden neurons in layer order: 3, then 2, then 4. Inputs are unchanged. Every stage uses the same original weights, no biases, and recomputes all downstream preactivations and output probabilities. Purple neurons remain linear. Green neurons have sigmoid applied after their inner product. This progression constructs the sigmoid network, rather than simply applying sigmoid to the stored outputs of a different all-linear network. Outputs remain softmax, matching multiclass cross-entropy. Full stage data is calculated at full precision; values on slide are rounded to 3 decimals.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earlier program is repeated with nn.Sigmoid() inserted after Linear(2,3), Linear(3,2), and Linear(2,4). Linear(4,5) outputs logits for CrossEntropyLoss, which handles the softmax-related loss calculation. SGD learning rate is still 0.1. Source: https://docs.pytorch.org/docs/2.14/generated/torch.nn.Sigmoid.html . The diagram uses the original illustrative weights and no biases; the minimal PyTorch declarations use their default initialization and options. Input files must exist and have shapes 110x2 and 110x5.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505B8-5230-C8EA-4FAB-8CFBF5C4803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B4013A3-111C-BD29-816A-86121CCBF5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C86B92D-464E-43EE-765C-6FE068C6940B}"/>
              </a:ext>
            </a:extLst>
          </p:cNvPr>
          <p:cNvSpPr>
            <a:spLocks noGrp="1"/>
          </p:cNvSpPr>
          <p:nvPr>
            <p:ph type="dt" sz="half" idx="10"/>
          </p:nvPr>
        </p:nvSpPr>
        <p:spPr/>
        <p:txBody>
          <a:bodyPr/>
          <a:lstStyle/>
          <a:p>
            <a:fld id="{5BB6B9F3-B3AD-9B48-B5A1-FE0F6A2235FD}" type="datetimeFigureOut">
              <a:t>10/27/26</a:t>
            </a:fld>
            <a:endParaRPr lang="en-US"/>
          </a:p>
        </p:txBody>
      </p:sp>
      <p:sp>
        <p:nvSpPr>
          <p:cNvPr id="5" name="Footer Placeholder 4">
            <a:extLst>
              <a:ext uri="{FF2B5EF4-FFF2-40B4-BE49-F238E27FC236}">
                <a16:creationId xmlns:a16="http://schemas.microsoft.com/office/drawing/2014/main" id="{195C4375-3197-C8FA-03DB-54BA1F3A3F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797AD9-85D4-4631-9BA5-9C966582A0ED}"/>
              </a:ext>
            </a:extLst>
          </p:cNvPr>
          <p:cNvSpPr>
            <a:spLocks noGrp="1"/>
          </p:cNvSpPr>
          <p:nvPr>
            <p:ph type="sldNum" sz="quarter" idx="12"/>
          </p:nvPr>
        </p:nvSpPr>
        <p:spPr/>
        <p:txBody>
          <a:bodyPr/>
          <a:lstStyle/>
          <a:p>
            <a:fld id="{DE535350-4A85-E24A-8122-D1E852A8FCCE}" type="slidenum">
              <a:t>‹#›</a:t>
            </a:fld>
            <a:endParaRPr lang="en-US"/>
          </a:p>
        </p:txBody>
      </p:sp>
    </p:spTree>
    <p:extLst>
      <p:ext uri="{BB962C8B-B14F-4D97-AF65-F5344CB8AC3E}">
        <p14:creationId xmlns:p14="http://schemas.microsoft.com/office/powerpoint/2010/main" val="400430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CD5FA-56A7-3494-E146-A008D8E926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B69D0D-E539-CDFF-E99C-B4CC4B19A3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6BDD4F-34CE-8886-FF3A-E588DDC94564}"/>
              </a:ext>
            </a:extLst>
          </p:cNvPr>
          <p:cNvSpPr>
            <a:spLocks noGrp="1"/>
          </p:cNvSpPr>
          <p:nvPr>
            <p:ph type="dt" sz="half" idx="10"/>
          </p:nvPr>
        </p:nvSpPr>
        <p:spPr/>
        <p:txBody>
          <a:bodyPr/>
          <a:lstStyle/>
          <a:p>
            <a:fld id="{5BB6B9F3-B3AD-9B48-B5A1-FE0F6A2235FD}" type="datetimeFigureOut">
              <a:t>10/27/26</a:t>
            </a:fld>
            <a:endParaRPr lang="en-US"/>
          </a:p>
        </p:txBody>
      </p:sp>
      <p:sp>
        <p:nvSpPr>
          <p:cNvPr id="5" name="Footer Placeholder 4">
            <a:extLst>
              <a:ext uri="{FF2B5EF4-FFF2-40B4-BE49-F238E27FC236}">
                <a16:creationId xmlns:a16="http://schemas.microsoft.com/office/drawing/2014/main" id="{37951BB8-E512-01D7-95EC-E2B7F9C456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E72D69-9EB2-CF8A-D6E0-0C5692562202}"/>
              </a:ext>
            </a:extLst>
          </p:cNvPr>
          <p:cNvSpPr>
            <a:spLocks noGrp="1"/>
          </p:cNvSpPr>
          <p:nvPr>
            <p:ph type="sldNum" sz="quarter" idx="12"/>
          </p:nvPr>
        </p:nvSpPr>
        <p:spPr/>
        <p:txBody>
          <a:bodyPr/>
          <a:lstStyle/>
          <a:p>
            <a:fld id="{DE535350-4A85-E24A-8122-D1E852A8FCCE}" type="slidenum">
              <a:t>‹#›</a:t>
            </a:fld>
            <a:endParaRPr lang="en-US"/>
          </a:p>
        </p:txBody>
      </p:sp>
    </p:spTree>
    <p:extLst>
      <p:ext uri="{BB962C8B-B14F-4D97-AF65-F5344CB8AC3E}">
        <p14:creationId xmlns:p14="http://schemas.microsoft.com/office/powerpoint/2010/main" val="1952734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FAA4F-82D1-0AE6-D9EB-6FCD79FF418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B9C6105-A92A-E534-F019-37CBBD8274A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92BD385-E0A1-14AB-8962-2CBA39F7D7E1}"/>
              </a:ext>
            </a:extLst>
          </p:cNvPr>
          <p:cNvSpPr>
            <a:spLocks noGrp="1"/>
          </p:cNvSpPr>
          <p:nvPr>
            <p:ph type="dt" sz="half" idx="10"/>
          </p:nvPr>
        </p:nvSpPr>
        <p:spPr/>
        <p:txBody>
          <a:bodyPr/>
          <a:lstStyle/>
          <a:p>
            <a:fld id="{5BB6B9F3-B3AD-9B48-B5A1-FE0F6A2235FD}" type="datetimeFigureOut">
              <a:t>10/27/26</a:t>
            </a:fld>
            <a:endParaRPr lang="en-US"/>
          </a:p>
        </p:txBody>
      </p:sp>
      <p:sp>
        <p:nvSpPr>
          <p:cNvPr id="5" name="Footer Placeholder 4">
            <a:extLst>
              <a:ext uri="{FF2B5EF4-FFF2-40B4-BE49-F238E27FC236}">
                <a16:creationId xmlns:a16="http://schemas.microsoft.com/office/drawing/2014/main" id="{061B2931-B9AA-F80D-F1DF-746F17B4F6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8174DF-7F1F-E960-861A-AFA90B2C561F}"/>
              </a:ext>
            </a:extLst>
          </p:cNvPr>
          <p:cNvSpPr>
            <a:spLocks noGrp="1"/>
          </p:cNvSpPr>
          <p:nvPr>
            <p:ph type="sldNum" sz="quarter" idx="12"/>
          </p:nvPr>
        </p:nvSpPr>
        <p:spPr/>
        <p:txBody>
          <a:bodyPr/>
          <a:lstStyle/>
          <a:p>
            <a:fld id="{DE535350-4A85-E24A-8122-D1E852A8FCCE}" type="slidenum">
              <a:t>‹#›</a:t>
            </a:fld>
            <a:endParaRPr lang="en-US"/>
          </a:p>
        </p:txBody>
      </p:sp>
    </p:spTree>
    <p:extLst>
      <p:ext uri="{BB962C8B-B14F-4D97-AF65-F5344CB8AC3E}">
        <p14:creationId xmlns:p14="http://schemas.microsoft.com/office/powerpoint/2010/main" val="939341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80D73-D01E-DFB3-C3B3-76B7A50DBA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9CBA0E-0179-52FE-6870-49CA9EA593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3E11057-F84B-6A66-AC48-E88A3CBF32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0BBC50A-73AB-B0BD-34C3-FCC53C4EB681}"/>
              </a:ext>
            </a:extLst>
          </p:cNvPr>
          <p:cNvSpPr>
            <a:spLocks noGrp="1"/>
          </p:cNvSpPr>
          <p:nvPr>
            <p:ph type="dt" sz="half" idx="10"/>
          </p:nvPr>
        </p:nvSpPr>
        <p:spPr/>
        <p:txBody>
          <a:bodyPr/>
          <a:lstStyle/>
          <a:p>
            <a:fld id="{5BB6B9F3-B3AD-9B48-B5A1-FE0F6A2235FD}" type="datetimeFigureOut">
              <a:t>10/27/26</a:t>
            </a:fld>
            <a:endParaRPr lang="en-US"/>
          </a:p>
        </p:txBody>
      </p:sp>
      <p:sp>
        <p:nvSpPr>
          <p:cNvPr id="6" name="Footer Placeholder 5">
            <a:extLst>
              <a:ext uri="{FF2B5EF4-FFF2-40B4-BE49-F238E27FC236}">
                <a16:creationId xmlns:a16="http://schemas.microsoft.com/office/drawing/2014/main" id="{824E9532-F54D-FC19-8A65-4FE88A718A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A4408A-81DE-6A4F-2953-74DEB1027DF7}"/>
              </a:ext>
            </a:extLst>
          </p:cNvPr>
          <p:cNvSpPr>
            <a:spLocks noGrp="1"/>
          </p:cNvSpPr>
          <p:nvPr>
            <p:ph type="sldNum" sz="quarter" idx="12"/>
          </p:nvPr>
        </p:nvSpPr>
        <p:spPr/>
        <p:txBody>
          <a:bodyPr/>
          <a:lstStyle/>
          <a:p>
            <a:fld id="{DE535350-4A85-E24A-8122-D1E852A8FCCE}" type="slidenum">
              <a:t>‹#›</a:t>
            </a:fld>
            <a:endParaRPr lang="en-US"/>
          </a:p>
        </p:txBody>
      </p:sp>
    </p:spTree>
    <p:extLst>
      <p:ext uri="{BB962C8B-B14F-4D97-AF65-F5344CB8AC3E}">
        <p14:creationId xmlns:p14="http://schemas.microsoft.com/office/powerpoint/2010/main" val="3480636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0B31F-C24A-8260-C468-4B10D60A320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896F152-ED6A-70A6-7058-A56136F42E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1219BE-0264-88CC-9D9C-E0A6E3AA11D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9822424-0E19-4035-2E6A-00E39382AC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26A716-6C1C-62A9-9AAC-90464E374EC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E37DBF6-CC07-8468-AE98-EC4F2FB3C472}"/>
              </a:ext>
            </a:extLst>
          </p:cNvPr>
          <p:cNvSpPr>
            <a:spLocks noGrp="1"/>
          </p:cNvSpPr>
          <p:nvPr>
            <p:ph type="dt" sz="half" idx="10"/>
          </p:nvPr>
        </p:nvSpPr>
        <p:spPr/>
        <p:txBody>
          <a:bodyPr/>
          <a:lstStyle/>
          <a:p>
            <a:fld id="{5BB6B9F3-B3AD-9B48-B5A1-FE0F6A2235FD}" type="datetimeFigureOut">
              <a:t>10/27/26</a:t>
            </a:fld>
            <a:endParaRPr lang="en-US"/>
          </a:p>
        </p:txBody>
      </p:sp>
      <p:sp>
        <p:nvSpPr>
          <p:cNvPr id="8" name="Footer Placeholder 7">
            <a:extLst>
              <a:ext uri="{FF2B5EF4-FFF2-40B4-BE49-F238E27FC236}">
                <a16:creationId xmlns:a16="http://schemas.microsoft.com/office/drawing/2014/main" id="{09056BEF-CD63-C34A-8862-C9BF40F61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AE8022A-0466-C324-3031-86774ACFBDE5}"/>
              </a:ext>
            </a:extLst>
          </p:cNvPr>
          <p:cNvSpPr>
            <a:spLocks noGrp="1"/>
          </p:cNvSpPr>
          <p:nvPr>
            <p:ph type="sldNum" sz="quarter" idx="12"/>
          </p:nvPr>
        </p:nvSpPr>
        <p:spPr/>
        <p:txBody>
          <a:bodyPr/>
          <a:lstStyle/>
          <a:p>
            <a:fld id="{DE535350-4A85-E24A-8122-D1E852A8FCCE}" type="slidenum">
              <a:t>‹#›</a:t>
            </a:fld>
            <a:endParaRPr lang="en-US"/>
          </a:p>
        </p:txBody>
      </p:sp>
    </p:spTree>
    <p:extLst>
      <p:ext uri="{BB962C8B-B14F-4D97-AF65-F5344CB8AC3E}">
        <p14:creationId xmlns:p14="http://schemas.microsoft.com/office/powerpoint/2010/main" val="2920100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01D68-CF84-94D9-D398-2D858DE66D1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C4ACE82-C762-1629-92DD-C92FCEA5045F}"/>
              </a:ext>
            </a:extLst>
          </p:cNvPr>
          <p:cNvSpPr>
            <a:spLocks noGrp="1"/>
          </p:cNvSpPr>
          <p:nvPr>
            <p:ph type="dt" sz="half" idx="10"/>
          </p:nvPr>
        </p:nvSpPr>
        <p:spPr/>
        <p:txBody>
          <a:bodyPr/>
          <a:lstStyle/>
          <a:p>
            <a:fld id="{5BB6B9F3-B3AD-9B48-B5A1-FE0F6A2235FD}" type="datetimeFigureOut">
              <a:t>10/27/26</a:t>
            </a:fld>
            <a:endParaRPr lang="en-US"/>
          </a:p>
        </p:txBody>
      </p:sp>
      <p:sp>
        <p:nvSpPr>
          <p:cNvPr id="4" name="Footer Placeholder 3">
            <a:extLst>
              <a:ext uri="{FF2B5EF4-FFF2-40B4-BE49-F238E27FC236}">
                <a16:creationId xmlns:a16="http://schemas.microsoft.com/office/drawing/2014/main" id="{17D29A82-541A-3150-24E5-404B5CEFF08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B80751-E805-DDED-6506-F259EB6930B2}"/>
              </a:ext>
            </a:extLst>
          </p:cNvPr>
          <p:cNvSpPr>
            <a:spLocks noGrp="1"/>
          </p:cNvSpPr>
          <p:nvPr>
            <p:ph type="sldNum" sz="quarter" idx="12"/>
          </p:nvPr>
        </p:nvSpPr>
        <p:spPr/>
        <p:txBody>
          <a:bodyPr/>
          <a:lstStyle/>
          <a:p>
            <a:fld id="{DE535350-4A85-E24A-8122-D1E852A8FCCE}" type="slidenum">
              <a:t>‹#›</a:t>
            </a:fld>
            <a:endParaRPr lang="en-US"/>
          </a:p>
        </p:txBody>
      </p:sp>
    </p:spTree>
    <p:extLst>
      <p:ext uri="{BB962C8B-B14F-4D97-AF65-F5344CB8AC3E}">
        <p14:creationId xmlns:p14="http://schemas.microsoft.com/office/powerpoint/2010/main" val="295292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9D8F8F-78E0-E0F1-375A-B08293CA48CA}"/>
              </a:ext>
            </a:extLst>
          </p:cNvPr>
          <p:cNvSpPr>
            <a:spLocks noGrp="1"/>
          </p:cNvSpPr>
          <p:nvPr>
            <p:ph type="dt" sz="half" idx="10"/>
          </p:nvPr>
        </p:nvSpPr>
        <p:spPr/>
        <p:txBody>
          <a:bodyPr/>
          <a:lstStyle/>
          <a:p>
            <a:fld id="{5BB6B9F3-B3AD-9B48-B5A1-FE0F6A2235FD}" type="datetimeFigureOut">
              <a:t>10/27/26</a:t>
            </a:fld>
            <a:endParaRPr lang="en-US"/>
          </a:p>
        </p:txBody>
      </p:sp>
      <p:sp>
        <p:nvSpPr>
          <p:cNvPr id="3" name="Footer Placeholder 2">
            <a:extLst>
              <a:ext uri="{FF2B5EF4-FFF2-40B4-BE49-F238E27FC236}">
                <a16:creationId xmlns:a16="http://schemas.microsoft.com/office/drawing/2014/main" id="{2BBFA275-2859-A026-7BF8-E922397810C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3C0179A-7720-BF8F-515B-167CDF572A93}"/>
              </a:ext>
            </a:extLst>
          </p:cNvPr>
          <p:cNvSpPr>
            <a:spLocks noGrp="1"/>
          </p:cNvSpPr>
          <p:nvPr>
            <p:ph type="sldNum" sz="quarter" idx="12"/>
          </p:nvPr>
        </p:nvSpPr>
        <p:spPr/>
        <p:txBody>
          <a:bodyPr/>
          <a:lstStyle/>
          <a:p>
            <a:fld id="{DE535350-4A85-E24A-8122-D1E852A8FCCE}" type="slidenum">
              <a:t>‹#›</a:t>
            </a:fld>
            <a:endParaRPr lang="en-US"/>
          </a:p>
        </p:txBody>
      </p:sp>
    </p:spTree>
    <p:extLst>
      <p:ext uri="{BB962C8B-B14F-4D97-AF65-F5344CB8AC3E}">
        <p14:creationId xmlns:p14="http://schemas.microsoft.com/office/powerpoint/2010/main" val="1408464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21D57-B5BD-74F7-4132-7055E5D54D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45EEF8-800E-89C4-FC4C-1730EA84CC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0727FC7-E14E-6ADB-5044-00CF4BEA4A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93314D-2F09-55F5-E09C-2294849D3136}"/>
              </a:ext>
            </a:extLst>
          </p:cNvPr>
          <p:cNvSpPr>
            <a:spLocks noGrp="1"/>
          </p:cNvSpPr>
          <p:nvPr>
            <p:ph type="dt" sz="half" idx="10"/>
          </p:nvPr>
        </p:nvSpPr>
        <p:spPr/>
        <p:txBody>
          <a:bodyPr/>
          <a:lstStyle/>
          <a:p>
            <a:fld id="{5BB6B9F3-B3AD-9B48-B5A1-FE0F6A2235FD}" type="datetimeFigureOut">
              <a:t>10/27/26</a:t>
            </a:fld>
            <a:endParaRPr lang="en-US"/>
          </a:p>
        </p:txBody>
      </p:sp>
      <p:sp>
        <p:nvSpPr>
          <p:cNvPr id="6" name="Footer Placeholder 5">
            <a:extLst>
              <a:ext uri="{FF2B5EF4-FFF2-40B4-BE49-F238E27FC236}">
                <a16:creationId xmlns:a16="http://schemas.microsoft.com/office/drawing/2014/main" id="{16DD8B92-E400-F0E7-8716-804196F481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3E2D39-B93C-8C8A-A798-C655E9B5DA51}"/>
              </a:ext>
            </a:extLst>
          </p:cNvPr>
          <p:cNvSpPr>
            <a:spLocks noGrp="1"/>
          </p:cNvSpPr>
          <p:nvPr>
            <p:ph type="sldNum" sz="quarter" idx="12"/>
          </p:nvPr>
        </p:nvSpPr>
        <p:spPr/>
        <p:txBody>
          <a:bodyPr/>
          <a:lstStyle/>
          <a:p>
            <a:fld id="{DE535350-4A85-E24A-8122-D1E852A8FCCE}" type="slidenum">
              <a:t>‹#›</a:t>
            </a:fld>
            <a:endParaRPr lang="en-US"/>
          </a:p>
        </p:txBody>
      </p:sp>
    </p:spTree>
    <p:extLst>
      <p:ext uri="{BB962C8B-B14F-4D97-AF65-F5344CB8AC3E}">
        <p14:creationId xmlns:p14="http://schemas.microsoft.com/office/powerpoint/2010/main" val="899298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F1B60-F622-0F3C-1E44-826870175D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7470062-4A46-3183-61E1-C6C644626874}"/>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7AB8415-4D1D-635C-7719-2E4699D688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7BB1AD-A57C-CD0D-6A8C-12E3DCB700A3}"/>
              </a:ext>
            </a:extLst>
          </p:cNvPr>
          <p:cNvSpPr>
            <a:spLocks noGrp="1"/>
          </p:cNvSpPr>
          <p:nvPr>
            <p:ph type="dt" sz="half" idx="10"/>
          </p:nvPr>
        </p:nvSpPr>
        <p:spPr/>
        <p:txBody>
          <a:bodyPr/>
          <a:lstStyle/>
          <a:p>
            <a:fld id="{5BB6B9F3-B3AD-9B48-B5A1-FE0F6A2235FD}" type="datetimeFigureOut">
              <a:t>10/27/26</a:t>
            </a:fld>
            <a:endParaRPr lang="en-US"/>
          </a:p>
        </p:txBody>
      </p:sp>
      <p:sp>
        <p:nvSpPr>
          <p:cNvPr id="6" name="Footer Placeholder 5">
            <a:extLst>
              <a:ext uri="{FF2B5EF4-FFF2-40B4-BE49-F238E27FC236}">
                <a16:creationId xmlns:a16="http://schemas.microsoft.com/office/drawing/2014/main" id="{F0258577-FD05-05A5-F0A9-93AC82BF7B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69A6F5-8390-8F87-92CE-1A3186A3A278}"/>
              </a:ext>
            </a:extLst>
          </p:cNvPr>
          <p:cNvSpPr>
            <a:spLocks noGrp="1"/>
          </p:cNvSpPr>
          <p:nvPr>
            <p:ph type="sldNum" sz="quarter" idx="12"/>
          </p:nvPr>
        </p:nvSpPr>
        <p:spPr/>
        <p:txBody>
          <a:bodyPr/>
          <a:lstStyle/>
          <a:p>
            <a:fld id="{DE535350-4A85-E24A-8122-D1E852A8FCCE}" type="slidenum">
              <a:t>‹#›</a:t>
            </a:fld>
            <a:endParaRPr lang="en-US"/>
          </a:p>
        </p:txBody>
      </p:sp>
    </p:spTree>
    <p:extLst>
      <p:ext uri="{BB962C8B-B14F-4D97-AF65-F5344CB8AC3E}">
        <p14:creationId xmlns:p14="http://schemas.microsoft.com/office/powerpoint/2010/main" val="42296306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813E3-E426-E1BC-292E-B2FB568E01E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EE7D76-F3A4-9EFD-E561-703E6D29A9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C723BE-73D9-CA6D-251D-7B40BBC89047}"/>
              </a:ext>
            </a:extLst>
          </p:cNvPr>
          <p:cNvSpPr>
            <a:spLocks noGrp="1"/>
          </p:cNvSpPr>
          <p:nvPr>
            <p:ph type="dt" sz="half" idx="10"/>
          </p:nvPr>
        </p:nvSpPr>
        <p:spPr/>
        <p:txBody>
          <a:bodyPr/>
          <a:lstStyle/>
          <a:p>
            <a:fld id="{5BB6B9F3-B3AD-9B48-B5A1-FE0F6A2235FD}" type="datetimeFigureOut">
              <a:t>10/27/26</a:t>
            </a:fld>
            <a:endParaRPr lang="en-US"/>
          </a:p>
        </p:txBody>
      </p:sp>
      <p:sp>
        <p:nvSpPr>
          <p:cNvPr id="5" name="Footer Placeholder 4">
            <a:extLst>
              <a:ext uri="{FF2B5EF4-FFF2-40B4-BE49-F238E27FC236}">
                <a16:creationId xmlns:a16="http://schemas.microsoft.com/office/drawing/2014/main" id="{1B706375-D4B9-BF76-B1CD-389B7828DE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A91212-4E5C-2A08-0BB6-40F4DEBC7080}"/>
              </a:ext>
            </a:extLst>
          </p:cNvPr>
          <p:cNvSpPr>
            <a:spLocks noGrp="1"/>
          </p:cNvSpPr>
          <p:nvPr>
            <p:ph type="sldNum" sz="quarter" idx="12"/>
          </p:nvPr>
        </p:nvSpPr>
        <p:spPr/>
        <p:txBody>
          <a:bodyPr/>
          <a:lstStyle/>
          <a:p>
            <a:fld id="{DE535350-4A85-E24A-8122-D1E852A8FCCE}" type="slidenum">
              <a:t>‹#›</a:t>
            </a:fld>
            <a:endParaRPr lang="en-US"/>
          </a:p>
        </p:txBody>
      </p:sp>
    </p:spTree>
    <p:extLst>
      <p:ext uri="{BB962C8B-B14F-4D97-AF65-F5344CB8AC3E}">
        <p14:creationId xmlns:p14="http://schemas.microsoft.com/office/powerpoint/2010/main" val="4283548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9BE3E9-1238-61D3-C91E-D6276FAD2E4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862B041-917C-E445-C024-286C842B23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317CB5-24B4-372E-7543-CB0B445BE8C0}"/>
              </a:ext>
            </a:extLst>
          </p:cNvPr>
          <p:cNvSpPr>
            <a:spLocks noGrp="1"/>
          </p:cNvSpPr>
          <p:nvPr>
            <p:ph type="dt" sz="half" idx="10"/>
          </p:nvPr>
        </p:nvSpPr>
        <p:spPr/>
        <p:txBody>
          <a:bodyPr/>
          <a:lstStyle/>
          <a:p>
            <a:fld id="{5BB6B9F3-B3AD-9B48-B5A1-FE0F6A2235FD}" type="datetimeFigureOut">
              <a:t>10/27/26</a:t>
            </a:fld>
            <a:endParaRPr lang="en-US"/>
          </a:p>
        </p:txBody>
      </p:sp>
      <p:sp>
        <p:nvSpPr>
          <p:cNvPr id="5" name="Footer Placeholder 4">
            <a:extLst>
              <a:ext uri="{FF2B5EF4-FFF2-40B4-BE49-F238E27FC236}">
                <a16:creationId xmlns:a16="http://schemas.microsoft.com/office/drawing/2014/main" id="{3202BBCC-8270-5570-29A1-8662E7CC97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46CCF5-1436-2DD0-134C-B368FE17E145}"/>
              </a:ext>
            </a:extLst>
          </p:cNvPr>
          <p:cNvSpPr>
            <a:spLocks noGrp="1"/>
          </p:cNvSpPr>
          <p:nvPr>
            <p:ph type="sldNum" sz="quarter" idx="12"/>
          </p:nvPr>
        </p:nvSpPr>
        <p:spPr/>
        <p:txBody>
          <a:bodyPr/>
          <a:lstStyle/>
          <a:p>
            <a:fld id="{DE535350-4A85-E24A-8122-D1E852A8FCCE}" type="slidenum">
              <a:t>‹#›</a:t>
            </a:fld>
            <a:endParaRPr lang="en-US"/>
          </a:p>
        </p:txBody>
      </p:sp>
    </p:spTree>
    <p:extLst>
      <p:ext uri="{BB962C8B-B14F-4D97-AF65-F5344CB8AC3E}">
        <p14:creationId xmlns:p14="http://schemas.microsoft.com/office/powerpoint/2010/main" val="1713000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7FEE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620B9D-66F0-61F6-DFC4-89A0599489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3B769C0-2804-DFCC-BE6D-63EE111F3F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9F4842-CA8E-62B6-1C85-8AC26105FC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B6B9F3-B3AD-9B48-B5A1-FE0F6A2235FD}" type="datetimeFigureOut">
              <a:t>10/27/26</a:t>
            </a:fld>
            <a:endParaRPr lang="en-US"/>
          </a:p>
        </p:txBody>
      </p:sp>
      <p:sp>
        <p:nvSpPr>
          <p:cNvPr id="5" name="Footer Placeholder 4">
            <a:extLst>
              <a:ext uri="{FF2B5EF4-FFF2-40B4-BE49-F238E27FC236}">
                <a16:creationId xmlns:a16="http://schemas.microsoft.com/office/drawing/2014/main" id="{E3A4711C-10FC-8FAF-BFC7-1FF8E6420D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9ACD824-0B51-C664-7316-8D57988CFD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E535350-4A85-E24A-8122-D1E852A8FCCE}" type="slidenum">
              <a:t>‹#›</a:t>
            </a:fld>
            <a:endParaRPr lang="en-US"/>
          </a:p>
        </p:txBody>
      </p:sp>
    </p:spTree>
    <p:extLst>
      <p:ext uri="{BB962C8B-B14F-4D97-AF65-F5344CB8AC3E}">
        <p14:creationId xmlns:p14="http://schemas.microsoft.com/office/powerpoint/2010/main" val="24143628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customXml" Target="../ink/ink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3E54E-FC70-7D3C-FB87-2A4422261FA4}"/>
              </a:ext>
            </a:extLst>
          </p:cNvPr>
          <p:cNvSpPr>
            <a:spLocks noGrp="1"/>
          </p:cNvSpPr>
          <p:nvPr>
            <p:ph type="ctrTitle"/>
          </p:nvPr>
        </p:nvSpPr>
        <p:spPr>
          <a:xfrm>
            <a:off x="1524000" y="1831023"/>
            <a:ext cx="9144000" cy="2387600"/>
          </a:xfrm>
        </p:spPr>
        <p:txBody>
          <a:bodyPr>
            <a:normAutofit fontScale="90000"/>
          </a:bodyPr>
          <a:lstStyle/>
          <a:p>
            <a:r>
              <a:rPr lang="en-US" sz="4400"/>
              <a:t>Ling 285</a:t>
            </a:r>
            <a:br>
              <a:rPr lang="en-US" sz="4400"/>
            </a:br>
            <a:r>
              <a:rPr lang="en-US" sz="4400"/>
              <a:t>Human Language and Technology</a:t>
            </a:r>
            <a:br>
              <a:rPr lang="en-US" sz="4400"/>
            </a:br>
            <a:r>
              <a:rPr lang="en-US" sz="4400"/>
              <a:t>Lecture 15</a:t>
            </a:r>
            <a:br>
              <a:rPr lang="en-US" sz="4400"/>
            </a:br>
            <a:br>
              <a:rPr lang="en-US" sz="4400"/>
            </a:br>
            <a:r>
              <a:rPr lang="en-US" sz="4400">
                <a:sym typeface="Wingdings" pitchFamily="2" charset="2"/>
              </a:rPr>
              <a:t>Neural Networks</a:t>
            </a:r>
            <a:br>
              <a:rPr lang="en-US" sz="4400"/>
            </a:br>
            <a:endParaRPr lang="en-US" sz="4400"/>
          </a:p>
        </p:txBody>
      </p:sp>
      <p:sp>
        <p:nvSpPr>
          <p:cNvPr id="3" name="Subtitle 2">
            <a:extLst>
              <a:ext uri="{FF2B5EF4-FFF2-40B4-BE49-F238E27FC236}">
                <a16:creationId xmlns:a16="http://schemas.microsoft.com/office/drawing/2014/main" id="{117E1F82-DB91-1E57-EE5B-ECA1A523FBD4}"/>
              </a:ext>
            </a:extLst>
          </p:cNvPr>
          <p:cNvSpPr>
            <a:spLocks noGrp="1"/>
          </p:cNvSpPr>
          <p:nvPr>
            <p:ph type="subTitle" idx="1"/>
          </p:nvPr>
        </p:nvSpPr>
        <p:spPr>
          <a:xfrm>
            <a:off x="1409700" y="4459288"/>
            <a:ext cx="9144000" cy="1655762"/>
          </a:xfrm>
        </p:spPr>
        <p:txBody>
          <a:bodyPr/>
          <a:lstStyle/>
          <a:p>
            <a:r>
              <a:rPr lang="en-US"/>
              <a:t>Khalil Iskarous</a:t>
            </a:r>
          </a:p>
          <a:p>
            <a:r>
              <a:rPr lang="en-US"/>
              <a:t>Department of Linguistics</a:t>
            </a:r>
          </a:p>
          <a:p>
            <a:r>
              <a:rPr lang="en-US"/>
              <a:t>University of Southern California</a:t>
            </a:r>
          </a:p>
        </p:txBody>
      </p:sp>
    </p:spTree>
    <p:extLst>
      <p:ext uri="{BB962C8B-B14F-4D97-AF65-F5344CB8AC3E}">
        <p14:creationId xmlns:p14="http://schemas.microsoft.com/office/powerpoint/2010/main" val="15815190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edge-0-0-0">
            <a:extLst>
              <a:ext uri="{FF2B5EF4-FFF2-40B4-BE49-F238E27FC236}">
                <a16:creationId xmlns:a16="http://schemas.microsoft.com/office/drawing/2014/main" id="{09CDDB8E-41EA-4F44-8B9B-CBC1E1533DB3}"/>
              </a:ext>
            </a:extLst>
          </p:cNvPr>
          <p:cNvSpPr>
            <a:spLocks noGrp="1"/>
          </p:cNvSpPr>
          <p:nvPr/>
        </p:nvSpPr>
        <p:spPr>
          <a:xfrm flipV="1">
            <a:off x="1990990" y="2856153"/>
            <a:ext cx="1494895" cy="359883"/>
          </a:xfrm>
          <a:prstGeom prst="line">
            <a:avLst/>
          </a:prstGeom>
          <a:noFill/>
          <a:ln w="11906">
            <a:solidFill>
              <a:srgbClr val="A8B4C2"/>
            </a:solidFill>
            <a:prstDash val="solid"/>
          </a:ln>
        </p:spPr>
        <p:txBody>
          <a:bodyPr/>
          <a:lstStyle/>
          <a:p>
            <a:endParaRPr lang="en-US" sz="1500"/>
          </a:p>
        </p:txBody>
      </p:sp>
      <p:sp>
        <p:nvSpPr>
          <p:cNvPr id="2" name="edge-0-1-0">
            <a:extLst>
              <a:ext uri="{FF2B5EF4-FFF2-40B4-BE49-F238E27FC236}">
                <a16:creationId xmlns:a16="http://schemas.microsoft.com/office/drawing/2014/main" id="{FFBB6767-954D-41F3-9A62-C1E64E28D2EC}"/>
              </a:ext>
            </a:extLst>
          </p:cNvPr>
          <p:cNvSpPr>
            <a:spLocks noGrp="1"/>
          </p:cNvSpPr>
          <p:nvPr/>
        </p:nvSpPr>
        <p:spPr>
          <a:xfrm flipV="1">
            <a:off x="1927668" y="2985794"/>
            <a:ext cx="1621540" cy="1291226"/>
          </a:xfrm>
          <a:prstGeom prst="line">
            <a:avLst/>
          </a:prstGeom>
          <a:noFill/>
          <a:ln w="11906">
            <a:solidFill>
              <a:srgbClr val="A8B4C2"/>
            </a:solidFill>
            <a:prstDash val="solid"/>
          </a:ln>
        </p:spPr>
        <p:txBody>
          <a:bodyPr/>
          <a:lstStyle/>
          <a:p>
            <a:endParaRPr lang="en-US" sz="1500"/>
          </a:p>
        </p:txBody>
      </p:sp>
      <p:sp>
        <p:nvSpPr>
          <p:cNvPr id="3" name="edge-0-0-1">
            <a:extLst>
              <a:ext uri="{FF2B5EF4-FFF2-40B4-BE49-F238E27FC236}">
                <a16:creationId xmlns:a16="http://schemas.microsoft.com/office/drawing/2014/main" id="{72772EBB-09A7-4525-9347-37855EEFAD69}"/>
              </a:ext>
            </a:extLst>
          </p:cNvPr>
          <p:cNvSpPr>
            <a:spLocks noGrp="1"/>
          </p:cNvSpPr>
          <p:nvPr/>
        </p:nvSpPr>
        <p:spPr>
          <a:xfrm>
            <a:off x="1990990" y="3372090"/>
            <a:ext cx="1494895" cy="359883"/>
          </a:xfrm>
          <a:prstGeom prst="line">
            <a:avLst/>
          </a:prstGeom>
          <a:noFill/>
          <a:ln w="11906">
            <a:solidFill>
              <a:srgbClr val="A8B4C2"/>
            </a:solidFill>
            <a:prstDash val="solid"/>
          </a:ln>
        </p:spPr>
        <p:txBody>
          <a:bodyPr/>
          <a:lstStyle/>
          <a:p>
            <a:endParaRPr lang="en-US" sz="1500"/>
          </a:p>
        </p:txBody>
      </p:sp>
      <p:sp>
        <p:nvSpPr>
          <p:cNvPr id="4" name="edge-0-1-1">
            <a:extLst>
              <a:ext uri="{FF2B5EF4-FFF2-40B4-BE49-F238E27FC236}">
                <a16:creationId xmlns:a16="http://schemas.microsoft.com/office/drawing/2014/main" id="{E0C7FB3C-C883-4A13-B345-4C0E112A3BD4}"/>
              </a:ext>
            </a:extLst>
          </p:cNvPr>
          <p:cNvSpPr>
            <a:spLocks noGrp="1"/>
          </p:cNvSpPr>
          <p:nvPr/>
        </p:nvSpPr>
        <p:spPr>
          <a:xfrm flipV="1">
            <a:off x="1984865" y="3910107"/>
            <a:ext cx="1507146" cy="474472"/>
          </a:xfrm>
          <a:prstGeom prst="line">
            <a:avLst/>
          </a:prstGeom>
          <a:noFill/>
          <a:ln w="11906">
            <a:solidFill>
              <a:srgbClr val="A8B4C2"/>
            </a:solidFill>
            <a:prstDash val="solid"/>
          </a:ln>
        </p:spPr>
        <p:txBody>
          <a:bodyPr/>
          <a:lstStyle/>
          <a:p>
            <a:endParaRPr lang="en-US" sz="1500"/>
          </a:p>
        </p:txBody>
      </p:sp>
      <p:sp>
        <p:nvSpPr>
          <p:cNvPr id="5" name="edge-0-0-2">
            <a:extLst>
              <a:ext uri="{FF2B5EF4-FFF2-40B4-BE49-F238E27FC236}">
                <a16:creationId xmlns:a16="http://schemas.microsoft.com/office/drawing/2014/main" id="{C4B7C949-D1BA-4D42-B06B-5B179A92044C}"/>
              </a:ext>
            </a:extLst>
          </p:cNvPr>
          <p:cNvSpPr>
            <a:spLocks noGrp="1"/>
          </p:cNvSpPr>
          <p:nvPr/>
        </p:nvSpPr>
        <p:spPr>
          <a:xfrm>
            <a:off x="1937135" y="3489250"/>
            <a:ext cx="1602605" cy="1157437"/>
          </a:xfrm>
          <a:prstGeom prst="line">
            <a:avLst/>
          </a:prstGeom>
          <a:noFill/>
          <a:ln w="11906">
            <a:solidFill>
              <a:srgbClr val="A8B4C2"/>
            </a:solidFill>
            <a:prstDash val="solid"/>
          </a:ln>
        </p:spPr>
        <p:txBody>
          <a:bodyPr/>
          <a:lstStyle/>
          <a:p>
            <a:endParaRPr lang="en-US" sz="1500"/>
          </a:p>
        </p:txBody>
      </p:sp>
      <p:sp>
        <p:nvSpPr>
          <p:cNvPr id="6" name="edge-0-1-2">
            <a:extLst>
              <a:ext uri="{FF2B5EF4-FFF2-40B4-BE49-F238E27FC236}">
                <a16:creationId xmlns:a16="http://schemas.microsoft.com/office/drawing/2014/main" id="{08293D15-C441-45E5-828C-5D16763F292F}"/>
              </a:ext>
            </a:extLst>
          </p:cNvPr>
          <p:cNvSpPr>
            <a:spLocks noGrp="1"/>
          </p:cNvSpPr>
          <p:nvPr/>
        </p:nvSpPr>
        <p:spPr>
          <a:xfrm>
            <a:off x="1995714" y="4539495"/>
            <a:ext cx="1485447" cy="247574"/>
          </a:xfrm>
          <a:prstGeom prst="line">
            <a:avLst/>
          </a:prstGeom>
          <a:noFill/>
          <a:ln w="11906">
            <a:solidFill>
              <a:srgbClr val="A8B4C2"/>
            </a:solidFill>
            <a:prstDash val="solid"/>
          </a:ln>
        </p:spPr>
        <p:txBody>
          <a:bodyPr/>
          <a:lstStyle/>
          <a:p>
            <a:endParaRPr lang="en-US" sz="1500"/>
          </a:p>
        </p:txBody>
      </p:sp>
      <p:sp>
        <p:nvSpPr>
          <p:cNvPr id="7" name="edge-1-0-0">
            <a:extLst>
              <a:ext uri="{FF2B5EF4-FFF2-40B4-BE49-F238E27FC236}">
                <a16:creationId xmlns:a16="http://schemas.microsoft.com/office/drawing/2014/main" id="{183CA5E2-765E-480B-AF5B-249DDFA2C9E2}"/>
              </a:ext>
            </a:extLst>
          </p:cNvPr>
          <p:cNvSpPr>
            <a:spLocks noGrp="1"/>
          </p:cNvSpPr>
          <p:nvPr/>
        </p:nvSpPr>
        <p:spPr>
          <a:xfrm>
            <a:off x="4136667" y="2844669"/>
            <a:ext cx="1489793" cy="303476"/>
          </a:xfrm>
          <a:prstGeom prst="line">
            <a:avLst/>
          </a:prstGeom>
          <a:noFill/>
          <a:ln w="11906">
            <a:solidFill>
              <a:srgbClr val="A8B4C2"/>
            </a:solidFill>
            <a:prstDash val="solid"/>
          </a:ln>
        </p:spPr>
        <p:txBody>
          <a:bodyPr/>
          <a:lstStyle/>
          <a:p>
            <a:endParaRPr lang="en-US" sz="1500"/>
          </a:p>
        </p:txBody>
      </p:sp>
      <p:sp>
        <p:nvSpPr>
          <p:cNvPr id="8" name="edge-1-1-0">
            <a:extLst>
              <a:ext uri="{FF2B5EF4-FFF2-40B4-BE49-F238E27FC236}">
                <a16:creationId xmlns:a16="http://schemas.microsoft.com/office/drawing/2014/main" id="{0DBB7FED-8D89-4B49-83F8-BB53E5C9DD32}"/>
              </a:ext>
            </a:extLst>
          </p:cNvPr>
          <p:cNvSpPr>
            <a:spLocks noGrp="1"/>
          </p:cNvSpPr>
          <p:nvPr/>
        </p:nvSpPr>
        <p:spPr>
          <a:xfrm flipV="1">
            <a:off x="4131213" y="3303914"/>
            <a:ext cx="1500699" cy="416861"/>
          </a:xfrm>
          <a:prstGeom prst="line">
            <a:avLst/>
          </a:prstGeom>
          <a:noFill/>
          <a:ln w="11906">
            <a:solidFill>
              <a:srgbClr val="A8B4C2"/>
            </a:solidFill>
            <a:prstDash val="solid"/>
          </a:ln>
        </p:spPr>
        <p:txBody>
          <a:bodyPr/>
          <a:lstStyle/>
          <a:p>
            <a:endParaRPr lang="en-US" sz="1500"/>
          </a:p>
        </p:txBody>
      </p:sp>
      <p:sp>
        <p:nvSpPr>
          <p:cNvPr id="9" name="edge-1-2-0">
            <a:extLst>
              <a:ext uri="{FF2B5EF4-FFF2-40B4-BE49-F238E27FC236}">
                <a16:creationId xmlns:a16="http://schemas.microsoft.com/office/drawing/2014/main" id="{BDD1E913-9325-4A63-B8C3-C99A51C1F3F6}"/>
              </a:ext>
            </a:extLst>
          </p:cNvPr>
          <p:cNvSpPr>
            <a:spLocks noGrp="1"/>
          </p:cNvSpPr>
          <p:nvPr/>
        </p:nvSpPr>
        <p:spPr>
          <a:xfrm flipV="1">
            <a:off x="4075516" y="3416283"/>
            <a:ext cx="1612094" cy="1223998"/>
          </a:xfrm>
          <a:prstGeom prst="line">
            <a:avLst/>
          </a:prstGeom>
          <a:noFill/>
          <a:ln w="11906">
            <a:solidFill>
              <a:srgbClr val="A8B4C2"/>
            </a:solidFill>
            <a:prstDash val="solid"/>
          </a:ln>
        </p:spPr>
        <p:txBody>
          <a:bodyPr/>
          <a:lstStyle/>
          <a:p>
            <a:endParaRPr lang="en-US" sz="1500"/>
          </a:p>
        </p:txBody>
      </p:sp>
      <p:sp>
        <p:nvSpPr>
          <p:cNvPr id="10" name="edge-1-0-1">
            <a:extLst>
              <a:ext uri="{FF2B5EF4-FFF2-40B4-BE49-F238E27FC236}">
                <a16:creationId xmlns:a16="http://schemas.microsoft.com/office/drawing/2014/main" id="{9A64FEEE-2B24-4EA0-B448-FD7FCF49ACE0}"/>
              </a:ext>
            </a:extLst>
          </p:cNvPr>
          <p:cNvSpPr>
            <a:spLocks noGrp="1"/>
          </p:cNvSpPr>
          <p:nvPr/>
        </p:nvSpPr>
        <p:spPr>
          <a:xfrm>
            <a:off x="4075516" y="2979720"/>
            <a:ext cx="1612094" cy="1223998"/>
          </a:xfrm>
          <a:prstGeom prst="line">
            <a:avLst/>
          </a:prstGeom>
          <a:noFill/>
          <a:ln w="11906">
            <a:solidFill>
              <a:srgbClr val="A8B4C2"/>
            </a:solidFill>
            <a:prstDash val="solid"/>
          </a:ln>
        </p:spPr>
        <p:txBody>
          <a:bodyPr/>
          <a:lstStyle/>
          <a:p>
            <a:endParaRPr lang="en-US" sz="1500"/>
          </a:p>
        </p:txBody>
      </p:sp>
      <p:sp>
        <p:nvSpPr>
          <p:cNvPr id="11" name="edge-1-1-1">
            <a:extLst>
              <a:ext uri="{FF2B5EF4-FFF2-40B4-BE49-F238E27FC236}">
                <a16:creationId xmlns:a16="http://schemas.microsoft.com/office/drawing/2014/main" id="{A140CC48-C730-4430-A092-A59B0978CCA9}"/>
              </a:ext>
            </a:extLst>
          </p:cNvPr>
          <p:cNvSpPr>
            <a:spLocks noGrp="1"/>
          </p:cNvSpPr>
          <p:nvPr/>
        </p:nvSpPr>
        <p:spPr>
          <a:xfrm>
            <a:off x="4131213" y="3899226"/>
            <a:ext cx="1500699" cy="416861"/>
          </a:xfrm>
          <a:prstGeom prst="line">
            <a:avLst/>
          </a:prstGeom>
          <a:noFill/>
          <a:ln w="11906">
            <a:solidFill>
              <a:srgbClr val="A8B4C2"/>
            </a:solidFill>
            <a:prstDash val="solid"/>
          </a:ln>
        </p:spPr>
        <p:txBody>
          <a:bodyPr/>
          <a:lstStyle/>
          <a:p>
            <a:endParaRPr lang="en-US" sz="1500"/>
          </a:p>
        </p:txBody>
      </p:sp>
      <p:sp>
        <p:nvSpPr>
          <p:cNvPr id="12" name="edge-1-2-1">
            <a:extLst>
              <a:ext uri="{FF2B5EF4-FFF2-40B4-BE49-F238E27FC236}">
                <a16:creationId xmlns:a16="http://schemas.microsoft.com/office/drawing/2014/main" id="{77E2D674-FB43-47DC-9982-BA6F85A32F75}"/>
              </a:ext>
            </a:extLst>
          </p:cNvPr>
          <p:cNvSpPr>
            <a:spLocks noGrp="1"/>
          </p:cNvSpPr>
          <p:nvPr/>
        </p:nvSpPr>
        <p:spPr>
          <a:xfrm flipV="1">
            <a:off x="4136667" y="4471856"/>
            <a:ext cx="1489793" cy="303476"/>
          </a:xfrm>
          <a:prstGeom prst="line">
            <a:avLst/>
          </a:prstGeom>
          <a:noFill/>
          <a:ln w="11906">
            <a:solidFill>
              <a:srgbClr val="A8B4C2"/>
            </a:solidFill>
            <a:prstDash val="solid"/>
          </a:ln>
        </p:spPr>
        <p:txBody>
          <a:bodyPr/>
          <a:lstStyle/>
          <a:p>
            <a:endParaRPr lang="en-US" sz="1500"/>
          </a:p>
        </p:txBody>
      </p:sp>
      <p:sp>
        <p:nvSpPr>
          <p:cNvPr id="13" name="edge-2-0-0">
            <a:extLst>
              <a:ext uri="{FF2B5EF4-FFF2-40B4-BE49-F238E27FC236}">
                <a16:creationId xmlns:a16="http://schemas.microsoft.com/office/drawing/2014/main" id="{69A694B1-066B-47A5-9B12-7149368E0708}"/>
              </a:ext>
            </a:extLst>
          </p:cNvPr>
          <p:cNvSpPr>
            <a:spLocks noGrp="1"/>
          </p:cNvSpPr>
          <p:nvPr/>
        </p:nvSpPr>
        <p:spPr>
          <a:xfrm flipV="1">
            <a:off x="6269393" y="2605735"/>
            <a:ext cx="1510590" cy="503530"/>
          </a:xfrm>
          <a:prstGeom prst="line">
            <a:avLst/>
          </a:prstGeom>
          <a:noFill/>
          <a:ln w="11906">
            <a:solidFill>
              <a:srgbClr val="A8B4C2"/>
            </a:solidFill>
            <a:prstDash val="solid"/>
          </a:ln>
        </p:spPr>
        <p:txBody>
          <a:bodyPr/>
          <a:lstStyle/>
          <a:p>
            <a:endParaRPr lang="en-US" sz="1500"/>
          </a:p>
        </p:txBody>
      </p:sp>
      <p:sp>
        <p:nvSpPr>
          <p:cNvPr id="14" name="edge-2-1-0">
            <a:extLst>
              <a:ext uri="{FF2B5EF4-FFF2-40B4-BE49-F238E27FC236}">
                <a16:creationId xmlns:a16="http://schemas.microsoft.com/office/drawing/2014/main" id="{FAD9117A-E8A7-4D2A-9B08-6E60030FDDEE}"/>
              </a:ext>
            </a:extLst>
          </p:cNvPr>
          <p:cNvSpPr>
            <a:spLocks noGrp="1"/>
          </p:cNvSpPr>
          <p:nvPr/>
        </p:nvSpPr>
        <p:spPr>
          <a:xfrm flipV="1">
            <a:off x="6202293" y="2721795"/>
            <a:ext cx="1644790" cy="1462035"/>
          </a:xfrm>
          <a:prstGeom prst="line">
            <a:avLst/>
          </a:prstGeom>
          <a:noFill/>
          <a:ln w="11906">
            <a:solidFill>
              <a:srgbClr val="A8B4C2"/>
            </a:solidFill>
            <a:prstDash val="solid"/>
          </a:ln>
        </p:spPr>
        <p:txBody>
          <a:bodyPr/>
          <a:lstStyle/>
          <a:p>
            <a:endParaRPr lang="en-US" sz="1500"/>
          </a:p>
        </p:txBody>
      </p:sp>
      <p:sp>
        <p:nvSpPr>
          <p:cNvPr id="15" name="edge-2-0-1">
            <a:extLst>
              <a:ext uri="{FF2B5EF4-FFF2-40B4-BE49-F238E27FC236}">
                <a16:creationId xmlns:a16="http://schemas.microsoft.com/office/drawing/2014/main" id="{C86612FC-089D-4A78-8F0C-CE42DB86FE25}"/>
              </a:ext>
            </a:extLst>
          </p:cNvPr>
          <p:cNvSpPr>
            <a:spLocks noGrp="1"/>
          </p:cNvSpPr>
          <p:nvPr/>
        </p:nvSpPr>
        <p:spPr>
          <a:xfrm>
            <a:off x="6285589" y="3239315"/>
            <a:ext cx="1478197" cy="109496"/>
          </a:xfrm>
          <a:prstGeom prst="line">
            <a:avLst/>
          </a:prstGeom>
          <a:noFill/>
          <a:ln w="11906">
            <a:solidFill>
              <a:srgbClr val="A8B4C2"/>
            </a:solidFill>
            <a:prstDash val="solid"/>
          </a:ln>
        </p:spPr>
        <p:txBody>
          <a:bodyPr/>
          <a:lstStyle/>
          <a:p>
            <a:endParaRPr lang="en-US" sz="1500"/>
          </a:p>
        </p:txBody>
      </p:sp>
      <p:sp>
        <p:nvSpPr>
          <p:cNvPr id="16" name="edge-2-1-1">
            <a:extLst>
              <a:ext uri="{FF2B5EF4-FFF2-40B4-BE49-F238E27FC236}">
                <a16:creationId xmlns:a16="http://schemas.microsoft.com/office/drawing/2014/main" id="{89A56CAE-4314-47A4-96CD-CCC9EF3053E6}"/>
              </a:ext>
            </a:extLst>
          </p:cNvPr>
          <p:cNvSpPr>
            <a:spLocks noGrp="1"/>
          </p:cNvSpPr>
          <p:nvPr/>
        </p:nvSpPr>
        <p:spPr>
          <a:xfrm flipV="1">
            <a:off x="6253497" y="3518061"/>
            <a:ext cx="1542383" cy="742628"/>
          </a:xfrm>
          <a:prstGeom prst="line">
            <a:avLst/>
          </a:prstGeom>
          <a:noFill/>
          <a:ln w="11906">
            <a:solidFill>
              <a:srgbClr val="A8B4C2"/>
            </a:solidFill>
            <a:prstDash val="solid"/>
          </a:ln>
        </p:spPr>
        <p:txBody>
          <a:bodyPr/>
          <a:lstStyle/>
          <a:p>
            <a:endParaRPr lang="en-US" sz="1500"/>
          </a:p>
        </p:txBody>
      </p:sp>
      <p:sp>
        <p:nvSpPr>
          <p:cNvPr id="17" name="edge-2-0-2">
            <a:extLst>
              <a:ext uri="{FF2B5EF4-FFF2-40B4-BE49-F238E27FC236}">
                <a16:creationId xmlns:a16="http://schemas.microsoft.com/office/drawing/2014/main" id="{02293957-EE51-4919-A66F-20B0DB11C589}"/>
              </a:ext>
            </a:extLst>
          </p:cNvPr>
          <p:cNvSpPr>
            <a:spLocks noGrp="1"/>
          </p:cNvSpPr>
          <p:nvPr/>
        </p:nvSpPr>
        <p:spPr>
          <a:xfrm>
            <a:off x="6253497" y="3359311"/>
            <a:ext cx="1542383" cy="742628"/>
          </a:xfrm>
          <a:prstGeom prst="line">
            <a:avLst/>
          </a:prstGeom>
          <a:noFill/>
          <a:ln w="11906">
            <a:solidFill>
              <a:srgbClr val="A8B4C2"/>
            </a:solidFill>
            <a:prstDash val="solid"/>
          </a:ln>
        </p:spPr>
        <p:txBody>
          <a:bodyPr/>
          <a:lstStyle/>
          <a:p>
            <a:endParaRPr lang="en-US" sz="1500"/>
          </a:p>
        </p:txBody>
      </p:sp>
      <p:sp>
        <p:nvSpPr>
          <p:cNvPr id="18" name="edge-2-1-2">
            <a:extLst>
              <a:ext uri="{FF2B5EF4-FFF2-40B4-BE49-F238E27FC236}">
                <a16:creationId xmlns:a16="http://schemas.microsoft.com/office/drawing/2014/main" id="{62D1AF6B-7163-4F1A-9614-7FE577A9C922}"/>
              </a:ext>
            </a:extLst>
          </p:cNvPr>
          <p:cNvSpPr>
            <a:spLocks noGrp="1"/>
          </p:cNvSpPr>
          <p:nvPr/>
        </p:nvSpPr>
        <p:spPr>
          <a:xfrm flipV="1">
            <a:off x="6285589" y="4271190"/>
            <a:ext cx="1478197" cy="109496"/>
          </a:xfrm>
          <a:prstGeom prst="line">
            <a:avLst/>
          </a:prstGeom>
          <a:noFill/>
          <a:ln w="11906">
            <a:solidFill>
              <a:srgbClr val="A8B4C2"/>
            </a:solidFill>
            <a:prstDash val="solid"/>
          </a:ln>
        </p:spPr>
        <p:txBody>
          <a:bodyPr/>
          <a:lstStyle/>
          <a:p>
            <a:endParaRPr lang="en-US" sz="1500"/>
          </a:p>
        </p:txBody>
      </p:sp>
      <p:sp>
        <p:nvSpPr>
          <p:cNvPr id="19" name="edge-2-0-3">
            <a:extLst>
              <a:ext uri="{FF2B5EF4-FFF2-40B4-BE49-F238E27FC236}">
                <a16:creationId xmlns:a16="http://schemas.microsoft.com/office/drawing/2014/main" id="{381ED4AC-EE21-4154-A05E-34B506E80DDA}"/>
              </a:ext>
            </a:extLst>
          </p:cNvPr>
          <p:cNvSpPr>
            <a:spLocks noGrp="1"/>
          </p:cNvSpPr>
          <p:nvPr/>
        </p:nvSpPr>
        <p:spPr>
          <a:xfrm>
            <a:off x="6202293" y="3436170"/>
            <a:ext cx="1644790" cy="1462035"/>
          </a:xfrm>
          <a:prstGeom prst="line">
            <a:avLst/>
          </a:prstGeom>
          <a:noFill/>
          <a:ln w="11906">
            <a:solidFill>
              <a:srgbClr val="A8B4C2"/>
            </a:solidFill>
            <a:prstDash val="solid"/>
          </a:ln>
        </p:spPr>
        <p:txBody>
          <a:bodyPr/>
          <a:lstStyle/>
          <a:p>
            <a:endParaRPr lang="en-US" sz="1500"/>
          </a:p>
        </p:txBody>
      </p:sp>
      <p:sp>
        <p:nvSpPr>
          <p:cNvPr id="20" name="edge-2-1-3">
            <a:extLst>
              <a:ext uri="{FF2B5EF4-FFF2-40B4-BE49-F238E27FC236}">
                <a16:creationId xmlns:a16="http://schemas.microsoft.com/office/drawing/2014/main" id="{24FFDB42-D612-4B48-A7AF-5FD5873A098F}"/>
              </a:ext>
            </a:extLst>
          </p:cNvPr>
          <p:cNvSpPr>
            <a:spLocks noGrp="1"/>
          </p:cNvSpPr>
          <p:nvPr/>
        </p:nvSpPr>
        <p:spPr>
          <a:xfrm>
            <a:off x="6269393" y="4510735"/>
            <a:ext cx="1510590" cy="503530"/>
          </a:xfrm>
          <a:prstGeom prst="line">
            <a:avLst/>
          </a:prstGeom>
          <a:noFill/>
          <a:ln w="11906">
            <a:solidFill>
              <a:srgbClr val="A8B4C2"/>
            </a:solidFill>
            <a:prstDash val="solid"/>
          </a:ln>
        </p:spPr>
        <p:txBody>
          <a:bodyPr/>
          <a:lstStyle/>
          <a:p>
            <a:endParaRPr lang="en-US" sz="1500"/>
          </a:p>
        </p:txBody>
      </p:sp>
      <p:sp>
        <p:nvSpPr>
          <p:cNvPr id="21" name="edge-3-0-0">
            <a:extLst>
              <a:ext uri="{FF2B5EF4-FFF2-40B4-BE49-F238E27FC236}">
                <a16:creationId xmlns:a16="http://schemas.microsoft.com/office/drawing/2014/main" id="{04B83FCB-FCEA-4BB5-B7DE-EBEEE3BF5D63}"/>
              </a:ext>
            </a:extLst>
          </p:cNvPr>
          <p:cNvSpPr>
            <a:spLocks noGrp="1"/>
          </p:cNvSpPr>
          <p:nvPr/>
        </p:nvSpPr>
        <p:spPr>
          <a:xfrm flipV="1">
            <a:off x="8426859" y="2265357"/>
            <a:ext cx="1481908" cy="192099"/>
          </a:xfrm>
          <a:prstGeom prst="line">
            <a:avLst/>
          </a:prstGeom>
          <a:noFill/>
          <a:ln w="11906">
            <a:solidFill>
              <a:srgbClr val="A8B4C2"/>
            </a:solidFill>
            <a:prstDash val="solid"/>
          </a:ln>
        </p:spPr>
        <p:txBody>
          <a:bodyPr/>
          <a:lstStyle/>
          <a:p>
            <a:endParaRPr lang="en-US" sz="1500"/>
          </a:p>
        </p:txBody>
      </p:sp>
      <p:sp>
        <p:nvSpPr>
          <p:cNvPr id="22" name="edge-3-1-0">
            <a:extLst>
              <a:ext uri="{FF2B5EF4-FFF2-40B4-BE49-F238E27FC236}">
                <a16:creationId xmlns:a16="http://schemas.microsoft.com/office/drawing/2014/main" id="{AEAB12D8-4576-4A32-8A11-5E17C1B8FE3E}"/>
              </a:ext>
            </a:extLst>
          </p:cNvPr>
          <p:cNvSpPr>
            <a:spLocks noGrp="1"/>
          </p:cNvSpPr>
          <p:nvPr/>
        </p:nvSpPr>
        <p:spPr>
          <a:xfrm flipV="1">
            <a:off x="8389952" y="2380228"/>
            <a:ext cx="1555722" cy="835480"/>
          </a:xfrm>
          <a:prstGeom prst="line">
            <a:avLst/>
          </a:prstGeom>
          <a:noFill/>
          <a:ln w="11906">
            <a:solidFill>
              <a:srgbClr val="A8B4C2"/>
            </a:solidFill>
            <a:prstDash val="solid"/>
          </a:ln>
        </p:spPr>
        <p:txBody>
          <a:bodyPr/>
          <a:lstStyle/>
          <a:p>
            <a:endParaRPr lang="en-US" sz="1500"/>
          </a:p>
        </p:txBody>
      </p:sp>
      <p:sp>
        <p:nvSpPr>
          <p:cNvPr id="23" name="edge-3-2-0">
            <a:extLst>
              <a:ext uri="{FF2B5EF4-FFF2-40B4-BE49-F238E27FC236}">
                <a16:creationId xmlns:a16="http://schemas.microsoft.com/office/drawing/2014/main" id="{61EACD76-7872-40BE-96A3-AA403F59F4DE}"/>
              </a:ext>
            </a:extLst>
          </p:cNvPr>
          <p:cNvSpPr>
            <a:spLocks noGrp="1"/>
          </p:cNvSpPr>
          <p:nvPr/>
        </p:nvSpPr>
        <p:spPr>
          <a:xfrm flipV="1">
            <a:off x="8338619" y="2451403"/>
            <a:ext cx="1658389" cy="1566257"/>
          </a:xfrm>
          <a:prstGeom prst="line">
            <a:avLst/>
          </a:prstGeom>
          <a:noFill/>
          <a:ln w="11906">
            <a:solidFill>
              <a:srgbClr val="A8B4C2"/>
            </a:solidFill>
            <a:prstDash val="solid"/>
          </a:ln>
        </p:spPr>
        <p:txBody>
          <a:bodyPr/>
          <a:lstStyle/>
          <a:p>
            <a:endParaRPr lang="en-US" sz="1500"/>
          </a:p>
        </p:txBody>
      </p:sp>
      <p:sp>
        <p:nvSpPr>
          <p:cNvPr id="24" name="edge-3-3-0">
            <a:extLst>
              <a:ext uri="{FF2B5EF4-FFF2-40B4-BE49-F238E27FC236}">
                <a16:creationId xmlns:a16="http://schemas.microsoft.com/office/drawing/2014/main" id="{9E714697-0958-4314-8F73-58221141EE57}"/>
              </a:ext>
            </a:extLst>
          </p:cNvPr>
          <p:cNvSpPr>
            <a:spLocks noGrp="1"/>
          </p:cNvSpPr>
          <p:nvPr/>
        </p:nvSpPr>
        <p:spPr>
          <a:xfrm flipV="1">
            <a:off x="8294509" y="2490516"/>
            <a:ext cx="1746608" cy="2361156"/>
          </a:xfrm>
          <a:prstGeom prst="line">
            <a:avLst/>
          </a:prstGeom>
          <a:noFill/>
          <a:ln w="11906">
            <a:solidFill>
              <a:srgbClr val="A8B4C2"/>
            </a:solidFill>
            <a:prstDash val="solid"/>
          </a:ln>
        </p:spPr>
        <p:txBody>
          <a:bodyPr/>
          <a:lstStyle/>
          <a:p>
            <a:endParaRPr lang="en-US" sz="1500"/>
          </a:p>
        </p:txBody>
      </p:sp>
      <p:sp>
        <p:nvSpPr>
          <p:cNvPr id="25" name="edge-3-0-1">
            <a:extLst>
              <a:ext uri="{FF2B5EF4-FFF2-40B4-BE49-F238E27FC236}">
                <a16:creationId xmlns:a16="http://schemas.microsoft.com/office/drawing/2014/main" id="{D04D203A-CDA6-4DB5-AA48-961F516A6A6D}"/>
              </a:ext>
            </a:extLst>
          </p:cNvPr>
          <p:cNvSpPr>
            <a:spLocks noGrp="1"/>
          </p:cNvSpPr>
          <p:nvPr/>
        </p:nvSpPr>
        <p:spPr>
          <a:xfrm>
            <a:off x="8420365" y="2578340"/>
            <a:ext cx="1494895" cy="359883"/>
          </a:xfrm>
          <a:prstGeom prst="line">
            <a:avLst/>
          </a:prstGeom>
          <a:noFill/>
          <a:ln w="11906">
            <a:solidFill>
              <a:srgbClr val="A8B4C2"/>
            </a:solidFill>
            <a:prstDash val="solid"/>
          </a:ln>
        </p:spPr>
        <p:txBody>
          <a:bodyPr/>
          <a:lstStyle/>
          <a:p>
            <a:endParaRPr lang="en-US" sz="1500"/>
          </a:p>
        </p:txBody>
      </p:sp>
      <p:sp>
        <p:nvSpPr>
          <p:cNvPr id="26" name="edge-3-1-1">
            <a:extLst>
              <a:ext uri="{FF2B5EF4-FFF2-40B4-BE49-F238E27FC236}">
                <a16:creationId xmlns:a16="http://schemas.microsoft.com/office/drawing/2014/main" id="{63FB2F74-5285-45EF-A7A0-9DCD0434D5AE}"/>
              </a:ext>
            </a:extLst>
          </p:cNvPr>
          <p:cNvSpPr>
            <a:spLocks noGrp="1"/>
          </p:cNvSpPr>
          <p:nvPr/>
        </p:nvSpPr>
        <p:spPr>
          <a:xfrm flipV="1">
            <a:off x="8425089" y="3071057"/>
            <a:ext cx="1485447" cy="247574"/>
          </a:xfrm>
          <a:prstGeom prst="line">
            <a:avLst/>
          </a:prstGeom>
          <a:noFill/>
          <a:ln w="11906">
            <a:solidFill>
              <a:srgbClr val="A8B4C2"/>
            </a:solidFill>
            <a:prstDash val="solid"/>
          </a:ln>
        </p:spPr>
        <p:txBody>
          <a:bodyPr/>
          <a:lstStyle/>
          <a:p>
            <a:endParaRPr lang="en-US" sz="1500"/>
          </a:p>
        </p:txBody>
      </p:sp>
      <p:sp>
        <p:nvSpPr>
          <p:cNvPr id="27" name="edge-3-2-1">
            <a:extLst>
              <a:ext uri="{FF2B5EF4-FFF2-40B4-BE49-F238E27FC236}">
                <a16:creationId xmlns:a16="http://schemas.microsoft.com/office/drawing/2014/main" id="{C206B9B7-41B8-42E7-8E19-3C55AD01BAE4}"/>
              </a:ext>
            </a:extLst>
          </p:cNvPr>
          <p:cNvSpPr>
            <a:spLocks noGrp="1"/>
          </p:cNvSpPr>
          <p:nvPr/>
        </p:nvSpPr>
        <p:spPr>
          <a:xfrm flipV="1">
            <a:off x="8385371" y="3182227"/>
            <a:ext cx="1564884" cy="898359"/>
          </a:xfrm>
          <a:prstGeom prst="line">
            <a:avLst/>
          </a:prstGeom>
          <a:noFill/>
          <a:ln w="11906">
            <a:solidFill>
              <a:srgbClr val="A8B4C2"/>
            </a:solidFill>
            <a:prstDash val="solid"/>
          </a:ln>
        </p:spPr>
        <p:txBody>
          <a:bodyPr/>
          <a:lstStyle/>
          <a:p>
            <a:endParaRPr lang="en-US" sz="1500"/>
          </a:p>
        </p:txBody>
      </p:sp>
      <p:sp>
        <p:nvSpPr>
          <p:cNvPr id="28" name="edge-3-3-1">
            <a:extLst>
              <a:ext uri="{FF2B5EF4-FFF2-40B4-BE49-F238E27FC236}">
                <a16:creationId xmlns:a16="http://schemas.microsoft.com/office/drawing/2014/main" id="{FD21CF2C-AA75-4E6C-B9EC-C7CAC9C998FC}"/>
              </a:ext>
            </a:extLst>
          </p:cNvPr>
          <p:cNvSpPr>
            <a:spLocks noGrp="1"/>
          </p:cNvSpPr>
          <p:nvPr/>
        </p:nvSpPr>
        <p:spPr>
          <a:xfrm flipV="1">
            <a:off x="8334175" y="3249769"/>
            <a:ext cx="1667276" cy="1636401"/>
          </a:xfrm>
          <a:prstGeom prst="line">
            <a:avLst/>
          </a:prstGeom>
          <a:noFill/>
          <a:ln w="11906">
            <a:solidFill>
              <a:srgbClr val="A8B4C2"/>
            </a:solidFill>
            <a:prstDash val="solid"/>
          </a:ln>
        </p:spPr>
        <p:txBody>
          <a:bodyPr/>
          <a:lstStyle/>
          <a:p>
            <a:endParaRPr lang="en-US" sz="1500"/>
          </a:p>
        </p:txBody>
      </p:sp>
      <p:sp>
        <p:nvSpPr>
          <p:cNvPr id="29" name="edge-3-0-2">
            <a:extLst>
              <a:ext uri="{FF2B5EF4-FFF2-40B4-BE49-F238E27FC236}">
                <a16:creationId xmlns:a16="http://schemas.microsoft.com/office/drawing/2014/main" id="{BEA8213E-52D1-4BBE-B519-5D140A83A958}"/>
              </a:ext>
            </a:extLst>
          </p:cNvPr>
          <p:cNvSpPr>
            <a:spLocks noGrp="1"/>
          </p:cNvSpPr>
          <p:nvPr/>
        </p:nvSpPr>
        <p:spPr>
          <a:xfrm>
            <a:off x="8380713" y="2674151"/>
            <a:ext cx="1574199" cy="962011"/>
          </a:xfrm>
          <a:prstGeom prst="line">
            <a:avLst/>
          </a:prstGeom>
          <a:noFill/>
          <a:ln w="11906">
            <a:solidFill>
              <a:srgbClr val="A8B4C2"/>
            </a:solidFill>
            <a:prstDash val="solid"/>
          </a:ln>
        </p:spPr>
        <p:txBody>
          <a:bodyPr/>
          <a:lstStyle/>
          <a:p>
            <a:endParaRPr lang="en-US" sz="1500"/>
          </a:p>
        </p:txBody>
      </p:sp>
      <p:sp>
        <p:nvSpPr>
          <p:cNvPr id="30" name="edge-3-1-2">
            <a:extLst>
              <a:ext uri="{FF2B5EF4-FFF2-40B4-BE49-F238E27FC236}">
                <a16:creationId xmlns:a16="http://schemas.microsoft.com/office/drawing/2014/main" id="{715B9EA2-8A3E-47BD-A84E-490C6A27F350}"/>
              </a:ext>
            </a:extLst>
          </p:cNvPr>
          <p:cNvSpPr>
            <a:spLocks noGrp="1"/>
          </p:cNvSpPr>
          <p:nvPr/>
        </p:nvSpPr>
        <p:spPr>
          <a:xfrm>
            <a:off x="8422917" y="3439981"/>
            <a:ext cx="1489793" cy="303476"/>
          </a:xfrm>
          <a:prstGeom prst="line">
            <a:avLst/>
          </a:prstGeom>
          <a:noFill/>
          <a:ln w="11906">
            <a:solidFill>
              <a:srgbClr val="A8B4C2"/>
            </a:solidFill>
            <a:prstDash val="solid"/>
          </a:ln>
        </p:spPr>
        <p:txBody>
          <a:bodyPr/>
          <a:lstStyle/>
          <a:p>
            <a:endParaRPr lang="en-US" sz="1500"/>
          </a:p>
        </p:txBody>
      </p:sp>
      <p:sp>
        <p:nvSpPr>
          <p:cNvPr id="31" name="edge-3-2-2">
            <a:extLst>
              <a:ext uri="{FF2B5EF4-FFF2-40B4-BE49-F238E27FC236}">
                <a16:creationId xmlns:a16="http://schemas.microsoft.com/office/drawing/2014/main" id="{46B71BC9-EE8B-48EE-A6FB-1AF85F0DB9AC}"/>
              </a:ext>
            </a:extLst>
          </p:cNvPr>
          <p:cNvSpPr>
            <a:spLocks noGrp="1"/>
          </p:cNvSpPr>
          <p:nvPr/>
        </p:nvSpPr>
        <p:spPr>
          <a:xfrm flipV="1">
            <a:off x="8422917" y="3876544"/>
            <a:ext cx="1489793" cy="303476"/>
          </a:xfrm>
          <a:prstGeom prst="line">
            <a:avLst/>
          </a:prstGeom>
          <a:noFill/>
          <a:ln w="11906">
            <a:solidFill>
              <a:srgbClr val="A8B4C2"/>
            </a:solidFill>
            <a:prstDash val="solid"/>
          </a:ln>
        </p:spPr>
        <p:txBody>
          <a:bodyPr/>
          <a:lstStyle/>
          <a:p>
            <a:endParaRPr lang="en-US" sz="1500"/>
          </a:p>
        </p:txBody>
      </p:sp>
      <p:sp>
        <p:nvSpPr>
          <p:cNvPr id="32" name="edge-3-3-2">
            <a:extLst>
              <a:ext uri="{FF2B5EF4-FFF2-40B4-BE49-F238E27FC236}">
                <a16:creationId xmlns:a16="http://schemas.microsoft.com/office/drawing/2014/main" id="{39A154B4-EBAB-43B3-A53C-E9790E82A7C9}"/>
              </a:ext>
            </a:extLst>
          </p:cNvPr>
          <p:cNvSpPr>
            <a:spLocks noGrp="1"/>
          </p:cNvSpPr>
          <p:nvPr/>
        </p:nvSpPr>
        <p:spPr>
          <a:xfrm flipV="1">
            <a:off x="8380713" y="3983839"/>
            <a:ext cx="1574199" cy="962011"/>
          </a:xfrm>
          <a:prstGeom prst="line">
            <a:avLst/>
          </a:prstGeom>
          <a:noFill/>
          <a:ln w="11906">
            <a:solidFill>
              <a:srgbClr val="A8B4C2"/>
            </a:solidFill>
            <a:prstDash val="solid"/>
          </a:ln>
        </p:spPr>
        <p:txBody>
          <a:bodyPr/>
          <a:lstStyle/>
          <a:p>
            <a:endParaRPr lang="en-US" sz="1500"/>
          </a:p>
        </p:txBody>
      </p:sp>
      <p:sp>
        <p:nvSpPr>
          <p:cNvPr id="33" name="edge-3-0-3">
            <a:extLst>
              <a:ext uri="{FF2B5EF4-FFF2-40B4-BE49-F238E27FC236}">
                <a16:creationId xmlns:a16="http://schemas.microsoft.com/office/drawing/2014/main" id="{8A784A50-2405-43C3-85A5-F5421E09EECC}"/>
              </a:ext>
            </a:extLst>
          </p:cNvPr>
          <p:cNvSpPr>
            <a:spLocks noGrp="1"/>
          </p:cNvSpPr>
          <p:nvPr/>
        </p:nvSpPr>
        <p:spPr>
          <a:xfrm>
            <a:off x="8334175" y="2733831"/>
            <a:ext cx="1667276" cy="1636401"/>
          </a:xfrm>
          <a:prstGeom prst="line">
            <a:avLst/>
          </a:prstGeom>
          <a:noFill/>
          <a:ln w="11906">
            <a:solidFill>
              <a:srgbClr val="A8B4C2"/>
            </a:solidFill>
            <a:prstDash val="solid"/>
          </a:ln>
        </p:spPr>
        <p:txBody>
          <a:bodyPr/>
          <a:lstStyle/>
          <a:p>
            <a:endParaRPr lang="en-US" sz="1500"/>
          </a:p>
        </p:txBody>
      </p:sp>
      <p:sp>
        <p:nvSpPr>
          <p:cNvPr id="34" name="edge-3-1-3">
            <a:extLst>
              <a:ext uri="{FF2B5EF4-FFF2-40B4-BE49-F238E27FC236}">
                <a16:creationId xmlns:a16="http://schemas.microsoft.com/office/drawing/2014/main" id="{BB4239A5-8868-4BB3-9C1E-1BA67DDB97A6}"/>
              </a:ext>
            </a:extLst>
          </p:cNvPr>
          <p:cNvSpPr>
            <a:spLocks noGrp="1"/>
          </p:cNvSpPr>
          <p:nvPr/>
        </p:nvSpPr>
        <p:spPr>
          <a:xfrm>
            <a:off x="8385371" y="3539415"/>
            <a:ext cx="1564884" cy="898359"/>
          </a:xfrm>
          <a:prstGeom prst="line">
            <a:avLst/>
          </a:prstGeom>
          <a:noFill/>
          <a:ln w="11906">
            <a:solidFill>
              <a:srgbClr val="A8B4C2"/>
            </a:solidFill>
            <a:prstDash val="solid"/>
          </a:ln>
        </p:spPr>
        <p:txBody>
          <a:bodyPr/>
          <a:lstStyle/>
          <a:p>
            <a:endParaRPr lang="en-US" sz="1500"/>
          </a:p>
        </p:txBody>
      </p:sp>
      <p:sp>
        <p:nvSpPr>
          <p:cNvPr id="35" name="edge-3-2-3">
            <a:extLst>
              <a:ext uri="{FF2B5EF4-FFF2-40B4-BE49-F238E27FC236}">
                <a16:creationId xmlns:a16="http://schemas.microsoft.com/office/drawing/2014/main" id="{4F0445FD-7750-4476-8D57-7CFC76B56B85}"/>
              </a:ext>
            </a:extLst>
          </p:cNvPr>
          <p:cNvSpPr>
            <a:spLocks noGrp="1"/>
          </p:cNvSpPr>
          <p:nvPr/>
        </p:nvSpPr>
        <p:spPr>
          <a:xfrm>
            <a:off x="8425089" y="4301370"/>
            <a:ext cx="1485447" cy="247574"/>
          </a:xfrm>
          <a:prstGeom prst="line">
            <a:avLst/>
          </a:prstGeom>
          <a:noFill/>
          <a:ln w="11906">
            <a:solidFill>
              <a:srgbClr val="A8B4C2"/>
            </a:solidFill>
            <a:prstDash val="solid"/>
          </a:ln>
        </p:spPr>
        <p:txBody>
          <a:bodyPr/>
          <a:lstStyle/>
          <a:p>
            <a:endParaRPr lang="en-US" sz="1500"/>
          </a:p>
        </p:txBody>
      </p:sp>
      <p:sp>
        <p:nvSpPr>
          <p:cNvPr id="36" name="edge-3-3-3">
            <a:extLst>
              <a:ext uri="{FF2B5EF4-FFF2-40B4-BE49-F238E27FC236}">
                <a16:creationId xmlns:a16="http://schemas.microsoft.com/office/drawing/2014/main" id="{B21ABFC0-17C4-494C-8B98-A9256BD3D96C}"/>
              </a:ext>
            </a:extLst>
          </p:cNvPr>
          <p:cNvSpPr>
            <a:spLocks noGrp="1"/>
          </p:cNvSpPr>
          <p:nvPr/>
        </p:nvSpPr>
        <p:spPr>
          <a:xfrm flipV="1">
            <a:off x="8420365" y="4681778"/>
            <a:ext cx="1494895" cy="359883"/>
          </a:xfrm>
          <a:prstGeom prst="line">
            <a:avLst/>
          </a:prstGeom>
          <a:noFill/>
          <a:ln w="11906">
            <a:solidFill>
              <a:srgbClr val="A8B4C2"/>
            </a:solidFill>
            <a:prstDash val="solid"/>
          </a:ln>
        </p:spPr>
        <p:txBody>
          <a:bodyPr/>
          <a:lstStyle/>
          <a:p>
            <a:endParaRPr lang="en-US" sz="1500"/>
          </a:p>
        </p:txBody>
      </p:sp>
      <p:sp>
        <p:nvSpPr>
          <p:cNvPr id="37" name="edge-3-0-4">
            <a:extLst>
              <a:ext uri="{FF2B5EF4-FFF2-40B4-BE49-F238E27FC236}">
                <a16:creationId xmlns:a16="http://schemas.microsoft.com/office/drawing/2014/main" id="{4A01ECE4-294E-4CE6-A008-67D7EB60D2C2}"/>
              </a:ext>
            </a:extLst>
          </p:cNvPr>
          <p:cNvSpPr>
            <a:spLocks noGrp="1"/>
          </p:cNvSpPr>
          <p:nvPr/>
        </p:nvSpPr>
        <p:spPr>
          <a:xfrm>
            <a:off x="8294509" y="2768329"/>
            <a:ext cx="1746608" cy="2361156"/>
          </a:xfrm>
          <a:prstGeom prst="line">
            <a:avLst/>
          </a:prstGeom>
          <a:noFill/>
          <a:ln w="11906">
            <a:solidFill>
              <a:srgbClr val="A8B4C2"/>
            </a:solidFill>
            <a:prstDash val="solid"/>
          </a:ln>
        </p:spPr>
        <p:txBody>
          <a:bodyPr/>
          <a:lstStyle/>
          <a:p>
            <a:endParaRPr lang="en-US" sz="1500"/>
          </a:p>
        </p:txBody>
      </p:sp>
      <p:sp>
        <p:nvSpPr>
          <p:cNvPr id="38" name="edge-3-1-4">
            <a:extLst>
              <a:ext uri="{FF2B5EF4-FFF2-40B4-BE49-F238E27FC236}">
                <a16:creationId xmlns:a16="http://schemas.microsoft.com/office/drawing/2014/main" id="{E66C842B-24AE-46EF-A61F-84454FB5B350}"/>
              </a:ext>
            </a:extLst>
          </p:cNvPr>
          <p:cNvSpPr>
            <a:spLocks noGrp="1"/>
          </p:cNvSpPr>
          <p:nvPr/>
        </p:nvSpPr>
        <p:spPr>
          <a:xfrm>
            <a:off x="8338619" y="3602341"/>
            <a:ext cx="1658389" cy="1566257"/>
          </a:xfrm>
          <a:prstGeom prst="line">
            <a:avLst/>
          </a:prstGeom>
          <a:noFill/>
          <a:ln w="11906">
            <a:solidFill>
              <a:srgbClr val="A8B4C2"/>
            </a:solidFill>
            <a:prstDash val="solid"/>
          </a:ln>
        </p:spPr>
        <p:txBody>
          <a:bodyPr/>
          <a:lstStyle/>
          <a:p>
            <a:endParaRPr lang="en-US" sz="1500"/>
          </a:p>
        </p:txBody>
      </p:sp>
      <p:sp>
        <p:nvSpPr>
          <p:cNvPr id="39" name="edge-3-2-4">
            <a:extLst>
              <a:ext uri="{FF2B5EF4-FFF2-40B4-BE49-F238E27FC236}">
                <a16:creationId xmlns:a16="http://schemas.microsoft.com/office/drawing/2014/main" id="{247E22B0-3934-4792-98B5-7F456BB2B6BD}"/>
              </a:ext>
            </a:extLst>
          </p:cNvPr>
          <p:cNvSpPr>
            <a:spLocks noGrp="1"/>
          </p:cNvSpPr>
          <p:nvPr/>
        </p:nvSpPr>
        <p:spPr>
          <a:xfrm>
            <a:off x="8389952" y="4404291"/>
            <a:ext cx="1555722" cy="835480"/>
          </a:xfrm>
          <a:prstGeom prst="line">
            <a:avLst/>
          </a:prstGeom>
          <a:noFill/>
          <a:ln w="11906">
            <a:solidFill>
              <a:srgbClr val="A8B4C2"/>
            </a:solidFill>
            <a:prstDash val="solid"/>
          </a:ln>
        </p:spPr>
        <p:txBody>
          <a:bodyPr/>
          <a:lstStyle/>
          <a:p>
            <a:endParaRPr lang="en-US" sz="1500"/>
          </a:p>
        </p:txBody>
      </p:sp>
      <p:sp>
        <p:nvSpPr>
          <p:cNvPr id="40" name="edge-3-3-4">
            <a:extLst>
              <a:ext uri="{FF2B5EF4-FFF2-40B4-BE49-F238E27FC236}">
                <a16:creationId xmlns:a16="http://schemas.microsoft.com/office/drawing/2014/main" id="{AADE765E-C1CF-4B0D-AC4F-94B8A909004B}"/>
              </a:ext>
            </a:extLst>
          </p:cNvPr>
          <p:cNvSpPr>
            <a:spLocks noGrp="1"/>
          </p:cNvSpPr>
          <p:nvPr/>
        </p:nvSpPr>
        <p:spPr>
          <a:xfrm>
            <a:off x="8426859" y="5162545"/>
            <a:ext cx="1481908" cy="192099"/>
          </a:xfrm>
          <a:prstGeom prst="line">
            <a:avLst/>
          </a:prstGeom>
          <a:noFill/>
          <a:ln w="11906">
            <a:solidFill>
              <a:srgbClr val="A8B4C2"/>
            </a:solidFill>
            <a:prstDash val="solid"/>
          </a:ln>
        </p:spPr>
        <p:txBody>
          <a:bodyPr/>
          <a:lstStyle/>
          <a:p>
            <a:endParaRPr lang="en-US" sz="1500"/>
          </a:p>
        </p:txBody>
      </p:sp>
      <p:sp>
        <p:nvSpPr>
          <p:cNvPr id="41" name="neuron-0-0">
            <a:extLst>
              <a:ext uri="{FF2B5EF4-FFF2-40B4-BE49-F238E27FC236}">
                <a16:creationId xmlns:a16="http://schemas.microsoft.com/office/drawing/2014/main" id="{2087CE74-B551-4B56-86F1-7AF8A4848F66}"/>
              </a:ext>
            </a:extLst>
          </p:cNvPr>
          <p:cNvSpPr>
            <a:spLocks noGrp="1"/>
          </p:cNvSpPr>
          <p:nvPr/>
        </p:nvSpPr>
        <p:spPr>
          <a:xfrm>
            <a:off x="1333500" y="2960688"/>
            <a:ext cx="666750" cy="666750"/>
          </a:xfrm>
          <a:prstGeom prst="ellipse">
            <a:avLst/>
          </a:prstGeom>
          <a:solidFill>
            <a:srgbClr val="DCECF4"/>
          </a:solidFill>
          <a:ln w="14288">
            <a:solidFill>
              <a:srgbClr val="34495E"/>
            </a:solidFill>
            <a:prstDash val="solid"/>
          </a:ln>
        </p:spPr>
        <p:txBody>
          <a:bodyPr/>
          <a:lstStyle/>
          <a:p>
            <a:endParaRPr lang="en-US" sz="1500"/>
          </a:p>
        </p:txBody>
      </p:sp>
      <p:sp>
        <p:nvSpPr>
          <p:cNvPr id="42" name="neuron-0-1">
            <a:extLst>
              <a:ext uri="{FF2B5EF4-FFF2-40B4-BE49-F238E27FC236}">
                <a16:creationId xmlns:a16="http://schemas.microsoft.com/office/drawing/2014/main" id="{DD33EFAD-8188-4E36-A016-3572F13B9C62}"/>
              </a:ext>
            </a:extLst>
          </p:cNvPr>
          <p:cNvSpPr>
            <a:spLocks noGrp="1"/>
          </p:cNvSpPr>
          <p:nvPr/>
        </p:nvSpPr>
        <p:spPr>
          <a:xfrm>
            <a:off x="1333500" y="4151313"/>
            <a:ext cx="666750" cy="666750"/>
          </a:xfrm>
          <a:prstGeom prst="ellipse">
            <a:avLst/>
          </a:prstGeom>
          <a:solidFill>
            <a:srgbClr val="DCECF4"/>
          </a:solidFill>
          <a:ln w="14288">
            <a:solidFill>
              <a:srgbClr val="34495E"/>
            </a:solidFill>
            <a:prstDash val="solid"/>
          </a:ln>
        </p:spPr>
        <p:txBody>
          <a:bodyPr/>
          <a:lstStyle/>
          <a:p>
            <a:endParaRPr lang="en-US" sz="1500"/>
          </a:p>
        </p:txBody>
      </p:sp>
      <p:sp>
        <p:nvSpPr>
          <p:cNvPr id="43" name="neuron-1-0">
            <a:extLst>
              <a:ext uri="{FF2B5EF4-FFF2-40B4-BE49-F238E27FC236}">
                <a16:creationId xmlns:a16="http://schemas.microsoft.com/office/drawing/2014/main" id="{783D393A-CB0E-475A-9E88-D2391FF778CD}"/>
              </a:ext>
            </a:extLst>
          </p:cNvPr>
          <p:cNvSpPr>
            <a:spLocks noGrp="1"/>
          </p:cNvSpPr>
          <p:nvPr/>
        </p:nvSpPr>
        <p:spPr>
          <a:xfrm>
            <a:off x="3476625" y="2444750"/>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44" name="neuron-1-1">
            <a:extLst>
              <a:ext uri="{FF2B5EF4-FFF2-40B4-BE49-F238E27FC236}">
                <a16:creationId xmlns:a16="http://schemas.microsoft.com/office/drawing/2014/main" id="{D56766AF-0AC8-4CCE-90EA-3615438EADDA}"/>
              </a:ext>
            </a:extLst>
          </p:cNvPr>
          <p:cNvSpPr>
            <a:spLocks noGrp="1"/>
          </p:cNvSpPr>
          <p:nvPr/>
        </p:nvSpPr>
        <p:spPr>
          <a:xfrm>
            <a:off x="3476625" y="3476625"/>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45" name="neuron-1-2">
            <a:extLst>
              <a:ext uri="{FF2B5EF4-FFF2-40B4-BE49-F238E27FC236}">
                <a16:creationId xmlns:a16="http://schemas.microsoft.com/office/drawing/2014/main" id="{7614DAD7-D2FD-44C0-9939-016744ACC8A8}"/>
              </a:ext>
            </a:extLst>
          </p:cNvPr>
          <p:cNvSpPr>
            <a:spLocks noGrp="1"/>
          </p:cNvSpPr>
          <p:nvPr/>
        </p:nvSpPr>
        <p:spPr>
          <a:xfrm>
            <a:off x="3476625" y="4508500"/>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46" name="neuron-2-0">
            <a:extLst>
              <a:ext uri="{FF2B5EF4-FFF2-40B4-BE49-F238E27FC236}">
                <a16:creationId xmlns:a16="http://schemas.microsoft.com/office/drawing/2014/main" id="{25683AC9-A3D6-4A69-A892-3FF09D6D3632}"/>
              </a:ext>
            </a:extLst>
          </p:cNvPr>
          <p:cNvSpPr>
            <a:spLocks noGrp="1"/>
          </p:cNvSpPr>
          <p:nvPr/>
        </p:nvSpPr>
        <p:spPr>
          <a:xfrm>
            <a:off x="5619750" y="2881313"/>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47" name="neuron-2-1">
            <a:extLst>
              <a:ext uri="{FF2B5EF4-FFF2-40B4-BE49-F238E27FC236}">
                <a16:creationId xmlns:a16="http://schemas.microsoft.com/office/drawing/2014/main" id="{97AAFF24-882E-44BF-BA70-033CD3A141EC}"/>
              </a:ext>
            </a:extLst>
          </p:cNvPr>
          <p:cNvSpPr>
            <a:spLocks noGrp="1"/>
          </p:cNvSpPr>
          <p:nvPr/>
        </p:nvSpPr>
        <p:spPr>
          <a:xfrm>
            <a:off x="5619750" y="4071938"/>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48" name="neuron-3-0">
            <a:extLst>
              <a:ext uri="{FF2B5EF4-FFF2-40B4-BE49-F238E27FC236}">
                <a16:creationId xmlns:a16="http://schemas.microsoft.com/office/drawing/2014/main" id="{C66FF270-4D14-4453-BF7B-47E1E7AFEE85}"/>
              </a:ext>
            </a:extLst>
          </p:cNvPr>
          <p:cNvSpPr>
            <a:spLocks noGrp="1"/>
          </p:cNvSpPr>
          <p:nvPr/>
        </p:nvSpPr>
        <p:spPr>
          <a:xfrm>
            <a:off x="7762875" y="2166938"/>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49" name="neuron-3-1">
            <a:extLst>
              <a:ext uri="{FF2B5EF4-FFF2-40B4-BE49-F238E27FC236}">
                <a16:creationId xmlns:a16="http://schemas.microsoft.com/office/drawing/2014/main" id="{C0943788-9DE1-44BC-A0A3-D37F7725FFD5}"/>
              </a:ext>
            </a:extLst>
          </p:cNvPr>
          <p:cNvSpPr>
            <a:spLocks noGrp="1"/>
          </p:cNvSpPr>
          <p:nvPr/>
        </p:nvSpPr>
        <p:spPr>
          <a:xfrm>
            <a:off x="7762875" y="3040063"/>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50" name="neuron-3-2">
            <a:extLst>
              <a:ext uri="{FF2B5EF4-FFF2-40B4-BE49-F238E27FC236}">
                <a16:creationId xmlns:a16="http://schemas.microsoft.com/office/drawing/2014/main" id="{F4221FE3-A19B-4FB3-A4AF-7676EE602E39}"/>
              </a:ext>
            </a:extLst>
          </p:cNvPr>
          <p:cNvSpPr>
            <a:spLocks noGrp="1"/>
          </p:cNvSpPr>
          <p:nvPr/>
        </p:nvSpPr>
        <p:spPr>
          <a:xfrm>
            <a:off x="7762875" y="3913188"/>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51" name="neuron-3-3">
            <a:extLst>
              <a:ext uri="{FF2B5EF4-FFF2-40B4-BE49-F238E27FC236}">
                <a16:creationId xmlns:a16="http://schemas.microsoft.com/office/drawing/2014/main" id="{330400D5-358F-47F6-B540-57F0112BBB1E}"/>
              </a:ext>
            </a:extLst>
          </p:cNvPr>
          <p:cNvSpPr>
            <a:spLocks noGrp="1"/>
          </p:cNvSpPr>
          <p:nvPr/>
        </p:nvSpPr>
        <p:spPr>
          <a:xfrm>
            <a:off x="7762875" y="4786313"/>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52" name="neuron-4-0">
            <a:extLst>
              <a:ext uri="{FF2B5EF4-FFF2-40B4-BE49-F238E27FC236}">
                <a16:creationId xmlns:a16="http://schemas.microsoft.com/office/drawing/2014/main" id="{697720F3-58DD-4CDB-8613-DFEAD5CFC79C}"/>
              </a:ext>
            </a:extLst>
          </p:cNvPr>
          <p:cNvSpPr>
            <a:spLocks noGrp="1"/>
          </p:cNvSpPr>
          <p:nvPr/>
        </p:nvSpPr>
        <p:spPr>
          <a:xfrm>
            <a:off x="9906000" y="18891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53" name="neuron-4-1">
            <a:extLst>
              <a:ext uri="{FF2B5EF4-FFF2-40B4-BE49-F238E27FC236}">
                <a16:creationId xmlns:a16="http://schemas.microsoft.com/office/drawing/2014/main" id="{60AB8A6C-52DA-4E37-B7A0-01E97E33E00C}"/>
              </a:ext>
            </a:extLst>
          </p:cNvPr>
          <p:cNvSpPr>
            <a:spLocks noGrp="1"/>
          </p:cNvSpPr>
          <p:nvPr/>
        </p:nvSpPr>
        <p:spPr>
          <a:xfrm>
            <a:off x="9906000" y="268287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54" name="neuron-4-2">
            <a:extLst>
              <a:ext uri="{FF2B5EF4-FFF2-40B4-BE49-F238E27FC236}">
                <a16:creationId xmlns:a16="http://schemas.microsoft.com/office/drawing/2014/main" id="{571049A2-2EA2-479A-8F59-DE17E410507E}"/>
              </a:ext>
            </a:extLst>
          </p:cNvPr>
          <p:cNvSpPr>
            <a:spLocks noGrp="1"/>
          </p:cNvSpPr>
          <p:nvPr/>
        </p:nvSpPr>
        <p:spPr>
          <a:xfrm>
            <a:off x="9906000" y="34766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55" name="neuron-4-3">
            <a:extLst>
              <a:ext uri="{FF2B5EF4-FFF2-40B4-BE49-F238E27FC236}">
                <a16:creationId xmlns:a16="http://schemas.microsoft.com/office/drawing/2014/main" id="{279577B7-DF33-4FD9-9E3C-BAD682B40D36}"/>
              </a:ext>
            </a:extLst>
          </p:cNvPr>
          <p:cNvSpPr>
            <a:spLocks noGrp="1"/>
          </p:cNvSpPr>
          <p:nvPr/>
        </p:nvSpPr>
        <p:spPr>
          <a:xfrm>
            <a:off x="9906000" y="427037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56" name="neuron-4-4">
            <a:extLst>
              <a:ext uri="{FF2B5EF4-FFF2-40B4-BE49-F238E27FC236}">
                <a16:creationId xmlns:a16="http://schemas.microsoft.com/office/drawing/2014/main" id="{F811A3D4-DA2E-4AD0-A2C4-851846961FCD}"/>
              </a:ext>
            </a:extLst>
          </p:cNvPr>
          <p:cNvSpPr>
            <a:spLocks noGrp="1"/>
          </p:cNvSpPr>
          <p:nvPr/>
        </p:nvSpPr>
        <p:spPr>
          <a:xfrm>
            <a:off x="9906000" y="50641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57" name="input-label-0">
            <a:extLst>
              <a:ext uri="{FF2B5EF4-FFF2-40B4-BE49-F238E27FC236}">
                <a16:creationId xmlns:a16="http://schemas.microsoft.com/office/drawing/2014/main" id="{B3384F85-4C25-41D4-802F-BC4F0F13DDE1}"/>
              </a:ext>
            </a:extLst>
          </p:cNvPr>
          <p:cNvSpPr>
            <a:spLocks noGrp="1"/>
          </p:cNvSpPr>
          <p:nvPr/>
        </p:nvSpPr>
        <p:spPr>
          <a:xfrm>
            <a:off x="436562" y="2976563"/>
            <a:ext cx="793750" cy="635000"/>
          </a:xfrm>
          <a:prstGeom prst="rect">
            <a:avLst/>
          </a:prstGeom>
          <a:noFill/>
          <a:ln w="0">
            <a:noFill/>
            <a:prstDash val="solid"/>
          </a:ln>
        </p:spPr>
        <p:txBody>
          <a:bodyPr wrap="none" lIns="0" tIns="0" rIns="0" bIns="0" anchor="ctr">
            <a:normAutofit/>
          </a:bodyPr>
          <a:lstStyle>
            <a:defPPr algn="ctr">
              <a:defRPr sz="3900" b="0">
                <a:solidFill>
                  <a:srgbClr val="25364A"/>
                </a:solidFill>
                <a:latin typeface="Nimbus Sans"/>
                <a:ea typeface="Nimbus Sans"/>
                <a:cs typeface="Nimbus Sans"/>
              </a:defRPr>
            </a:defPPr>
            <a:lvl1pPr algn="ctr">
              <a:defRPr sz="3900" b="0">
                <a:solidFill>
                  <a:srgbClr val="25364A"/>
                </a:solidFill>
                <a:latin typeface="Nimbus Sans"/>
                <a:ea typeface="Nimbus Sans"/>
                <a:cs typeface="Nimbus Sans"/>
              </a:defRPr>
            </a:lvl1pPr>
            <a:lvl2pPr algn="ctr">
              <a:defRPr sz="3900" b="0">
                <a:solidFill>
                  <a:srgbClr val="25364A"/>
                </a:solidFill>
                <a:latin typeface="Nimbus Sans"/>
                <a:ea typeface="Nimbus Sans"/>
                <a:cs typeface="Nimbus Sans"/>
              </a:defRPr>
            </a:lvl2pPr>
            <a:lvl3pPr algn="ctr">
              <a:defRPr sz="3900" b="0">
                <a:solidFill>
                  <a:srgbClr val="25364A"/>
                </a:solidFill>
                <a:latin typeface="Nimbus Sans"/>
                <a:ea typeface="Nimbus Sans"/>
                <a:cs typeface="Nimbus Sans"/>
              </a:defRPr>
            </a:lvl3pPr>
            <a:lvl4pPr algn="ctr">
              <a:defRPr sz="3900" b="0">
                <a:solidFill>
                  <a:srgbClr val="25364A"/>
                </a:solidFill>
                <a:latin typeface="Nimbus Sans"/>
                <a:ea typeface="Nimbus Sans"/>
                <a:cs typeface="Nimbus Sans"/>
              </a:defRPr>
            </a:lvl4pPr>
            <a:lvl5pPr algn="ctr">
              <a:defRPr sz="3900" b="0">
                <a:solidFill>
                  <a:srgbClr val="25364A"/>
                </a:solidFill>
                <a:latin typeface="Nimbus Sans"/>
                <a:ea typeface="Nimbus Sans"/>
                <a:cs typeface="Nimbus Sans"/>
              </a:defRPr>
            </a:lvl5pPr>
            <a:lvl6pPr algn="ctr">
              <a:defRPr sz="3900" b="0">
                <a:solidFill>
                  <a:srgbClr val="25364A"/>
                </a:solidFill>
                <a:latin typeface="Nimbus Sans"/>
                <a:ea typeface="Nimbus Sans"/>
                <a:cs typeface="Nimbus Sans"/>
              </a:defRPr>
            </a:lvl6pPr>
            <a:lvl7pPr algn="ctr">
              <a:defRPr sz="3900" b="0">
                <a:solidFill>
                  <a:srgbClr val="25364A"/>
                </a:solidFill>
                <a:latin typeface="Nimbus Sans"/>
                <a:ea typeface="Nimbus Sans"/>
                <a:cs typeface="Nimbus Sans"/>
              </a:defRPr>
            </a:lvl7pPr>
            <a:lvl8pPr algn="ctr">
              <a:defRPr sz="3900" b="0">
                <a:solidFill>
                  <a:srgbClr val="25364A"/>
                </a:solidFill>
                <a:latin typeface="Nimbus Sans"/>
                <a:ea typeface="Nimbus Sans"/>
                <a:cs typeface="Nimbus Sans"/>
              </a:defRPr>
            </a:lvl8pPr>
            <a:lvl9pPr algn="ctr">
              <a:defRPr sz="3900" b="0">
                <a:solidFill>
                  <a:srgbClr val="25364A"/>
                </a:solidFill>
                <a:latin typeface="Nimbus Sans"/>
                <a:ea typeface="Nimbus Sans"/>
                <a:cs typeface="Nimbus Sans"/>
              </a:defRPr>
            </a:lvl9pPr>
          </a:lstStyle>
          <a:p>
            <a:pPr algn="ctr">
              <a:defRPr sz="3900" b="0">
                <a:solidFill>
                  <a:srgbClr val="25364A"/>
                </a:solidFill>
                <a:latin typeface="Nimbus Sans"/>
                <a:ea typeface="Nimbus Sans"/>
                <a:cs typeface="Nimbus Sans"/>
              </a:defRPr>
            </a:pPr>
            <a:r>
              <a:rPr sz="3250"/>
              <a:t>F1</a:t>
            </a:r>
          </a:p>
        </p:txBody>
      </p:sp>
      <p:sp>
        <p:nvSpPr>
          <p:cNvPr id="58" name="input-label-1">
            <a:extLst>
              <a:ext uri="{FF2B5EF4-FFF2-40B4-BE49-F238E27FC236}">
                <a16:creationId xmlns:a16="http://schemas.microsoft.com/office/drawing/2014/main" id="{D0D12108-AD7D-4137-B8BF-4BB1CDEFB4B3}"/>
              </a:ext>
            </a:extLst>
          </p:cNvPr>
          <p:cNvSpPr>
            <a:spLocks noGrp="1"/>
          </p:cNvSpPr>
          <p:nvPr/>
        </p:nvSpPr>
        <p:spPr>
          <a:xfrm>
            <a:off x="436562" y="4167188"/>
            <a:ext cx="793750" cy="635000"/>
          </a:xfrm>
          <a:prstGeom prst="rect">
            <a:avLst/>
          </a:prstGeom>
          <a:noFill/>
          <a:ln w="0">
            <a:noFill/>
            <a:prstDash val="solid"/>
          </a:ln>
        </p:spPr>
        <p:txBody>
          <a:bodyPr wrap="none" lIns="0" tIns="0" rIns="0" bIns="0" anchor="ctr">
            <a:normAutofit/>
          </a:bodyPr>
          <a:lstStyle>
            <a:defPPr algn="ctr">
              <a:defRPr sz="3900" b="0">
                <a:solidFill>
                  <a:srgbClr val="25364A"/>
                </a:solidFill>
                <a:latin typeface="Nimbus Sans"/>
                <a:ea typeface="Nimbus Sans"/>
                <a:cs typeface="Nimbus Sans"/>
              </a:defRPr>
            </a:defPPr>
            <a:lvl1pPr algn="ctr">
              <a:defRPr sz="3900" b="0">
                <a:solidFill>
                  <a:srgbClr val="25364A"/>
                </a:solidFill>
                <a:latin typeface="Nimbus Sans"/>
                <a:ea typeface="Nimbus Sans"/>
                <a:cs typeface="Nimbus Sans"/>
              </a:defRPr>
            </a:lvl1pPr>
            <a:lvl2pPr algn="ctr">
              <a:defRPr sz="3900" b="0">
                <a:solidFill>
                  <a:srgbClr val="25364A"/>
                </a:solidFill>
                <a:latin typeface="Nimbus Sans"/>
                <a:ea typeface="Nimbus Sans"/>
                <a:cs typeface="Nimbus Sans"/>
              </a:defRPr>
            </a:lvl2pPr>
            <a:lvl3pPr algn="ctr">
              <a:defRPr sz="3900" b="0">
                <a:solidFill>
                  <a:srgbClr val="25364A"/>
                </a:solidFill>
                <a:latin typeface="Nimbus Sans"/>
                <a:ea typeface="Nimbus Sans"/>
                <a:cs typeface="Nimbus Sans"/>
              </a:defRPr>
            </a:lvl3pPr>
            <a:lvl4pPr algn="ctr">
              <a:defRPr sz="3900" b="0">
                <a:solidFill>
                  <a:srgbClr val="25364A"/>
                </a:solidFill>
                <a:latin typeface="Nimbus Sans"/>
                <a:ea typeface="Nimbus Sans"/>
                <a:cs typeface="Nimbus Sans"/>
              </a:defRPr>
            </a:lvl4pPr>
            <a:lvl5pPr algn="ctr">
              <a:defRPr sz="3900" b="0">
                <a:solidFill>
                  <a:srgbClr val="25364A"/>
                </a:solidFill>
                <a:latin typeface="Nimbus Sans"/>
                <a:ea typeface="Nimbus Sans"/>
                <a:cs typeface="Nimbus Sans"/>
              </a:defRPr>
            </a:lvl5pPr>
            <a:lvl6pPr algn="ctr">
              <a:defRPr sz="3900" b="0">
                <a:solidFill>
                  <a:srgbClr val="25364A"/>
                </a:solidFill>
                <a:latin typeface="Nimbus Sans"/>
                <a:ea typeface="Nimbus Sans"/>
                <a:cs typeface="Nimbus Sans"/>
              </a:defRPr>
            </a:lvl6pPr>
            <a:lvl7pPr algn="ctr">
              <a:defRPr sz="3900" b="0">
                <a:solidFill>
                  <a:srgbClr val="25364A"/>
                </a:solidFill>
                <a:latin typeface="Nimbus Sans"/>
                <a:ea typeface="Nimbus Sans"/>
                <a:cs typeface="Nimbus Sans"/>
              </a:defRPr>
            </a:lvl7pPr>
            <a:lvl8pPr algn="ctr">
              <a:defRPr sz="3900" b="0">
                <a:solidFill>
                  <a:srgbClr val="25364A"/>
                </a:solidFill>
                <a:latin typeface="Nimbus Sans"/>
                <a:ea typeface="Nimbus Sans"/>
                <a:cs typeface="Nimbus Sans"/>
              </a:defRPr>
            </a:lvl8pPr>
            <a:lvl9pPr algn="ctr">
              <a:defRPr sz="3900" b="0">
                <a:solidFill>
                  <a:srgbClr val="25364A"/>
                </a:solidFill>
                <a:latin typeface="Nimbus Sans"/>
                <a:ea typeface="Nimbus Sans"/>
                <a:cs typeface="Nimbus Sans"/>
              </a:defRPr>
            </a:lvl9pPr>
          </a:lstStyle>
          <a:p>
            <a:pPr algn="ctr">
              <a:defRPr sz="3900" b="0">
                <a:solidFill>
                  <a:srgbClr val="25364A"/>
                </a:solidFill>
                <a:latin typeface="Nimbus Sans"/>
                <a:ea typeface="Nimbus Sans"/>
                <a:cs typeface="Nimbus Sans"/>
              </a:defRPr>
            </a:pPr>
            <a:r>
              <a:rPr sz="3250"/>
              <a:t>F2</a:t>
            </a:r>
          </a:p>
        </p:txBody>
      </p:sp>
      <p:sp>
        <p:nvSpPr>
          <p:cNvPr id="59" name="output-label-0">
            <a:extLst>
              <a:ext uri="{FF2B5EF4-FFF2-40B4-BE49-F238E27FC236}">
                <a16:creationId xmlns:a16="http://schemas.microsoft.com/office/drawing/2014/main" id="{0E57CD36-BA3E-488D-937E-6FB293B38B13}"/>
              </a:ext>
            </a:extLst>
          </p:cNvPr>
          <p:cNvSpPr>
            <a:spLocks noGrp="1"/>
          </p:cNvSpPr>
          <p:nvPr/>
        </p:nvSpPr>
        <p:spPr>
          <a:xfrm>
            <a:off x="10675938" y="1905000"/>
            <a:ext cx="1349375" cy="635000"/>
          </a:xfrm>
          <a:prstGeom prst="rect">
            <a:avLst/>
          </a:prstGeom>
          <a:noFill/>
          <a:ln w="0">
            <a:noFill/>
            <a:prstDash val="solid"/>
          </a:ln>
        </p:spPr>
        <p:txBody>
          <a:bodyPr wrap="none" lIns="0" tIns="0" rIns="0" bIns="0" anchor="ctr">
            <a:normAutofit/>
          </a:bodyPr>
          <a:lstStyle>
            <a:defPPr algn="ctr">
              <a:defRPr sz="3750" b="0">
                <a:solidFill>
                  <a:srgbClr val="25364A"/>
                </a:solidFill>
                <a:latin typeface="Nimbus Sans"/>
                <a:ea typeface="Nimbus Sans"/>
                <a:cs typeface="Nimbus Sans"/>
              </a:defRPr>
            </a:defPPr>
            <a:lvl1pPr algn="ctr">
              <a:defRPr sz="3750" b="0">
                <a:solidFill>
                  <a:srgbClr val="25364A"/>
                </a:solidFill>
                <a:latin typeface="Nimbus Sans"/>
                <a:ea typeface="Nimbus Sans"/>
                <a:cs typeface="Nimbus Sans"/>
              </a:defRPr>
            </a:lvl1pPr>
            <a:lvl2pPr algn="ctr">
              <a:defRPr sz="3750" b="0">
                <a:solidFill>
                  <a:srgbClr val="25364A"/>
                </a:solidFill>
                <a:latin typeface="Nimbus Sans"/>
                <a:ea typeface="Nimbus Sans"/>
                <a:cs typeface="Nimbus Sans"/>
              </a:defRPr>
            </a:lvl2pPr>
            <a:lvl3pPr algn="ctr">
              <a:defRPr sz="3750" b="0">
                <a:solidFill>
                  <a:srgbClr val="25364A"/>
                </a:solidFill>
                <a:latin typeface="Nimbus Sans"/>
                <a:ea typeface="Nimbus Sans"/>
                <a:cs typeface="Nimbus Sans"/>
              </a:defRPr>
            </a:lvl3pPr>
            <a:lvl4pPr algn="ctr">
              <a:defRPr sz="3750" b="0">
                <a:solidFill>
                  <a:srgbClr val="25364A"/>
                </a:solidFill>
                <a:latin typeface="Nimbus Sans"/>
                <a:ea typeface="Nimbus Sans"/>
                <a:cs typeface="Nimbus Sans"/>
              </a:defRPr>
            </a:lvl4pPr>
            <a:lvl5pPr algn="ctr">
              <a:defRPr sz="3750" b="0">
                <a:solidFill>
                  <a:srgbClr val="25364A"/>
                </a:solidFill>
                <a:latin typeface="Nimbus Sans"/>
                <a:ea typeface="Nimbus Sans"/>
                <a:cs typeface="Nimbus Sans"/>
              </a:defRPr>
            </a:lvl5pPr>
            <a:lvl6pPr algn="ctr">
              <a:defRPr sz="3750" b="0">
                <a:solidFill>
                  <a:srgbClr val="25364A"/>
                </a:solidFill>
                <a:latin typeface="Nimbus Sans"/>
                <a:ea typeface="Nimbus Sans"/>
                <a:cs typeface="Nimbus Sans"/>
              </a:defRPr>
            </a:lvl6pPr>
            <a:lvl7pPr algn="ctr">
              <a:defRPr sz="3750" b="0">
                <a:solidFill>
                  <a:srgbClr val="25364A"/>
                </a:solidFill>
                <a:latin typeface="Nimbus Sans"/>
                <a:ea typeface="Nimbus Sans"/>
                <a:cs typeface="Nimbus Sans"/>
              </a:defRPr>
            </a:lvl7pPr>
            <a:lvl8pPr algn="ctr">
              <a:defRPr sz="3750" b="0">
                <a:solidFill>
                  <a:srgbClr val="25364A"/>
                </a:solidFill>
                <a:latin typeface="Nimbus Sans"/>
                <a:ea typeface="Nimbus Sans"/>
                <a:cs typeface="Nimbus Sans"/>
              </a:defRPr>
            </a:lvl8pPr>
            <a:lvl9pPr algn="ctr">
              <a:defRPr sz="3750" b="0">
                <a:solidFill>
                  <a:srgbClr val="25364A"/>
                </a:solidFill>
                <a:latin typeface="Nimbus Sans"/>
                <a:ea typeface="Nimbus Sans"/>
                <a:cs typeface="Nimbus Sans"/>
              </a:defRPr>
            </a:lvl9pPr>
          </a:lstStyle>
          <a:p>
            <a:pPr algn="ctr">
              <a:defRPr sz="3750" b="0">
                <a:solidFill>
                  <a:srgbClr val="25364A"/>
                </a:solidFill>
                <a:latin typeface="Nimbus Sans"/>
                <a:ea typeface="Nimbus Sans"/>
                <a:cs typeface="Nimbus Sans"/>
              </a:defRPr>
            </a:pPr>
            <a:r>
              <a:rPr sz="3125"/>
              <a:t>done</a:t>
            </a:r>
          </a:p>
        </p:txBody>
      </p:sp>
      <p:sp>
        <p:nvSpPr>
          <p:cNvPr id="60" name="output-label-1">
            <a:extLst>
              <a:ext uri="{FF2B5EF4-FFF2-40B4-BE49-F238E27FC236}">
                <a16:creationId xmlns:a16="http://schemas.microsoft.com/office/drawing/2014/main" id="{F9FD8B22-A5AD-4995-B33D-AEA38FBCC8F9}"/>
              </a:ext>
            </a:extLst>
          </p:cNvPr>
          <p:cNvSpPr>
            <a:spLocks noGrp="1"/>
          </p:cNvSpPr>
          <p:nvPr/>
        </p:nvSpPr>
        <p:spPr>
          <a:xfrm>
            <a:off x="10675938" y="2698750"/>
            <a:ext cx="1349375" cy="635000"/>
          </a:xfrm>
          <a:prstGeom prst="rect">
            <a:avLst/>
          </a:prstGeom>
          <a:noFill/>
          <a:ln w="0">
            <a:noFill/>
            <a:prstDash val="solid"/>
          </a:ln>
        </p:spPr>
        <p:txBody>
          <a:bodyPr wrap="none" lIns="0" tIns="0" rIns="0" bIns="0" anchor="ctr">
            <a:normAutofit/>
          </a:bodyPr>
          <a:lstStyle>
            <a:defPPr algn="ctr">
              <a:defRPr sz="3750" b="0">
                <a:solidFill>
                  <a:srgbClr val="25364A"/>
                </a:solidFill>
                <a:latin typeface="Nimbus Sans"/>
                <a:ea typeface="Nimbus Sans"/>
                <a:cs typeface="Nimbus Sans"/>
              </a:defRPr>
            </a:defPPr>
            <a:lvl1pPr algn="ctr">
              <a:defRPr sz="3750" b="0">
                <a:solidFill>
                  <a:srgbClr val="25364A"/>
                </a:solidFill>
                <a:latin typeface="Nimbus Sans"/>
                <a:ea typeface="Nimbus Sans"/>
                <a:cs typeface="Nimbus Sans"/>
              </a:defRPr>
            </a:lvl1pPr>
            <a:lvl2pPr algn="ctr">
              <a:defRPr sz="3750" b="0">
                <a:solidFill>
                  <a:srgbClr val="25364A"/>
                </a:solidFill>
                <a:latin typeface="Nimbus Sans"/>
                <a:ea typeface="Nimbus Sans"/>
                <a:cs typeface="Nimbus Sans"/>
              </a:defRPr>
            </a:lvl2pPr>
            <a:lvl3pPr algn="ctr">
              <a:defRPr sz="3750" b="0">
                <a:solidFill>
                  <a:srgbClr val="25364A"/>
                </a:solidFill>
                <a:latin typeface="Nimbus Sans"/>
                <a:ea typeface="Nimbus Sans"/>
                <a:cs typeface="Nimbus Sans"/>
              </a:defRPr>
            </a:lvl3pPr>
            <a:lvl4pPr algn="ctr">
              <a:defRPr sz="3750" b="0">
                <a:solidFill>
                  <a:srgbClr val="25364A"/>
                </a:solidFill>
                <a:latin typeface="Nimbus Sans"/>
                <a:ea typeface="Nimbus Sans"/>
                <a:cs typeface="Nimbus Sans"/>
              </a:defRPr>
            </a:lvl4pPr>
            <a:lvl5pPr algn="ctr">
              <a:defRPr sz="3750" b="0">
                <a:solidFill>
                  <a:srgbClr val="25364A"/>
                </a:solidFill>
                <a:latin typeface="Nimbus Sans"/>
                <a:ea typeface="Nimbus Sans"/>
                <a:cs typeface="Nimbus Sans"/>
              </a:defRPr>
            </a:lvl5pPr>
            <a:lvl6pPr algn="ctr">
              <a:defRPr sz="3750" b="0">
                <a:solidFill>
                  <a:srgbClr val="25364A"/>
                </a:solidFill>
                <a:latin typeface="Nimbus Sans"/>
                <a:ea typeface="Nimbus Sans"/>
                <a:cs typeface="Nimbus Sans"/>
              </a:defRPr>
            </a:lvl6pPr>
            <a:lvl7pPr algn="ctr">
              <a:defRPr sz="3750" b="0">
                <a:solidFill>
                  <a:srgbClr val="25364A"/>
                </a:solidFill>
                <a:latin typeface="Nimbus Sans"/>
                <a:ea typeface="Nimbus Sans"/>
                <a:cs typeface="Nimbus Sans"/>
              </a:defRPr>
            </a:lvl7pPr>
            <a:lvl8pPr algn="ctr">
              <a:defRPr sz="3750" b="0">
                <a:solidFill>
                  <a:srgbClr val="25364A"/>
                </a:solidFill>
                <a:latin typeface="Nimbus Sans"/>
                <a:ea typeface="Nimbus Sans"/>
                <a:cs typeface="Nimbus Sans"/>
              </a:defRPr>
            </a:lvl8pPr>
            <a:lvl9pPr algn="ctr">
              <a:defRPr sz="3750" b="0">
                <a:solidFill>
                  <a:srgbClr val="25364A"/>
                </a:solidFill>
                <a:latin typeface="Nimbus Sans"/>
                <a:ea typeface="Nimbus Sans"/>
                <a:cs typeface="Nimbus Sans"/>
              </a:defRPr>
            </a:lvl9pPr>
          </a:lstStyle>
          <a:p>
            <a:pPr algn="ctr">
              <a:defRPr sz="3750" b="0">
                <a:solidFill>
                  <a:srgbClr val="25364A"/>
                </a:solidFill>
                <a:latin typeface="Nimbus Sans"/>
                <a:ea typeface="Nimbus Sans"/>
                <a:cs typeface="Nimbus Sans"/>
              </a:defRPr>
            </a:pPr>
            <a:r>
              <a:rPr sz="3125"/>
              <a:t>dune</a:t>
            </a:r>
          </a:p>
        </p:txBody>
      </p:sp>
      <p:sp>
        <p:nvSpPr>
          <p:cNvPr id="61" name="output-label-2">
            <a:extLst>
              <a:ext uri="{FF2B5EF4-FFF2-40B4-BE49-F238E27FC236}">
                <a16:creationId xmlns:a16="http://schemas.microsoft.com/office/drawing/2014/main" id="{19E344D5-CD32-4BDB-B809-9625A7D4C9EE}"/>
              </a:ext>
            </a:extLst>
          </p:cNvPr>
          <p:cNvSpPr>
            <a:spLocks noGrp="1"/>
          </p:cNvSpPr>
          <p:nvPr/>
        </p:nvSpPr>
        <p:spPr>
          <a:xfrm>
            <a:off x="10675938" y="3492500"/>
            <a:ext cx="1349375" cy="635000"/>
          </a:xfrm>
          <a:prstGeom prst="rect">
            <a:avLst/>
          </a:prstGeom>
          <a:noFill/>
          <a:ln w="0">
            <a:noFill/>
            <a:prstDash val="solid"/>
          </a:ln>
        </p:spPr>
        <p:txBody>
          <a:bodyPr wrap="none" lIns="0" tIns="0" rIns="0" bIns="0" anchor="ctr">
            <a:normAutofit/>
          </a:bodyPr>
          <a:lstStyle>
            <a:defPPr algn="ctr">
              <a:defRPr sz="3750" b="0">
                <a:solidFill>
                  <a:srgbClr val="25364A"/>
                </a:solidFill>
                <a:latin typeface="Nimbus Sans"/>
                <a:ea typeface="Nimbus Sans"/>
                <a:cs typeface="Nimbus Sans"/>
              </a:defRPr>
            </a:defPPr>
            <a:lvl1pPr algn="ctr">
              <a:defRPr sz="3750" b="0">
                <a:solidFill>
                  <a:srgbClr val="25364A"/>
                </a:solidFill>
                <a:latin typeface="Nimbus Sans"/>
                <a:ea typeface="Nimbus Sans"/>
                <a:cs typeface="Nimbus Sans"/>
              </a:defRPr>
            </a:lvl1pPr>
            <a:lvl2pPr algn="ctr">
              <a:defRPr sz="3750" b="0">
                <a:solidFill>
                  <a:srgbClr val="25364A"/>
                </a:solidFill>
                <a:latin typeface="Nimbus Sans"/>
                <a:ea typeface="Nimbus Sans"/>
                <a:cs typeface="Nimbus Sans"/>
              </a:defRPr>
            </a:lvl2pPr>
            <a:lvl3pPr algn="ctr">
              <a:defRPr sz="3750" b="0">
                <a:solidFill>
                  <a:srgbClr val="25364A"/>
                </a:solidFill>
                <a:latin typeface="Nimbus Sans"/>
                <a:ea typeface="Nimbus Sans"/>
                <a:cs typeface="Nimbus Sans"/>
              </a:defRPr>
            </a:lvl3pPr>
            <a:lvl4pPr algn="ctr">
              <a:defRPr sz="3750" b="0">
                <a:solidFill>
                  <a:srgbClr val="25364A"/>
                </a:solidFill>
                <a:latin typeface="Nimbus Sans"/>
                <a:ea typeface="Nimbus Sans"/>
                <a:cs typeface="Nimbus Sans"/>
              </a:defRPr>
            </a:lvl4pPr>
            <a:lvl5pPr algn="ctr">
              <a:defRPr sz="3750" b="0">
                <a:solidFill>
                  <a:srgbClr val="25364A"/>
                </a:solidFill>
                <a:latin typeface="Nimbus Sans"/>
                <a:ea typeface="Nimbus Sans"/>
                <a:cs typeface="Nimbus Sans"/>
              </a:defRPr>
            </a:lvl5pPr>
            <a:lvl6pPr algn="ctr">
              <a:defRPr sz="3750" b="0">
                <a:solidFill>
                  <a:srgbClr val="25364A"/>
                </a:solidFill>
                <a:latin typeface="Nimbus Sans"/>
                <a:ea typeface="Nimbus Sans"/>
                <a:cs typeface="Nimbus Sans"/>
              </a:defRPr>
            </a:lvl6pPr>
            <a:lvl7pPr algn="ctr">
              <a:defRPr sz="3750" b="0">
                <a:solidFill>
                  <a:srgbClr val="25364A"/>
                </a:solidFill>
                <a:latin typeface="Nimbus Sans"/>
                <a:ea typeface="Nimbus Sans"/>
                <a:cs typeface="Nimbus Sans"/>
              </a:defRPr>
            </a:lvl7pPr>
            <a:lvl8pPr algn="ctr">
              <a:defRPr sz="3750" b="0">
                <a:solidFill>
                  <a:srgbClr val="25364A"/>
                </a:solidFill>
                <a:latin typeface="Nimbus Sans"/>
                <a:ea typeface="Nimbus Sans"/>
                <a:cs typeface="Nimbus Sans"/>
              </a:defRPr>
            </a:lvl8pPr>
            <a:lvl9pPr algn="ctr">
              <a:defRPr sz="3750" b="0">
                <a:solidFill>
                  <a:srgbClr val="25364A"/>
                </a:solidFill>
                <a:latin typeface="Nimbus Sans"/>
                <a:ea typeface="Nimbus Sans"/>
                <a:cs typeface="Nimbus Sans"/>
              </a:defRPr>
            </a:lvl9pPr>
          </a:lstStyle>
          <a:p>
            <a:pPr algn="ctr">
              <a:defRPr sz="3750" b="0">
                <a:solidFill>
                  <a:srgbClr val="25364A"/>
                </a:solidFill>
                <a:latin typeface="Nimbus Sans"/>
                <a:ea typeface="Nimbus Sans"/>
                <a:cs typeface="Nimbus Sans"/>
              </a:defRPr>
            </a:pPr>
            <a:r>
              <a:rPr sz="3125"/>
              <a:t>dean</a:t>
            </a:r>
          </a:p>
        </p:txBody>
      </p:sp>
      <p:sp>
        <p:nvSpPr>
          <p:cNvPr id="62" name="output-label-3">
            <a:extLst>
              <a:ext uri="{FF2B5EF4-FFF2-40B4-BE49-F238E27FC236}">
                <a16:creationId xmlns:a16="http://schemas.microsoft.com/office/drawing/2014/main" id="{870A6B7F-1A8F-4797-8A56-9545D2BBF93D}"/>
              </a:ext>
            </a:extLst>
          </p:cNvPr>
          <p:cNvSpPr>
            <a:spLocks noGrp="1"/>
          </p:cNvSpPr>
          <p:nvPr/>
        </p:nvSpPr>
        <p:spPr>
          <a:xfrm>
            <a:off x="10675938" y="4286250"/>
            <a:ext cx="1349375" cy="635000"/>
          </a:xfrm>
          <a:prstGeom prst="rect">
            <a:avLst/>
          </a:prstGeom>
          <a:noFill/>
          <a:ln w="0">
            <a:noFill/>
            <a:prstDash val="solid"/>
          </a:ln>
        </p:spPr>
        <p:txBody>
          <a:bodyPr wrap="none" lIns="0" tIns="0" rIns="0" bIns="0" anchor="ctr">
            <a:normAutofit/>
          </a:bodyPr>
          <a:lstStyle>
            <a:defPPr algn="ctr">
              <a:defRPr sz="3750" b="0">
                <a:solidFill>
                  <a:srgbClr val="25364A"/>
                </a:solidFill>
                <a:latin typeface="Nimbus Sans"/>
                <a:ea typeface="Nimbus Sans"/>
                <a:cs typeface="Nimbus Sans"/>
              </a:defRPr>
            </a:defPPr>
            <a:lvl1pPr algn="ctr">
              <a:defRPr sz="3750" b="0">
                <a:solidFill>
                  <a:srgbClr val="25364A"/>
                </a:solidFill>
                <a:latin typeface="Nimbus Sans"/>
                <a:ea typeface="Nimbus Sans"/>
                <a:cs typeface="Nimbus Sans"/>
              </a:defRPr>
            </a:lvl1pPr>
            <a:lvl2pPr algn="ctr">
              <a:defRPr sz="3750" b="0">
                <a:solidFill>
                  <a:srgbClr val="25364A"/>
                </a:solidFill>
                <a:latin typeface="Nimbus Sans"/>
                <a:ea typeface="Nimbus Sans"/>
                <a:cs typeface="Nimbus Sans"/>
              </a:defRPr>
            </a:lvl2pPr>
            <a:lvl3pPr algn="ctr">
              <a:defRPr sz="3750" b="0">
                <a:solidFill>
                  <a:srgbClr val="25364A"/>
                </a:solidFill>
                <a:latin typeface="Nimbus Sans"/>
                <a:ea typeface="Nimbus Sans"/>
                <a:cs typeface="Nimbus Sans"/>
              </a:defRPr>
            </a:lvl3pPr>
            <a:lvl4pPr algn="ctr">
              <a:defRPr sz="3750" b="0">
                <a:solidFill>
                  <a:srgbClr val="25364A"/>
                </a:solidFill>
                <a:latin typeface="Nimbus Sans"/>
                <a:ea typeface="Nimbus Sans"/>
                <a:cs typeface="Nimbus Sans"/>
              </a:defRPr>
            </a:lvl4pPr>
            <a:lvl5pPr algn="ctr">
              <a:defRPr sz="3750" b="0">
                <a:solidFill>
                  <a:srgbClr val="25364A"/>
                </a:solidFill>
                <a:latin typeface="Nimbus Sans"/>
                <a:ea typeface="Nimbus Sans"/>
                <a:cs typeface="Nimbus Sans"/>
              </a:defRPr>
            </a:lvl5pPr>
            <a:lvl6pPr algn="ctr">
              <a:defRPr sz="3750" b="0">
                <a:solidFill>
                  <a:srgbClr val="25364A"/>
                </a:solidFill>
                <a:latin typeface="Nimbus Sans"/>
                <a:ea typeface="Nimbus Sans"/>
                <a:cs typeface="Nimbus Sans"/>
              </a:defRPr>
            </a:lvl6pPr>
            <a:lvl7pPr algn="ctr">
              <a:defRPr sz="3750" b="0">
                <a:solidFill>
                  <a:srgbClr val="25364A"/>
                </a:solidFill>
                <a:latin typeface="Nimbus Sans"/>
                <a:ea typeface="Nimbus Sans"/>
                <a:cs typeface="Nimbus Sans"/>
              </a:defRPr>
            </a:lvl7pPr>
            <a:lvl8pPr algn="ctr">
              <a:defRPr sz="3750" b="0">
                <a:solidFill>
                  <a:srgbClr val="25364A"/>
                </a:solidFill>
                <a:latin typeface="Nimbus Sans"/>
                <a:ea typeface="Nimbus Sans"/>
                <a:cs typeface="Nimbus Sans"/>
              </a:defRPr>
            </a:lvl8pPr>
            <a:lvl9pPr algn="ctr">
              <a:defRPr sz="3750" b="0">
                <a:solidFill>
                  <a:srgbClr val="25364A"/>
                </a:solidFill>
                <a:latin typeface="Nimbus Sans"/>
                <a:ea typeface="Nimbus Sans"/>
                <a:cs typeface="Nimbus Sans"/>
              </a:defRPr>
            </a:lvl9pPr>
          </a:lstStyle>
          <a:p>
            <a:pPr algn="ctr">
              <a:defRPr sz="3750" b="0">
                <a:solidFill>
                  <a:srgbClr val="25364A"/>
                </a:solidFill>
                <a:latin typeface="Nimbus Sans"/>
                <a:ea typeface="Nimbus Sans"/>
                <a:cs typeface="Nimbus Sans"/>
              </a:defRPr>
            </a:pPr>
            <a:r>
              <a:rPr sz="3125"/>
              <a:t>Don</a:t>
            </a:r>
          </a:p>
        </p:txBody>
      </p:sp>
      <p:sp>
        <p:nvSpPr>
          <p:cNvPr id="63" name="output-label-4">
            <a:extLst>
              <a:ext uri="{FF2B5EF4-FFF2-40B4-BE49-F238E27FC236}">
                <a16:creationId xmlns:a16="http://schemas.microsoft.com/office/drawing/2014/main" id="{7CFC62D4-9F92-4FF9-82D5-576115A3D43E}"/>
              </a:ext>
            </a:extLst>
          </p:cNvPr>
          <p:cNvSpPr>
            <a:spLocks noGrp="1"/>
          </p:cNvSpPr>
          <p:nvPr/>
        </p:nvSpPr>
        <p:spPr>
          <a:xfrm>
            <a:off x="10675938" y="5080000"/>
            <a:ext cx="1349375" cy="635000"/>
          </a:xfrm>
          <a:prstGeom prst="rect">
            <a:avLst/>
          </a:prstGeom>
          <a:noFill/>
          <a:ln w="0">
            <a:noFill/>
            <a:prstDash val="solid"/>
          </a:ln>
        </p:spPr>
        <p:txBody>
          <a:bodyPr wrap="none" lIns="0" tIns="0" rIns="0" bIns="0" anchor="ctr">
            <a:normAutofit/>
          </a:bodyPr>
          <a:lstStyle>
            <a:defPPr algn="ctr">
              <a:defRPr sz="3750" b="0">
                <a:solidFill>
                  <a:srgbClr val="25364A"/>
                </a:solidFill>
                <a:latin typeface="Nimbus Sans"/>
                <a:ea typeface="Nimbus Sans"/>
                <a:cs typeface="Nimbus Sans"/>
              </a:defRPr>
            </a:defPPr>
            <a:lvl1pPr algn="ctr">
              <a:defRPr sz="3750" b="0">
                <a:solidFill>
                  <a:srgbClr val="25364A"/>
                </a:solidFill>
                <a:latin typeface="Nimbus Sans"/>
                <a:ea typeface="Nimbus Sans"/>
                <a:cs typeface="Nimbus Sans"/>
              </a:defRPr>
            </a:lvl1pPr>
            <a:lvl2pPr algn="ctr">
              <a:defRPr sz="3750" b="0">
                <a:solidFill>
                  <a:srgbClr val="25364A"/>
                </a:solidFill>
                <a:latin typeface="Nimbus Sans"/>
                <a:ea typeface="Nimbus Sans"/>
                <a:cs typeface="Nimbus Sans"/>
              </a:defRPr>
            </a:lvl2pPr>
            <a:lvl3pPr algn="ctr">
              <a:defRPr sz="3750" b="0">
                <a:solidFill>
                  <a:srgbClr val="25364A"/>
                </a:solidFill>
                <a:latin typeface="Nimbus Sans"/>
                <a:ea typeface="Nimbus Sans"/>
                <a:cs typeface="Nimbus Sans"/>
              </a:defRPr>
            </a:lvl3pPr>
            <a:lvl4pPr algn="ctr">
              <a:defRPr sz="3750" b="0">
                <a:solidFill>
                  <a:srgbClr val="25364A"/>
                </a:solidFill>
                <a:latin typeface="Nimbus Sans"/>
                <a:ea typeface="Nimbus Sans"/>
                <a:cs typeface="Nimbus Sans"/>
              </a:defRPr>
            </a:lvl4pPr>
            <a:lvl5pPr algn="ctr">
              <a:defRPr sz="3750" b="0">
                <a:solidFill>
                  <a:srgbClr val="25364A"/>
                </a:solidFill>
                <a:latin typeface="Nimbus Sans"/>
                <a:ea typeface="Nimbus Sans"/>
                <a:cs typeface="Nimbus Sans"/>
              </a:defRPr>
            </a:lvl5pPr>
            <a:lvl6pPr algn="ctr">
              <a:defRPr sz="3750" b="0">
                <a:solidFill>
                  <a:srgbClr val="25364A"/>
                </a:solidFill>
                <a:latin typeface="Nimbus Sans"/>
                <a:ea typeface="Nimbus Sans"/>
                <a:cs typeface="Nimbus Sans"/>
              </a:defRPr>
            </a:lvl6pPr>
            <a:lvl7pPr algn="ctr">
              <a:defRPr sz="3750" b="0">
                <a:solidFill>
                  <a:srgbClr val="25364A"/>
                </a:solidFill>
                <a:latin typeface="Nimbus Sans"/>
                <a:ea typeface="Nimbus Sans"/>
                <a:cs typeface="Nimbus Sans"/>
              </a:defRPr>
            </a:lvl7pPr>
            <a:lvl8pPr algn="ctr">
              <a:defRPr sz="3750" b="0">
                <a:solidFill>
                  <a:srgbClr val="25364A"/>
                </a:solidFill>
                <a:latin typeface="Nimbus Sans"/>
                <a:ea typeface="Nimbus Sans"/>
                <a:cs typeface="Nimbus Sans"/>
              </a:defRPr>
            </a:lvl8pPr>
            <a:lvl9pPr algn="ctr">
              <a:defRPr sz="3750" b="0">
                <a:solidFill>
                  <a:srgbClr val="25364A"/>
                </a:solidFill>
                <a:latin typeface="Nimbus Sans"/>
                <a:ea typeface="Nimbus Sans"/>
                <a:cs typeface="Nimbus Sans"/>
              </a:defRPr>
            </a:lvl9pPr>
          </a:lstStyle>
          <a:p>
            <a:pPr algn="ctr">
              <a:defRPr sz="3750" b="0">
                <a:solidFill>
                  <a:srgbClr val="25364A"/>
                </a:solidFill>
                <a:latin typeface="Nimbus Sans"/>
                <a:ea typeface="Nimbus Sans"/>
                <a:cs typeface="Nimbus Sans"/>
              </a:defRPr>
            </a:pPr>
            <a:r>
              <a:rPr sz="3125"/>
              <a:t>Dan</a:t>
            </a:r>
          </a:p>
        </p:txBody>
      </p:sp>
      <p:sp>
        <p:nvSpPr>
          <p:cNvPr id="64" name="weight-0-0-0">
            <a:extLst>
              <a:ext uri="{FF2B5EF4-FFF2-40B4-BE49-F238E27FC236}">
                <a16:creationId xmlns:a16="http://schemas.microsoft.com/office/drawing/2014/main" id="{28B278F4-A52B-47ED-BAD9-2383424A83B5}"/>
              </a:ext>
            </a:extLst>
          </p:cNvPr>
          <p:cNvSpPr>
            <a:spLocks noGrp="1"/>
          </p:cNvSpPr>
          <p:nvPr/>
        </p:nvSpPr>
        <p:spPr>
          <a:xfrm>
            <a:off x="2468563" y="2936875"/>
            <a:ext cx="53975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236C7A"/>
                </a:solidFill>
                <a:latin typeface="Nimbus Sans"/>
                <a:ea typeface="Nimbus Sans"/>
                <a:cs typeface="Nimbus Sans"/>
              </a:defRPr>
            </a:defPPr>
            <a:lvl1pPr algn="ctr">
              <a:defRPr sz="1350" b="1">
                <a:solidFill>
                  <a:srgbClr val="236C7A"/>
                </a:solidFill>
                <a:latin typeface="Nimbus Sans"/>
                <a:ea typeface="Nimbus Sans"/>
                <a:cs typeface="Nimbus Sans"/>
              </a:defRPr>
            </a:lvl1pPr>
            <a:lvl2pPr algn="ctr">
              <a:defRPr sz="1350" b="1">
                <a:solidFill>
                  <a:srgbClr val="236C7A"/>
                </a:solidFill>
                <a:latin typeface="Nimbus Sans"/>
                <a:ea typeface="Nimbus Sans"/>
                <a:cs typeface="Nimbus Sans"/>
              </a:defRPr>
            </a:lvl2pPr>
            <a:lvl3pPr algn="ctr">
              <a:defRPr sz="1350" b="1">
                <a:solidFill>
                  <a:srgbClr val="236C7A"/>
                </a:solidFill>
                <a:latin typeface="Nimbus Sans"/>
                <a:ea typeface="Nimbus Sans"/>
                <a:cs typeface="Nimbus Sans"/>
              </a:defRPr>
            </a:lvl3pPr>
            <a:lvl4pPr algn="ctr">
              <a:defRPr sz="1350" b="1">
                <a:solidFill>
                  <a:srgbClr val="236C7A"/>
                </a:solidFill>
                <a:latin typeface="Nimbus Sans"/>
                <a:ea typeface="Nimbus Sans"/>
                <a:cs typeface="Nimbus Sans"/>
              </a:defRPr>
            </a:lvl4pPr>
            <a:lvl5pPr algn="ctr">
              <a:defRPr sz="1350" b="1">
                <a:solidFill>
                  <a:srgbClr val="236C7A"/>
                </a:solidFill>
                <a:latin typeface="Nimbus Sans"/>
                <a:ea typeface="Nimbus Sans"/>
                <a:cs typeface="Nimbus Sans"/>
              </a:defRPr>
            </a:lvl5pPr>
            <a:lvl6pPr algn="ctr">
              <a:defRPr sz="1350" b="1">
                <a:solidFill>
                  <a:srgbClr val="236C7A"/>
                </a:solidFill>
                <a:latin typeface="Nimbus Sans"/>
                <a:ea typeface="Nimbus Sans"/>
                <a:cs typeface="Nimbus Sans"/>
              </a:defRPr>
            </a:lvl6pPr>
            <a:lvl7pPr algn="ctr">
              <a:defRPr sz="1350" b="1">
                <a:solidFill>
                  <a:srgbClr val="236C7A"/>
                </a:solidFill>
                <a:latin typeface="Nimbus Sans"/>
                <a:ea typeface="Nimbus Sans"/>
                <a:cs typeface="Nimbus Sans"/>
              </a:defRPr>
            </a:lvl7pPr>
            <a:lvl8pPr algn="ctr">
              <a:defRPr sz="1350" b="1">
                <a:solidFill>
                  <a:srgbClr val="236C7A"/>
                </a:solidFill>
                <a:latin typeface="Nimbus Sans"/>
                <a:ea typeface="Nimbus Sans"/>
                <a:cs typeface="Nimbus Sans"/>
              </a:defRPr>
            </a:lvl8pPr>
            <a:lvl9pPr algn="ctr">
              <a:defRPr sz="1350" b="1">
                <a:solidFill>
                  <a:srgbClr val="236C7A"/>
                </a:solidFill>
                <a:latin typeface="Nimbus Sans"/>
                <a:ea typeface="Nimbus Sans"/>
                <a:cs typeface="Nimbus Sans"/>
              </a:defRPr>
            </a:lvl9pPr>
          </a:lstStyle>
          <a:p>
            <a:pPr algn="ctr">
              <a:defRPr sz="1350" b="1">
                <a:solidFill>
                  <a:srgbClr val="236C7A"/>
                </a:solidFill>
                <a:latin typeface="Nimbus Sans"/>
                <a:ea typeface="Nimbus Sans"/>
                <a:cs typeface="Nimbus Sans"/>
              </a:defRPr>
            </a:pPr>
            <a:r>
              <a:rPr sz="1125"/>
              <a:t>+0.005</a:t>
            </a:r>
          </a:p>
        </p:txBody>
      </p:sp>
      <p:sp>
        <p:nvSpPr>
          <p:cNvPr id="65" name="weight-0-1-0">
            <a:extLst>
              <a:ext uri="{FF2B5EF4-FFF2-40B4-BE49-F238E27FC236}">
                <a16:creationId xmlns:a16="http://schemas.microsoft.com/office/drawing/2014/main" id="{450AE69A-6CE6-4B6E-BF35-095C33162B7F}"/>
              </a:ext>
            </a:extLst>
          </p:cNvPr>
          <p:cNvSpPr>
            <a:spLocks noGrp="1"/>
          </p:cNvSpPr>
          <p:nvPr/>
        </p:nvSpPr>
        <p:spPr>
          <a:xfrm>
            <a:off x="2449644" y="3547252"/>
            <a:ext cx="53975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9A5065"/>
                </a:solidFill>
                <a:latin typeface="Nimbus Sans"/>
                <a:ea typeface="Nimbus Sans"/>
                <a:cs typeface="Nimbus Sans"/>
              </a:defRPr>
            </a:defPPr>
            <a:lvl1pPr algn="ctr">
              <a:defRPr sz="1350" b="1">
                <a:solidFill>
                  <a:srgbClr val="9A5065"/>
                </a:solidFill>
                <a:latin typeface="Nimbus Sans"/>
                <a:ea typeface="Nimbus Sans"/>
                <a:cs typeface="Nimbus Sans"/>
              </a:defRPr>
            </a:lvl1pPr>
            <a:lvl2pPr algn="ctr">
              <a:defRPr sz="1350" b="1">
                <a:solidFill>
                  <a:srgbClr val="9A5065"/>
                </a:solidFill>
                <a:latin typeface="Nimbus Sans"/>
                <a:ea typeface="Nimbus Sans"/>
                <a:cs typeface="Nimbus Sans"/>
              </a:defRPr>
            </a:lvl2pPr>
            <a:lvl3pPr algn="ctr">
              <a:defRPr sz="1350" b="1">
                <a:solidFill>
                  <a:srgbClr val="9A5065"/>
                </a:solidFill>
                <a:latin typeface="Nimbus Sans"/>
                <a:ea typeface="Nimbus Sans"/>
                <a:cs typeface="Nimbus Sans"/>
              </a:defRPr>
            </a:lvl3pPr>
            <a:lvl4pPr algn="ctr">
              <a:defRPr sz="1350" b="1">
                <a:solidFill>
                  <a:srgbClr val="9A5065"/>
                </a:solidFill>
                <a:latin typeface="Nimbus Sans"/>
                <a:ea typeface="Nimbus Sans"/>
                <a:cs typeface="Nimbus Sans"/>
              </a:defRPr>
            </a:lvl4pPr>
            <a:lvl5pPr algn="ctr">
              <a:defRPr sz="1350" b="1">
                <a:solidFill>
                  <a:srgbClr val="9A5065"/>
                </a:solidFill>
                <a:latin typeface="Nimbus Sans"/>
                <a:ea typeface="Nimbus Sans"/>
                <a:cs typeface="Nimbus Sans"/>
              </a:defRPr>
            </a:lvl5pPr>
            <a:lvl6pPr algn="ctr">
              <a:defRPr sz="1350" b="1">
                <a:solidFill>
                  <a:srgbClr val="9A5065"/>
                </a:solidFill>
                <a:latin typeface="Nimbus Sans"/>
                <a:ea typeface="Nimbus Sans"/>
                <a:cs typeface="Nimbus Sans"/>
              </a:defRPr>
            </a:lvl6pPr>
            <a:lvl7pPr algn="ctr">
              <a:defRPr sz="1350" b="1">
                <a:solidFill>
                  <a:srgbClr val="9A5065"/>
                </a:solidFill>
                <a:latin typeface="Nimbus Sans"/>
                <a:ea typeface="Nimbus Sans"/>
                <a:cs typeface="Nimbus Sans"/>
              </a:defRPr>
            </a:lvl7pPr>
            <a:lvl8pPr algn="ctr">
              <a:defRPr sz="1350" b="1">
                <a:solidFill>
                  <a:srgbClr val="9A5065"/>
                </a:solidFill>
                <a:latin typeface="Nimbus Sans"/>
                <a:ea typeface="Nimbus Sans"/>
                <a:cs typeface="Nimbus Sans"/>
              </a:defRPr>
            </a:lvl8pPr>
            <a:lvl9pPr algn="ctr">
              <a:defRPr sz="1350" b="1">
                <a:solidFill>
                  <a:srgbClr val="9A5065"/>
                </a:solidFill>
                <a:latin typeface="Nimbus Sans"/>
                <a:ea typeface="Nimbus Sans"/>
                <a:cs typeface="Nimbus Sans"/>
              </a:defRPr>
            </a:lvl9pPr>
          </a:lstStyle>
          <a:p>
            <a:pPr algn="ctr">
              <a:defRPr sz="1350" b="1">
                <a:solidFill>
                  <a:srgbClr val="9A5065"/>
                </a:solidFill>
                <a:latin typeface="Nimbus Sans"/>
                <a:ea typeface="Nimbus Sans"/>
                <a:cs typeface="Nimbus Sans"/>
              </a:defRPr>
            </a:pPr>
            <a:r>
              <a:rPr sz="1125"/>
              <a:t>−0.001</a:t>
            </a:r>
          </a:p>
        </p:txBody>
      </p:sp>
      <p:sp>
        <p:nvSpPr>
          <p:cNvPr id="66" name="weight-0-0-1">
            <a:extLst>
              <a:ext uri="{FF2B5EF4-FFF2-40B4-BE49-F238E27FC236}">
                <a16:creationId xmlns:a16="http://schemas.microsoft.com/office/drawing/2014/main" id="{938BCC71-D954-4873-9FBD-7C569F17797F}"/>
              </a:ext>
            </a:extLst>
          </p:cNvPr>
          <p:cNvSpPr>
            <a:spLocks noGrp="1"/>
          </p:cNvSpPr>
          <p:nvPr/>
        </p:nvSpPr>
        <p:spPr>
          <a:xfrm>
            <a:off x="1980230" y="3335251"/>
            <a:ext cx="53975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236C7A"/>
                </a:solidFill>
                <a:latin typeface="Nimbus Sans"/>
                <a:ea typeface="Nimbus Sans"/>
                <a:cs typeface="Nimbus Sans"/>
              </a:defRPr>
            </a:defPPr>
            <a:lvl1pPr algn="ctr">
              <a:defRPr sz="1350" b="1">
                <a:solidFill>
                  <a:srgbClr val="236C7A"/>
                </a:solidFill>
                <a:latin typeface="Nimbus Sans"/>
                <a:ea typeface="Nimbus Sans"/>
                <a:cs typeface="Nimbus Sans"/>
              </a:defRPr>
            </a:lvl1pPr>
            <a:lvl2pPr algn="ctr">
              <a:defRPr sz="1350" b="1">
                <a:solidFill>
                  <a:srgbClr val="236C7A"/>
                </a:solidFill>
                <a:latin typeface="Nimbus Sans"/>
                <a:ea typeface="Nimbus Sans"/>
                <a:cs typeface="Nimbus Sans"/>
              </a:defRPr>
            </a:lvl2pPr>
            <a:lvl3pPr algn="ctr">
              <a:defRPr sz="1350" b="1">
                <a:solidFill>
                  <a:srgbClr val="236C7A"/>
                </a:solidFill>
                <a:latin typeface="Nimbus Sans"/>
                <a:ea typeface="Nimbus Sans"/>
                <a:cs typeface="Nimbus Sans"/>
              </a:defRPr>
            </a:lvl3pPr>
            <a:lvl4pPr algn="ctr">
              <a:defRPr sz="1350" b="1">
                <a:solidFill>
                  <a:srgbClr val="236C7A"/>
                </a:solidFill>
                <a:latin typeface="Nimbus Sans"/>
                <a:ea typeface="Nimbus Sans"/>
                <a:cs typeface="Nimbus Sans"/>
              </a:defRPr>
            </a:lvl4pPr>
            <a:lvl5pPr algn="ctr">
              <a:defRPr sz="1350" b="1">
                <a:solidFill>
                  <a:srgbClr val="236C7A"/>
                </a:solidFill>
                <a:latin typeface="Nimbus Sans"/>
                <a:ea typeface="Nimbus Sans"/>
                <a:cs typeface="Nimbus Sans"/>
              </a:defRPr>
            </a:lvl5pPr>
            <a:lvl6pPr algn="ctr">
              <a:defRPr sz="1350" b="1">
                <a:solidFill>
                  <a:srgbClr val="236C7A"/>
                </a:solidFill>
                <a:latin typeface="Nimbus Sans"/>
                <a:ea typeface="Nimbus Sans"/>
                <a:cs typeface="Nimbus Sans"/>
              </a:defRPr>
            </a:lvl6pPr>
            <a:lvl7pPr algn="ctr">
              <a:defRPr sz="1350" b="1">
                <a:solidFill>
                  <a:srgbClr val="236C7A"/>
                </a:solidFill>
                <a:latin typeface="Nimbus Sans"/>
                <a:ea typeface="Nimbus Sans"/>
                <a:cs typeface="Nimbus Sans"/>
              </a:defRPr>
            </a:lvl7pPr>
            <a:lvl8pPr algn="ctr">
              <a:defRPr sz="1350" b="1">
                <a:solidFill>
                  <a:srgbClr val="236C7A"/>
                </a:solidFill>
                <a:latin typeface="Nimbus Sans"/>
                <a:ea typeface="Nimbus Sans"/>
                <a:cs typeface="Nimbus Sans"/>
              </a:defRPr>
            </a:lvl8pPr>
            <a:lvl9pPr algn="ctr">
              <a:defRPr sz="1350" b="1">
                <a:solidFill>
                  <a:srgbClr val="236C7A"/>
                </a:solidFill>
                <a:latin typeface="Nimbus Sans"/>
                <a:ea typeface="Nimbus Sans"/>
                <a:cs typeface="Nimbus Sans"/>
              </a:defRPr>
            </a:lvl9pPr>
          </a:lstStyle>
          <a:p>
            <a:pPr algn="ctr">
              <a:defRPr sz="1350" b="1">
                <a:solidFill>
                  <a:srgbClr val="236C7A"/>
                </a:solidFill>
                <a:latin typeface="Nimbus Sans"/>
                <a:ea typeface="Nimbus Sans"/>
                <a:cs typeface="Nimbus Sans"/>
              </a:defRPr>
            </a:pPr>
            <a:r>
              <a:rPr sz="1125"/>
              <a:t>+0.002</a:t>
            </a:r>
          </a:p>
        </p:txBody>
      </p:sp>
      <p:sp>
        <p:nvSpPr>
          <p:cNvPr id="67" name="weight-0-1-1">
            <a:extLst>
              <a:ext uri="{FF2B5EF4-FFF2-40B4-BE49-F238E27FC236}">
                <a16:creationId xmlns:a16="http://schemas.microsoft.com/office/drawing/2014/main" id="{994F57B1-EBB2-495B-B7DB-4724C248BD09}"/>
              </a:ext>
            </a:extLst>
          </p:cNvPr>
          <p:cNvSpPr>
            <a:spLocks noGrp="1"/>
          </p:cNvSpPr>
          <p:nvPr/>
        </p:nvSpPr>
        <p:spPr>
          <a:xfrm>
            <a:off x="2415813" y="4064732"/>
            <a:ext cx="53975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236C7A"/>
                </a:solidFill>
                <a:latin typeface="Nimbus Sans"/>
                <a:ea typeface="Nimbus Sans"/>
                <a:cs typeface="Nimbus Sans"/>
              </a:defRPr>
            </a:defPPr>
            <a:lvl1pPr algn="ctr">
              <a:defRPr sz="1350" b="1">
                <a:solidFill>
                  <a:srgbClr val="236C7A"/>
                </a:solidFill>
                <a:latin typeface="Nimbus Sans"/>
                <a:ea typeface="Nimbus Sans"/>
                <a:cs typeface="Nimbus Sans"/>
              </a:defRPr>
            </a:lvl1pPr>
            <a:lvl2pPr algn="ctr">
              <a:defRPr sz="1350" b="1">
                <a:solidFill>
                  <a:srgbClr val="236C7A"/>
                </a:solidFill>
                <a:latin typeface="Nimbus Sans"/>
                <a:ea typeface="Nimbus Sans"/>
                <a:cs typeface="Nimbus Sans"/>
              </a:defRPr>
            </a:lvl2pPr>
            <a:lvl3pPr algn="ctr">
              <a:defRPr sz="1350" b="1">
                <a:solidFill>
                  <a:srgbClr val="236C7A"/>
                </a:solidFill>
                <a:latin typeface="Nimbus Sans"/>
                <a:ea typeface="Nimbus Sans"/>
                <a:cs typeface="Nimbus Sans"/>
              </a:defRPr>
            </a:lvl3pPr>
            <a:lvl4pPr algn="ctr">
              <a:defRPr sz="1350" b="1">
                <a:solidFill>
                  <a:srgbClr val="236C7A"/>
                </a:solidFill>
                <a:latin typeface="Nimbus Sans"/>
                <a:ea typeface="Nimbus Sans"/>
                <a:cs typeface="Nimbus Sans"/>
              </a:defRPr>
            </a:lvl4pPr>
            <a:lvl5pPr algn="ctr">
              <a:defRPr sz="1350" b="1">
                <a:solidFill>
                  <a:srgbClr val="236C7A"/>
                </a:solidFill>
                <a:latin typeface="Nimbus Sans"/>
                <a:ea typeface="Nimbus Sans"/>
                <a:cs typeface="Nimbus Sans"/>
              </a:defRPr>
            </a:lvl5pPr>
            <a:lvl6pPr algn="ctr">
              <a:defRPr sz="1350" b="1">
                <a:solidFill>
                  <a:srgbClr val="236C7A"/>
                </a:solidFill>
                <a:latin typeface="Nimbus Sans"/>
                <a:ea typeface="Nimbus Sans"/>
                <a:cs typeface="Nimbus Sans"/>
              </a:defRPr>
            </a:lvl6pPr>
            <a:lvl7pPr algn="ctr">
              <a:defRPr sz="1350" b="1">
                <a:solidFill>
                  <a:srgbClr val="236C7A"/>
                </a:solidFill>
                <a:latin typeface="Nimbus Sans"/>
                <a:ea typeface="Nimbus Sans"/>
                <a:cs typeface="Nimbus Sans"/>
              </a:defRPr>
            </a:lvl7pPr>
            <a:lvl8pPr algn="ctr">
              <a:defRPr sz="1350" b="1">
                <a:solidFill>
                  <a:srgbClr val="236C7A"/>
                </a:solidFill>
                <a:latin typeface="Nimbus Sans"/>
                <a:ea typeface="Nimbus Sans"/>
                <a:cs typeface="Nimbus Sans"/>
              </a:defRPr>
            </a:lvl8pPr>
            <a:lvl9pPr algn="ctr">
              <a:defRPr sz="1350" b="1">
                <a:solidFill>
                  <a:srgbClr val="236C7A"/>
                </a:solidFill>
                <a:latin typeface="Nimbus Sans"/>
                <a:ea typeface="Nimbus Sans"/>
                <a:cs typeface="Nimbus Sans"/>
              </a:defRPr>
            </a:lvl9pPr>
          </a:lstStyle>
          <a:p>
            <a:pPr algn="ctr">
              <a:defRPr sz="1350" b="1">
                <a:solidFill>
                  <a:srgbClr val="236C7A"/>
                </a:solidFill>
                <a:latin typeface="Nimbus Sans"/>
                <a:ea typeface="Nimbus Sans"/>
                <a:cs typeface="Nimbus Sans"/>
              </a:defRPr>
            </a:pPr>
            <a:r>
              <a:rPr sz="1125"/>
              <a:t>+0.003</a:t>
            </a:r>
          </a:p>
        </p:txBody>
      </p:sp>
      <p:sp>
        <p:nvSpPr>
          <p:cNvPr id="68" name="weight-0-0-2">
            <a:extLst>
              <a:ext uri="{FF2B5EF4-FFF2-40B4-BE49-F238E27FC236}">
                <a16:creationId xmlns:a16="http://schemas.microsoft.com/office/drawing/2014/main" id="{205FBF2B-5D02-44E0-AE6F-7C56C61EBE0A}"/>
              </a:ext>
            </a:extLst>
          </p:cNvPr>
          <p:cNvSpPr>
            <a:spLocks noGrp="1"/>
          </p:cNvSpPr>
          <p:nvPr/>
        </p:nvSpPr>
        <p:spPr>
          <a:xfrm>
            <a:off x="2954686" y="4319839"/>
            <a:ext cx="53975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9A5065"/>
                </a:solidFill>
                <a:latin typeface="Nimbus Sans"/>
                <a:ea typeface="Nimbus Sans"/>
                <a:cs typeface="Nimbus Sans"/>
              </a:defRPr>
            </a:defPPr>
            <a:lvl1pPr algn="ctr">
              <a:defRPr sz="1350" b="1">
                <a:solidFill>
                  <a:srgbClr val="9A5065"/>
                </a:solidFill>
                <a:latin typeface="Nimbus Sans"/>
                <a:ea typeface="Nimbus Sans"/>
                <a:cs typeface="Nimbus Sans"/>
              </a:defRPr>
            </a:lvl1pPr>
            <a:lvl2pPr algn="ctr">
              <a:defRPr sz="1350" b="1">
                <a:solidFill>
                  <a:srgbClr val="9A5065"/>
                </a:solidFill>
                <a:latin typeface="Nimbus Sans"/>
                <a:ea typeface="Nimbus Sans"/>
                <a:cs typeface="Nimbus Sans"/>
              </a:defRPr>
            </a:lvl2pPr>
            <a:lvl3pPr algn="ctr">
              <a:defRPr sz="1350" b="1">
                <a:solidFill>
                  <a:srgbClr val="9A5065"/>
                </a:solidFill>
                <a:latin typeface="Nimbus Sans"/>
                <a:ea typeface="Nimbus Sans"/>
                <a:cs typeface="Nimbus Sans"/>
              </a:defRPr>
            </a:lvl3pPr>
            <a:lvl4pPr algn="ctr">
              <a:defRPr sz="1350" b="1">
                <a:solidFill>
                  <a:srgbClr val="9A5065"/>
                </a:solidFill>
                <a:latin typeface="Nimbus Sans"/>
                <a:ea typeface="Nimbus Sans"/>
                <a:cs typeface="Nimbus Sans"/>
              </a:defRPr>
            </a:lvl4pPr>
            <a:lvl5pPr algn="ctr">
              <a:defRPr sz="1350" b="1">
                <a:solidFill>
                  <a:srgbClr val="9A5065"/>
                </a:solidFill>
                <a:latin typeface="Nimbus Sans"/>
                <a:ea typeface="Nimbus Sans"/>
                <a:cs typeface="Nimbus Sans"/>
              </a:defRPr>
            </a:lvl5pPr>
            <a:lvl6pPr algn="ctr">
              <a:defRPr sz="1350" b="1">
                <a:solidFill>
                  <a:srgbClr val="9A5065"/>
                </a:solidFill>
                <a:latin typeface="Nimbus Sans"/>
                <a:ea typeface="Nimbus Sans"/>
                <a:cs typeface="Nimbus Sans"/>
              </a:defRPr>
            </a:lvl6pPr>
            <a:lvl7pPr algn="ctr">
              <a:defRPr sz="1350" b="1">
                <a:solidFill>
                  <a:srgbClr val="9A5065"/>
                </a:solidFill>
                <a:latin typeface="Nimbus Sans"/>
                <a:ea typeface="Nimbus Sans"/>
                <a:cs typeface="Nimbus Sans"/>
              </a:defRPr>
            </a:lvl7pPr>
            <a:lvl8pPr algn="ctr">
              <a:defRPr sz="1350" b="1">
                <a:solidFill>
                  <a:srgbClr val="9A5065"/>
                </a:solidFill>
                <a:latin typeface="Nimbus Sans"/>
                <a:ea typeface="Nimbus Sans"/>
                <a:cs typeface="Nimbus Sans"/>
              </a:defRPr>
            </a:lvl8pPr>
            <a:lvl9pPr algn="ctr">
              <a:defRPr sz="1350" b="1">
                <a:solidFill>
                  <a:srgbClr val="9A5065"/>
                </a:solidFill>
                <a:latin typeface="Nimbus Sans"/>
                <a:ea typeface="Nimbus Sans"/>
                <a:cs typeface="Nimbus Sans"/>
              </a:defRPr>
            </a:lvl9pPr>
          </a:lstStyle>
          <a:p>
            <a:pPr algn="ctr">
              <a:defRPr sz="1350" b="1">
                <a:solidFill>
                  <a:srgbClr val="9A5065"/>
                </a:solidFill>
                <a:latin typeface="Nimbus Sans"/>
                <a:ea typeface="Nimbus Sans"/>
                <a:cs typeface="Nimbus Sans"/>
              </a:defRPr>
            </a:pPr>
            <a:r>
              <a:rPr sz="1125"/>
              <a:t>−0.004</a:t>
            </a:r>
          </a:p>
        </p:txBody>
      </p:sp>
      <p:sp>
        <p:nvSpPr>
          <p:cNvPr id="69" name="weight-0-1-2">
            <a:extLst>
              <a:ext uri="{FF2B5EF4-FFF2-40B4-BE49-F238E27FC236}">
                <a16:creationId xmlns:a16="http://schemas.microsoft.com/office/drawing/2014/main" id="{9F3894E6-9ED9-4A53-AECC-588B3DC0E37D}"/>
              </a:ext>
            </a:extLst>
          </p:cNvPr>
          <p:cNvSpPr>
            <a:spLocks noGrp="1"/>
          </p:cNvSpPr>
          <p:nvPr/>
        </p:nvSpPr>
        <p:spPr>
          <a:xfrm>
            <a:off x="2485893" y="4566951"/>
            <a:ext cx="53975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236C7A"/>
                </a:solidFill>
                <a:latin typeface="Nimbus Sans"/>
                <a:ea typeface="Nimbus Sans"/>
                <a:cs typeface="Nimbus Sans"/>
              </a:defRPr>
            </a:defPPr>
            <a:lvl1pPr algn="ctr">
              <a:defRPr sz="1350" b="1">
                <a:solidFill>
                  <a:srgbClr val="236C7A"/>
                </a:solidFill>
                <a:latin typeface="Nimbus Sans"/>
                <a:ea typeface="Nimbus Sans"/>
                <a:cs typeface="Nimbus Sans"/>
              </a:defRPr>
            </a:lvl1pPr>
            <a:lvl2pPr algn="ctr">
              <a:defRPr sz="1350" b="1">
                <a:solidFill>
                  <a:srgbClr val="236C7A"/>
                </a:solidFill>
                <a:latin typeface="Nimbus Sans"/>
                <a:ea typeface="Nimbus Sans"/>
                <a:cs typeface="Nimbus Sans"/>
              </a:defRPr>
            </a:lvl2pPr>
            <a:lvl3pPr algn="ctr">
              <a:defRPr sz="1350" b="1">
                <a:solidFill>
                  <a:srgbClr val="236C7A"/>
                </a:solidFill>
                <a:latin typeface="Nimbus Sans"/>
                <a:ea typeface="Nimbus Sans"/>
                <a:cs typeface="Nimbus Sans"/>
              </a:defRPr>
            </a:lvl3pPr>
            <a:lvl4pPr algn="ctr">
              <a:defRPr sz="1350" b="1">
                <a:solidFill>
                  <a:srgbClr val="236C7A"/>
                </a:solidFill>
                <a:latin typeface="Nimbus Sans"/>
                <a:ea typeface="Nimbus Sans"/>
                <a:cs typeface="Nimbus Sans"/>
              </a:defRPr>
            </a:lvl4pPr>
            <a:lvl5pPr algn="ctr">
              <a:defRPr sz="1350" b="1">
                <a:solidFill>
                  <a:srgbClr val="236C7A"/>
                </a:solidFill>
                <a:latin typeface="Nimbus Sans"/>
                <a:ea typeface="Nimbus Sans"/>
                <a:cs typeface="Nimbus Sans"/>
              </a:defRPr>
            </a:lvl5pPr>
            <a:lvl6pPr algn="ctr">
              <a:defRPr sz="1350" b="1">
                <a:solidFill>
                  <a:srgbClr val="236C7A"/>
                </a:solidFill>
                <a:latin typeface="Nimbus Sans"/>
                <a:ea typeface="Nimbus Sans"/>
                <a:cs typeface="Nimbus Sans"/>
              </a:defRPr>
            </a:lvl6pPr>
            <a:lvl7pPr algn="ctr">
              <a:defRPr sz="1350" b="1">
                <a:solidFill>
                  <a:srgbClr val="236C7A"/>
                </a:solidFill>
                <a:latin typeface="Nimbus Sans"/>
                <a:ea typeface="Nimbus Sans"/>
                <a:cs typeface="Nimbus Sans"/>
              </a:defRPr>
            </a:lvl7pPr>
            <a:lvl8pPr algn="ctr">
              <a:defRPr sz="1350" b="1">
                <a:solidFill>
                  <a:srgbClr val="236C7A"/>
                </a:solidFill>
                <a:latin typeface="Nimbus Sans"/>
                <a:ea typeface="Nimbus Sans"/>
                <a:cs typeface="Nimbus Sans"/>
              </a:defRPr>
            </a:lvl8pPr>
            <a:lvl9pPr algn="ctr">
              <a:defRPr sz="1350" b="1">
                <a:solidFill>
                  <a:srgbClr val="236C7A"/>
                </a:solidFill>
                <a:latin typeface="Nimbus Sans"/>
                <a:ea typeface="Nimbus Sans"/>
                <a:cs typeface="Nimbus Sans"/>
              </a:defRPr>
            </a:lvl9pPr>
          </a:lstStyle>
          <a:p>
            <a:pPr algn="ctr">
              <a:defRPr sz="1350" b="1">
                <a:solidFill>
                  <a:srgbClr val="236C7A"/>
                </a:solidFill>
                <a:latin typeface="Nimbus Sans"/>
                <a:ea typeface="Nimbus Sans"/>
                <a:cs typeface="Nimbus Sans"/>
              </a:defRPr>
            </a:pPr>
            <a:r>
              <a:rPr sz="1125"/>
              <a:t>+0.002</a:t>
            </a:r>
          </a:p>
        </p:txBody>
      </p:sp>
      <p:sp>
        <p:nvSpPr>
          <p:cNvPr id="70" name="weight-1-0-0">
            <a:extLst>
              <a:ext uri="{FF2B5EF4-FFF2-40B4-BE49-F238E27FC236}">
                <a16:creationId xmlns:a16="http://schemas.microsoft.com/office/drawing/2014/main" id="{55F5358C-E24E-4D2E-BE6F-83F01F0CAF79}"/>
              </a:ext>
            </a:extLst>
          </p:cNvPr>
          <p:cNvSpPr>
            <a:spLocks noGrp="1"/>
          </p:cNvSpPr>
          <p:nvPr/>
        </p:nvSpPr>
        <p:spPr>
          <a:xfrm>
            <a:off x="4687094" y="2897188"/>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9A5065"/>
                </a:solidFill>
                <a:latin typeface="Nimbus Sans"/>
                <a:ea typeface="Nimbus Sans"/>
                <a:cs typeface="Nimbus Sans"/>
              </a:defRPr>
            </a:defPPr>
            <a:lvl1pPr algn="ctr">
              <a:defRPr sz="1500" b="1">
                <a:solidFill>
                  <a:srgbClr val="9A5065"/>
                </a:solidFill>
                <a:latin typeface="Nimbus Sans"/>
                <a:ea typeface="Nimbus Sans"/>
                <a:cs typeface="Nimbus Sans"/>
              </a:defRPr>
            </a:lvl1pPr>
            <a:lvl2pPr algn="ctr">
              <a:defRPr sz="1500" b="1">
                <a:solidFill>
                  <a:srgbClr val="9A5065"/>
                </a:solidFill>
                <a:latin typeface="Nimbus Sans"/>
                <a:ea typeface="Nimbus Sans"/>
                <a:cs typeface="Nimbus Sans"/>
              </a:defRPr>
            </a:lvl2pPr>
            <a:lvl3pPr algn="ctr">
              <a:defRPr sz="1500" b="1">
                <a:solidFill>
                  <a:srgbClr val="9A5065"/>
                </a:solidFill>
                <a:latin typeface="Nimbus Sans"/>
                <a:ea typeface="Nimbus Sans"/>
                <a:cs typeface="Nimbus Sans"/>
              </a:defRPr>
            </a:lvl3pPr>
            <a:lvl4pPr algn="ctr">
              <a:defRPr sz="1500" b="1">
                <a:solidFill>
                  <a:srgbClr val="9A5065"/>
                </a:solidFill>
                <a:latin typeface="Nimbus Sans"/>
                <a:ea typeface="Nimbus Sans"/>
                <a:cs typeface="Nimbus Sans"/>
              </a:defRPr>
            </a:lvl4pPr>
            <a:lvl5pPr algn="ctr">
              <a:defRPr sz="1500" b="1">
                <a:solidFill>
                  <a:srgbClr val="9A5065"/>
                </a:solidFill>
                <a:latin typeface="Nimbus Sans"/>
                <a:ea typeface="Nimbus Sans"/>
                <a:cs typeface="Nimbus Sans"/>
              </a:defRPr>
            </a:lvl5pPr>
            <a:lvl6pPr algn="ctr">
              <a:defRPr sz="1500" b="1">
                <a:solidFill>
                  <a:srgbClr val="9A5065"/>
                </a:solidFill>
                <a:latin typeface="Nimbus Sans"/>
                <a:ea typeface="Nimbus Sans"/>
                <a:cs typeface="Nimbus Sans"/>
              </a:defRPr>
            </a:lvl6pPr>
            <a:lvl7pPr algn="ctr">
              <a:defRPr sz="1500" b="1">
                <a:solidFill>
                  <a:srgbClr val="9A5065"/>
                </a:solidFill>
                <a:latin typeface="Nimbus Sans"/>
                <a:ea typeface="Nimbus Sans"/>
                <a:cs typeface="Nimbus Sans"/>
              </a:defRPr>
            </a:lvl7pPr>
            <a:lvl8pPr algn="ctr">
              <a:defRPr sz="1500" b="1">
                <a:solidFill>
                  <a:srgbClr val="9A5065"/>
                </a:solidFill>
                <a:latin typeface="Nimbus Sans"/>
                <a:ea typeface="Nimbus Sans"/>
                <a:cs typeface="Nimbus Sans"/>
              </a:defRPr>
            </a:lvl8pPr>
            <a:lvl9pPr algn="ctr">
              <a:defRPr sz="1500" b="1">
                <a:solidFill>
                  <a:srgbClr val="9A5065"/>
                </a:solidFill>
                <a:latin typeface="Nimbus Sans"/>
                <a:ea typeface="Nimbus Sans"/>
                <a:cs typeface="Nimbus Sans"/>
              </a:defRPr>
            </a:lvl9pPr>
          </a:lstStyle>
          <a:p>
            <a:pPr algn="ctr">
              <a:defRPr sz="1500" b="1">
                <a:solidFill>
                  <a:srgbClr val="9A5065"/>
                </a:solidFill>
                <a:latin typeface="Nimbus Sans"/>
                <a:ea typeface="Nimbus Sans"/>
                <a:cs typeface="Nimbus Sans"/>
              </a:defRPr>
            </a:pPr>
            <a:r>
              <a:rPr sz="1250"/>
              <a:t>−0.4</a:t>
            </a:r>
          </a:p>
        </p:txBody>
      </p:sp>
      <p:sp>
        <p:nvSpPr>
          <p:cNvPr id="71" name="weight-1-1-0">
            <a:extLst>
              <a:ext uri="{FF2B5EF4-FFF2-40B4-BE49-F238E27FC236}">
                <a16:creationId xmlns:a16="http://schemas.microsoft.com/office/drawing/2014/main" id="{2E1465BF-E84F-4249-9139-51A65E86F63E}"/>
              </a:ext>
            </a:extLst>
          </p:cNvPr>
          <p:cNvSpPr>
            <a:spLocks noGrp="1"/>
          </p:cNvSpPr>
          <p:nvPr/>
        </p:nvSpPr>
        <p:spPr>
          <a:xfrm>
            <a:off x="4739619" y="3398535"/>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+0.6</a:t>
            </a:r>
          </a:p>
        </p:txBody>
      </p:sp>
      <p:sp>
        <p:nvSpPr>
          <p:cNvPr id="72" name="weight-1-2-0">
            <a:extLst>
              <a:ext uri="{FF2B5EF4-FFF2-40B4-BE49-F238E27FC236}">
                <a16:creationId xmlns:a16="http://schemas.microsoft.com/office/drawing/2014/main" id="{02410524-C889-4F5A-80FC-45D97BF6B3FF}"/>
              </a:ext>
            </a:extLst>
          </p:cNvPr>
          <p:cNvSpPr>
            <a:spLocks noGrp="1"/>
          </p:cNvSpPr>
          <p:nvPr/>
        </p:nvSpPr>
        <p:spPr>
          <a:xfrm>
            <a:off x="4705902" y="3914783"/>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+0.5</a:t>
            </a:r>
          </a:p>
        </p:txBody>
      </p:sp>
      <p:sp>
        <p:nvSpPr>
          <p:cNvPr id="73" name="weight-1-0-1">
            <a:extLst>
              <a:ext uri="{FF2B5EF4-FFF2-40B4-BE49-F238E27FC236}">
                <a16:creationId xmlns:a16="http://schemas.microsoft.com/office/drawing/2014/main" id="{A6D7E449-720D-4156-A7A9-8FCD3CF96645}"/>
              </a:ext>
            </a:extLst>
          </p:cNvPr>
          <p:cNvSpPr>
            <a:spLocks noGrp="1"/>
          </p:cNvSpPr>
          <p:nvPr/>
        </p:nvSpPr>
        <p:spPr>
          <a:xfrm>
            <a:off x="4893979" y="3649580"/>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9A5065"/>
                </a:solidFill>
                <a:latin typeface="Nimbus Sans"/>
                <a:ea typeface="Nimbus Sans"/>
                <a:cs typeface="Nimbus Sans"/>
              </a:defRPr>
            </a:defPPr>
            <a:lvl1pPr algn="ctr">
              <a:defRPr sz="1500" b="1">
                <a:solidFill>
                  <a:srgbClr val="9A5065"/>
                </a:solidFill>
                <a:latin typeface="Nimbus Sans"/>
                <a:ea typeface="Nimbus Sans"/>
                <a:cs typeface="Nimbus Sans"/>
              </a:defRPr>
            </a:lvl1pPr>
            <a:lvl2pPr algn="ctr">
              <a:defRPr sz="1500" b="1">
                <a:solidFill>
                  <a:srgbClr val="9A5065"/>
                </a:solidFill>
                <a:latin typeface="Nimbus Sans"/>
                <a:ea typeface="Nimbus Sans"/>
                <a:cs typeface="Nimbus Sans"/>
              </a:defRPr>
            </a:lvl2pPr>
            <a:lvl3pPr algn="ctr">
              <a:defRPr sz="1500" b="1">
                <a:solidFill>
                  <a:srgbClr val="9A5065"/>
                </a:solidFill>
                <a:latin typeface="Nimbus Sans"/>
                <a:ea typeface="Nimbus Sans"/>
                <a:cs typeface="Nimbus Sans"/>
              </a:defRPr>
            </a:lvl3pPr>
            <a:lvl4pPr algn="ctr">
              <a:defRPr sz="1500" b="1">
                <a:solidFill>
                  <a:srgbClr val="9A5065"/>
                </a:solidFill>
                <a:latin typeface="Nimbus Sans"/>
                <a:ea typeface="Nimbus Sans"/>
                <a:cs typeface="Nimbus Sans"/>
              </a:defRPr>
            </a:lvl4pPr>
            <a:lvl5pPr algn="ctr">
              <a:defRPr sz="1500" b="1">
                <a:solidFill>
                  <a:srgbClr val="9A5065"/>
                </a:solidFill>
                <a:latin typeface="Nimbus Sans"/>
                <a:ea typeface="Nimbus Sans"/>
                <a:cs typeface="Nimbus Sans"/>
              </a:defRPr>
            </a:lvl5pPr>
            <a:lvl6pPr algn="ctr">
              <a:defRPr sz="1500" b="1">
                <a:solidFill>
                  <a:srgbClr val="9A5065"/>
                </a:solidFill>
                <a:latin typeface="Nimbus Sans"/>
                <a:ea typeface="Nimbus Sans"/>
                <a:cs typeface="Nimbus Sans"/>
              </a:defRPr>
            </a:lvl6pPr>
            <a:lvl7pPr algn="ctr">
              <a:defRPr sz="1500" b="1">
                <a:solidFill>
                  <a:srgbClr val="9A5065"/>
                </a:solidFill>
                <a:latin typeface="Nimbus Sans"/>
                <a:ea typeface="Nimbus Sans"/>
                <a:cs typeface="Nimbus Sans"/>
              </a:defRPr>
            </a:lvl7pPr>
            <a:lvl8pPr algn="ctr">
              <a:defRPr sz="1500" b="1">
                <a:solidFill>
                  <a:srgbClr val="9A5065"/>
                </a:solidFill>
                <a:latin typeface="Nimbus Sans"/>
                <a:ea typeface="Nimbus Sans"/>
                <a:cs typeface="Nimbus Sans"/>
              </a:defRPr>
            </a:lvl8pPr>
            <a:lvl9pPr algn="ctr">
              <a:defRPr sz="1500" b="1">
                <a:solidFill>
                  <a:srgbClr val="9A5065"/>
                </a:solidFill>
                <a:latin typeface="Nimbus Sans"/>
                <a:ea typeface="Nimbus Sans"/>
                <a:cs typeface="Nimbus Sans"/>
              </a:defRPr>
            </a:lvl9pPr>
          </a:lstStyle>
          <a:p>
            <a:pPr algn="ctr">
              <a:defRPr sz="1500" b="1">
                <a:solidFill>
                  <a:srgbClr val="9A5065"/>
                </a:solidFill>
                <a:latin typeface="Nimbus Sans"/>
                <a:ea typeface="Nimbus Sans"/>
                <a:cs typeface="Nimbus Sans"/>
              </a:defRPr>
            </a:pPr>
            <a:r>
              <a:rPr sz="1250"/>
              <a:t>−0.2</a:t>
            </a:r>
          </a:p>
        </p:txBody>
      </p:sp>
      <p:sp>
        <p:nvSpPr>
          <p:cNvPr id="74" name="weight-1-1-1">
            <a:extLst>
              <a:ext uri="{FF2B5EF4-FFF2-40B4-BE49-F238E27FC236}">
                <a16:creationId xmlns:a16="http://schemas.microsoft.com/office/drawing/2014/main" id="{F700B3DB-773E-47A6-85B7-1B0B3D37B4F4}"/>
              </a:ext>
            </a:extLst>
          </p:cNvPr>
          <p:cNvSpPr>
            <a:spLocks noGrp="1"/>
          </p:cNvSpPr>
          <p:nvPr/>
        </p:nvSpPr>
        <p:spPr>
          <a:xfrm>
            <a:off x="4249390" y="3886854"/>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9A5065"/>
                </a:solidFill>
                <a:latin typeface="Nimbus Sans"/>
                <a:ea typeface="Nimbus Sans"/>
                <a:cs typeface="Nimbus Sans"/>
              </a:defRPr>
            </a:defPPr>
            <a:lvl1pPr algn="ctr">
              <a:defRPr sz="1500" b="1">
                <a:solidFill>
                  <a:srgbClr val="9A5065"/>
                </a:solidFill>
                <a:latin typeface="Nimbus Sans"/>
                <a:ea typeface="Nimbus Sans"/>
                <a:cs typeface="Nimbus Sans"/>
              </a:defRPr>
            </a:lvl1pPr>
            <a:lvl2pPr algn="ctr">
              <a:defRPr sz="1500" b="1">
                <a:solidFill>
                  <a:srgbClr val="9A5065"/>
                </a:solidFill>
                <a:latin typeface="Nimbus Sans"/>
                <a:ea typeface="Nimbus Sans"/>
                <a:cs typeface="Nimbus Sans"/>
              </a:defRPr>
            </a:lvl2pPr>
            <a:lvl3pPr algn="ctr">
              <a:defRPr sz="1500" b="1">
                <a:solidFill>
                  <a:srgbClr val="9A5065"/>
                </a:solidFill>
                <a:latin typeface="Nimbus Sans"/>
                <a:ea typeface="Nimbus Sans"/>
                <a:cs typeface="Nimbus Sans"/>
              </a:defRPr>
            </a:lvl3pPr>
            <a:lvl4pPr algn="ctr">
              <a:defRPr sz="1500" b="1">
                <a:solidFill>
                  <a:srgbClr val="9A5065"/>
                </a:solidFill>
                <a:latin typeface="Nimbus Sans"/>
                <a:ea typeface="Nimbus Sans"/>
                <a:cs typeface="Nimbus Sans"/>
              </a:defRPr>
            </a:lvl4pPr>
            <a:lvl5pPr algn="ctr">
              <a:defRPr sz="1500" b="1">
                <a:solidFill>
                  <a:srgbClr val="9A5065"/>
                </a:solidFill>
                <a:latin typeface="Nimbus Sans"/>
                <a:ea typeface="Nimbus Sans"/>
                <a:cs typeface="Nimbus Sans"/>
              </a:defRPr>
            </a:lvl5pPr>
            <a:lvl6pPr algn="ctr">
              <a:defRPr sz="1500" b="1">
                <a:solidFill>
                  <a:srgbClr val="9A5065"/>
                </a:solidFill>
                <a:latin typeface="Nimbus Sans"/>
                <a:ea typeface="Nimbus Sans"/>
                <a:cs typeface="Nimbus Sans"/>
              </a:defRPr>
            </a:lvl6pPr>
            <a:lvl7pPr algn="ctr">
              <a:defRPr sz="1500" b="1">
                <a:solidFill>
                  <a:srgbClr val="9A5065"/>
                </a:solidFill>
                <a:latin typeface="Nimbus Sans"/>
                <a:ea typeface="Nimbus Sans"/>
                <a:cs typeface="Nimbus Sans"/>
              </a:defRPr>
            </a:lvl7pPr>
            <a:lvl8pPr algn="ctr">
              <a:defRPr sz="1500" b="1">
                <a:solidFill>
                  <a:srgbClr val="9A5065"/>
                </a:solidFill>
                <a:latin typeface="Nimbus Sans"/>
                <a:ea typeface="Nimbus Sans"/>
                <a:cs typeface="Nimbus Sans"/>
              </a:defRPr>
            </a:lvl8pPr>
            <a:lvl9pPr algn="ctr">
              <a:defRPr sz="1500" b="1">
                <a:solidFill>
                  <a:srgbClr val="9A5065"/>
                </a:solidFill>
                <a:latin typeface="Nimbus Sans"/>
                <a:ea typeface="Nimbus Sans"/>
                <a:cs typeface="Nimbus Sans"/>
              </a:defRPr>
            </a:lvl9pPr>
          </a:lstStyle>
          <a:p>
            <a:pPr algn="ctr">
              <a:defRPr sz="1500" b="1">
                <a:solidFill>
                  <a:srgbClr val="9A5065"/>
                </a:solidFill>
                <a:latin typeface="Nimbus Sans"/>
                <a:ea typeface="Nimbus Sans"/>
                <a:cs typeface="Nimbus Sans"/>
              </a:defRPr>
            </a:pPr>
            <a:r>
              <a:rPr sz="1250"/>
              <a:t>−0.7</a:t>
            </a:r>
          </a:p>
        </p:txBody>
      </p:sp>
      <p:sp>
        <p:nvSpPr>
          <p:cNvPr id="75" name="weight-1-2-1">
            <a:extLst>
              <a:ext uri="{FF2B5EF4-FFF2-40B4-BE49-F238E27FC236}">
                <a16:creationId xmlns:a16="http://schemas.microsoft.com/office/drawing/2014/main" id="{BD6B6D66-E26F-46BA-BC3D-0116E5033999}"/>
              </a:ext>
            </a:extLst>
          </p:cNvPr>
          <p:cNvSpPr>
            <a:spLocks noGrp="1"/>
          </p:cNvSpPr>
          <p:nvPr/>
        </p:nvSpPr>
        <p:spPr>
          <a:xfrm>
            <a:off x="4687094" y="4524375"/>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9A5065"/>
                </a:solidFill>
                <a:latin typeface="Nimbus Sans"/>
                <a:ea typeface="Nimbus Sans"/>
                <a:cs typeface="Nimbus Sans"/>
              </a:defRPr>
            </a:defPPr>
            <a:lvl1pPr algn="ctr">
              <a:defRPr sz="1500" b="1">
                <a:solidFill>
                  <a:srgbClr val="9A5065"/>
                </a:solidFill>
                <a:latin typeface="Nimbus Sans"/>
                <a:ea typeface="Nimbus Sans"/>
                <a:cs typeface="Nimbus Sans"/>
              </a:defRPr>
            </a:lvl1pPr>
            <a:lvl2pPr algn="ctr">
              <a:defRPr sz="1500" b="1">
                <a:solidFill>
                  <a:srgbClr val="9A5065"/>
                </a:solidFill>
                <a:latin typeface="Nimbus Sans"/>
                <a:ea typeface="Nimbus Sans"/>
                <a:cs typeface="Nimbus Sans"/>
              </a:defRPr>
            </a:lvl2pPr>
            <a:lvl3pPr algn="ctr">
              <a:defRPr sz="1500" b="1">
                <a:solidFill>
                  <a:srgbClr val="9A5065"/>
                </a:solidFill>
                <a:latin typeface="Nimbus Sans"/>
                <a:ea typeface="Nimbus Sans"/>
                <a:cs typeface="Nimbus Sans"/>
              </a:defRPr>
            </a:lvl3pPr>
            <a:lvl4pPr algn="ctr">
              <a:defRPr sz="1500" b="1">
                <a:solidFill>
                  <a:srgbClr val="9A5065"/>
                </a:solidFill>
                <a:latin typeface="Nimbus Sans"/>
                <a:ea typeface="Nimbus Sans"/>
                <a:cs typeface="Nimbus Sans"/>
              </a:defRPr>
            </a:lvl4pPr>
            <a:lvl5pPr algn="ctr">
              <a:defRPr sz="1500" b="1">
                <a:solidFill>
                  <a:srgbClr val="9A5065"/>
                </a:solidFill>
                <a:latin typeface="Nimbus Sans"/>
                <a:ea typeface="Nimbus Sans"/>
                <a:cs typeface="Nimbus Sans"/>
              </a:defRPr>
            </a:lvl5pPr>
            <a:lvl6pPr algn="ctr">
              <a:defRPr sz="1500" b="1">
                <a:solidFill>
                  <a:srgbClr val="9A5065"/>
                </a:solidFill>
                <a:latin typeface="Nimbus Sans"/>
                <a:ea typeface="Nimbus Sans"/>
                <a:cs typeface="Nimbus Sans"/>
              </a:defRPr>
            </a:lvl6pPr>
            <a:lvl7pPr algn="ctr">
              <a:defRPr sz="1500" b="1">
                <a:solidFill>
                  <a:srgbClr val="9A5065"/>
                </a:solidFill>
                <a:latin typeface="Nimbus Sans"/>
                <a:ea typeface="Nimbus Sans"/>
                <a:cs typeface="Nimbus Sans"/>
              </a:defRPr>
            </a:lvl7pPr>
            <a:lvl8pPr algn="ctr">
              <a:defRPr sz="1500" b="1">
                <a:solidFill>
                  <a:srgbClr val="9A5065"/>
                </a:solidFill>
                <a:latin typeface="Nimbus Sans"/>
                <a:ea typeface="Nimbus Sans"/>
                <a:cs typeface="Nimbus Sans"/>
              </a:defRPr>
            </a:lvl8pPr>
            <a:lvl9pPr algn="ctr">
              <a:defRPr sz="1500" b="1">
                <a:solidFill>
                  <a:srgbClr val="9A5065"/>
                </a:solidFill>
                <a:latin typeface="Nimbus Sans"/>
                <a:ea typeface="Nimbus Sans"/>
                <a:cs typeface="Nimbus Sans"/>
              </a:defRPr>
            </a:lvl9pPr>
          </a:lstStyle>
          <a:p>
            <a:pPr algn="ctr">
              <a:defRPr sz="1500" b="1">
                <a:solidFill>
                  <a:srgbClr val="9A5065"/>
                </a:solidFill>
                <a:latin typeface="Nimbus Sans"/>
                <a:ea typeface="Nimbus Sans"/>
                <a:cs typeface="Nimbus Sans"/>
              </a:defRPr>
            </a:pPr>
            <a:r>
              <a:rPr sz="1250"/>
              <a:t>−0.5</a:t>
            </a:r>
          </a:p>
        </p:txBody>
      </p:sp>
      <p:sp>
        <p:nvSpPr>
          <p:cNvPr id="76" name="weight-2-0-0">
            <a:extLst>
              <a:ext uri="{FF2B5EF4-FFF2-40B4-BE49-F238E27FC236}">
                <a16:creationId xmlns:a16="http://schemas.microsoft.com/office/drawing/2014/main" id="{0DE18A2F-850D-41B7-B108-6ECBE57B46AA}"/>
              </a:ext>
            </a:extLst>
          </p:cNvPr>
          <p:cNvSpPr>
            <a:spLocks noGrp="1"/>
          </p:cNvSpPr>
          <p:nvPr/>
        </p:nvSpPr>
        <p:spPr>
          <a:xfrm>
            <a:off x="6830219" y="2758282"/>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+0.5</a:t>
            </a:r>
          </a:p>
        </p:txBody>
      </p:sp>
      <p:sp>
        <p:nvSpPr>
          <p:cNvPr id="77" name="weight-2-1-0">
            <a:extLst>
              <a:ext uri="{FF2B5EF4-FFF2-40B4-BE49-F238E27FC236}">
                <a16:creationId xmlns:a16="http://schemas.microsoft.com/office/drawing/2014/main" id="{A74D2B87-9394-4DE4-A607-5953A757037D}"/>
              </a:ext>
            </a:extLst>
          </p:cNvPr>
          <p:cNvSpPr>
            <a:spLocks noGrp="1"/>
          </p:cNvSpPr>
          <p:nvPr/>
        </p:nvSpPr>
        <p:spPr>
          <a:xfrm>
            <a:off x="6830219" y="3353594"/>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+0.2</a:t>
            </a:r>
          </a:p>
        </p:txBody>
      </p:sp>
      <p:sp>
        <p:nvSpPr>
          <p:cNvPr id="78" name="weight-2-0-1">
            <a:extLst>
              <a:ext uri="{FF2B5EF4-FFF2-40B4-BE49-F238E27FC236}">
                <a16:creationId xmlns:a16="http://schemas.microsoft.com/office/drawing/2014/main" id="{AC207D01-D00F-4C7C-A439-B3F1603250F0}"/>
              </a:ext>
            </a:extLst>
          </p:cNvPr>
          <p:cNvSpPr>
            <a:spLocks noGrp="1"/>
          </p:cNvSpPr>
          <p:nvPr/>
        </p:nvSpPr>
        <p:spPr>
          <a:xfrm>
            <a:off x="7278605" y="3228058"/>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+0.4</a:t>
            </a:r>
          </a:p>
        </p:txBody>
      </p:sp>
      <p:sp>
        <p:nvSpPr>
          <p:cNvPr id="79" name="weight-2-1-1">
            <a:extLst>
              <a:ext uri="{FF2B5EF4-FFF2-40B4-BE49-F238E27FC236}">
                <a16:creationId xmlns:a16="http://schemas.microsoft.com/office/drawing/2014/main" id="{AB59D1BB-DBAB-4E6E-9222-C37F7C13D186}"/>
              </a:ext>
            </a:extLst>
          </p:cNvPr>
          <p:cNvSpPr>
            <a:spLocks noGrp="1"/>
          </p:cNvSpPr>
          <p:nvPr/>
        </p:nvSpPr>
        <p:spPr>
          <a:xfrm>
            <a:off x="6830219" y="3790157"/>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+0.7</a:t>
            </a:r>
          </a:p>
        </p:txBody>
      </p:sp>
      <p:sp>
        <p:nvSpPr>
          <p:cNvPr id="80" name="weight-2-0-2">
            <a:extLst>
              <a:ext uri="{FF2B5EF4-FFF2-40B4-BE49-F238E27FC236}">
                <a16:creationId xmlns:a16="http://schemas.microsoft.com/office/drawing/2014/main" id="{781C83C5-6C7D-475A-ACBC-3C4F8894E2B4}"/>
              </a:ext>
            </a:extLst>
          </p:cNvPr>
          <p:cNvSpPr>
            <a:spLocks noGrp="1"/>
          </p:cNvSpPr>
          <p:nvPr/>
        </p:nvSpPr>
        <p:spPr>
          <a:xfrm>
            <a:off x="6380358" y="3414807"/>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+0.4</a:t>
            </a:r>
          </a:p>
        </p:txBody>
      </p:sp>
      <p:sp>
        <p:nvSpPr>
          <p:cNvPr id="81" name="weight-2-1-2">
            <a:extLst>
              <a:ext uri="{FF2B5EF4-FFF2-40B4-BE49-F238E27FC236}">
                <a16:creationId xmlns:a16="http://schemas.microsoft.com/office/drawing/2014/main" id="{86B17C7A-0415-4271-A85E-FE71851F4408}"/>
              </a:ext>
            </a:extLst>
          </p:cNvPr>
          <p:cNvSpPr>
            <a:spLocks noGrp="1"/>
          </p:cNvSpPr>
          <p:nvPr/>
        </p:nvSpPr>
        <p:spPr>
          <a:xfrm>
            <a:off x="6830219" y="4226719"/>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+0.7</a:t>
            </a:r>
          </a:p>
        </p:txBody>
      </p:sp>
      <p:sp>
        <p:nvSpPr>
          <p:cNvPr id="82" name="weight-2-0-3">
            <a:extLst>
              <a:ext uri="{FF2B5EF4-FFF2-40B4-BE49-F238E27FC236}">
                <a16:creationId xmlns:a16="http://schemas.microsoft.com/office/drawing/2014/main" id="{0F24E6EC-52C1-4026-ABFA-DBE88164A383}"/>
              </a:ext>
            </a:extLst>
          </p:cNvPr>
          <p:cNvSpPr>
            <a:spLocks noGrp="1"/>
          </p:cNvSpPr>
          <p:nvPr/>
        </p:nvSpPr>
        <p:spPr>
          <a:xfrm>
            <a:off x="7290760" y="4477339"/>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9A5065"/>
                </a:solidFill>
                <a:latin typeface="Nimbus Sans"/>
                <a:ea typeface="Nimbus Sans"/>
                <a:cs typeface="Nimbus Sans"/>
              </a:defRPr>
            </a:defPPr>
            <a:lvl1pPr algn="ctr">
              <a:defRPr sz="1500" b="1">
                <a:solidFill>
                  <a:srgbClr val="9A5065"/>
                </a:solidFill>
                <a:latin typeface="Nimbus Sans"/>
                <a:ea typeface="Nimbus Sans"/>
                <a:cs typeface="Nimbus Sans"/>
              </a:defRPr>
            </a:lvl1pPr>
            <a:lvl2pPr algn="ctr">
              <a:defRPr sz="1500" b="1">
                <a:solidFill>
                  <a:srgbClr val="9A5065"/>
                </a:solidFill>
                <a:latin typeface="Nimbus Sans"/>
                <a:ea typeface="Nimbus Sans"/>
                <a:cs typeface="Nimbus Sans"/>
              </a:defRPr>
            </a:lvl2pPr>
            <a:lvl3pPr algn="ctr">
              <a:defRPr sz="1500" b="1">
                <a:solidFill>
                  <a:srgbClr val="9A5065"/>
                </a:solidFill>
                <a:latin typeface="Nimbus Sans"/>
                <a:ea typeface="Nimbus Sans"/>
                <a:cs typeface="Nimbus Sans"/>
              </a:defRPr>
            </a:lvl3pPr>
            <a:lvl4pPr algn="ctr">
              <a:defRPr sz="1500" b="1">
                <a:solidFill>
                  <a:srgbClr val="9A5065"/>
                </a:solidFill>
                <a:latin typeface="Nimbus Sans"/>
                <a:ea typeface="Nimbus Sans"/>
                <a:cs typeface="Nimbus Sans"/>
              </a:defRPr>
            </a:lvl4pPr>
            <a:lvl5pPr algn="ctr">
              <a:defRPr sz="1500" b="1">
                <a:solidFill>
                  <a:srgbClr val="9A5065"/>
                </a:solidFill>
                <a:latin typeface="Nimbus Sans"/>
                <a:ea typeface="Nimbus Sans"/>
                <a:cs typeface="Nimbus Sans"/>
              </a:defRPr>
            </a:lvl5pPr>
            <a:lvl6pPr algn="ctr">
              <a:defRPr sz="1500" b="1">
                <a:solidFill>
                  <a:srgbClr val="9A5065"/>
                </a:solidFill>
                <a:latin typeface="Nimbus Sans"/>
                <a:ea typeface="Nimbus Sans"/>
                <a:cs typeface="Nimbus Sans"/>
              </a:defRPr>
            </a:lvl6pPr>
            <a:lvl7pPr algn="ctr">
              <a:defRPr sz="1500" b="1">
                <a:solidFill>
                  <a:srgbClr val="9A5065"/>
                </a:solidFill>
                <a:latin typeface="Nimbus Sans"/>
                <a:ea typeface="Nimbus Sans"/>
                <a:cs typeface="Nimbus Sans"/>
              </a:defRPr>
            </a:lvl7pPr>
            <a:lvl8pPr algn="ctr">
              <a:defRPr sz="1500" b="1">
                <a:solidFill>
                  <a:srgbClr val="9A5065"/>
                </a:solidFill>
                <a:latin typeface="Nimbus Sans"/>
                <a:ea typeface="Nimbus Sans"/>
                <a:cs typeface="Nimbus Sans"/>
              </a:defRPr>
            </a:lvl8pPr>
            <a:lvl9pPr algn="ctr">
              <a:defRPr sz="1500" b="1">
                <a:solidFill>
                  <a:srgbClr val="9A5065"/>
                </a:solidFill>
                <a:latin typeface="Nimbus Sans"/>
                <a:ea typeface="Nimbus Sans"/>
                <a:cs typeface="Nimbus Sans"/>
              </a:defRPr>
            </a:lvl9pPr>
          </a:lstStyle>
          <a:p>
            <a:pPr algn="ctr">
              <a:defRPr sz="1500" b="1">
                <a:solidFill>
                  <a:srgbClr val="9A5065"/>
                </a:solidFill>
                <a:latin typeface="Nimbus Sans"/>
                <a:ea typeface="Nimbus Sans"/>
                <a:cs typeface="Nimbus Sans"/>
              </a:defRPr>
            </a:pPr>
            <a:r>
              <a:rPr sz="1250"/>
              <a:t>−0.2</a:t>
            </a:r>
          </a:p>
        </p:txBody>
      </p:sp>
      <p:sp>
        <p:nvSpPr>
          <p:cNvPr id="83" name="weight-2-1-3">
            <a:extLst>
              <a:ext uri="{FF2B5EF4-FFF2-40B4-BE49-F238E27FC236}">
                <a16:creationId xmlns:a16="http://schemas.microsoft.com/office/drawing/2014/main" id="{02ED570B-874A-44AA-AAB7-37868D4DBAC9}"/>
              </a:ext>
            </a:extLst>
          </p:cNvPr>
          <p:cNvSpPr>
            <a:spLocks noGrp="1"/>
          </p:cNvSpPr>
          <p:nvPr/>
        </p:nvSpPr>
        <p:spPr>
          <a:xfrm>
            <a:off x="6830219" y="4663282"/>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+0.3</a:t>
            </a:r>
          </a:p>
        </p:txBody>
      </p:sp>
      <p:sp>
        <p:nvSpPr>
          <p:cNvPr id="84" name="weight-3-0-0">
            <a:extLst>
              <a:ext uri="{FF2B5EF4-FFF2-40B4-BE49-F238E27FC236}">
                <a16:creationId xmlns:a16="http://schemas.microsoft.com/office/drawing/2014/main" id="{DAE4FC9A-1677-4F95-9D2B-134C4B0121CE}"/>
              </a:ext>
            </a:extLst>
          </p:cNvPr>
          <p:cNvSpPr>
            <a:spLocks noGrp="1"/>
          </p:cNvSpPr>
          <p:nvPr/>
        </p:nvSpPr>
        <p:spPr>
          <a:xfrm>
            <a:off x="8973344" y="2262188"/>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+0.1</a:t>
            </a:r>
          </a:p>
        </p:txBody>
      </p:sp>
      <p:sp>
        <p:nvSpPr>
          <p:cNvPr id="85" name="weight-3-1-0">
            <a:extLst>
              <a:ext uri="{FF2B5EF4-FFF2-40B4-BE49-F238E27FC236}">
                <a16:creationId xmlns:a16="http://schemas.microsoft.com/office/drawing/2014/main" id="{FAE39D82-2F31-4714-8E0B-EA2DE8ED3A4A}"/>
              </a:ext>
            </a:extLst>
          </p:cNvPr>
          <p:cNvSpPr>
            <a:spLocks noGrp="1"/>
          </p:cNvSpPr>
          <p:nvPr/>
        </p:nvSpPr>
        <p:spPr>
          <a:xfrm>
            <a:off x="8882594" y="2747487"/>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+0.6</a:t>
            </a:r>
          </a:p>
        </p:txBody>
      </p:sp>
      <p:sp>
        <p:nvSpPr>
          <p:cNvPr id="86" name="weight-3-2-0">
            <a:extLst>
              <a:ext uri="{FF2B5EF4-FFF2-40B4-BE49-F238E27FC236}">
                <a16:creationId xmlns:a16="http://schemas.microsoft.com/office/drawing/2014/main" id="{3387BC9A-3C00-40BE-9C62-4E62F32D99A5}"/>
              </a:ext>
            </a:extLst>
          </p:cNvPr>
          <p:cNvSpPr>
            <a:spLocks noGrp="1"/>
          </p:cNvSpPr>
          <p:nvPr/>
        </p:nvSpPr>
        <p:spPr>
          <a:xfrm>
            <a:off x="8895953" y="3208404"/>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9A5065"/>
                </a:solidFill>
                <a:latin typeface="Nimbus Sans"/>
                <a:ea typeface="Nimbus Sans"/>
                <a:cs typeface="Nimbus Sans"/>
              </a:defRPr>
            </a:defPPr>
            <a:lvl1pPr algn="ctr">
              <a:defRPr sz="1500" b="1">
                <a:solidFill>
                  <a:srgbClr val="9A5065"/>
                </a:solidFill>
                <a:latin typeface="Nimbus Sans"/>
                <a:ea typeface="Nimbus Sans"/>
                <a:cs typeface="Nimbus Sans"/>
              </a:defRPr>
            </a:lvl1pPr>
            <a:lvl2pPr algn="ctr">
              <a:defRPr sz="1500" b="1">
                <a:solidFill>
                  <a:srgbClr val="9A5065"/>
                </a:solidFill>
                <a:latin typeface="Nimbus Sans"/>
                <a:ea typeface="Nimbus Sans"/>
                <a:cs typeface="Nimbus Sans"/>
              </a:defRPr>
            </a:lvl2pPr>
            <a:lvl3pPr algn="ctr">
              <a:defRPr sz="1500" b="1">
                <a:solidFill>
                  <a:srgbClr val="9A5065"/>
                </a:solidFill>
                <a:latin typeface="Nimbus Sans"/>
                <a:ea typeface="Nimbus Sans"/>
                <a:cs typeface="Nimbus Sans"/>
              </a:defRPr>
            </a:lvl3pPr>
            <a:lvl4pPr algn="ctr">
              <a:defRPr sz="1500" b="1">
                <a:solidFill>
                  <a:srgbClr val="9A5065"/>
                </a:solidFill>
                <a:latin typeface="Nimbus Sans"/>
                <a:ea typeface="Nimbus Sans"/>
                <a:cs typeface="Nimbus Sans"/>
              </a:defRPr>
            </a:lvl4pPr>
            <a:lvl5pPr algn="ctr">
              <a:defRPr sz="1500" b="1">
                <a:solidFill>
                  <a:srgbClr val="9A5065"/>
                </a:solidFill>
                <a:latin typeface="Nimbus Sans"/>
                <a:ea typeface="Nimbus Sans"/>
                <a:cs typeface="Nimbus Sans"/>
              </a:defRPr>
            </a:lvl5pPr>
            <a:lvl6pPr algn="ctr">
              <a:defRPr sz="1500" b="1">
                <a:solidFill>
                  <a:srgbClr val="9A5065"/>
                </a:solidFill>
                <a:latin typeface="Nimbus Sans"/>
                <a:ea typeface="Nimbus Sans"/>
                <a:cs typeface="Nimbus Sans"/>
              </a:defRPr>
            </a:lvl6pPr>
            <a:lvl7pPr algn="ctr">
              <a:defRPr sz="1500" b="1">
                <a:solidFill>
                  <a:srgbClr val="9A5065"/>
                </a:solidFill>
                <a:latin typeface="Nimbus Sans"/>
                <a:ea typeface="Nimbus Sans"/>
                <a:cs typeface="Nimbus Sans"/>
              </a:defRPr>
            </a:lvl7pPr>
            <a:lvl8pPr algn="ctr">
              <a:defRPr sz="1500" b="1">
                <a:solidFill>
                  <a:srgbClr val="9A5065"/>
                </a:solidFill>
                <a:latin typeface="Nimbus Sans"/>
                <a:ea typeface="Nimbus Sans"/>
                <a:cs typeface="Nimbus Sans"/>
              </a:defRPr>
            </a:lvl8pPr>
            <a:lvl9pPr algn="ctr">
              <a:defRPr sz="1500" b="1">
                <a:solidFill>
                  <a:srgbClr val="9A5065"/>
                </a:solidFill>
                <a:latin typeface="Nimbus Sans"/>
                <a:ea typeface="Nimbus Sans"/>
                <a:cs typeface="Nimbus Sans"/>
              </a:defRPr>
            </a:lvl9pPr>
          </a:lstStyle>
          <a:p>
            <a:pPr algn="ctr">
              <a:defRPr sz="1500" b="1">
                <a:solidFill>
                  <a:srgbClr val="9A5065"/>
                </a:solidFill>
                <a:latin typeface="Nimbus Sans"/>
                <a:ea typeface="Nimbus Sans"/>
                <a:cs typeface="Nimbus Sans"/>
              </a:defRPr>
            </a:pPr>
            <a:r>
              <a:rPr sz="1250"/>
              <a:t>−0.1</a:t>
            </a:r>
          </a:p>
        </p:txBody>
      </p:sp>
      <p:sp>
        <p:nvSpPr>
          <p:cNvPr id="87" name="weight-3-3-0">
            <a:extLst>
              <a:ext uri="{FF2B5EF4-FFF2-40B4-BE49-F238E27FC236}">
                <a16:creationId xmlns:a16="http://schemas.microsoft.com/office/drawing/2014/main" id="{B7DD43D3-6BAF-495E-87F4-2D2958543871}"/>
              </a:ext>
            </a:extLst>
          </p:cNvPr>
          <p:cNvSpPr>
            <a:spLocks noGrp="1"/>
          </p:cNvSpPr>
          <p:nvPr/>
        </p:nvSpPr>
        <p:spPr>
          <a:xfrm>
            <a:off x="8749196" y="3874890"/>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9A5065"/>
                </a:solidFill>
                <a:latin typeface="Nimbus Sans"/>
                <a:ea typeface="Nimbus Sans"/>
                <a:cs typeface="Nimbus Sans"/>
              </a:defRPr>
            </a:defPPr>
            <a:lvl1pPr algn="ctr">
              <a:defRPr sz="1500" b="1">
                <a:solidFill>
                  <a:srgbClr val="9A5065"/>
                </a:solidFill>
                <a:latin typeface="Nimbus Sans"/>
                <a:ea typeface="Nimbus Sans"/>
                <a:cs typeface="Nimbus Sans"/>
              </a:defRPr>
            </a:lvl1pPr>
            <a:lvl2pPr algn="ctr">
              <a:defRPr sz="1500" b="1">
                <a:solidFill>
                  <a:srgbClr val="9A5065"/>
                </a:solidFill>
                <a:latin typeface="Nimbus Sans"/>
                <a:ea typeface="Nimbus Sans"/>
                <a:cs typeface="Nimbus Sans"/>
              </a:defRPr>
            </a:lvl2pPr>
            <a:lvl3pPr algn="ctr">
              <a:defRPr sz="1500" b="1">
                <a:solidFill>
                  <a:srgbClr val="9A5065"/>
                </a:solidFill>
                <a:latin typeface="Nimbus Sans"/>
                <a:ea typeface="Nimbus Sans"/>
                <a:cs typeface="Nimbus Sans"/>
              </a:defRPr>
            </a:lvl3pPr>
            <a:lvl4pPr algn="ctr">
              <a:defRPr sz="1500" b="1">
                <a:solidFill>
                  <a:srgbClr val="9A5065"/>
                </a:solidFill>
                <a:latin typeface="Nimbus Sans"/>
                <a:ea typeface="Nimbus Sans"/>
                <a:cs typeface="Nimbus Sans"/>
              </a:defRPr>
            </a:lvl4pPr>
            <a:lvl5pPr algn="ctr">
              <a:defRPr sz="1500" b="1">
                <a:solidFill>
                  <a:srgbClr val="9A5065"/>
                </a:solidFill>
                <a:latin typeface="Nimbus Sans"/>
                <a:ea typeface="Nimbus Sans"/>
                <a:cs typeface="Nimbus Sans"/>
              </a:defRPr>
            </a:lvl5pPr>
            <a:lvl6pPr algn="ctr">
              <a:defRPr sz="1500" b="1">
                <a:solidFill>
                  <a:srgbClr val="9A5065"/>
                </a:solidFill>
                <a:latin typeface="Nimbus Sans"/>
                <a:ea typeface="Nimbus Sans"/>
                <a:cs typeface="Nimbus Sans"/>
              </a:defRPr>
            </a:lvl6pPr>
            <a:lvl7pPr algn="ctr">
              <a:defRPr sz="1500" b="1">
                <a:solidFill>
                  <a:srgbClr val="9A5065"/>
                </a:solidFill>
                <a:latin typeface="Nimbus Sans"/>
                <a:ea typeface="Nimbus Sans"/>
                <a:cs typeface="Nimbus Sans"/>
              </a:defRPr>
            </a:lvl7pPr>
            <a:lvl8pPr algn="ctr">
              <a:defRPr sz="1500" b="1">
                <a:solidFill>
                  <a:srgbClr val="9A5065"/>
                </a:solidFill>
                <a:latin typeface="Nimbus Sans"/>
                <a:ea typeface="Nimbus Sans"/>
                <a:cs typeface="Nimbus Sans"/>
              </a:defRPr>
            </a:lvl8pPr>
            <a:lvl9pPr algn="ctr">
              <a:defRPr sz="1500" b="1">
                <a:solidFill>
                  <a:srgbClr val="9A5065"/>
                </a:solidFill>
                <a:latin typeface="Nimbus Sans"/>
                <a:ea typeface="Nimbus Sans"/>
                <a:cs typeface="Nimbus Sans"/>
              </a:defRPr>
            </a:lvl9pPr>
          </a:lstStyle>
          <a:p>
            <a:pPr algn="ctr">
              <a:defRPr sz="1500" b="1">
                <a:solidFill>
                  <a:srgbClr val="9A5065"/>
                </a:solidFill>
                <a:latin typeface="Nimbus Sans"/>
                <a:ea typeface="Nimbus Sans"/>
                <a:cs typeface="Nimbus Sans"/>
              </a:defRPr>
            </a:pPr>
            <a:r>
              <a:rPr sz="1250"/>
              <a:t>−0.5</a:t>
            </a:r>
          </a:p>
        </p:txBody>
      </p:sp>
      <p:sp>
        <p:nvSpPr>
          <p:cNvPr id="88" name="weight-3-0-1">
            <a:extLst>
              <a:ext uri="{FF2B5EF4-FFF2-40B4-BE49-F238E27FC236}">
                <a16:creationId xmlns:a16="http://schemas.microsoft.com/office/drawing/2014/main" id="{3A251039-C8C5-4C10-90DC-D2FAB9920AAD}"/>
              </a:ext>
            </a:extLst>
          </p:cNvPr>
          <p:cNvSpPr>
            <a:spLocks noGrp="1"/>
          </p:cNvSpPr>
          <p:nvPr/>
        </p:nvSpPr>
        <p:spPr>
          <a:xfrm>
            <a:off x="9444236" y="2772425"/>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9A5065"/>
                </a:solidFill>
                <a:latin typeface="Nimbus Sans"/>
                <a:ea typeface="Nimbus Sans"/>
                <a:cs typeface="Nimbus Sans"/>
              </a:defRPr>
            </a:defPPr>
            <a:lvl1pPr algn="ctr">
              <a:defRPr sz="1500" b="1">
                <a:solidFill>
                  <a:srgbClr val="9A5065"/>
                </a:solidFill>
                <a:latin typeface="Nimbus Sans"/>
                <a:ea typeface="Nimbus Sans"/>
                <a:cs typeface="Nimbus Sans"/>
              </a:defRPr>
            </a:lvl1pPr>
            <a:lvl2pPr algn="ctr">
              <a:defRPr sz="1500" b="1">
                <a:solidFill>
                  <a:srgbClr val="9A5065"/>
                </a:solidFill>
                <a:latin typeface="Nimbus Sans"/>
                <a:ea typeface="Nimbus Sans"/>
                <a:cs typeface="Nimbus Sans"/>
              </a:defRPr>
            </a:lvl2pPr>
            <a:lvl3pPr algn="ctr">
              <a:defRPr sz="1500" b="1">
                <a:solidFill>
                  <a:srgbClr val="9A5065"/>
                </a:solidFill>
                <a:latin typeface="Nimbus Sans"/>
                <a:ea typeface="Nimbus Sans"/>
                <a:cs typeface="Nimbus Sans"/>
              </a:defRPr>
            </a:lvl3pPr>
            <a:lvl4pPr algn="ctr">
              <a:defRPr sz="1500" b="1">
                <a:solidFill>
                  <a:srgbClr val="9A5065"/>
                </a:solidFill>
                <a:latin typeface="Nimbus Sans"/>
                <a:ea typeface="Nimbus Sans"/>
                <a:cs typeface="Nimbus Sans"/>
              </a:defRPr>
            </a:lvl4pPr>
            <a:lvl5pPr algn="ctr">
              <a:defRPr sz="1500" b="1">
                <a:solidFill>
                  <a:srgbClr val="9A5065"/>
                </a:solidFill>
                <a:latin typeface="Nimbus Sans"/>
                <a:ea typeface="Nimbus Sans"/>
                <a:cs typeface="Nimbus Sans"/>
              </a:defRPr>
            </a:lvl5pPr>
            <a:lvl6pPr algn="ctr">
              <a:defRPr sz="1500" b="1">
                <a:solidFill>
                  <a:srgbClr val="9A5065"/>
                </a:solidFill>
                <a:latin typeface="Nimbus Sans"/>
                <a:ea typeface="Nimbus Sans"/>
                <a:cs typeface="Nimbus Sans"/>
              </a:defRPr>
            </a:lvl6pPr>
            <a:lvl7pPr algn="ctr">
              <a:defRPr sz="1500" b="1">
                <a:solidFill>
                  <a:srgbClr val="9A5065"/>
                </a:solidFill>
                <a:latin typeface="Nimbus Sans"/>
                <a:ea typeface="Nimbus Sans"/>
                <a:cs typeface="Nimbus Sans"/>
              </a:defRPr>
            </a:lvl7pPr>
            <a:lvl8pPr algn="ctr">
              <a:defRPr sz="1500" b="1">
                <a:solidFill>
                  <a:srgbClr val="9A5065"/>
                </a:solidFill>
                <a:latin typeface="Nimbus Sans"/>
                <a:ea typeface="Nimbus Sans"/>
                <a:cs typeface="Nimbus Sans"/>
              </a:defRPr>
            </a:lvl8pPr>
            <a:lvl9pPr algn="ctr">
              <a:defRPr sz="1500" b="1">
                <a:solidFill>
                  <a:srgbClr val="9A5065"/>
                </a:solidFill>
                <a:latin typeface="Nimbus Sans"/>
                <a:ea typeface="Nimbus Sans"/>
                <a:cs typeface="Nimbus Sans"/>
              </a:defRPr>
            </a:lvl9pPr>
          </a:lstStyle>
          <a:p>
            <a:pPr algn="ctr">
              <a:defRPr sz="1500" b="1">
                <a:solidFill>
                  <a:srgbClr val="9A5065"/>
                </a:solidFill>
                <a:latin typeface="Nimbus Sans"/>
                <a:ea typeface="Nimbus Sans"/>
                <a:cs typeface="Nimbus Sans"/>
              </a:defRPr>
            </a:pPr>
            <a:r>
              <a:rPr sz="1250"/>
              <a:t>−0.2</a:t>
            </a:r>
          </a:p>
        </p:txBody>
      </p:sp>
      <p:sp>
        <p:nvSpPr>
          <p:cNvPr id="89" name="weight-3-1-1">
            <a:extLst>
              <a:ext uri="{FF2B5EF4-FFF2-40B4-BE49-F238E27FC236}">
                <a16:creationId xmlns:a16="http://schemas.microsoft.com/office/drawing/2014/main" id="{30C3513D-D324-4964-AB71-A8DBFEBBD963}"/>
              </a:ext>
            </a:extLst>
          </p:cNvPr>
          <p:cNvSpPr>
            <a:spLocks noGrp="1"/>
          </p:cNvSpPr>
          <p:nvPr/>
        </p:nvSpPr>
        <p:spPr>
          <a:xfrm>
            <a:off x="9423929" y="3020528"/>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+0.8</a:t>
            </a:r>
          </a:p>
        </p:txBody>
      </p:sp>
      <p:sp>
        <p:nvSpPr>
          <p:cNvPr id="90" name="weight-3-2-1">
            <a:extLst>
              <a:ext uri="{FF2B5EF4-FFF2-40B4-BE49-F238E27FC236}">
                <a16:creationId xmlns:a16="http://schemas.microsoft.com/office/drawing/2014/main" id="{FA7AED51-399C-4CF8-8A0C-69AC831E52A8}"/>
              </a:ext>
            </a:extLst>
          </p:cNvPr>
          <p:cNvSpPr>
            <a:spLocks noGrp="1"/>
          </p:cNvSpPr>
          <p:nvPr/>
        </p:nvSpPr>
        <p:spPr>
          <a:xfrm>
            <a:off x="8900316" y="3574111"/>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+0.2</a:t>
            </a:r>
          </a:p>
        </p:txBody>
      </p:sp>
      <p:sp>
        <p:nvSpPr>
          <p:cNvPr id="91" name="weight-3-3-1">
            <a:extLst>
              <a:ext uri="{FF2B5EF4-FFF2-40B4-BE49-F238E27FC236}">
                <a16:creationId xmlns:a16="http://schemas.microsoft.com/office/drawing/2014/main" id="{0AE9C474-6C74-43F2-A55A-231C72589859}"/>
              </a:ext>
            </a:extLst>
          </p:cNvPr>
          <p:cNvSpPr>
            <a:spLocks noGrp="1"/>
          </p:cNvSpPr>
          <p:nvPr/>
        </p:nvSpPr>
        <p:spPr>
          <a:xfrm>
            <a:off x="8564861" y="4369669"/>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9A5065"/>
                </a:solidFill>
                <a:latin typeface="Nimbus Sans"/>
                <a:ea typeface="Nimbus Sans"/>
                <a:cs typeface="Nimbus Sans"/>
              </a:defRPr>
            </a:defPPr>
            <a:lvl1pPr algn="ctr">
              <a:defRPr sz="1500" b="1">
                <a:solidFill>
                  <a:srgbClr val="9A5065"/>
                </a:solidFill>
                <a:latin typeface="Nimbus Sans"/>
                <a:ea typeface="Nimbus Sans"/>
                <a:cs typeface="Nimbus Sans"/>
              </a:defRPr>
            </a:lvl1pPr>
            <a:lvl2pPr algn="ctr">
              <a:defRPr sz="1500" b="1">
                <a:solidFill>
                  <a:srgbClr val="9A5065"/>
                </a:solidFill>
                <a:latin typeface="Nimbus Sans"/>
                <a:ea typeface="Nimbus Sans"/>
                <a:cs typeface="Nimbus Sans"/>
              </a:defRPr>
            </a:lvl2pPr>
            <a:lvl3pPr algn="ctr">
              <a:defRPr sz="1500" b="1">
                <a:solidFill>
                  <a:srgbClr val="9A5065"/>
                </a:solidFill>
                <a:latin typeface="Nimbus Sans"/>
                <a:ea typeface="Nimbus Sans"/>
                <a:cs typeface="Nimbus Sans"/>
              </a:defRPr>
            </a:lvl3pPr>
            <a:lvl4pPr algn="ctr">
              <a:defRPr sz="1500" b="1">
                <a:solidFill>
                  <a:srgbClr val="9A5065"/>
                </a:solidFill>
                <a:latin typeface="Nimbus Sans"/>
                <a:ea typeface="Nimbus Sans"/>
                <a:cs typeface="Nimbus Sans"/>
              </a:defRPr>
            </a:lvl4pPr>
            <a:lvl5pPr algn="ctr">
              <a:defRPr sz="1500" b="1">
                <a:solidFill>
                  <a:srgbClr val="9A5065"/>
                </a:solidFill>
                <a:latin typeface="Nimbus Sans"/>
                <a:ea typeface="Nimbus Sans"/>
                <a:cs typeface="Nimbus Sans"/>
              </a:defRPr>
            </a:lvl5pPr>
            <a:lvl6pPr algn="ctr">
              <a:defRPr sz="1500" b="1">
                <a:solidFill>
                  <a:srgbClr val="9A5065"/>
                </a:solidFill>
                <a:latin typeface="Nimbus Sans"/>
                <a:ea typeface="Nimbus Sans"/>
                <a:cs typeface="Nimbus Sans"/>
              </a:defRPr>
            </a:lvl6pPr>
            <a:lvl7pPr algn="ctr">
              <a:defRPr sz="1500" b="1">
                <a:solidFill>
                  <a:srgbClr val="9A5065"/>
                </a:solidFill>
                <a:latin typeface="Nimbus Sans"/>
                <a:ea typeface="Nimbus Sans"/>
                <a:cs typeface="Nimbus Sans"/>
              </a:defRPr>
            </a:lvl7pPr>
            <a:lvl8pPr algn="ctr">
              <a:defRPr sz="1500" b="1">
                <a:solidFill>
                  <a:srgbClr val="9A5065"/>
                </a:solidFill>
                <a:latin typeface="Nimbus Sans"/>
                <a:ea typeface="Nimbus Sans"/>
                <a:cs typeface="Nimbus Sans"/>
              </a:defRPr>
            </a:lvl8pPr>
            <a:lvl9pPr algn="ctr">
              <a:defRPr sz="1500" b="1">
                <a:solidFill>
                  <a:srgbClr val="9A5065"/>
                </a:solidFill>
                <a:latin typeface="Nimbus Sans"/>
                <a:ea typeface="Nimbus Sans"/>
                <a:cs typeface="Nimbus Sans"/>
              </a:defRPr>
            </a:lvl9pPr>
          </a:lstStyle>
          <a:p>
            <a:pPr algn="ctr">
              <a:defRPr sz="1500" b="1">
                <a:solidFill>
                  <a:srgbClr val="9A5065"/>
                </a:solidFill>
                <a:latin typeface="Nimbus Sans"/>
                <a:ea typeface="Nimbus Sans"/>
                <a:cs typeface="Nimbus Sans"/>
              </a:defRPr>
            </a:pPr>
            <a:r>
              <a:rPr sz="1250"/>
              <a:t>−0.3</a:t>
            </a:r>
          </a:p>
        </p:txBody>
      </p:sp>
      <p:sp>
        <p:nvSpPr>
          <p:cNvPr id="92" name="weight-3-0-2">
            <a:extLst>
              <a:ext uri="{FF2B5EF4-FFF2-40B4-BE49-F238E27FC236}">
                <a16:creationId xmlns:a16="http://schemas.microsoft.com/office/drawing/2014/main" id="{91E3EB75-FC2C-4271-9C5E-8F224F3ACC17}"/>
              </a:ext>
            </a:extLst>
          </p:cNvPr>
          <p:cNvSpPr>
            <a:spLocks noGrp="1"/>
          </p:cNvSpPr>
          <p:nvPr/>
        </p:nvSpPr>
        <p:spPr>
          <a:xfrm>
            <a:off x="8422374" y="2719234"/>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+0.1</a:t>
            </a:r>
          </a:p>
        </p:txBody>
      </p:sp>
      <p:sp>
        <p:nvSpPr>
          <p:cNvPr id="93" name="weight-3-1-2">
            <a:extLst>
              <a:ext uri="{FF2B5EF4-FFF2-40B4-BE49-F238E27FC236}">
                <a16:creationId xmlns:a16="http://schemas.microsoft.com/office/drawing/2014/main" id="{F8ECAEC2-AB06-43AA-95BA-502BC7FC3E22}"/>
              </a:ext>
            </a:extLst>
          </p:cNvPr>
          <p:cNvSpPr>
            <a:spLocks noGrp="1"/>
          </p:cNvSpPr>
          <p:nvPr/>
        </p:nvSpPr>
        <p:spPr>
          <a:xfrm>
            <a:off x="9494771" y="3598717"/>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+0.4</a:t>
            </a:r>
          </a:p>
        </p:txBody>
      </p:sp>
      <p:sp>
        <p:nvSpPr>
          <p:cNvPr id="94" name="weight-3-2-2">
            <a:extLst>
              <a:ext uri="{FF2B5EF4-FFF2-40B4-BE49-F238E27FC236}">
                <a16:creationId xmlns:a16="http://schemas.microsoft.com/office/drawing/2014/main" id="{203C8389-B942-4387-9226-B244BE2EAEF3}"/>
              </a:ext>
            </a:extLst>
          </p:cNvPr>
          <p:cNvSpPr>
            <a:spLocks noGrp="1"/>
          </p:cNvSpPr>
          <p:nvPr/>
        </p:nvSpPr>
        <p:spPr>
          <a:xfrm>
            <a:off x="9199296" y="3883035"/>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+0.2</a:t>
            </a:r>
          </a:p>
        </p:txBody>
      </p:sp>
      <p:sp>
        <p:nvSpPr>
          <p:cNvPr id="95" name="weight-3-3-2">
            <a:extLst>
              <a:ext uri="{FF2B5EF4-FFF2-40B4-BE49-F238E27FC236}">
                <a16:creationId xmlns:a16="http://schemas.microsoft.com/office/drawing/2014/main" id="{929F56FD-4E35-4DDA-A9D7-FF388F56DB61}"/>
              </a:ext>
            </a:extLst>
          </p:cNvPr>
          <p:cNvSpPr>
            <a:spLocks noGrp="1"/>
          </p:cNvSpPr>
          <p:nvPr/>
        </p:nvSpPr>
        <p:spPr>
          <a:xfrm>
            <a:off x="9157000" y="4253391"/>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+0.1</a:t>
            </a:r>
          </a:p>
        </p:txBody>
      </p:sp>
      <p:sp>
        <p:nvSpPr>
          <p:cNvPr id="96" name="weight-3-0-3">
            <a:extLst>
              <a:ext uri="{FF2B5EF4-FFF2-40B4-BE49-F238E27FC236}">
                <a16:creationId xmlns:a16="http://schemas.microsoft.com/office/drawing/2014/main" id="{E8B2A084-3156-49F0-84D3-42067A8857B9}"/>
              </a:ext>
            </a:extLst>
          </p:cNvPr>
          <p:cNvSpPr>
            <a:spLocks noGrp="1"/>
          </p:cNvSpPr>
          <p:nvPr/>
        </p:nvSpPr>
        <p:spPr>
          <a:xfrm>
            <a:off x="8428700" y="2918255"/>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9A5065"/>
                </a:solidFill>
                <a:latin typeface="Nimbus Sans"/>
                <a:ea typeface="Nimbus Sans"/>
                <a:cs typeface="Nimbus Sans"/>
              </a:defRPr>
            </a:defPPr>
            <a:lvl1pPr algn="ctr">
              <a:defRPr sz="1500" b="1">
                <a:solidFill>
                  <a:srgbClr val="9A5065"/>
                </a:solidFill>
                <a:latin typeface="Nimbus Sans"/>
                <a:ea typeface="Nimbus Sans"/>
                <a:cs typeface="Nimbus Sans"/>
              </a:defRPr>
            </a:lvl1pPr>
            <a:lvl2pPr algn="ctr">
              <a:defRPr sz="1500" b="1">
                <a:solidFill>
                  <a:srgbClr val="9A5065"/>
                </a:solidFill>
                <a:latin typeface="Nimbus Sans"/>
                <a:ea typeface="Nimbus Sans"/>
                <a:cs typeface="Nimbus Sans"/>
              </a:defRPr>
            </a:lvl2pPr>
            <a:lvl3pPr algn="ctr">
              <a:defRPr sz="1500" b="1">
                <a:solidFill>
                  <a:srgbClr val="9A5065"/>
                </a:solidFill>
                <a:latin typeface="Nimbus Sans"/>
                <a:ea typeface="Nimbus Sans"/>
                <a:cs typeface="Nimbus Sans"/>
              </a:defRPr>
            </a:lvl3pPr>
            <a:lvl4pPr algn="ctr">
              <a:defRPr sz="1500" b="1">
                <a:solidFill>
                  <a:srgbClr val="9A5065"/>
                </a:solidFill>
                <a:latin typeface="Nimbus Sans"/>
                <a:ea typeface="Nimbus Sans"/>
                <a:cs typeface="Nimbus Sans"/>
              </a:defRPr>
            </a:lvl4pPr>
            <a:lvl5pPr algn="ctr">
              <a:defRPr sz="1500" b="1">
                <a:solidFill>
                  <a:srgbClr val="9A5065"/>
                </a:solidFill>
                <a:latin typeface="Nimbus Sans"/>
                <a:ea typeface="Nimbus Sans"/>
                <a:cs typeface="Nimbus Sans"/>
              </a:defRPr>
            </a:lvl5pPr>
            <a:lvl6pPr algn="ctr">
              <a:defRPr sz="1500" b="1">
                <a:solidFill>
                  <a:srgbClr val="9A5065"/>
                </a:solidFill>
                <a:latin typeface="Nimbus Sans"/>
                <a:ea typeface="Nimbus Sans"/>
                <a:cs typeface="Nimbus Sans"/>
              </a:defRPr>
            </a:lvl6pPr>
            <a:lvl7pPr algn="ctr">
              <a:defRPr sz="1500" b="1">
                <a:solidFill>
                  <a:srgbClr val="9A5065"/>
                </a:solidFill>
                <a:latin typeface="Nimbus Sans"/>
                <a:ea typeface="Nimbus Sans"/>
                <a:cs typeface="Nimbus Sans"/>
              </a:defRPr>
            </a:lvl7pPr>
            <a:lvl8pPr algn="ctr">
              <a:defRPr sz="1500" b="1">
                <a:solidFill>
                  <a:srgbClr val="9A5065"/>
                </a:solidFill>
                <a:latin typeface="Nimbus Sans"/>
                <a:ea typeface="Nimbus Sans"/>
                <a:cs typeface="Nimbus Sans"/>
              </a:defRPr>
            </a:lvl8pPr>
            <a:lvl9pPr algn="ctr">
              <a:defRPr sz="1500" b="1">
                <a:solidFill>
                  <a:srgbClr val="9A5065"/>
                </a:solidFill>
                <a:latin typeface="Nimbus Sans"/>
                <a:ea typeface="Nimbus Sans"/>
                <a:cs typeface="Nimbus Sans"/>
              </a:defRPr>
            </a:lvl9pPr>
          </a:lstStyle>
          <a:p>
            <a:pPr algn="ctr">
              <a:defRPr sz="1500" b="1">
                <a:solidFill>
                  <a:srgbClr val="9A5065"/>
                </a:solidFill>
                <a:latin typeface="Nimbus Sans"/>
                <a:ea typeface="Nimbus Sans"/>
                <a:cs typeface="Nimbus Sans"/>
              </a:defRPr>
            </a:pPr>
            <a:r>
              <a:rPr sz="1250"/>
              <a:t>−0.5</a:t>
            </a:r>
          </a:p>
        </p:txBody>
      </p:sp>
      <p:sp>
        <p:nvSpPr>
          <p:cNvPr id="97" name="weight-3-1-3">
            <a:extLst>
              <a:ext uri="{FF2B5EF4-FFF2-40B4-BE49-F238E27FC236}">
                <a16:creationId xmlns:a16="http://schemas.microsoft.com/office/drawing/2014/main" id="{A0FF9C61-9572-4AB1-939A-0C476EAEABE1}"/>
              </a:ext>
            </a:extLst>
          </p:cNvPr>
          <p:cNvSpPr>
            <a:spLocks noGrp="1"/>
          </p:cNvSpPr>
          <p:nvPr/>
        </p:nvSpPr>
        <p:spPr>
          <a:xfrm>
            <a:off x="8425634" y="3574949"/>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9A5065"/>
                </a:solidFill>
                <a:latin typeface="Nimbus Sans"/>
                <a:ea typeface="Nimbus Sans"/>
                <a:cs typeface="Nimbus Sans"/>
              </a:defRPr>
            </a:defPPr>
            <a:lvl1pPr algn="ctr">
              <a:defRPr sz="1500" b="1">
                <a:solidFill>
                  <a:srgbClr val="9A5065"/>
                </a:solidFill>
                <a:latin typeface="Nimbus Sans"/>
                <a:ea typeface="Nimbus Sans"/>
                <a:cs typeface="Nimbus Sans"/>
              </a:defRPr>
            </a:lvl1pPr>
            <a:lvl2pPr algn="ctr">
              <a:defRPr sz="1500" b="1">
                <a:solidFill>
                  <a:srgbClr val="9A5065"/>
                </a:solidFill>
                <a:latin typeface="Nimbus Sans"/>
                <a:ea typeface="Nimbus Sans"/>
                <a:cs typeface="Nimbus Sans"/>
              </a:defRPr>
            </a:lvl2pPr>
            <a:lvl3pPr algn="ctr">
              <a:defRPr sz="1500" b="1">
                <a:solidFill>
                  <a:srgbClr val="9A5065"/>
                </a:solidFill>
                <a:latin typeface="Nimbus Sans"/>
                <a:ea typeface="Nimbus Sans"/>
                <a:cs typeface="Nimbus Sans"/>
              </a:defRPr>
            </a:lvl3pPr>
            <a:lvl4pPr algn="ctr">
              <a:defRPr sz="1500" b="1">
                <a:solidFill>
                  <a:srgbClr val="9A5065"/>
                </a:solidFill>
                <a:latin typeface="Nimbus Sans"/>
                <a:ea typeface="Nimbus Sans"/>
                <a:cs typeface="Nimbus Sans"/>
              </a:defRPr>
            </a:lvl4pPr>
            <a:lvl5pPr algn="ctr">
              <a:defRPr sz="1500" b="1">
                <a:solidFill>
                  <a:srgbClr val="9A5065"/>
                </a:solidFill>
                <a:latin typeface="Nimbus Sans"/>
                <a:ea typeface="Nimbus Sans"/>
                <a:cs typeface="Nimbus Sans"/>
              </a:defRPr>
            </a:lvl5pPr>
            <a:lvl6pPr algn="ctr">
              <a:defRPr sz="1500" b="1">
                <a:solidFill>
                  <a:srgbClr val="9A5065"/>
                </a:solidFill>
                <a:latin typeface="Nimbus Sans"/>
                <a:ea typeface="Nimbus Sans"/>
                <a:cs typeface="Nimbus Sans"/>
              </a:defRPr>
            </a:lvl6pPr>
            <a:lvl7pPr algn="ctr">
              <a:defRPr sz="1500" b="1">
                <a:solidFill>
                  <a:srgbClr val="9A5065"/>
                </a:solidFill>
                <a:latin typeface="Nimbus Sans"/>
                <a:ea typeface="Nimbus Sans"/>
                <a:cs typeface="Nimbus Sans"/>
              </a:defRPr>
            </a:lvl7pPr>
            <a:lvl8pPr algn="ctr">
              <a:defRPr sz="1500" b="1">
                <a:solidFill>
                  <a:srgbClr val="9A5065"/>
                </a:solidFill>
                <a:latin typeface="Nimbus Sans"/>
                <a:ea typeface="Nimbus Sans"/>
                <a:cs typeface="Nimbus Sans"/>
              </a:defRPr>
            </a:lvl8pPr>
            <a:lvl9pPr algn="ctr">
              <a:defRPr sz="1500" b="1">
                <a:solidFill>
                  <a:srgbClr val="9A5065"/>
                </a:solidFill>
                <a:latin typeface="Nimbus Sans"/>
                <a:ea typeface="Nimbus Sans"/>
                <a:cs typeface="Nimbus Sans"/>
              </a:defRPr>
            </a:lvl9pPr>
          </a:lstStyle>
          <a:p>
            <a:pPr algn="ctr">
              <a:defRPr sz="1500" b="1">
                <a:solidFill>
                  <a:srgbClr val="9A5065"/>
                </a:solidFill>
                <a:latin typeface="Nimbus Sans"/>
                <a:ea typeface="Nimbus Sans"/>
                <a:cs typeface="Nimbus Sans"/>
              </a:defRPr>
            </a:pPr>
            <a:r>
              <a:rPr sz="1250"/>
              <a:t>−0.4</a:t>
            </a:r>
          </a:p>
        </p:txBody>
      </p:sp>
      <p:sp>
        <p:nvSpPr>
          <p:cNvPr id="98" name="weight-3-2-3">
            <a:extLst>
              <a:ext uri="{FF2B5EF4-FFF2-40B4-BE49-F238E27FC236}">
                <a16:creationId xmlns:a16="http://schemas.microsoft.com/office/drawing/2014/main" id="{EA62C9C4-9A4C-4A53-909E-4786142D1D41}"/>
              </a:ext>
            </a:extLst>
          </p:cNvPr>
          <p:cNvSpPr>
            <a:spLocks noGrp="1"/>
          </p:cNvSpPr>
          <p:nvPr/>
        </p:nvSpPr>
        <p:spPr>
          <a:xfrm>
            <a:off x="9493250" y="4412589"/>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9A5065"/>
                </a:solidFill>
                <a:latin typeface="Nimbus Sans"/>
                <a:ea typeface="Nimbus Sans"/>
                <a:cs typeface="Nimbus Sans"/>
              </a:defRPr>
            </a:defPPr>
            <a:lvl1pPr algn="ctr">
              <a:defRPr sz="1500" b="1">
                <a:solidFill>
                  <a:srgbClr val="9A5065"/>
                </a:solidFill>
                <a:latin typeface="Nimbus Sans"/>
                <a:ea typeface="Nimbus Sans"/>
                <a:cs typeface="Nimbus Sans"/>
              </a:defRPr>
            </a:lvl1pPr>
            <a:lvl2pPr algn="ctr">
              <a:defRPr sz="1500" b="1">
                <a:solidFill>
                  <a:srgbClr val="9A5065"/>
                </a:solidFill>
                <a:latin typeface="Nimbus Sans"/>
                <a:ea typeface="Nimbus Sans"/>
                <a:cs typeface="Nimbus Sans"/>
              </a:defRPr>
            </a:lvl2pPr>
            <a:lvl3pPr algn="ctr">
              <a:defRPr sz="1500" b="1">
                <a:solidFill>
                  <a:srgbClr val="9A5065"/>
                </a:solidFill>
                <a:latin typeface="Nimbus Sans"/>
                <a:ea typeface="Nimbus Sans"/>
                <a:cs typeface="Nimbus Sans"/>
              </a:defRPr>
            </a:lvl3pPr>
            <a:lvl4pPr algn="ctr">
              <a:defRPr sz="1500" b="1">
                <a:solidFill>
                  <a:srgbClr val="9A5065"/>
                </a:solidFill>
                <a:latin typeface="Nimbus Sans"/>
                <a:ea typeface="Nimbus Sans"/>
                <a:cs typeface="Nimbus Sans"/>
              </a:defRPr>
            </a:lvl4pPr>
            <a:lvl5pPr algn="ctr">
              <a:defRPr sz="1500" b="1">
                <a:solidFill>
                  <a:srgbClr val="9A5065"/>
                </a:solidFill>
                <a:latin typeface="Nimbus Sans"/>
                <a:ea typeface="Nimbus Sans"/>
                <a:cs typeface="Nimbus Sans"/>
              </a:defRPr>
            </a:lvl5pPr>
            <a:lvl6pPr algn="ctr">
              <a:defRPr sz="1500" b="1">
                <a:solidFill>
                  <a:srgbClr val="9A5065"/>
                </a:solidFill>
                <a:latin typeface="Nimbus Sans"/>
                <a:ea typeface="Nimbus Sans"/>
                <a:cs typeface="Nimbus Sans"/>
              </a:defRPr>
            </a:lvl6pPr>
            <a:lvl7pPr algn="ctr">
              <a:defRPr sz="1500" b="1">
                <a:solidFill>
                  <a:srgbClr val="9A5065"/>
                </a:solidFill>
                <a:latin typeface="Nimbus Sans"/>
                <a:ea typeface="Nimbus Sans"/>
                <a:cs typeface="Nimbus Sans"/>
              </a:defRPr>
            </a:lvl7pPr>
            <a:lvl8pPr algn="ctr">
              <a:defRPr sz="1500" b="1">
                <a:solidFill>
                  <a:srgbClr val="9A5065"/>
                </a:solidFill>
                <a:latin typeface="Nimbus Sans"/>
                <a:ea typeface="Nimbus Sans"/>
                <a:cs typeface="Nimbus Sans"/>
              </a:defRPr>
            </a:lvl8pPr>
            <a:lvl9pPr algn="ctr">
              <a:defRPr sz="1500" b="1">
                <a:solidFill>
                  <a:srgbClr val="9A5065"/>
                </a:solidFill>
                <a:latin typeface="Nimbus Sans"/>
                <a:ea typeface="Nimbus Sans"/>
                <a:cs typeface="Nimbus Sans"/>
              </a:defRPr>
            </a:lvl9pPr>
          </a:lstStyle>
          <a:p>
            <a:pPr algn="ctr">
              <a:defRPr sz="1500" b="1">
                <a:solidFill>
                  <a:srgbClr val="9A5065"/>
                </a:solidFill>
                <a:latin typeface="Nimbus Sans"/>
                <a:ea typeface="Nimbus Sans"/>
                <a:cs typeface="Nimbus Sans"/>
              </a:defRPr>
            </a:pPr>
            <a:r>
              <a:rPr sz="1250"/>
              <a:t>−0.2</a:t>
            </a:r>
          </a:p>
        </p:txBody>
      </p:sp>
      <p:sp>
        <p:nvSpPr>
          <p:cNvPr id="99" name="weight-3-3-3">
            <a:extLst>
              <a:ext uri="{FF2B5EF4-FFF2-40B4-BE49-F238E27FC236}">
                <a16:creationId xmlns:a16="http://schemas.microsoft.com/office/drawing/2014/main" id="{B55B0DAE-B7C7-4082-A236-9150C42C989C}"/>
              </a:ext>
            </a:extLst>
          </p:cNvPr>
          <p:cNvSpPr>
            <a:spLocks noGrp="1"/>
          </p:cNvSpPr>
          <p:nvPr/>
        </p:nvSpPr>
        <p:spPr>
          <a:xfrm>
            <a:off x="8886142" y="4783494"/>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+0.3</a:t>
            </a:r>
          </a:p>
        </p:txBody>
      </p:sp>
      <p:sp>
        <p:nvSpPr>
          <p:cNvPr id="100" name="weight-3-0-4">
            <a:extLst>
              <a:ext uri="{FF2B5EF4-FFF2-40B4-BE49-F238E27FC236}">
                <a16:creationId xmlns:a16="http://schemas.microsoft.com/office/drawing/2014/main" id="{46BC8813-E79C-4AFA-AAEB-F5A9CC860C7A}"/>
              </a:ext>
            </a:extLst>
          </p:cNvPr>
          <p:cNvSpPr>
            <a:spLocks noGrp="1"/>
          </p:cNvSpPr>
          <p:nvPr/>
        </p:nvSpPr>
        <p:spPr>
          <a:xfrm>
            <a:off x="9584657" y="4676092"/>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+0.2</a:t>
            </a:r>
          </a:p>
        </p:txBody>
      </p:sp>
      <p:sp>
        <p:nvSpPr>
          <p:cNvPr id="101" name="weight-3-1-4">
            <a:extLst>
              <a:ext uri="{FF2B5EF4-FFF2-40B4-BE49-F238E27FC236}">
                <a16:creationId xmlns:a16="http://schemas.microsoft.com/office/drawing/2014/main" id="{2C1B78CE-52CB-464E-ACCF-FB2B1D133B56}"/>
              </a:ext>
            </a:extLst>
          </p:cNvPr>
          <p:cNvSpPr>
            <a:spLocks noGrp="1"/>
          </p:cNvSpPr>
          <p:nvPr/>
        </p:nvSpPr>
        <p:spPr>
          <a:xfrm>
            <a:off x="9553780" y="4834440"/>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+0.8</a:t>
            </a:r>
          </a:p>
        </p:txBody>
      </p:sp>
      <p:sp>
        <p:nvSpPr>
          <p:cNvPr id="102" name="weight-3-2-4">
            <a:extLst>
              <a:ext uri="{FF2B5EF4-FFF2-40B4-BE49-F238E27FC236}">
                <a16:creationId xmlns:a16="http://schemas.microsoft.com/office/drawing/2014/main" id="{A6295D8B-6BD1-4671-943B-6A7FE17FA2B4}"/>
              </a:ext>
            </a:extLst>
          </p:cNvPr>
          <p:cNvSpPr>
            <a:spLocks noGrp="1"/>
          </p:cNvSpPr>
          <p:nvPr/>
        </p:nvSpPr>
        <p:spPr>
          <a:xfrm>
            <a:off x="9517847" y="5015231"/>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+0.8</a:t>
            </a:r>
          </a:p>
        </p:txBody>
      </p:sp>
      <p:sp>
        <p:nvSpPr>
          <p:cNvPr id="103" name="weight-3-3-4">
            <a:extLst>
              <a:ext uri="{FF2B5EF4-FFF2-40B4-BE49-F238E27FC236}">
                <a16:creationId xmlns:a16="http://schemas.microsoft.com/office/drawing/2014/main" id="{3145EA7B-127F-40AF-95BA-A86C0758D6FC}"/>
              </a:ext>
            </a:extLst>
          </p:cNvPr>
          <p:cNvSpPr>
            <a:spLocks noGrp="1"/>
          </p:cNvSpPr>
          <p:nvPr/>
        </p:nvSpPr>
        <p:spPr>
          <a:xfrm>
            <a:off x="8973344" y="5159375"/>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9A5065"/>
                </a:solidFill>
                <a:latin typeface="Nimbus Sans"/>
                <a:ea typeface="Nimbus Sans"/>
                <a:cs typeface="Nimbus Sans"/>
              </a:defRPr>
            </a:defPPr>
            <a:lvl1pPr algn="ctr">
              <a:defRPr sz="1500" b="1">
                <a:solidFill>
                  <a:srgbClr val="9A5065"/>
                </a:solidFill>
                <a:latin typeface="Nimbus Sans"/>
                <a:ea typeface="Nimbus Sans"/>
                <a:cs typeface="Nimbus Sans"/>
              </a:defRPr>
            </a:lvl1pPr>
            <a:lvl2pPr algn="ctr">
              <a:defRPr sz="1500" b="1">
                <a:solidFill>
                  <a:srgbClr val="9A5065"/>
                </a:solidFill>
                <a:latin typeface="Nimbus Sans"/>
                <a:ea typeface="Nimbus Sans"/>
                <a:cs typeface="Nimbus Sans"/>
              </a:defRPr>
            </a:lvl2pPr>
            <a:lvl3pPr algn="ctr">
              <a:defRPr sz="1500" b="1">
                <a:solidFill>
                  <a:srgbClr val="9A5065"/>
                </a:solidFill>
                <a:latin typeface="Nimbus Sans"/>
                <a:ea typeface="Nimbus Sans"/>
                <a:cs typeface="Nimbus Sans"/>
              </a:defRPr>
            </a:lvl3pPr>
            <a:lvl4pPr algn="ctr">
              <a:defRPr sz="1500" b="1">
                <a:solidFill>
                  <a:srgbClr val="9A5065"/>
                </a:solidFill>
                <a:latin typeface="Nimbus Sans"/>
                <a:ea typeface="Nimbus Sans"/>
                <a:cs typeface="Nimbus Sans"/>
              </a:defRPr>
            </a:lvl4pPr>
            <a:lvl5pPr algn="ctr">
              <a:defRPr sz="1500" b="1">
                <a:solidFill>
                  <a:srgbClr val="9A5065"/>
                </a:solidFill>
                <a:latin typeface="Nimbus Sans"/>
                <a:ea typeface="Nimbus Sans"/>
                <a:cs typeface="Nimbus Sans"/>
              </a:defRPr>
            </a:lvl5pPr>
            <a:lvl6pPr algn="ctr">
              <a:defRPr sz="1500" b="1">
                <a:solidFill>
                  <a:srgbClr val="9A5065"/>
                </a:solidFill>
                <a:latin typeface="Nimbus Sans"/>
                <a:ea typeface="Nimbus Sans"/>
                <a:cs typeface="Nimbus Sans"/>
              </a:defRPr>
            </a:lvl6pPr>
            <a:lvl7pPr algn="ctr">
              <a:defRPr sz="1500" b="1">
                <a:solidFill>
                  <a:srgbClr val="9A5065"/>
                </a:solidFill>
                <a:latin typeface="Nimbus Sans"/>
                <a:ea typeface="Nimbus Sans"/>
                <a:cs typeface="Nimbus Sans"/>
              </a:defRPr>
            </a:lvl7pPr>
            <a:lvl8pPr algn="ctr">
              <a:defRPr sz="1500" b="1">
                <a:solidFill>
                  <a:srgbClr val="9A5065"/>
                </a:solidFill>
                <a:latin typeface="Nimbus Sans"/>
                <a:ea typeface="Nimbus Sans"/>
                <a:cs typeface="Nimbus Sans"/>
              </a:defRPr>
            </a:lvl8pPr>
            <a:lvl9pPr algn="ctr">
              <a:defRPr sz="1500" b="1">
                <a:solidFill>
                  <a:srgbClr val="9A5065"/>
                </a:solidFill>
                <a:latin typeface="Nimbus Sans"/>
                <a:ea typeface="Nimbus Sans"/>
                <a:cs typeface="Nimbus Sans"/>
              </a:defRPr>
            </a:lvl9pPr>
          </a:lstStyle>
          <a:p>
            <a:pPr algn="ctr">
              <a:defRPr sz="1500" b="1">
                <a:solidFill>
                  <a:srgbClr val="9A5065"/>
                </a:solidFill>
                <a:latin typeface="Nimbus Sans"/>
                <a:ea typeface="Nimbus Sans"/>
                <a:cs typeface="Nimbus Sans"/>
              </a:defRPr>
            </a:pPr>
            <a:r>
              <a:rPr sz="1250"/>
              <a:t>−0.6</a:t>
            </a:r>
          </a:p>
        </p:txBody>
      </p:sp>
    </p:spTree>
    <p:extLst>
      <p:ext uri="{BB962C8B-B14F-4D97-AF65-F5344CB8AC3E}">
        <p14:creationId xmlns:p14="http://schemas.microsoft.com/office/powerpoint/2010/main" val="7659741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8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8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8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8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8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8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8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90"/>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9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9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9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94"/>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95"/>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96"/>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97"/>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98"/>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99"/>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00"/>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01"/>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02"/>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title">
            <a:extLst>
              <a:ext uri="{FF2B5EF4-FFF2-40B4-BE49-F238E27FC236}">
                <a16:creationId xmlns:a16="http://schemas.microsoft.com/office/drawing/2014/main" id="{2A711AEA-5E5D-4E2F-A2B0-463B43AA5D55}"/>
              </a:ext>
            </a:extLst>
          </p:cNvPr>
          <p:cNvSpPr>
            <a:spLocks noGrp="1"/>
          </p:cNvSpPr>
          <p:nvPr/>
        </p:nvSpPr>
        <p:spPr>
          <a:xfrm>
            <a:off x="635000" y="381000"/>
            <a:ext cx="10922000" cy="508000"/>
          </a:xfrm>
          <a:prstGeom prst="rect">
            <a:avLst/>
          </a:prstGeom>
          <a:noFill/>
          <a:ln w="0">
            <a:noFill/>
            <a:prstDash val="solid"/>
          </a:ln>
        </p:spPr>
        <p:txBody>
          <a:bodyPr wrap="none" lIns="0" tIns="0" rIns="0" bIns="0" anchor="ctr">
            <a:normAutofit/>
          </a:bodyPr>
          <a:lstStyle>
            <a:defPPr algn="ctr">
              <a:defRPr sz="3600" b="1">
                <a:solidFill>
                  <a:srgbClr val="25364A"/>
                </a:solidFill>
                <a:latin typeface="Nimbus Sans"/>
                <a:ea typeface="Nimbus Sans"/>
                <a:cs typeface="Nimbus Sans"/>
              </a:defRPr>
            </a:defPPr>
            <a:lvl1pPr algn="ctr">
              <a:defRPr sz="3600" b="1">
                <a:solidFill>
                  <a:srgbClr val="25364A"/>
                </a:solidFill>
                <a:latin typeface="Nimbus Sans"/>
                <a:ea typeface="Nimbus Sans"/>
                <a:cs typeface="Nimbus Sans"/>
              </a:defRPr>
            </a:lvl1pPr>
            <a:lvl2pPr algn="ctr">
              <a:defRPr sz="3600" b="1">
                <a:solidFill>
                  <a:srgbClr val="25364A"/>
                </a:solidFill>
                <a:latin typeface="Nimbus Sans"/>
                <a:ea typeface="Nimbus Sans"/>
                <a:cs typeface="Nimbus Sans"/>
              </a:defRPr>
            </a:lvl2pPr>
            <a:lvl3pPr algn="ctr">
              <a:defRPr sz="3600" b="1">
                <a:solidFill>
                  <a:srgbClr val="25364A"/>
                </a:solidFill>
                <a:latin typeface="Nimbus Sans"/>
                <a:ea typeface="Nimbus Sans"/>
                <a:cs typeface="Nimbus Sans"/>
              </a:defRPr>
            </a:lvl3pPr>
            <a:lvl4pPr algn="ctr">
              <a:defRPr sz="3600" b="1">
                <a:solidFill>
                  <a:srgbClr val="25364A"/>
                </a:solidFill>
                <a:latin typeface="Nimbus Sans"/>
                <a:ea typeface="Nimbus Sans"/>
                <a:cs typeface="Nimbus Sans"/>
              </a:defRPr>
            </a:lvl4pPr>
            <a:lvl5pPr algn="ctr">
              <a:defRPr sz="3600" b="1">
                <a:solidFill>
                  <a:srgbClr val="25364A"/>
                </a:solidFill>
                <a:latin typeface="Nimbus Sans"/>
                <a:ea typeface="Nimbus Sans"/>
                <a:cs typeface="Nimbus Sans"/>
              </a:defRPr>
            </a:lvl5pPr>
            <a:lvl6pPr algn="ctr">
              <a:defRPr sz="3600" b="1">
                <a:solidFill>
                  <a:srgbClr val="25364A"/>
                </a:solidFill>
                <a:latin typeface="Nimbus Sans"/>
                <a:ea typeface="Nimbus Sans"/>
                <a:cs typeface="Nimbus Sans"/>
              </a:defRPr>
            </a:lvl6pPr>
            <a:lvl7pPr algn="ctr">
              <a:defRPr sz="3600" b="1">
                <a:solidFill>
                  <a:srgbClr val="25364A"/>
                </a:solidFill>
                <a:latin typeface="Nimbus Sans"/>
                <a:ea typeface="Nimbus Sans"/>
                <a:cs typeface="Nimbus Sans"/>
              </a:defRPr>
            </a:lvl7pPr>
            <a:lvl8pPr algn="ctr">
              <a:defRPr sz="3600" b="1">
                <a:solidFill>
                  <a:srgbClr val="25364A"/>
                </a:solidFill>
                <a:latin typeface="Nimbus Sans"/>
                <a:ea typeface="Nimbus Sans"/>
                <a:cs typeface="Nimbus Sans"/>
              </a:defRPr>
            </a:lvl8pPr>
            <a:lvl9pPr algn="ctr">
              <a:defRPr sz="3600" b="1">
                <a:solidFill>
                  <a:srgbClr val="25364A"/>
                </a:solidFill>
                <a:latin typeface="Nimbus Sans"/>
                <a:ea typeface="Nimbus Sans"/>
                <a:cs typeface="Nimbus Sans"/>
              </a:defRPr>
            </a:lvl9pPr>
          </a:lstStyle>
          <a:p>
            <a:pPr algn="ctr">
              <a:defRPr sz="3600" b="1">
                <a:solidFill>
                  <a:srgbClr val="25364A"/>
                </a:solidFill>
                <a:latin typeface="Nimbus Sans"/>
                <a:ea typeface="Nimbus Sans"/>
                <a:cs typeface="Nimbus Sans"/>
              </a:defRPr>
            </a:pPr>
            <a:r>
              <a:rPr sz="3000"/>
              <a:t>Forward propagation</a:t>
            </a:r>
          </a:p>
        </p:txBody>
      </p:sp>
      <p:sp>
        <p:nvSpPr>
          <p:cNvPr id="2" name="edge-0-0-0">
            <a:extLst>
              <a:ext uri="{FF2B5EF4-FFF2-40B4-BE49-F238E27FC236}">
                <a16:creationId xmlns:a16="http://schemas.microsoft.com/office/drawing/2014/main" id="{F62752E8-7684-4DB0-BF82-B9A42FE76BD7}"/>
              </a:ext>
            </a:extLst>
          </p:cNvPr>
          <p:cNvSpPr>
            <a:spLocks noGrp="1"/>
          </p:cNvSpPr>
          <p:nvPr/>
        </p:nvSpPr>
        <p:spPr>
          <a:xfrm flipV="1">
            <a:off x="1990990" y="2856153"/>
            <a:ext cx="1494895" cy="359883"/>
          </a:xfrm>
          <a:prstGeom prst="line">
            <a:avLst/>
          </a:prstGeom>
          <a:noFill/>
          <a:ln w="11906">
            <a:solidFill>
              <a:srgbClr val="A8B4C2"/>
            </a:solidFill>
            <a:prstDash val="solid"/>
          </a:ln>
        </p:spPr>
        <p:txBody>
          <a:bodyPr/>
          <a:lstStyle/>
          <a:p>
            <a:endParaRPr lang="en-US" sz="1500"/>
          </a:p>
        </p:txBody>
      </p:sp>
      <p:sp>
        <p:nvSpPr>
          <p:cNvPr id="3" name="edge-0-1-0">
            <a:extLst>
              <a:ext uri="{FF2B5EF4-FFF2-40B4-BE49-F238E27FC236}">
                <a16:creationId xmlns:a16="http://schemas.microsoft.com/office/drawing/2014/main" id="{8B69BA0E-CA3C-4FA0-8B01-5383EB223270}"/>
              </a:ext>
            </a:extLst>
          </p:cNvPr>
          <p:cNvSpPr>
            <a:spLocks noGrp="1"/>
          </p:cNvSpPr>
          <p:nvPr/>
        </p:nvSpPr>
        <p:spPr>
          <a:xfrm flipV="1">
            <a:off x="1927668" y="2985794"/>
            <a:ext cx="1621540" cy="1291226"/>
          </a:xfrm>
          <a:prstGeom prst="line">
            <a:avLst/>
          </a:prstGeom>
          <a:noFill/>
          <a:ln w="11906">
            <a:solidFill>
              <a:srgbClr val="A8B4C2"/>
            </a:solidFill>
            <a:prstDash val="solid"/>
          </a:ln>
        </p:spPr>
        <p:txBody>
          <a:bodyPr/>
          <a:lstStyle/>
          <a:p>
            <a:endParaRPr lang="en-US" sz="1500"/>
          </a:p>
        </p:txBody>
      </p:sp>
      <p:sp>
        <p:nvSpPr>
          <p:cNvPr id="4" name="edge-0-0-1">
            <a:extLst>
              <a:ext uri="{FF2B5EF4-FFF2-40B4-BE49-F238E27FC236}">
                <a16:creationId xmlns:a16="http://schemas.microsoft.com/office/drawing/2014/main" id="{F9D30CA8-92B1-4235-B220-C69C55DFE430}"/>
              </a:ext>
            </a:extLst>
          </p:cNvPr>
          <p:cNvSpPr>
            <a:spLocks noGrp="1"/>
          </p:cNvSpPr>
          <p:nvPr/>
        </p:nvSpPr>
        <p:spPr>
          <a:xfrm>
            <a:off x="1990990" y="3372090"/>
            <a:ext cx="1494895" cy="359883"/>
          </a:xfrm>
          <a:prstGeom prst="line">
            <a:avLst/>
          </a:prstGeom>
          <a:noFill/>
          <a:ln w="11906">
            <a:solidFill>
              <a:srgbClr val="A8B4C2"/>
            </a:solidFill>
            <a:prstDash val="solid"/>
          </a:ln>
        </p:spPr>
        <p:txBody>
          <a:bodyPr/>
          <a:lstStyle/>
          <a:p>
            <a:endParaRPr lang="en-US" sz="1500"/>
          </a:p>
        </p:txBody>
      </p:sp>
      <p:sp>
        <p:nvSpPr>
          <p:cNvPr id="5" name="edge-0-1-1">
            <a:extLst>
              <a:ext uri="{FF2B5EF4-FFF2-40B4-BE49-F238E27FC236}">
                <a16:creationId xmlns:a16="http://schemas.microsoft.com/office/drawing/2014/main" id="{800A252B-8611-43EF-8612-CF7BD026263C}"/>
              </a:ext>
            </a:extLst>
          </p:cNvPr>
          <p:cNvSpPr>
            <a:spLocks noGrp="1"/>
          </p:cNvSpPr>
          <p:nvPr/>
        </p:nvSpPr>
        <p:spPr>
          <a:xfrm flipV="1">
            <a:off x="1984865" y="3910107"/>
            <a:ext cx="1507146" cy="474472"/>
          </a:xfrm>
          <a:prstGeom prst="line">
            <a:avLst/>
          </a:prstGeom>
          <a:noFill/>
          <a:ln w="11906">
            <a:solidFill>
              <a:srgbClr val="A8B4C2"/>
            </a:solidFill>
            <a:prstDash val="solid"/>
          </a:ln>
        </p:spPr>
        <p:txBody>
          <a:bodyPr/>
          <a:lstStyle/>
          <a:p>
            <a:endParaRPr lang="en-US" sz="1500"/>
          </a:p>
        </p:txBody>
      </p:sp>
      <p:sp>
        <p:nvSpPr>
          <p:cNvPr id="6" name="edge-0-0-2">
            <a:extLst>
              <a:ext uri="{FF2B5EF4-FFF2-40B4-BE49-F238E27FC236}">
                <a16:creationId xmlns:a16="http://schemas.microsoft.com/office/drawing/2014/main" id="{4E72EDB7-24B5-4CBB-86A0-F56EE37D4480}"/>
              </a:ext>
            </a:extLst>
          </p:cNvPr>
          <p:cNvSpPr>
            <a:spLocks noGrp="1"/>
          </p:cNvSpPr>
          <p:nvPr/>
        </p:nvSpPr>
        <p:spPr>
          <a:xfrm>
            <a:off x="1937135" y="3489250"/>
            <a:ext cx="1602605" cy="1157437"/>
          </a:xfrm>
          <a:prstGeom prst="line">
            <a:avLst/>
          </a:prstGeom>
          <a:noFill/>
          <a:ln w="11906">
            <a:solidFill>
              <a:srgbClr val="A8B4C2"/>
            </a:solidFill>
            <a:prstDash val="solid"/>
          </a:ln>
        </p:spPr>
        <p:txBody>
          <a:bodyPr/>
          <a:lstStyle/>
          <a:p>
            <a:endParaRPr lang="en-US" sz="1500"/>
          </a:p>
        </p:txBody>
      </p:sp>
      <p:sp>
        <p:nvSpPr>
          <p:cNvPr id="7" name="edge-0-1-2">
            <a:extLst>
              <a:ext uri="{FF2B5EF4-FFF2-40B4-BE49-F238E27FC236}">
                <a16:creationId xmlns:a16="http://schemas.microsoft.com/office/drawing/2014/main" id="{BC6DD311-05FA-4A7E-82B3-0F4CB286D814}"/>
              </a:ext>
            </a:extLst>
          </p:cNvPr>
          <p:cNvSpPr>
            <a:spLocks noGrp="1"/>
          </p:cNvSpPr>
          <p:nvPr/>
        </p:nvSpPr>
        <p:spPr>
          <a:xfrm>
            <a:off x="1995714" y="4539495"/>
            <a:ext cx="1485447" cy="247574"/>
          </a:xfrm>
          <a:prstGeom prst="line">
            <a:avLst/>
          </a:prstGeom>
          <a:noFill/>
          <a:ln w="11906">
            <a:solidFill>
              <a:srgbClr val="A8B4C2"/>
            </a:solidFill>
            <a:prstDash val="solid"/>
          </a:ln>
        </p:spPr>
        <p:txBody>
          <a:bodyPr/>
          <a:lstStyle/>
          <a:p>
            <a:endParaRPr lang="en-US" sz="1500"/>
          </a:p>
        </p:txBody>
      </p:sp>
      <p:sp>
        <p:nvSpPr>
          <p:cNvPr id="8" name="edge-1-0-0">
            <a:extLst>
              <a:ext uri="{FF2B5EF4-FFF2-40B4-BE49-F238E27FC236}">
                <a16:creationId xmlns:a16="http://schemas.microsoft.com/office/drawing/2014/main" id="{9AFCCDAD-A5F6-44F2-A97A-2435E19F66EA}"/>
              </a:ext>
            </a:extLst>
          </p:cNvPr>
          <p:cNvSpPr>
            <a:spLocks noGrp="1"/>
          </p:cNvSpPr>
          <p:nvPr/>
        </p:nvSpPr>
        <p:spPr>
          <a:xfrm>
            <a:off x="4136667" y="2844669"/>
            <a:ext cx="1489793" cy="303476"/>
          </a:xfrm>
          <a:prstGeom prst="line">
            <a:avLst/>
          </a:prstGeom>
          <a:noFill/>
          <a:ln w="11906">
            <a:solidFill>
              <a:srgbClr val="A8B4C2"/>
            </a:solidFill>
            <a:prstDash val="solid"/>
          </a:ln>
        </p:spPr>
        <p:txBody>
          <a:bodyPr/>
          <a:lstStyle/>
          <a:p>
            <a:endParaRPr lang="en-US" sz="1500"/>
          </a:p>
        </p:txBody>
      </p:sp>
      <p:sp>
        <p:nvSpPr>
          <p:cNvPr id="9" name="edge-1-1-0">
            <a:extLst>
              <a:ext uri="{FF2B5EF4-FFF2-40B4-BE49-F238E27FC236}">
                <a16:creationId xmlns:a16="http://schemas.microsoft.com/office/drawing/2014/main" id="{936CEE6D-5857-4A06-8B5E-0B0A865DC947}"/>
              </a:ext>
            </a:extLst>
          </p:cNvPr>
          <p:cNvSpPr>
            <a:spLocks noGrp="1"/>
          </p:cNvSpPr>
          <p:nvPr/>
        </p:nvSpPr>
        <p:spPr>
          <a:xfrm flipV="1">
            <a:off x="4131213" y="3303914"/>
            <a:ext cx="1500699" cy="416861"/>
          </a:xfrm>
          <a:prstGeom prst="line">
            <a:avLst/>
          </a:prstGeom>
          <a:noFill/>
          <a:ln w="11906">
            <a:solidFill>
              <a:srgbClr val="A8B4C2"/>
            </a:solidFill>
            <a:prstDash val="solid"/>
          </a:ln>
        </p:spPr>
        <p:txBody>
          <a:bodyPr/>
          <a:lstStyle/>
          <a:p>
            <a:endParaRPr lang="en-US" sz="1500"/>
          </a:p>
        </p:txBody>
      </p:sp>
      <p:sp>
        <p:nvSpPr>
          <p:cNvPr id="10" name="edge-1-2-0">
            <a:extLst>
              <a:ext uri="{FF2B5EF4-FFF2-40B4-BE49-F238E27FC236}">
                <a16:creationId xmlns:a16="http://schemas.microsoft.com/office/drawing/2014/main" id="{CCA32EA3-3FAE-4D28-96AE-281C25095619}"/>
              </a:ext>
            </a:extLst>
          </p:cNvPr>
          <p:cNvSpPr>
            <a:spLocks noGrp="1"/>
          </p:cNvSpPr>
          <p:nvPr/>
        </p:nvSpPr>
        <p:spPr>
          <a:xfrm flipV="1">
            <a:off x="4075516" y="3416283"/>
            <a:ext cx="1612094" cy="1223998"/>
          </a:xfrm>
          <a:prstGeom prst="line">
            <a:avLst/>
          </a:prstGeom>
          <a:noFill/>
          <a:ln w="11906">
            <a:solidFill>
              <a:srgbClr val="A8B4C2"/>
            </a:solidFill>
            <a:prstDash val="solid"/>
          </a:ln>
        </p:spPr>
        <p:txBody>
          <a:bodyPr/>
          <a:lstStyle/>
          <a:p>
            <a:endParaRPr lang="en-US" sz="1500"/>
          </a:p>
        </p:txBody>
      </p:sp>
      <p:sp>
        <p:nvSpPr>
          <p:cNvPr id="11" name="edge-1-0-1">
            <a:extLst>
              <a:ext uri="{FF2B5EF4-FFF2-40B4-BE49-F238E27FC236}">
                <a16:creationId xmlns:a16="http://schemas.microsoft.com/office/drawing/2014/main" id="{6925B358-2AEB-45B8-8E3A-B4C17631A93E}"/>
              </a:ext>
            </a:extLst>
          </p:cNvPr>
          <p:cNvSpPr>
            <a:spLocks noGrp="1"/>
          </p:cNvSpPr>
          <p:nvPr/>
        </p:nvSpPr>
        <p:spPr>
          <a:xfrm>
            <a:off x="4075516" y="2979720"/>
            <a:ext cx="1612094" cy="1223998"/>
          </a:xfrm>
          <a:prstGeom prst="line">
            <a:avLst/>
          </a:prstGeom>
          <a:noFill/>
          <a:ln w="11906">
            <a:solidFill>
              <a:srgbClr val="A8B4C2"/>
            </a:solidFill>
            <a:prstDash val="solid"/>
          </a:ln>
        </p:spPr>
        <p:txBody>
          <a:bodyPr/>
          <a:lstStyle/>
          <a:p>
            <a:endParaRPr lang="en-US" sz="1500"/>
          </a:p>
        </p:txBody>
      </p:sp>
      <p:sp>
        <p:nvSpPr>
          <p:cNvPr id="12" name="edge-1-1-1">
            <a:extLst>
              <a:ext uri="{FF2B5EF4-FFF2-40B4-BE49-F238E27FC236}">
                <a16:creationId xmlns:a16="http://schemas.microsoft.com/office/drawing/2014/main" id="{2201682A-B16B-4FEB-BDCE-30C3548F5BA0}"/>
              </a:ext>
            </a:extLst>
          </p:cNvPr>
          <p:cNvSpPr>
            <a:spLocks noGrp="1"/>
          </p:cNvSpPr>
          <p:nvPr/>
        </p:nvSpPr>
        <p:spPr>
          <a:xfrm>
            <a:off x="4131213" y="3899226"/>
            <a:ext cx="1500699" cy="416861"/>
          </a:xfrm>
          <a:prstGeom prst="line">
            <a:avLst/>
          </a:prstGeom>
          <a:noFill/>
          <a:ln w="11906">
            <a:solidFill>
              <a:srgbClr val="A8B4C2"/>
            </a:solidFill>
            <a:prstDash val="solid"/>
          </a:ln>
        </p:spPr>
        <p:txBody>
          <a:bodyPr/>
          <a:lstStyle/>
          <a:p>
            <a:endParaRPr lang="en-US" sz="1500"/>
          </a:p>
        </p:txBody>
      </p:sp>
      <p:sp>
        <p:nvSpPr>
          <p:cNvPr id="13" name="edge-1-2-1">
            <a:extLst>
              <a:ext uri="{FF2B5EF4-FFF2-40B4-BE49-F238E27FC236}">
                <a16:creationId xmlns:a16="http://schemas.microsoft.com/office/drawing/2014/main" id="{14774FA2-915B-4402-8E56-4FB9FECDE51B}"/>
              </a:ext>
            </a:extLst>
          </p:cNvPr>
          <p:cNvSpPr>
            <a:spLocks noGrp="1"/>
          </p:cNvSpPr>
          <p:nvPr/>
        </p:nvSpPr>
        <p:spPr>
          <a:xfrm flipV="1">
            <a:off x="4136667" y="4471856"/>
            <a:ext cx="1489793" cy="303476"/>
          </a:xfrm>
          <a:prstGeom prst="line">
            <a:avLst/>
          </a:prstGeom>
          <a:noFill/>
          <a:ln w="11906">
            <a:solidFill>
              <a:srgbClr val="A8B4C2"/>
            </a:solidFill>
            <a:prstDash val="solid"/>
          </a:ln>
        </p:spPr>
        <p:txBody>
          <a:bodyPr/>
          <a:lstStyle/>
          <a:p>
            <a:endParaRPr lang="en-US" sz="1500"/>
          </a:p>
        </p:txBody>
      </p:sp>
      <p:sp>
        <p:nvSpPr>
          <p:cNvPr id="14" name="edge-2-0-0">
            <a:extLst>
              <a:ext uri="{FF2B5EF4-FFF2-40B4-BE49-F238E27FC236}">
                <a16:creationId xmlns:a16="http://schemas.microsoft.com/office/drawing/2014/main" id="{439D1828-BA58-440E-8A63-CFCA5DDAA7BF}"/>
              </a:ext>
            </a:extLst>
          </p:cNvPr>
          <p:cNvSpPr>
            <a:spLocks noGrp="1"/>
          </p:cNvSpPr>
          <p:nvPr/>
        </p:nvSpPr>
        <p:spPr>
          <a:xfrm flipV="1">
            <a:off x="6269393" y="2605735"/>
            <a:ext cx="1510590" cy="503530"/>
          </a:xfrm>
          <a:prstGeom prst="line">
            <a:avLst/>
          </a:prstGeom>
          <a:noFill/>
          <a:ln w="11906">
            <a:solidFill>
              <a:srgbClr val="A8B4C2"/>
            </a:solidFill>
            <a:prstDash val="solid"/>
          </a:ln>
        </p:spPr>
        <p:txBody>
          <a:bodyPr/>
          <a:lstStyle/>
          <a:p>
            <a:endParaRPr lang="en-US" sz="1500"/>
          </a:p>
        </p:txBody>
      </p:sp>
      <p:sp>
        <p:nvSpPr>
          <p:cNvPr id="15" name="edge-2-1-0">
            <a:extLst>
              <a:ext uri="{FF2B5EF4-FFF2-40B4-BE49-F238E27FC236}">
                <a16:creationId xmlns:a16="http://schemas.microsoft.com/office/drawing/2014/main" id="{D421405B-3F2F-4C1C-9EA7-86DC3E7D06ED}"/>
              </a:ext>
            </a:extLst>
          </p:cNvPr>
          <p:cNvSpPr>
            <a:spLocks noGrp="1"/>
          </p:cNvSpPr>
          <p:nvPr/>
        </p:nvSpPr>
        <p:spPr>
          <a:xfrm flipV="1">
            <a:off x="6202293" y="2721795"/>
            <a:ext cx="1644790" cy="1462035"/>
          </a:xfrm>
          <a:prstGeom prst="line">
            <a:avLst/>
          </a:prstGeom>
          <a:noFill/>
          <a:ln w="11906">
            <a:solidFill>
              <a:srgbClr val="A8B4C2"/>
            </a:solidFill>
            <a:prstDash val="solid"/>
          </a:ln>
        </p:spPr>
        <p:txBody>
          <a:bodyPr/>
          <a:lstStyle/>
          <a:p>
            <a:endParaRPr lang="en-US" sz="1500"/>
          </a:p>
        </p:txBody>
      </p:sp>
      <p:sp>
        <p:nvSpPr>
          <p:cNvPr id="16" name="edge-2-0-1">
            <a:extLst>
              <a:ext uri="{FF2B5EF4-FFF2-40B4-BE49-F238E27FC236}">
                <a16:creationId xmlns:a16="http://schemas.microsoft.com/office/drawing/2014/main" id="{3BB0B161-152F-4EDF-AE4F-8DEB4782A33D}"/>
              </a:ext>
            </a:extLst>
          </p:cNvPr>
          <p:cNvSpPr>
            <a:spLocks noGrp="1"/>
          </p:cNvSpPr>
          <p:nvPr/>
        </p:nvSpPr>
        <p:spPr>
          <a:xfrm>
            <a:off x="6285589" y="3239315"/>
            <a:ext cx="1478197" cy="109496"/>
          </a:xfrm>
          <a:prstGeom prst="line">
            <a:avLst/>
          </a:prstGeom>
          <a:noFill/>
          <a:ln w="11906">
            <a:solidFill>
              <a:srgbClr val="A8B4C2"/>
            </a:solidFill>
            <a:prstDash val="solid"/>
          </a:ln>
        </p:spPr>
        <p:txBody>
          <a:bodyPr/>
          <a:lstStyle/>
          <a:p>
            <a:endParaRPr lang="en-US" sz="1500"/>
          </a:p>
        </p:txBody>
      </p:sp>
      <p:sp>
        <p:nvSpPr>
          <p:cNvPr id="17" name="edge-2-1-1">
            <a:extLst>
              <a:ext uri="{FF2B5EF4-FFF2-40B4-BE49-F238E27FC236}">
                <a16:creationId xmlns:a16="http://schemas.microsoft.com/office/drawing/2014/main" id="{80D52B76-8C0B-4742-A052-036DFF0DE3D4}"/>
              </a:ext>
            </a:extLst>
          </p:cNvPr>
          <p:cNvSpPr>
            <a:spLocks noGrp="1"/>
          </p:cNvSpPr>
          <p:nvPr/>
        </p:nvSpPr>
        <p:spPr>
          <a:xfrm flipV="1">
            <a:off x="6253497" y="3518061"/>
            <a:ext cx="1542383" cy="742628"/>
          </a:xfrm>
          <a:prstGeom prst="line">
            <a:avLst/>
          </a:prstGeom>
          <a:noFill/>
          <a:ln w="11906">
            <a:solidFill>
              <a:srgbClr val="A8B4C2"/>
            </a:solidFill>
            <a:prstDash val="solid"/>
          </a:ln>
        </p:spPr>
        <p:txBody>
          <a:bodyPr/>
          <a:lstStyle/>
          <a:p>
            <a:endParaRPr lang="en-US" sz="1500"/>
          </a:p>
        </p:txBody>
      </p:sp>
      <p:sp>
        <p:nvSpPr>
          <p:cNvPr id="18" name="edge-2-0-2">
            <a:extLst>
              <a:ext uri="{FF2B5EF4-FFF2-40B4-BE49-F238E27FC236}">
                <a16:creationId xmlns:a16="http://schemas.microsoft.com/office/drawing/2014/main" id="{ACC85FBA-C817-435B-849A-DF1AF3793628}"/>
              </a:ext>
            </a:extLst>
          </p:cNvPr>
          <p:cNvSpPr>
            <a:spLocks noGrp="1"/>
          </p:cNvSpPr>
          <p:nvPr/>
        </p:nvSpPr>
        <p:spPr>
          <a:xfrm>
            <a:off x="6253497" y="3359311"/>
            <a:ext cx="1542383" cy="742628"/>
          </a:xfrm>
          <a:prstGeom prst="line">
            <a:avLst/>
          </a:prstGeom>
          <a:noFill/>
          <a:ln w="11906">
            <a:solidFill>
              <a:srgbClr val="A8B4C2"/>
            </a:solidFill>
            <a:prstDash val="solid"/>
          </a:ln>
        </p:spPr>
        <p:txBody>
          <a:bodyPr/>
          <a:lstStyle/>
          <a:p>
            <a:endParaRPr lang="en-US" sz="1500"/>
          </a:p>
        </p:txBody>
      </p:sp>
      <p:sp>
        <p:nvSpPr>
          <p:cNvPr id="19" name="edge-2-1-2">
            <a:extLst>
              <a:ext uri="{FF2B5EF4-FFF2-40B4-BE49-F238E27FC236}">
                <a16:creationId xmlns:a16="http://schemas.microsoft.com/office/drawing/2014/main" id="{136E686C-690E-4587-B470-6576DD06398D}"/>
              </a:ext>
            </a:extLst>
          </p:cNvPr>
          <p:cNvSpPr>
            <a:spLocks noGrp="1"/>
          </p:cNvSpPr>
          <p:nvPr/>
        </p:nvSpPr>
        <p:spPr>
          <a:xfrm flipV="1">
            <a:off x="6285589" y="4271190"/>
            <a:ext cx="1478197" cy="109496"/>
          </a:xfrm>
          <a:prstGeom prst="line">
            <a:avLst/>
          </a:prstGeom>
          <a:noFill/>
          <a:ln w="11906">
            <a:solidFill>
              <a:srgbClr val="A8B4C2"/>
            </a:solidFill>
            <a:prstDash val="solid"/>
          </a:ln>
        </p:spPr>
        <p:txBody>
          <a:bodyPr/>
          <a:lstStyle/>
          <a:p>
            <a:endParaRPr lang="en-US" sz="1500"/>
          </a:p>
        </p:txBody>
      </p:sp>
      <p:sp>
        <p:nvSpPr>
          <p:cNvPr id="20" name="edge-2-0-3">
            <a:extLst>
              <a:ext uri="{FF2B5EF4-FFF2-40B4-BE49-F238E27FC236}">
                <a16:creationId xmlns:a16="http://schemas.microsoft.com/office/drawing/2014/main" id="{5932E52D-93F0-478B-BF31-594E8838D5C5}"/>
              </a:ext>
            </a:extLst>
          </p:cNvPr>
          <p:cNvSpPr>
            <a:spLocks noGrp="1"/>
          </p:cNvSpPr>
          <p:nvPr/>
        </p:nvSpPr>
        <p:spPr>
          <a:xfrm>
            <a:off x="6202293" y="3436170"/>
            <a:ext cx="1644790" cy="1462035"/>
          </a:xfrm>
          <a:prstGeom prst="line">
            <a:avLst/>
          </a:prstGeom>
          <a:noFill/>
          <a:ln w="11906">
            <a:solidFill>
              <a:srgbClr val="A8B4C2"/>
            </a:solidFill>
            <a:prstDash val="solid"/>
          </a:ln>
        </p:spPr>
        <p:txBody>
          <a:bodyPr/>
          <a:lstStyle/>
          <a:p>
            <a:endParaRPr lang="en-US" sz="1500"/>
          </a:p>
        </p:txBody>
      </p:sp>
      <p:sp>
        <p:nvSpPr>
          <p:cNvPr id="21" name="edge-2-1-3">
            <a:extLst>
              <a:ext uri="{FF2B5EF4-FFF2-40B4-BE49-F238E27FC236}">
                <a16:creationId xmlns:a16="http://schemas.microsoft.com/office/drawing/2014/main" id="{B0741121-86E4-40ED-99A9-579508C90AB5}"/>
              </a:ext>
            </a:extLst>
          </p:cNvPr>
          <p:cNvSpPr>
            <a:spLocks noGrp="1"/>
          </p:cNvSpPr>
          <p:nvPr/>
        </p:nvSpPr>
        <p:spPr>
          <a:xfrm>
            <a:off x="6269393" y="4510735"/>
            <a:ext cx="1510590" cy="503530"/>
          </a:xfrm>
          <a:prstGeom prst="line">
            <a:avLst/>
          </a:prstGeom>
          <a:noFill/>
          <a:ln w="11906">
            <a:solidFill>
              <a:srgbClr val="A8B4C2"/>
            </a:solidFill>
            <a:prstDash val="solid"/>
          </a:ln>
        </p:spPr>
        <p:txBody>
          <a:bodyPr/>
          <a:lstStyle/>
          <a:p>
            <a:endParaRPr lang="en-US" sz="1500"/>
          </a:p>
        </p:txBody>
      </p:sp>
      <p:sp>
        <p:nvSpPr>
          <p:cNvPr id="22" name="edge-3-0-0">
            <a:extLst>
              <a:ext uri="{FF2B5EF4-FFF2-40B4-BE49-F238E27FC236}">
                <a16:creationId xmlns:a16="http://schemas.microsoft.com/office/drawing/2014/main" id="{8C9A2672-A944-44F6-BF66-088BDD33273C}"/>
              </a:ext>
            </a:extLst>
          </p:cNvPr>
          <p:cNvSpPr>
            <a:spLocks noGrp="1"/>
          </p:cNvSpPr>
          <p:nvPr/>
        </p:nvSpPr>
        <p:spPr>
          <a:xfrm flipV="1">
            <a:off x="8426859" y="2265357"/>
            <a:ext cx="1481908" cy="192099"/>
          </a:xfrm>
          <a:prstGeom prst="line">
            <a:avLst/>
          </a:prstGeom>
          <a:noFill/>
          <a:ln w="11906">
            <a:solidFill>
              <a:srgbClr val="A8B4C2"/>
            </a:solidFill>
            <a:prstDash val="solid"/>
          </a:ln>
        </p:spPr>
        <p:txBody>
          <a:bodyPr/>
          <a:lstStyle/>
          <a:p>
            <a:endParaRPr lang="en-US" sz="1500"/>
          </a:p>
        </p:txBody>
      </p:sp>
      <p:sp>
        <p:nvSpPr>
          <p:cNvPr id="23" name="edge-3-1-0">
            <a:extLst>
              <a:ext uri="{FF2B5EF4-FFF2-40B4-BE49-F238E27FC236}">
                <a16:creationId xmlns:a16="http://schemas.microsoft.com/office/drawing/2014/main" id="{0368C5B2-E9C5-4712-B1F5-852E9E093C52}"/>
              </a:ext>
            </a:extLst>
          </p:cNvPr>
          <p:cNvSpPr>
            <a:spLocks noGrp="1"/>
          </p:cNvSpPr>
          <p:nvPr/>
        </p:nvSpPr>
        <p:spPr>
          <a:xfrm flipV="1">
            <a:off x="8389952" y="2380228"/>
            <a:ext cx="1555722" cy="835480"/>
          </a:xfrm>
          <a:prstGeom prst="line">
            <a:avLst/>
          </a:prstGeom>
          <a:noFill/>
          <a:ln w="11906">
            <a:solidFill>
              <a:srgbClr val="A8B4C2"/>
            </a:solidFill>
            <a:prstDash val="solid"/>
          </a:ln>
        </p:spPr>
        <p:txBody>
          <a:bodyPr/>
          <a:lstStyle/>
          <a:p>
            <a:endParaRPr lang="en-US" sz="1500"/>
          </a:p>
        </p:txBody>
      </p:sp>
      <p:sp>
        <p:nvSpPr>
          <p:cNvPr id="24" name="edge-3-2-0">
            <a:extLst>
              <a:ext uri="{FF2B5EF4-FFF2-40B4-BE49-F238E27FC236}">
                <a16:creationId xmlns:a16="http://schemas.microsoft.com/office/drawing/2014/main" id="{CF91E9AF-E4A5-4F4B-B979-EB4FE6842AED}"/>
              </a:ext>
            </a:extLst>
          </p:cNvPr>
          <p:cNvSpPr>
            <a:spLocks noGrp="1"/>
          </p:cNvSpPr>
          <p:nvPr/>
        </p:nvSpPr>
        <p:spPr>
          <a:xfrm flipV="1">
            <a:off x="8338619" y="2451403"/>
            <a:ext cx="1658389" cy="1566257"/>
          </a:xfrm>
          <a:prstGeom prst="line">
            <a:avLst/>
          </a:prstGeom>
          <a:noFill/>
          <a:ln w="11906">
            <a:solidFill>
              <a:srgbClr val="A8B4C2"/>
            </a:solidFill>
            <a:prstDash val="solid"/>
          </a:ln>
        </p:spPr>
        <p:txBody>
          <a:bodyPr/>
          <a:lstStyle/>
          <a:p>
            <a:endParaRPr lang="en-US" sz="1500"/>
          </a:p>
        </p:txBody>
      </p:sp>
      <p:sp>
        <p:nvSpPr>
          <p:cNvPr id="25" name="edge-3-3-0">
            <a:extLst>
              <a:ext uri="{FF2B5EF4-FFF2-40B4-BE49-F238E27FC236}">
                <a16:creationId xmlns:a16="http://schemas.microsoft.com/office/drawing/2014/main" id="{40076262-22C9-4B8F-B246-A9480D58C725}"/>
              </a:ext>
            </a:extLst>
          </p:cNvPr>
          <p:cNvSpPr>
            <a:spLocks noGrp="1"/>
          </p:cNvSpPr>
          <p:nvPr/>
        </p:nvSpPr>
        <p:spPr>
          <a:xfrm flipV="1">
            <a:off x="8294509" y="2490516"/>
            <a:ext cx="1746608" cy="2361156"/>
          </a:xfrm>
          <a:prstGeom prst="line">
            <a:avLst/>
          </a:prstGeom>
          <a:noFill/>
          <a:ln w="11906">
            <a:solidFill>
              <a:srgbClr val="A8B4C2"/>
            </a:solidFill>
            <a:prstDash val="solid"/>
          </a:ln>
        </p:spPr>
        <p:txBody>
          <a:bodyPr/>
          <a:lstStyle/>
          <a:p>
            <a:endParaRPr lang="en-US" sz="1500"/>
          </a:p>
        </p:txBody>
      </p:sp>
      <p:sp>
        <p:nvSpPr>
          <p:cNvPr id="26" name="edge-3-0-1">
            <a:extLst>
              <a:ext uri="{FF2B5EF4-FFF2-40B4-BE49-F238E27FC236}">
                <a16:creationId xmlns:a16="http://schemas.microsoft.com/office/drawing/2014/main" id="{F32F35AA-2E56-4270-BE37-00C87B135603}"/>
              </a:ext>
            </a:extLst>
          </p:cNvPr>
          <p:cNvSpPr>
            <a:spLocks noGrp="1"/>
          </p:cNvSpPr>
          <p:nvPr/>
        </p:nvSpPr>
        <p:spPr>
          <a:xfrm>
            <a:off x="8420365" y="2578340"/>
            <a:ext cx="1494895" cy="359883"/>
          </a:xfrm>
          <a:prstGeom prst="line">
            <a:avLst/>
          </a:prstGeom>
          <a:noFill/>
          <a:ln w="11906">
            <a:solidFill>
              <a:srgbClr val="A8B4C2"/>
            </a:solidFill>
            <a:prstDash val="solid"/>
          </a:ln>
        </p:spPr>
        <p:txBody>
          <a:bodyPr/>
          <a:lstStyle/>
          <a:p>
            <a:endParaRPr lang="en-US" sz="1500"/>
          </a:p>
        </p:txBody>
      </p:sp>
      <p:sp>
        <p:nvSpPr>
          <p:cNvPr id="27" name="edge-3-1-1">
            <a:extLst>
              <a:ext uri="{FF2B5EF4-FFF2-40B4-BE49-F238E27FC236}">
                <a16:creationId xmlns:a16="http://schemas.microsoft.com/office/drawing/2014/main" id="{ADE4A025-4E2C-4774-BB22-4F219734F5A4}"/>
              </a:ext>
            </a:extLst>
          </p:cNvPr>
          <p:cNvSpPr>
            <a:spLocks noGrp="1"/>
          </p:cNvSpPr>
          <p:nvPr/>
        </p:nvSpPr>
        <p:spPr>
          <a:xfrm flipV="1">
            <a:off x="8425089" y="3071057"/>
            <a:ext cx="1485447" cy="247574"/>
          </a:xfrm>
          <a:prstGeom prst="line">
            <a:avLst/>
          </a:prstGeom>
          <a:noFill/>
          <a:ln w="11906">
            <a:solidFill>
              <a:srgbClr val="A8B4C2"/>
            </a:solidFill>
            <a:prstDash val="solid"/>
          </a:ln>
        </p:spPr>
        <p:txBody>
          <a:bodyPr/>
          <a:lstStyle/>
          <a:p>
            <a:endParaRPr lang="en-US" sz="1500"/>
          </a:p>
        </p:txBody>
      </p:sp>
      <p:sp>
        <p:nvSpPr>
          <p:cNvPr id="28" name="edge-3-2-1">
            <a:extLst>
              <a:ext uri="{FF2B5EF4-FFF2-40B4-BE49-F238E27FC236}">
                <a16:creationId xmlns:a16="http://schemas.microsoft.com/office/drawing/2014/main" id="{093FE8CB-8F6D-479B-A7C1-B9C730EE457A}"/>
              </a:ext>
            </a:extLst>
          </p:cNvPr>
          <p:cNvSpPr>
            <a:spLocks noGrp="1"/>
          </p:cNvSpPr>
          <p:nvPr/>
        </p:nvSpPr>
        <p:spPr>
          <a:xfrm flipV="1">
            <a:off x="8385371" y="3182227"/>
            <a:ext cx="1564884" cy="898359"/>
          </a:xfrm>
          <a:prstGeom prst="line">
            <a:avLst/>
          </a:prstGeom>
          <a:noFill/>
          <a:ln w="11906">
            <a:solidFill>
              <a:srgbClr val="A8B4C2"/>
            </a:solidFill>
            <a:prstDash val="solid"/>
          </a:ln>
        </p:spPr>
        <p:txBody>
          <a:bodyPr/>
          <a:lstStyle/>
          <a:p>
            <a:endParaRPr lang="en-US" sz="1500"/>
          </a:p>
        </p:txBody>
      </p:sp>
      <p:sp>
        <p:nvSpPr>
          <p:cNvPr id="29" name="edge-3-3-1">
            <a:extLst>
              <a:ext uri="{FF2B5EF4-FFF2-40B4-BE49-F238E27FC236}">
                <a16:creationId xmlns:a16="http://schemas.microsoft.com/office/drawing/2014/main" id="{AFE896BF-563C-46D9-97BE-68C0A395B38F}"/>
              </a:ext>
            </a:extLst>
          </p:cNvPr>
          <p:cNvSpPr>
            <a:spLocks noGrp="1"/>
          </p:cNvSpPr>
          <p:nvPr/>
        </p:nvSpPr>
        <p:spPr>
          <a:xfrm flipV="1">
            <a:off x="8334175" y="3249769"/>
            <a:ext cx="1667276" cy="1636401"/>
          </a:xfrm>
          <a:prstGeom prst="line">
            <a:avLst/>
          </a:prstGeom>
          <a:noFill/>
          <a:ln w="11906">
            <a:solidFill>
              <a:srgbClr val="A8B4C2"/>
            </a:solidFill>
            <a:prstDash val="solid"/>
          </a:ln>
        </p:spPr>
        <p:txBody>
          <a:bodyPr/>
          <a:lstStyle/>
          <a:p>
            <a:endParaRPr lang="en-US" sz="1500"/>
          </a:p>
        </p:txBody>
      </p:sp>
      <p:sp>
        <p:nvSpPr>
          <p:cNvPr id="30" name="edge-3-0-2">
            <a:extLst>
              <a:ext uri="{FF2B5EF4-FFF2-40B4-BE49-F238E27FC236}">
                <a16:creationId xmlns:a16="http://schemas.microsoft.com/office/drawing/2014/main" id="{6FAB5B09-8D6A-40CB-851A-0694ADC98798}"/>
              </a:ext>
            </a:extLst>
          </p:cNvPr>
          <p:cNvSpPr>
            <a:spLocks noGrp="1"/>
          </p:cNvSpPr>
          <p:nvPr/>
        </p:nvSpPr>
        <p:spPr>
          <a:xfrm>
            <a:off x="8380713" y="2674151"/>
            <a:ext cx="1574199" cy="962011"/>
          </a:xfrm>
          <a:prstGeom prst="line">
            <a:avLst/>
          </a:prstGeom>
          <a:noFill/>
          <a:ln w="11906">
            <a:solidFill>
              <a:srgbClr val="A8B4C2"/>
            </a:solidFill>
            <a:prstDash val="solid"/>
          </a:ln>
        </p:spPr>
        <p:txBody>
          <a:bodyPr/>
          <a:lstStyle/>
          <a:p>
            <a:endParaRPr lang="en-US" sz="1500"/>
          </a:p>
        </p:txBody>
      </p:sp>
      <p:sp>
        <p:nvSpPr>
          <p:cNvPr id="31" name="edge-3-1-2">
            <a:extLst>
              <a:ext uri="{FF2B5EF4-FFF2-40B4-BE49-F238E27FC236}">
                <a16:creationId xmlns:a16="http://schemas.microsoft.com/office/drawing/2014/main" id="{D06D8485-CBD8-42F2-8245-D151B300FB9D}"/>
              </a:ext>
            </a:extLst>
          </p:cNvPr>
          <p:cNvSpPr>
            <a:spLocks noGrp="1"/>
          </p:cNvSpPr>
          <p:nvPr/>
        </p:nvSpPr>
        <p:spPr>
          <a:xfrm>
            <a:off x="8422917" y="3439981"/>
            <a:ext cx="1489793" cy="303476"/>
          </a:xfrm>
          <a:prstGeom prst="line">
            <a:avLst/>
          </a:prstGeom>
          <a:noFill/>
          <a:ln w="11906">
            <a:solidFill>
              <a:srgbClr val="A8B4C2"/>
            </a:solidFill>
            <a:prstDash val="solid"/>
          </a:ln>
        </p:spPr>
        <p:txBody>
          <a:bodyPr/>
          <a:lstStyle/>
          <a:p>
            <a:endParaRPr lang="en-US" sz="1500"/>
          </a:p>
        </p:txBody>
      </p:sp>
      <p:sp>
        <p:nvSpPr>
          <p:cNvPr id="32" name="edge-3-2-2">
            <a:extLst>
              <a:ext uri="{FF2B5EF4-FFF2-40B4-BE49-F238E27FC236}">
                <a16:creationId xmlns:a16="http://schemas.microsoft.com/office/drawing/2014/main" id="{387015D4-512C-4C98-9391-F7E5712F723A}"/>
              </a:ext>
            </a:extLst>
          </p:cNvPr>
          <p:cNvSpPr>
            <a:spLocks noGrp="1"/>
          </p:cNvSpPr>
          <p:nvPr/>
        </p:nvSpPr>
        <p:spPr>
          <a:xfrm flipV="1">
            <a:off x="8422917" y="3876544"/>
            <a:ext cx="1489793" cy="303476"/>
          </a:xfrm>
          <a:prstGeom prst="line">
            <a:avLst/>
          </a:prstGeom>
          <a:noFill/>
          <a:ln w="11906">
            <a:solidFill>
              <a:srgbClr val="A8B4C2"/>
            </a:solidFill>
            <a:prstDash val="solid"/>
          </a:ln>
        </p:spPr>
        <p:txBody>
          <a:bodyPr/>
          <a:lstStyle/>
          <a:p>
            <a:endParaRPr lang="en-US" sz="1500"/>
          </a:p>
        </p:txBody>
      </p:sp>
      <p:sp>
        <p:nvSpPr>
          <p:cNvPr id="33" name="edge-3-3-2">
            <a:extLst>
              <a:ext uri="{FF2B5EF4-FFF2-40B4-BE49-F238E27FC236}">
                <a16:creationId xmlns:a16="http://schemas.microsoft.com/office/drawing/2014/main" id="{70C93752-2D1F-48D6-AACE-D14822137D67}"/>
              </a:ext>
            </a:extLst>
          </p:cNvPr>
          <p:cNvSpPr>
            <a:spLocks noGrp="1"/>
          </p:cNvSpPr>
          <p:nvPr/>
        </p:nvSpPr>
        <p:spPr>
          <a:xfrm flipV="1">
            <a:off x="8380713" y="3983839"/>
            <a:ext cx="1574199" cy="962011"/>
          </a:xfrm>
          <a:prstGeom prst="line">
            <a:avLst/>
          </a:prstGeom>
          <a:noFill/>
          <a:ln w="11906">
            <a:solidFill>
              <a:srgbClr val="A8B4C2"/>
            </a:solidFill>
            <a:prstDash val="solid"/>
          </a:ln>
        </p:spPr>
        <p:txBody>
          <a:bodyPr/>
          <a:lstStyle/>
          <a:p>
            <a:endParaRPr lang="en-US" sz="1500"/>
          </a:p>
        </p:txBody>
      </p:sp>
      <p:sp>
        <p:nvSpPr>
          <p:cNvPr id="34" name="edge-3-0-3">
            <a:extLst>
              <a:ext uri="{FF2B5EF4-FFF2-40B4-BE49-F238E27FC236}">
                <a16:creationId xmlns:a16="http://schemas.microsoft.com/office/drawing/2014/main" id="{FB692E64-D4B8-4FE3-8C08-74BF2BDC4708}"/>
              </a:ext>
            </a:extLst>
          </p:cNvPr>
          <p:cNvSpPr>
            <a:spLocks noGrp="1"/>
          </p:cNvSpPr>
          <p:nvPr/>
        </p:nvSpPr>
        <p:spPr>
          <a:xfrm>
            <a:off x="8334175" y="2733831"/>
            <a:ext cx="1667276" cy="1636401"/>
          </a:xfrm>
          <a:prstGeom prst="line">
            <a:avLst/>
          </a:prstGeom>
          <a:noFill/>
          <a:ln w="11906">
            <a:solidFill>
              <a:srgbClr val="A8B4C2"/>
            </a:solidFill>
            <a:prstDash val="solid"/>
          </a:ln>
        </p:spPr>
        <p:txBody>
          <a:bodyPr/>
          <a:lstStyle/>
          <a:p>
            <a:endParaRPr lang="en-US" sz="1500"/>
          </a:p>
        </p:txBody>
      </p:sp>
      <p:sp>
        <p:nvSpPr>
          <p:cNvPr id="35" name="edge-3-1-3">
            <a:extLst>
              <a:ext uri="{FF2B5EF4-FFF2-40B4-BE49-F238E27FC236}">
                <a16:creationId xmlns:a16="http://schemas.microsoft.com/office/drawing/2014/main" id="{FE4B8853-0EDF-4C10-949D-40E89EDDF0AF}"/>
              </a:ext>
            </a:extLst>
          </p:cNvPr>
          <p:cNvSpPr>
            <a:spLocks noGrp="1"/>
          </p:cNvSpPr>
          <p:nvPr/>
        </p:nvSpPr>
        <p:spPr>
          <a:xfrm>
            <a:off x="8385371" y="3539415"/>
            <a:ext cx="1564884" cy="898359"/>
          </a:xfrm>
          <a:prstGeom prst="line">
            <a:avLst/>
          </a:prstGeom>
          <a:noFill/>
          <a:ln w="11906">
            <a:solidFill>
              <a:srgbClr val="A8B4C2"/>
            </a:solidFill>
            <a:prstDash val="solid"/>
          </a:ln>
        </p:spPr>
        <p:txBody>
          <a:bodyPr/>
          <a:lstStyle/>
          <a:p>
            <a:endParaRPr lang="en-US" sz="1500"/>
          </a:p>
        </p:txBody>
      </p:sp>
      <p:sp>
        <p:nvSpPr>
          <p:cNvPr id="36" name="edge-3-2-3">
            <a:extLst>
              <a:ext uri="{FF2B5EF4-FFF2-40B4-BE49-F238E27FC236}">
                <a16:creationId xmlns:a16="http://schemas.microsoft.com/office/drawing/2014/main" id="{E0350F40-E510-4348-906E-F75321ADC8CC}"/>
              </a:ext>
            </a:extLst>
          </p:cNvPr>
          <p:cNvSpPr>
            <a:spLocks noGrp="1"/>
          </p:cNvSpPr>
          <p:nvPr/>
        </p:nvSpPr>
        <p:spPr>
          <a:xfrm>
            <a:off x="8425089" y="4301370"/>
            <a:ext cx="1485447" cy="247574"/>
          </a:xfrm>
          <a:prstGeom prst="line">
            <a:avLst/>
          </a:prstGeom>
          <a:noFill/>
          <a:ln w="11906">
            <a:solidFill>
              <a:srgbClr val="A8B4C2"/>
            </a:solidFill>
            <a:prstDash val="solid"/>
          </a:ln>
        </p:spPr>
        <p:txBody>
          <a:bodyPr/>
          <a:lstStyle/>
          <a:p>
            <a:endParaRPr lang="en-US" sz="1500"/>
          </a:p>
        </p:txBody>
      </p:sp>
      <p:sp>
        <p:nvSpPr>
          <p:cNvPr id="37" name="edge-3-3-3">
            <a:extLst>
              <a:ext uri="{FF2B5EF4-FFF2-40B4-BE49-F238E27FC236}">
                <a16:creationId xmlns:a16="http://schemas.microsoft.com/office/drawing/2014/main" id="{66817F2F-70D5-460B-B4BE-F8E06231CB88}"/>
              </a:ext>
            </a:extLst>
          </p:cNvPr>
          <p:cNvSpPr>
            <a:spLocks noGrp="1"/>
          </p:cNvSpPr>
          <p:nvPr/>
        </p:nvSpPr>
        <p:spPr>
          <a:xfrm flipV="1">
            <a:off x="8420365" y="4681778"/>
            <a:ext cx="1494895" cy="359883"/>
          </a:xfrm>
          <a:prstGeom prst="line">
            <a:avLst/>
          </a:prstGeom>
          <a:noFill/>
          <a:ln w="11906">
            <a:solidFill>
              <a:srgbClr val="A8B4C2"/>
            </a:solidFill>
            <a:prstDash val="solid"/>
          </a:ln>
        </p:spPr>
        <p:txBody>
          <a:bodyPr/>
          <a:lstStyle/>
          <a:p>
            <a:endParaRPr lang="en-US" sz="1500"/>
          </a:p>
        </p:txBody>
      </p:sp>
      <p:sp>
        <p:nvSpPr>
          <p:cNvPr id="38" name="edge-3-0-4">
            <a:extLst>
              <a:ext uri="{FF2B5EF4-FFF2-40B4-BE49-F238E27FC236}">
                <a16:creationId xmlns:a16="http://schemas.microsoft.com/office/drawing/2014/main" id="{2E42F10E-7AB7-4DC6-B8A2-A09CBF0C9537}"/>
              </a:ext>
            </a:extLst>
          </p:cNvPr>
          <p:cNvSpPr>
            <a:spLocks noGrp="1"/>
          </p:cNvSpPr>
          <p:nvPr/>
        </p:nvSpPr>
        <p:spPr>
          <a:xfrm>
            <a:off x="8294509" y="2768329"/>
            <a:ext cx="1746608" cy="2361156"/>
          </a:xfrm>
          <a:prstGeom prst="line">
            <a:avLst/>
          </a:prstGeom>
          <a:noFill/>
          <a:ln w="11906">
            <a:solidFill>
              <a:srgbClr val="A8B4C2"/>
            </a:solidFill>
            <a:prstDash val="solid"/>
          </a:ln>
        </p:spPr>
        <p:txBody>
          <a:bodyPr/>
          <a:lstStyle/>
          <a:p>
            <a:endParaRPr lang="en-US" sz="1500"/>
          </a:p>
        </p:txBody>
      </p:sp>
      <p:sp>
        <p:nvSpPr>
          <p:cNvPr id="39" name="edge-3-1-4">
            <a:extLst>
              <a:ext uri="{FF2B5EF4-FFF2-40B4-BE49-F238E27FC236}">
                <a16:creationId xmlns:a16="http://schemas.microsoft.com/office/drawing/2014/main" id="{0F3E5E5D-38CF-4033-82F6-36CF5A64E03D}"/>
              </a:ext>
            </a:extLst>
          </p:cNvPr>
          <p:cNvSpPr>
            <a:spLocks noGrp="1"/>
          </p:cNvSpPr>
          <p:nvPr/>
        </p:nvSpPr>
        <p:spPr>
          <a:xfrm>
            <a:off x="8338619" y="3602341"/>
            <a:ext cx="1658389" cy="1566257"/>
          </a:xfrm>
          <a:prstGeom prst="line">
            <a:avLst/>
          </a:prstGeom>
          <a:noFill/>
          <a:ln w="11906">
            <a:solidFill>
              <a:srgbClr val="A8B4C2"/>
            </a:solidFill>
            <a:prstDash val="solid"/>
          </a:ln>
        </p:spPr>
        <p:txBody>
          <a:bodyPr/>
          <a:lstStyle/>
          <a:p>
            <a:endParaRPr lang="en-US" sz="1500"/>
          </a:p>
        </p:txBody>
      </p:sp>
      <p:sp>
        <p:nvSpPr>
          <p:cNvPr id="40" name="edge-3-2-4">
            <a:extLst>
              <a:ext uri="{FF2B5EF4-FFF2-40B4-BE49-F238E27FC236}">
                <a16:creationId xmlns:a16="http://schemas.microsoft.com/office/drawing/2014/main" id="{F30F82D7-10F0-4162-A179-0826F02E1B2E}"/>
              </a:ext>
            </a:extLst>
          </p:cNvPr>
          <p:cNvSpPr>
            <a:spLocks noGrp="1"/>
          </p:cNvSpPr>
          <p:nvPr/>
        </p:nvSpPr>
        <p:spPr>
          <a:xfrm>
            <a:off x="8389952" y="4404291"/>
            <a:ext cx="1555722" cy="835480"/>
          </a:xfrm>
          <a:prstGeom prst="line">
            <a:avLst/>
          </a:prstGeom>
          <a:noFill/>
          <a:ln w="11906">
            <a:solidFill>
              <a:srgbClr val="A8B4C2"/>
            </a:solidFill>
            <a:prstDash val="solid"/>
          </a:ln>
        </p:spPr>
        <p:txBody>
          <a:bodyPr/>
          <a:lstStyle/>
          <a:p>
            <a:endParaRPr lang="en-US" sz="1500"/>
          </a:p>
        </p:txBody>
      </p:sp>
      <p:sp>
        <p:nvSpPr>
          <p:cNvPr id="41" name="edge-3-3-4">
            <a:extLst>
              <a:ext uri="{FF2B5EF4-FFF2-40B4-BE49-F238E27FC236}">
                <a16:creationId xmlns:a16="http://schemas.microsoft.com/office/drawing/2014/main" id="{F26CD3CB-3251-4B9F-B9D8-E8FEF0DBC826}"/>
              </a:ext>
            </a:extLst>
          </p:cNvPr>
          <p:cNvSpPr>
            <a:spLocks noGrp="1"/>
          </p:cNvSpPr>
          <p:nvPr/>
        </p:nvSpPr>
        <p:spPr>
          <a:xfrm>
            <a:off x="8426859" y="5162545"/>
            <a:ext cx="1481908" cy="192099"/>
          </a:xfrm>
          <a:prstGeom prst="line">
            <a:avLst/>
          </a:prstGeom>
          <a:noFill/>
          <a:ln w="11906">
            <a:solidFill>
              <a:srgbClr val="A8B4C2"/>
            </a:solidFill>
            <a:prstDash val="solid"/>
          </a:ln>
        </p:spPr>
        <p:txBody>
          <a:bodyPr/>
          <a:lstStyle/>
          <a:p>
            <a:endParaRPr lang="en-US" sz="1500"/>
          </a:p>
        </p:txBody>
      </p:sp>
      <p:sp>
        <p:nvSpPr>
          <p:cNvPr id="42" name="neuron-0-0">
            <a:extLst>
              <a:ext uri="{FF2B5EF4-FFF2-40B4-BE49-F238E27FC236}">
                <a16:creationId xmlns:a16="http://schemas.microsoft.com/office/drawing/2014/main" id="{93148975-9F32-4C88-97A0-4387861C4EC1}"/>
              </a:ext>
            </a:extLst>
          </p:cNvPr>
          <p:cNvSpPr>
            <a:spLocks noGrp="1"/>
          </p:cNvSpPr>
          <p:nvPr/>
        </p:nvSpPr>
        <p:spPr>
          <a:xfrm>
            <a:off x="1333500" y="2960688"/>
            <a:ext cx="666750" cy="666750"/>
          </a:xfrm>
          <a:prstGeom prst="ellipse">
            <a:avLst/>
          </a:prstGeom>
          <a:solidFill>
            <a:srgbClr val="DCECF4"/>
          </a:solidFill>
          <a:ln w="14288">
            <a:solidFill>
              <a:srgbClr val="34495E"/>
            </a:solidFill>
            <a:prstDash val="solid"/>
          </a:ln>
        </p:spPr>
        <p:txBody>
          <a:bodyPr/>
          <a:lstStyle/>
          <a:p>
            <a:endParaRPr lang="en-US" sz="1500"/>
          </a:p>
        </p:txBody>
      </p:sp>
      <p:sp>
        <p:nvSpPr>
          <p:cNvPr id="43" name="neuron-0-1">
            <a:extLst>
              <a:ext uri="{FF2B5EF4-FFF2-40B4-BE49-F238E27FC236}">
                <a16:creationId xmlns:a16="http://schemas.microsoft.com/office/drawing/2014/main" id="{1B6C1405-173B-4076-A4ED-120A968C647F}"/>
              </a:ext>
            </a:extLst>
          </p:cNvPr>
          <p:cNvSpPr>
            <a:spLocks noGrp="1"/>
          </p:cNvSpPr>
          <p:nvPr/>
        </p:nvSpPr>
        <p:spPr>
          <a:xfrm>
            <a:off x="1333500" y="4151313"/>
            <a:ext cx="666750" cy="666750"/>
          </a:xfrm>
          <a:prstGeom prst="ellipse">
            <a:avLst/>
          </a:prstGeom>
          <a:solidFill>
            <a:srgbClr val="DCECF4"/>
          </a:solidFill>
          <a:ln w="14288">
            <a:solidFill>
              <a:srgbClr val="34495E"/>
            </a:solidFill>
            <a:prstDash val="solid"/>
          </a:ln>
        </p:spPr>
        <p:txBody>
          <a:bodyPr/>
          <a:lstStyle/>
          <a:p>
            <a:endParaRPr lang="en-US" sz="1500"/>
          </a:p>
        </p:txBody>
      </p:sp>
      <p:sp>
        <p:nvSpPr>
          <p:cNvPr id="44" name="neuron-1-0">
            <a:extLst>
              <a:ext uri="{FF2B5EF4-FFF2-40B4-BE49-F238E27FC236}">
                <a16:creationId xmlns:a16="http://schemas.microsoft.com/office/drawing/2014/main" id="{18675F94-38FB-4066-81F2-0CFC6BF71172}"/>
              </a:ext>
            </a:extLst>
          </p:cNvPr>
          <p:cNvSpPr>
            <a:spLocks noGrp="1"/>
          </p:cNvSpPr>
          <p:nvPr/>
        </p:nvSpPr>
        <p:spPr>
          <a:xfrm>
            <a:off x="3476625" y="2444750"/>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45" name="neuron-1-1">
            <a:extLst>
              <a:ext uri="{FF2B5EF4-FFF2-40B4-BE49-F238E27FC236}">
                <a16:creationId xmlns:a16="http://schemas.microsoft.com/office/drawing/2014/main" id="{D98BBC24-FC17-4F0E-9390-43CC122BDC65}"/>
              </a:ext>
            </a:extLst>
          </p:cNvPr>
          <p:cNvSpPr>
            <a:spLocks noGrp="1"/>
          </p:cNvSpPr>
          <p:nvPr/>
        </p:nvSpPr>
        <p:spPr>
          <a:xfrm>
            <a:off x="3476625" y="3476625"/>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46" name="neuron-1-2">
            <a:extLst>
              <a:ext uri="{FF2B5EF4-FFF2-40B4-BE49-F238E27FC236}">
                <a16:creationId xmlns:a16="http://schemas.microsoft.com/office/drawing/2014/main" id="{97EE2EAF-2376-47D6-9E10-77EC214FB03C}"/>
              </a:ext>
            </a:extLst>
          </p:cNvPr>
          <p:cNvSpPr>
            <a:spLocks noGrp="1"/>
          </p:cNvSpPr>
          <p:nvPr/>
        </p:nvSpPr>
        <p:spPr>
          <a:xfrm>
            <a:off x="3476625" y="4508500"/>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47" name="neuron-2-0">
            <a:extLst>
              <a:ext uri="{FF2B5EF4-FFF2-40B4-BE49-F238E27FC236}">
                <a16:creationId xmlns:a16="http://schemas.microsoft.com/office/drawing/2014/main" id="{EA132BA1-9E0A-47F2-82DD-F3D5183490F1}"/>
              </a:ext>
            </a:extLst>
          </p:cNvPr>
          <p:cNvSpPr>
            <a:spLocks noGrp="1"/>
          </p:cNvSpPr>
          <p:nvPr/>
        </p:nvSpPr>
        <p:spPr>
          <a:xfrm>
            <a:off x="5619750" y="2881313"/>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48" name="neuron-2-1">
            <a:extLst>
              <a:ext uri="{FF2B5EF4-FFF2-40B4-BE49-F238E27FC236}">
                <a16:creationId xmlns:a16="http://schemas.microsoft.com/office/drawing/2014/main" id="{EEFC4A41-400F-48C2-ABDD-DDC057A47692}"/>
              </a:ext>
            </a:extLst>
          </p:cNvPr>
          <p:cNvSpPr>
            <a:spLocks noGrp="1"/>
          </p:cNvSpPr>
          <p:nvPr/>
        </p:nvSpPr>
        <p:spPr>
          <a:xfrm>
            <a:off x="5619750" y="4071938"/>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49" name="neuron-3-0">
            <a:extLst>
              <a:ext uri="{FF2B5EF4-FFF2-40B4-BE49-F238E27FC236}">
                <a16:creationId xmlns:a16="http://schemas.microsoft.com/office/drawing/2014/main" id="{FAE054C3-CBAB-4034-9C06-5F948CD79CAB}"/>
              </a:ext>
            </a:extLst>
          </p:cNvPr>
          <p:cNvSpPr>
            <a:spLocks noGrp="1"/>
          </p:cNvSpPr>
          <p:nvPr/>
        </p:nvSpPr>
        <p:spPr>
          <a:xfrm>
            <a:off x="7762875" y="2166938"/>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50" name="neuron-3-1">
            <a:extLst>
              <a:ext uri="{FF2B5EF4-FFF2-40B4-BE49-F238E27FC236}">
                <a16:creationId xmlns:a16="http://schemas.microsoft.com/office/drawing/2014/main" id="{B9C75F34-BFD1-48F8-B134-785125CC0645}"/>
              </a:ext>
            </a:extLst>
          </p:cNvPr>
          <p:cNvSpPr>
            <a:spLocks noGrp="1"/>
          </p:cNvSpPr>
          <p:nvPr/>
        </p:nvSpPr>
        <p:spPr>
          <a:xfrm>
            <a:off x="7762875" y="3040063"/>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51" name="neuron-3-2">
            <a:extLst>
              <a:ext uri="{FF2B5EF4-FFF2-40B4-BE49-F238E27FC236}">
                <a16:creationId xmlns:a16="http://schemas.microsoft.com/office/drawing/2014/main" id="{2ED77B6A-72F7-4E44-96CA-A8B9D62DEA95}"/>
              </a:ext>
            </a:extLst>
          </p:cNvPr>
          <p:cNvSpPr>
            <a:spLocks noGrp="1"/>
          </p:cNvSpPr>
          <p:nvPr/>
        </p:nvSpPr>
        <p:spPr>
          <a:xfrm>
            <a:off x="7762875" y="3913188"/>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52" name="neuron-3-3">
            <a:extLst>
              <a:ext uri="{FF2B5EF4-FFF2-40B4-BE49-F238E27FC236}">
                <a16:creationId xmlns:a16="http://schemas.microsoft.com/office/drawing/2014/main" id="{CC53211B-CE0C-43EF-948B-FCFE2026D676}"/>
              </a:ext>
            </a:extLst>
          </p:cNvPr>
          <p:cNvSpPr>
            <a:spLocks noGrp="1"/>
          </p:cNvSpPr>
          <p:nvPr/>
        </p:nvSpPr>
        <p:spPr>
          <a:xfrm>
            <a:off x="7762875" y="4786313"/>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53" name="neuron-4-0">
            <a:extLst>
              <a:ext uri="{FF2B5EF4-FFF2-40B4-BE49-F238E27FC236}">
                <a16:creationId xmlns:a16="http://schemas.microsoft.com/office/drawing/2014/main" id="{42E9C7FD-C2D2-4FE5-BB7F-03DA284FD9FD}"/>
              </a:ext>
            </a:extLst>
          </p:cNvPr>
          <p:cNvSpPr>
            <a:spLocks noGrp="1"/>
          </p:cNvSpPr>
          <p:nvPr/>
        </p:nvSpPr>
        <p:spPr>
          <a:xfrm>
            <a:off x="9906000" y="18891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54" name="neuron-4-1">
            <a:extLst>
              <a:ext uri="{FF2B5EF4-FFF2-40B4-BE49-F238E27FC236}">
                <a16:creationId xmlns:a16="http://schemas.microsoft.com/office/drawing/2014/main" id="{13F8CFD7-651F-4901-B8F3-F31702A75FEB}"/>
              </a:ext>
            </a:extLst>
          </p:cNvPr>
          <p:cNvSpPr>
            <a:spLocks noGrp="1"/>
          </p:cNvSpPr>
          <p:nvPr/>
        </p:nvSpPr>
        <p:spPr>
          <a:xfrm>
            <a:off x="9906000" y="268287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55" name="neuron-4-2">
            <a:extLst>
              <a:ext uri="{FF2B5EF4-FFF2-40B4-BE49-F238E27FC236}">
                <a16:creationId xmlns:a16="http://schemas.microsoft.com/office/drawing/2014/main" id="{9D6D8151-6CE1-4232-8C88-1CB3768B5FAB}"/>
              </a:ext>
            </a:extLst>
          </p:cNvPr>
          <p:cNvSpPr>
            <a:spLocks noGrp="1"/>
          </p:cNvSpPr>
          <p:nvPr/>
        </p:nvSpPr>
        <p:spPr>
          <a:xfrm>
            <a:off x="9906000" y="34766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56" name="neuron-4-3">
            <a:extLst>
              <a:ext uri="{FF2B5EF4-FFF2-40B4-BE49-F238E27FC236}">
                <a16:creationId xmlns:a16="http://schemas.microsoft.com/office/drawing/2014/main" id="{22A2E99F-3E18-4B12-9353-DABF309D22CA}"/>
              </a:ext>
            </a:extLst>
          </p:cNvPr>
          <p:cNvSpPr>
            <a:spLocks noGrp="1"/>
          </p:cNvSpPr>
          <p:nvPr/>
        </p:nvSpPr>
        <p:spPr>
          <a:xfrm>
            <a:off x="9906000" y="427037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57" name="neuron-4-4">
            <a:extLst>
              <a:ext uri="{FF2B5EF4-FFF2-40B4-BE49-F238E27FC236}">
                <a16:creationId xmlns:a16="http://schemas.microsoft.com/office/drawing/2014/main" id="{969CF6E1-9250-4E95-98EE-81E28205B239}"/>
              </a:ext>
            </a:extLst>
          </p:cNvPr>
          <p:cNvSpPr>
            <a:spLocks noGrp="1"/>
          </p:cNvSpPr>
          <p:nvPr/>
        </p:nvSpPr>
        <p:spPr>
          <a:xfrm>
            <a:off x="9906000" y="50641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58" name="input-label-0">
            <a:extLst>
              <a:ext uri="{FF2B5EF4-FFF2-40B4-BE49-F238E27FC236}">
                <a16:creationId xmlns:a16="http://schemas.microsoft.com/office/drawing/2014/main" id="{BCA683B6-746C-4341-B2A3-A1EA4B4DB474}"/>
              </a:ext>
            </a:extLst>
          </p:cNvPr>
          <p:cNvSpPr>
            <a:spLocks noGrp="1"/>
          </p:cNvSpPr>
          <p:nvPr/>
        </p:nvSpPr>
        <p:spPr>
          <a:xfrm>
            <a:off x="436562" y="2976563"/>
            <a:ext cx="793750" cy="635000"/>
          </a:xfrm>
          <a:prstGeom prst="rect">
            <a:avLst/>
          </a:prstGeom>
          <a:noFill/>
          <a:ln w="0">
            <a:noFill/>
            <a:prstDash val="solid"/>
          </a:ln>
        </p:spPr>
        <p:txBody>
          <a:bodyPr wrap="none" lIns="0" tIns="0" rIns="0" bIns="0" anchor="ctr">
            <a:normAutofit/>
          </a:bodyPr>
          <a:lstStyle>
            <a:defPPr algn="ctr">
              <a:defRPr sz="3900" b="0">
                <a:solidFill>
                  <a:srgbClr val="25364A"/>
                </a:solidFill>
                <a:latin typeface="Nimbus Sans"/>
                <a:ea typeface="Nimbus Sans"/>
                <a:cs typeface="Nimbus Sans"/>
              </a:defRPr>
            </a:defPPr>
            <a:lvl1pPr algn="ctr">
              <a:defRPr sz="3900" b="0">
                <a:solidFill>
                  <a:srgbClr val="25364A"/>
                </a:solidFill>
                <a:latin typeface="Nimbus Sans"/>
                <a:ea typeface="Nimbus Sans"/>
                <a:cs typeface="Nimbus Sans"/>
              </a:defRPr>
            </a:lvl1pPr>
            <a:lvl2pPr algn="ctr">
              <a:defRPr sz="3900" b="0">
                <a:solidFill>
                  <a:srgbClr val="25364A"/>
                </a:solidFill>
                <a:latin typeface="Nimbus Sans"/>
                <a:ea typeface="Nimbus Sans"/>
                <a:cs typeface="Nimbus Sans"/>
              </a:defRPr>
            </a:lvl2pPr>
            <a:lvl3pPr algn="ctr">
              <a:defRPr sz="3900" b="0">
                <a:solidFill>
                  <a:srgbClr val="25364A"/>
                </a:solidFill>
                <a:latin typeface="Nimbus Sans"/>
                <a:ea typeface="Nimbus Sans"/>
                <a:cs typeface="Nimbus Sans"/>
              </a:defRPr>
            </a:lvl3pPr>
            <a:lvl4pPr algn="ctr">
              <a:defRPr sz="3900" b="0">
                <a:solidFill>
                  <a:srgbClr val="25364A"/>
                </a:solidFill>
                <a:latin typeface="Nimbus Sans"/>
                <a:ea typeface="Nimbus Sans"/>
                <a:cs typeface="Nimbus Sans"/>
              </a:defRPr>
            </a:lvl4pPr>
            <a:lvl5pPr algn="ctr">
              <a:defRPr sz="3900" b="0">
                <a:solidFill>
                  <a:srgbClr val="25364A"/>
                </a:solidFill>
                <a:latin typeface="Nimbus Sans"/>
                <a:ea typeface="Nimbus Sans"/>
                <a:cs typeface="Nimbus Sans"/>
              </a:defRPr>
            </a:lvl5pPr>
            <a:lvl6pPr algn="ctr">
              <a:defRPr sz="3900" b="0">
                <a:solidFill>
                  <a:srgbClr val="25364A"/>
                </a:solidFill>
                <a:latin typeface="Nimbus Sans"/>
                <a:ea typeface="Nimbus Sans"/>
                <a:cs typeface="Nimbus Sans"/>
              </a:defRPr>
            </a:lvl6pPr>
            <a:lvl7pPr algn="ctr">
              <a:defRPr sz="3900" b="0">
                <a:solidFill>
                  <a:srgbClr val="25364A"/>
                </a:solidFill>
                <a:latin typeface="Nimbus Sans"/>
                <a:ea typeface="Nimbus Sans"/>
                <a:cs typeface="Nimbus Sans"/>
              </a:defRPr>
            </a:lvl7pPr>
            <a:lvl8pPr algn="ctr">
              <a:defRPr sz="3900" b="0">
                <a:solidFill>
                  <a:srgbClr val="25364A"/>
                </a:solidFill>
                <a:latin typeface="Nimbus Sans"/>
                <a:ea typeface="Nimbus Sans"/>
                <a:cs typeface="Nimbus Sans"/>
              </a:defRPr>
            </a:lvl8pPr>
            <a:lvl9pPr algn="ctr">
              <a:defRPr sz="3900" b="0">
                <a:solidFill>
                  <a:srgbClr val="25364A"/>
                </a:solidFill>
                <a:latin typeface="Nimbus Sans"/>
                <a:ea typeface="Nimbus Sans"/>
                <a:cs typeface="Nimbus Sans"/>
              </a:defRPr>
            </a:lvl9pPr>
          </a:lstStyle>
          <a:p>
            <a:pPr algn="ctr">
              <a:defRPr sz="3900" b="0">
                <a:solidFill>
                  <a:srgbClr val="25364A"/>
                </a:solidFill>
                <a:latin typeface="Nimbus Sans"/>
                <a:ea typeface="Nimbus Sans"/>
                <a:cs typeface="Nimbus Sans"/>
              </a:defRPr>
            </a:pPr>
            <a:r>
              <a:rPr sz="3250"/>
              <a:t>F1</a:t>
            </a:r>
          </a:p>
        </p:txBody>
      </p:sp>
      <p:sp>
        <p:nvSpPr>
          <p:cNvPr id="59" name="input-label-1">
            <a:extLst>
              <a:ext uri="{FF2B5EF4-FFF2-40B4-BE49-F238E27FC236}">
                <a16:creationId xmlns:a16="http://schemas.microsoft.com/office/drawing/2014/main" id="{E880FA5A-8242-4E9D-A481-B4B1DC1598D3}"/>
              </a:ext>
            </a:extLst>
          </p:cNvPr>
          <p:cNvSpPr>
            <a:spLocks noGrp="1"/>
          </p:cNvSpPr>
          <p:nvPr/>
        </p:nvSpPr>
        <p:spPr>
          <a:xfrm>
            <a:off x="436562" y="4167188"/>
            <a:ext cx="793750" cy="635000"/>
          </a:xfrm>
          <a:prstGeom prst="rect">
            <a:avLst/>
          </a:prstGeom>
          <a:noFill/>
          <a:ln w="0">
            <a:noFill/>
            <a:prstDash val="solid"/>
          </a:ln>
        </p:spPr>
        <p:txBody>
          <a:bodyPr wrap="none" lIns="0" tIns="0" rIns="0" bIns="0" anchor="ctr">
            <a:normAutofit/>
          </a:bodyPr>
          <a:lstStyle>
            <a:defPPr algn="ctr">
              <a:defRPr sz="3900" b="0">
                <a:solidFill>
                  <a:srgbClr val="25364A"/>
                </a:solidFill>
                <a:latin typeface="Nimbus Sans"/>
                <a:ea typeface="Nimbus Sans"/>
                <a:cs typeface="Nimbus Sans"/>
              </a:defRPr>
            </a:defPPr>
            <a:lvl1pPr algn="ctr">
              <a:defRPr sz="3900" b="0">
                <a:solidFill>
                  <a:srgbClr val="25364A"/>
                </a:solidFill>
                <a:latin typeface="Nimbus Sans"/>
                <a:ea typeface="Nimbus Sans"/>
                <a:cs typeface="Nimbus Sans"/>
              </a:defRPr>
            </a:lvl1pPr>
            <a:lvl2pPr algn="ctr">
              <a:defRPr sz="3900" b="0">
                <a:solidFill>
                  <a:srgbClr val="25364A"/>
                </a:solidFill>
                <a:latin typeface="Nimbus Sans"/>
                <a:ea typeface="Nimbus Sans"/>
                <a:cs typeface="Nimbus Sans"/>
              </a:defRPr>
            </a:lvl2pPr>
            <a:lvl3pPr algn="ctr">
              <a:defRPr sz="3900" b="0">
                <a:solidFill>
                  <a:srgbClr val="25364A"/>
                </a:solidFill>
                <a:latin typeface="Nimbus Sans"/>
                <a:ea typeface="Nimbus Sans"/>
                <a:cs typeface="Nimbus Sans"/>
              </a:defRPr>
            </a:lvl3pPr>
            <a:lvl4pPr algn="ctr">
              <a:defRPr sz="3900" b="0">
                <a:solidFill>
                  <a:srgbClr val="25364A"/>
                </a:solidFill>
                <a:latin typeface="Nimbus Sans"/>
                <a:ea typeface="Nimbus Sans"/>
                <a:cs typeface="Nimbus Sans"/>
              </a:defRPr>
            </a:lvl4pPr>
            <a:lvl5pPr algn="ctr">
              <a:defRPr sz="3900" b="0">
                <a:solidFill>
                  <a:srgbClr val="25364A"/>
                </a:solidFill>
                <a:latin typeface="Nimbus Sans"/>
                <a:ea typeface="Nimbus Sans"/>
                <a:cs typeface="Nimbus Sans"/>
              </a:defRPr>
            </a:lvl5pPr>
            <a:lvl6pPr algn="ctr">
              <a:defRPr sz="3900" b="0">
                <a:solidFill>
                  <a:srgbClr val="25364A"/>
                </a:solidFill>
                <a:latin typeface="Nimbus Sans"/>
                <a:ea typeface="Nimbus Sans"/>
                <a:cs typeface="Nimbus Sans"/>
              </a:defRPr>
            </a:lvl6pPr>
            <a:lvl7pPr algn="ctr">
              <a:defRPr sz="3900" b="0">
                <a:solidFill>
                  <a:srgbClr val="25364A"/>
                </a:solidFill>
                <a:latin typeface="Nimbus Sans"/>
                <a:ea typeface="Nimbus Sans"/>
                <a:cs typeface="Nimbus Sans"/>
              </a:defRPr>
            </a:lvl7pPr>
            <a:lvl8pPr algn="ctr">
              <a:defRPr sz="3900" b="0">
                <a:solidFill>
                  <a:srgbClr val="25364A"/>
                </a:solidFill>
                <a:latin typeface="Nimbus Sans"/>
                <a:ea typeface="Nimbus Sans"/>
                <a:cs typeface="Nimbus Sans"/>
              </a:defRPr>
            </a:lvl8pPr>
            <a:lvl9pPr algn="ctr">
              <a:defRPr sz="3900" b="0">
                <a:solidFill>
                  <a:srgbClr val="25364A"/>
                </a:solidFill>
                <a:latin typeface="Nimbus Sans"/>
                <a:ea typeface="Nimbus Sans"/>
                <a:cs typeface="Nimbus Sans"/>
              </a:defRPr>
            </a:lvl9pPr>
          </a:lstStyle>
          <a:p>
            <a:pPr algn="ctr">
              <a:defRPr sz="3900" b="0">
                <a:solidFill>
                  <a:srgbClr val="25364A"/>
                </a:solidFill>
                <a:latin typeface="Nimbus Sans"/>
                <a:ea typeface="Nimbus Sans"/>
                <a:cs typeface="Nimbus Sans"/>
              </a:defRPr>
            </a:pPr>
            <a:r>
              <a:rPr sz="3250"/>
              <a:t>F2</a:t>
            </a:r>
          </a:p>
        </p:txBody>
      </p:sp>
      <p:sp>
        <p:nvSpPr>
          <p:cNvPr id="60" name="output-label-0">
            <a:extLst>
              <a:ext uri="{FF2B5EF4-FFF2-40B4-BE49-F238E27FC236}">
                <a16:creationId xmlns:a16="http://schemas.microsoft.com/office/drawing/2014/main" id="{F3377A19-BA67-4D9D-8B37-41E4DCB16329}"/>
              </a:ext>
            </a:extLst>
          </p:cNvPr>
          <p:cNvSpPr>
            <a:spLocks noGrp="1"/>
          </p:cNvSpPr>
          <p:nvPr/>
        </p:nvSpPr>
        <p:spPr>
          <a:xfrm>
            <a:off x="10675938" y="1905000"/>
            <a:ext cx="1349375" cy="635000"/>
          </a:xfrm>
          <a:prstGeom prst="rect">
            <a:avLst/>
          </a:prstGeom>
          <a:noFill/>
          <a:ln w="0">
            <a:noFill/>
            <a:prstDash val="solid"/>
          </a:ln>
        </p:spPr>
        <p:txBody>
          <a:bodyPr wrap="none" lIns="0" tIns="0" rIns="0" bIns="0" anchor="ctr">
            <a:normAutofit/>
          </a:bodyPr>
          <a:lstStyle>
            <a:defPPr algn="ctr">
              <a:defRPr sz="3750" b="0">
                <a:solidFill>
                  <a:srgbClr val="25364A"/>
                </a:solidFill>
                <a:latin typeface="Nimbus Sans"/>
                <a:ea typeface="Nimbus Sans"/>
                <a:cs typeface="Nimbus Sans"/>
              </a:defRPr>
            </a:defPPr>
            <a:lvl1pPr algn="ctr">
              <a:defRPr sz="3750" b="0">
                <a:solidFill>
                  <a:srgbClr val="25364A"/>
                </a:solidFill>
                <a:latin typeface="Nimbus Sans"/>
                <a:ea typeface="Nimbus Sans"/>
                <a:cs typeface="Nimbus Sans"/>
              </a:defRPr>
            </a:lvl1pPr>
            <a:lvl2pPr algn="ctr">
              <a:defRPr sz="3750" b="0">
                <a:solidFill>
                  <a:srgbClr val="25364A"/>
                </a:solidFill>
                <a:latin typeface="Nimbus Sans"/>
                <a:ea typeface="Nimbus Sans"/>
                <a:cs typeface="Nimbus Sans"/>
              </a:defRPr>
            </a:lvl2pPr>
            <a:lvl3pPr algn="ctr">
              <a:defRPr sz="3750" b="0">
                <a:solidFill>
                  <a:srgbClr val="25364A"/>
                </a:solidFill>
                <a:latin typeface="Nimbus Sans"/>
                <a:ea typeface="Nimbus Sans"/>
                <a:cs typeface="Nimbus Sans"/>
              </a:defRPr>
            </a:lvl3pPr>
            <a:lvl4pPr algn="ctr">
              <a:defRPr sz="3750" b="0">
                <a:solidFill>
                  <a:srgbClr val="25364A"/>
                </a:solidFill>
                <a:latin typeface="Nimbus Sans"/>
                <a:ea typeface="Nimbus Sans"/>
                <a:cs typeface="Nimbus Sans"/>
              </a:defRPr>
            </a:lvl4pPr>
            <a:lvl5pPr algn="ctr">
              <a:defRPr sz="3750" b="0">
                <a:solidFill>
                  <a:srgbClr val="25364A"/>
                </a:solidFill>
                <a:latin typeface="Nimbus Sans"/>
                <a:ea typeface="Nimbus Sans"/>
                <a:cs typeface="Nimbus Sans"/>
              </a:defRPr>
            </a:lvl5pPr>
            <a:lvl6pPr algn="ctr">
              <a:defRPr sz="3750" b="0">
                <a:solidFill>
                  <a:srgbClr val="25364A"/>
                </a:solidFill>
                <a:latin typeface="Nimbus Sans"/>
                <a:ea typeface="Nimbus Sans"/>
                <a:cs typeface="Nimbus Sans"/>
              </a:defRPr>
            </a:lvl6pPr>
            <a:lvl7pPr algn="ctr">
              <a:defRPr sz="3750" b="0">
                <a:solidFill>
                  <a:srgbClr val="25364A"/>
                </a:solidFill>
                <a:latin typeface="Nimbus Sans"/>
                <a:ea typeface="Nimbus Sans"/>
                <a:cs typeface="Nimbus Sans"/>
              </a:defRPr>
            </a:lvl7pPr>
            <a:lvl8pPr algn="ctr">
              <a:defRPr sz="3750" b="0">
                <a:solidFill>
                  <a:srgbClr val="25364A"/>
                </a:solidFill>
                <a:latin typeface="Nimbus Sans"/>
                <a:ea typeface="Nimbus Sans"/>
                <a:cs typeface="Nimbus Sans"/>
              </a:defRPr>
            </a:lvl8pPr>
            <a:lvl9pPr algn="ctr">
              <a:defRPr sz="3750" b="0">
                <a:solidFill>
                  <a:srgbClr val="25364A"/>
                </a:solidFill>
                <a:latin typeface="Nimbus Sans"/>
                <a:ea typeface="Nimbus Sans"/>
                <a:cs typeface="Nimbus Sans"/>
              </a:defRPr>
            </a:lvl9pPr>
          </a:lstStyle>
          <a:p>
            <a:pPr algn="ctr">
              <a:defRPr sz="3750" b="0">
                <a:solidFill>
                  <a:srgbClr val="25364A"/>
                </a:solidFill>
                <a:latin typeface="Nimbus Sans"/>
                <a:ea typeface="Nimbus Sans"/>
                <a:cs typeface="Nimbus Sans"/>
              </a:defRPr>
            </a:pPr>
            <a:r>
              <a:rPr sz="3125"/>
              <a:t>done</a:t>
            </a:r>
          </a:p>
        </p:txBody>
      </p:sp>
      <p:sp>
        <p:nvSpPr>
          <p:cNvPr id="61" name="output-label-1">
            <a:extLst>
              <a:ext uri="{FF2B5EF4-FFF2-40B4-BE49-F238E27FC236}">
                <a16:creationId xmlns:a16="http://schemas.microsoft.com/office/drawing/2014/main" id="{C2BA261A-D9F3-43D2-AFF9-62E3008C033F}"/>
              </a:ext>
            </a:extLst>
          </p:cNvPr>
          <p:cNvSpPr>
            <a:spLocks noGrp="1"/>
          </p:cNvSpPr>
          <p:nvPr/>
        </p:nvSpPr>
        <p:spPr>
          <a:xfrm>
            <a:off x="10675938" y="2698750"/>
            <a:ext cx="1349375" cy="635000"/>
          </a:xfrm>
          <a:prstGeom prst="rect">
            <a:avLst/>
          </a:prstGeom>
          <a:noFill/>
          <a:ln w="0">
            <a:noFill/>
            <a:prstDash val="solid"/>
          </a:ln>
        </p:spPr>
        <p:txBody>
          <a:bodyPr wrap="none" lIns="0" tIns="0" rIns="0" bIns="0" anchor="ctr">
            <a:normAutofit/>
          </a:bodyPr>
          <a:lstStyle>
            <a:defPPr algn="ctr">
              <a:defRPr sz="3750" b="0">
                <a:solidFill>
                  <a:srgbClr val="25364A"/>
                </a:solidFill>
                <a:latin typeface="Nimbus Sans"/>
                <a:ea typeface="Nimbus Sans"/>
                <a:cs typeface="Nimbus Sans"/>
              </a:defRPr>
            </a:defPPr>
            <a:lvl1pPr algn="ctr">
              <a:defRPr sz="3750" b="0">
                <a:solidFill>
                  <a:srgbClr val="25364A"/>
                </a:solidFill>
                <a:latin typeface="Nimbus Sans"/>
                <a:ea typeface="Nimbus Sans"/>
                <a:cs typeface="Nimbus Sans"/>
              </a:defRPr>
            </a:lvl1pPr>
            <a:lvl2pPr algn="ctr">
              <a:defRPr sz="3750" b="0">
                <a:solidFill>
                  <a:srgbClr val="25364A"/>
                </a:solidFill>
                <a:latin typeface="Nimbus Sans"/>
                <a:ea typeface="Nimbus Sans"/>
                <a:cs typeface="Nimbus Sans"/>
              </a:defRPr>
            </a:lvl2pPr>
            <a:lvl3pPr algn="ctr">
              <a:defRPr sz="3750" b="0">
                <a:solidFill>
                  <a:srgbClr val="25364A"/>
                </a:solidFill>
                <a:latin typeface="Nimbus Sans"/>
                <a:ea typeface="Nimbus Sans"/>
                <a:cs typeface="Nimbus Sans"/>
              </a:defRPr>
            </a:lvl3pPr>
            <a:lvl4pPr algn="ctr">
              <a:defRPr sz="3750" b="0">
                <a:solidFill>
                  <a:srgbClr val="25364A"/>
                </a:solidFill>
                <a:latin typeface="Nimbus Sans"/>
                <a:ea typeface="Nimbus Sans"/>
                <a:cs typeface="Nimbus Sans"/>
              </a:defRPr>
            </a:lvl4pPr>
            <a:lvl5pPr algn="ctr">
              <a:defRPr sz="3750" b="0">
                <a:solidFill>
                  <a:srgbClr val="25364A"/>
                </a:solidFill>
                <a:latin typeface="Nimbus Sans"/>
                <a:ea typeface="Nimbus Sans"/>
                <a:cs typeface="Nimbus Sans"/>
              </a:defRPr>
            </a:lvl5pPr>
            <a:lvl6pPr algn="ctr">
              <a:defRPr sz="3750" b="0">
                <a:solidFill>
                  <a:srgbClr val="25364A"/>
                </a:solidFill>
                <a:latin typeface="Nimbus Sans"/>
                <a:ea typeface="Nimbus Sans"/>
                <a:cs typeface="Nimbus Sans"/>
              </a:defRPr>
            </a:lvl6pPr>
            <a:lvl7pPr algn="ctr">
              <a:defRPr sz="3750" b="0">
                <a:solidFill>
                  <a:srgbClr val="25364A"/>
                </a:solidFill>
                <a:latin typeface="Nimbus Sans"/>
                <a:ea typeface="Nimbus Sans"/>
                <a:cs typeface="Nimbus Sans"/>
              </a:defRPr>
            </a:lvl7pPr>
            <a:lvl8pPr algn="ctr">
              <a:defRPr sz="3750" b="0">
                <a:solidFill>
                  <a:srgbClr val="25364A"/>
                </a:solidFill>
                <a:latin typeface="Nimbus Sans"/>
                <a:ea typeface="Nimbus Sans"/>
                <a:cs typeface="Nimbus Sans"/>
              </a:defRPr>
            </a:lvl8pPr>
            <a:lvl9pPr algn="ctr">
              <a:defRPr sz="3750" b="0">
                <a:solidFill>
                  <a:srgbClr val="25364A"/>
                </a:solidFill>
                <a:latin typeface="Nimbus Sans"/>
                <a:ea typeface="Nimbus Sans"/>
                <a:cs typeface="Nimbus Sans"/>
              </a:defRPr>
            </a:lvl9pPr>
          </a:lstStyle>
          <a:p>
            <a:pPr algn="ctr">
              <a:defRPr sz="3750" b="0">
                <a:solidFill>
                  <a:srgbClr val="25364A"/>
                </a:solidFill>
                <a:latin typeface="Nimbus Sans"/>
                <a:ea typeface="Nimbus Sans"/>
                <a:cs typeface="Nimbus Sans"/>
              </a:defRPr>
            </a:pPr>
            <a:r>
              <a:rPr sz="3125"/>
              <a:t>dune</a:t>
            </a:r>
          </a:p>
        </p:txBody>
      </p:sp>
      <p:sp>
        <p:nvSpPr>
          <p:cNvPr id="62" name="output-label-2">
            <a:extLst>
              <a:ext uri="{FF2B5EF4-FFF2-40B4-BE49-F238E27FC236}">
                <a16:creationId xmlns:a16="http://schemas.microsoft.com/office/drawing/2014/main" id="{54E66018-945A-4E6F-B16C-79CA3038609F}"/>
              </a:ext>
            </a:extLst>
          </p:cNvPr>
          <p:cNvSpPr>
            <a:spLocks noGrp="1"/>
          </p:cNvSpPr>
          <p:nvPr/>
        </p:nvSpPr>
        <p:spPr>
          <a:xfrm>
            <a:off x="10675938" y="3492500"/>
            <a:ext cx="1349375" cy="635000"/>
          </a:xfrm>
          <a:prstGeom prst="rect">
            <a:avLst/>
          </a:prstGeom>
          <a:noFill/>
          <a:ln w="0">
            <a:noFill/>
            <a:prstDash val="solid"/>
          </a:ln>
        </p:spPr>
        <p:txBody>
          <a:bodyPr wrap="none" lIns="0" tIns="0" rIns="0" bIns="0" anchor="ctr">
            <a:normAutofit/>
          </a:bodyPr>
          <a:lstStyle>
            <a:defPPr algn="ctr">
              <a:defRPr sz="3750" b="0">
                <a:solidFill>
                  <a:srgbClr val="25364A"/>
                </a:solidFill>
                <a:latin typeface="Nimbus Sans"/>
                <a:ea typeface="Nimbus Sans"/>
                <a:cs typeface="Nimbus Sans"/>
              </a:defRPr>
            </a:defPPr>
            <a:lvl1pPr algn="ctr">
              <a:defRPr sz="3750" b="0">
                <a:solidFill>
                  <a:srgbClr val="25364A"/>
                </a:solidFill>
                <a:latin typeface="Nimbus Sans"/>
                <a:ea typeface="Nimbus Sans"/>
                <a:cs typeface="Nimbus Sans"/>
              </a:defRPr>
            </a:lvl1pPr>
            <a:lvl2pPr algn="ctr">
              <a:defRPr sz="3750" b="0">
                <a:solidFill>
                  <a:srgbClr val="25364A"/>
                </a:solidFill>
                <a:latin typeface="Nimbus Sans"/>
                <a:ea typeface="Nimbus Sans"/>
                <a:cs typeface="Nimbus Sans"/>
              </a:defRPr>
            </a:lvl2pPr>
            <a:lvl3pPr algn="ctr">
              <a:defRPr sz="3750" b="0">
                <a:solidFill>
                  <a:srgbClr val="25364A"/>
                </a:solidFill>
                <a:latin typeface="Nimbus Sans"/>
                <a:ea typeface="Nimbus Sans"/>
                <a:cs typeface="Nimbus Sans"/>
              </a:defRPr>
            </a:lvl3pPr>
            <a:lvl4pPr algn="ctr">
              <a:defRPr sz="3750" b="0">
                <a:solidFill>
                  <a:srgbClr val="25364A"/>
                </a:solidFill>
                <a:latin typeface="Nimbus Sans"/>
                <a:ea typeface="Nimbus Sans"/>
                <a:cs typeface="Nimbus Sans"/>
              </a:defRPr>
            </a:lvl4pPr>
            <a:lvl5pPr algn="ctr">
              <a:defRPr sz="3750" b="0">
                <a:solidFill>
                  <a:srgbClr val="25364A"/>
                </a:solidFill>
                <a:latin typeface="Nimbus Sans"/>
                <a:ea typeface="Nimbus Sans"/>
                <a:cs typeface="Nimbus Sans"/>
              </a:defRPr>
            </a:lvl5pPr>
            <a:lvl6pPr algn="ctr">
              <a:defRPr sz="3750" b="0">
                <a:solidFill>
                  <a:srgbClr val="25364A"/>
                </a:solidFill>
                <a:latin typeface="Nimbus Sans"/>
                <a:ea typeface="Nimbus Sans"/>
                <a:cs typeface="Nimbus Sans"/>
              </a:defRPr>
            </a:lvl6pPr>
            <a:lvl7pPr algn="ctr">
              <a:defRPr sz="3750" b="0">
                <a:solidFill>
                  <a:srgbClr val="25364A"/>
                </a:solidFill>
                <a:latin typeface="Nimbus Sans"/>
                <a:ea typeface="Nimbus Sans"/>
                <a:cs typeface="Nimbus Sans"/>
              </a:defRPr>
            </a:lvl7pPr>
            <a:lvl8pPr algn="ctr">
              <a:defRPr sz="3750" b="0">
                <a:solidFill>
                  <a:srgbClr val="25364A"/>
                </a:solidFill>
                <a:latin typeface="Nimbus Sans"/>
                <a:ea typeface="Nimbus Sans"/>
                <a:cs typeface="Nimbus Sans"/>
              </a:defRPr>
            </a:lvl8pPr>
            <a:lvl9pPr algn="ctr">
              <a:defRPr sz="3750" b="0">
                <a:solidFill>
                  <a:srgbClr val="25364A"/>
                </a:solidFill>
                <a:latin typeface="Nimbus Sans"/>
                <a:ea typeface="Nimbus Sans"/>
                <a:cs typeface="Nimbus Sans"/>
              </a:defRPr>
            </a:lvl9pPr>
          </a:lstStyle>
          <a:p>
            <a:pPr algn="ctr">
              <a:defRPr sz="3750" b="0">
                <a:solidFill>
                  <a:srgbClr val="25364A"/>
                </a:solidFill>
                <a:latin typeface="Nimbus Sans"/>
                <a:ea typeface="Nimbus Sans"/>
                <a:cs typeface="Nimbus Sans"/>
              </a:defRPr>
            </a:pPr>
            <a:r>
              <a:rPr sz="3125"/>
              <a:t>dean</a:t>
            </a:r>
          </a:p>
        </p:txBody>
      </p:sp>
      <p:sp>
        <p:nvSpPr>
          <p:cNvPr id="63" name="output-label-3">
            <a:extLst>
              <a:ext uri="{FF2B5EF4-FFF2-40B4-BE49-F238E27FC236}">
                <a16:creationId xmlns:a16="http://schemas.microsoft.com/office/drawing/2014/main" id="{C9F096B1-C51A-472E-9BBB-C56ACB2941B6}"/>
              </a:ext>
            </a:extLst>
          </p:cNvPr>
          <p:cNvSpPr>
            <a:spLocks noGrp="1"/>
          </p:cNvSpPr>
          <p:nvPr/>
        </p:nvSpPr>
        <p:spPr>
          <a:xfrm>
            <a:off x="10675938" y="4286250"/>
            <a:ext cx="1349375" cy="635000"/>
          </a:xfrm>
          <a:prstGeom prst="rect">
            <a:avLst/>
          </a:prstGeom>
          <a:noFill/>
          <a:ln w="0">
            <a:noFill/>
            <a:prstDash val="solid"/>
          </a:ln>
        </p:spPr>
        <p:txBody>
          <a:bodyPr wrap="none" lIns="0" tIns="0" rIns="0" bIns="0" anchor="ctr">
            <a:normAutofit/>
          </a:bodyPr>
          <a:lstStyle>
            <a:defPPr algn="ctr">
              <a:defRPr sz="3750" b="0">
                <a:solidFill>
                  <a:srgbClr val="25364A"/>
                </a:solidFill>
                <a:latin typeface="Nimbus Sans"/>
                <a:ea typeface="Nimbus Sans"/>
                <a:cs typeface="Nimbus Sans"/>
              </a:defRPr>
            </a:defPPr>
            <a:lvl1pPr algn="ctr">
              <a:defRPr sz="3750" b="0">
                <a:solidFill>
                  <a:srgbClr val="25364A"/>
                </a:solidFill>
                <a:latin typeface="Nimbus Sans"/>
                <a:ea typeface="Nimbus Sans"/>
                <a:cs typeface="Nimbus Sans"/>
              </a:defRPr>
            </a:lvl1pPr>
            <a:lvl2pPr algn="ctr">
              <a:defRPr sz="3750" b="0">
                <a:solidFill>
                  <a:srgbClr val="25364A"/>
                </a:solidFill>
                <a:latin typeface="Nimbus Sans"/>
                <a:ea typeface="Nimbus Sans"/>
                <a:cs typeface="Nimbus Sans"/>
              </a:defRPr>
            </a:lvl2pPr>
            <a:lvl3pPr algn="ctr">
              <a:defRPr sz="3750" b="0">
                <a:solidFill>
                  <a:srgbClr val="25364A"/>
                </a:solidFill>
                <a:latin typeface="Nimbus Sans"/>
                <a:ea typeface="Nimbus Sans"/>
                <a:cs typeface="Nimbus Sans"/>
              </a:defRPr>
            </a:lvl3pPr>
            <a:lvl4pPr algn="ctr">
              <a:defRPr sz="3750" b="0">
                <a:solidFill>
                  <a:srgbClr val="25364A"/>
                </a:solidFill>
                <a:latin typeface="Nimbus Sans"/>
                <a:ea typeface="Nimbus Sans"/>
                <a:cs typeface="Nimbus Sans"/>
              </a:defRPr>
            </a:lvl4pPr>
            <a:lvl5pPr algn="ctr">
              <a:defRPr sz="3750" b="0">
                <a:solidFill>
                  <a:srgbClr val="25364A"/>
                </a:solidFill>
                <a:latin typeface="Nimbus Sans"/>
                <a:ea typeface="Nimbus Sans"/>
                <a:cs typeface="Nimbus Sans"/>
              </a:defRPr>
            </a:lvl5pPr>
            <a:lvl6pPr algn="ctr">
              <a:defRPr sz="3750" b="0">
                <a:solidFill>
                  <a:srgbClr val="25364A"/>
                </a:solidFill>
                <a:latin typeface="Nimbus Sans"/>
                <a:ea typeface="Nimbus Sans"/>
                <a:cs typeface="Nimbus Sans"/>
              </a:defRPr>
            </a:lvl6pPr>
            <a:lvl7pPr algn="ctr">
              <a:defRPr sz="3750" b="0">
                <a:solidFill>
                  <a:srgbClr val="25364A"/>
                </a:solidFill>
                <a:latin typeface="Nimbus Sans"/>
                <a:ea typeface="Nimbus Sans"/>
                <a:cs typeface="Nimbus Sans"/>
              </a:defRPr>
            </a:lvl7pPr>
            <a:lvl8pPr algn="ctr">
              <a:defRPr sz="3750" b="0">
                <a:solidFill>
                  <a:srgbClr val="25364A"/>
                </a:solidFill>
                <a:latin typeface="Nimbus Sans"/>
                <a:ea typeface="Nimbus Sans"/>
                <a:cs typeface="Nimbus Sans"/>
              </a:defRPr>
            </a:lvl8pPr>
            <a:lvl9pPr algn="ctr">
              <a:defRPr sz="3750" b="0">
                <a:solidFill>
                  <a:srgbClr val="25364A"/>
                </a:solidFill>
                <a:latin typeface="Nimbus Sans"/>
                <a:ea typeface="Nimbus Sans"/>
                <a:cs typeface="Nimbus Sans"/>
              </a:defRPr>
            </a:lvl9pPr>
          </a:lstStyle>
          <a:p>
            <a:pPr algn="ctr">
              <a:defRPr sz="3750" b="0">
                <a:solidFill>
                  <a:srgbClr val="25364A"/>
                </a:solidFill>
                <a:latin typeface="Nimbus Sans"/>
                <a:ea typeface="Nimbus Sans"/>
                <a:cs typeface="Nimbus Sans"/>
              </a:defRPr>
            </a:pPr>
            <a:r>
              <a:rPr sz="3125"/>
              <a:t>Don</a:t>
            </a:r>
          </a:p>
        </p:txBody>
      </p:sp>
      <p:sp>
        <p:nvSpPr>
          <p:cNvPr id="64" name="output-label-4">
            <a:extLst>
              <a:ext uri="{FF2B5EF4-FFF2-40B4-BE49-F238E27FC236}">
                <a16:creationId xmlns:a16="http://schemas.microsoft.com/office/drawing/2014/main" id="{D050F08F-92D5-41DB-BFDF-89092773D72C}"/>
              </a:ext>
            </a:extLst>
          </p:cNvPr>
          <p:cNvSpPr>
            <a:spLocks noGrp="1"/>
          </p:cNvSpPr>
          <p:nvPr/>
        </p:nvSpPr>
        <p:spPr>
          <a:xfrm>
            <a:off x="10675938" y="5080000"/>
            <a:ext cx="1349375" cy="635000"/>
          </a:xfrm>
          <a:prstGeom prst="rect">
            <a:avLst/>
          </a:prstGeom>
          <a:noFill/>
          <a:ln w="0">
            <a:noFill/>
            <a:prstDash val="solid"/>
          </a:ln>
        </p:spPr>
        <p:txBody>
          <a:bodyPr wrap="none" lIns="0" tIns="0" rIns="0" bIns="0" anchor="ctr">
            <a:normAutofit/>
          </a:bodyPr>
          <a:lstStyle>
            <a:defPPr algn="ctr">
              <a:defRPr sz="3750" b="0">
                <a:solidFill>
                  <a:srgbClr val="25364A"/>
                </a:solidFill>
                <a:latin typeface="Nimbus Sans"/>
                <a:ea typeface="Nimbus Sans"/>
                <a:cs typeface="Nimbus Sans"/>
              </a:defRPr>
            </a:defPPr>
            <a:lvl1pPr algn="ctr">
              <a:defRPr sz="3750" b="0">
                <a:solidFill>
                  <a:srgbClr val="25364A"/>
                </a:solidFill>
                <a:latin typeface="Nimbus Sans"/>
                <a:ea typeface="Nimbus Sans"/>
                <a:cs typeface="Nimbus Sans"/>
              </a:defRPr>
            </a:lvl1pPr>
            <a:lvl2pPr algn="ctr">
              <a:defRPr sz="3750" b="0">
                <a:solidFill>
                  <a:srgbClr val="25364A"/>
                </a:solidFill>
                <a:latin typeface="Nimbus Sans"/>
                <a:ea typeface="Nimbus Sans"/>
                <a:cs typeface="Nimbus Sans"/>
              </a:defRPr>
            </a:lvl2pPr>
            <a:lvl3pPr algn="ctr">
              <a:defRPr sz="3750" b="0">
                <a:solidFill>
                  <a:srgbClr val="25364A"/>
                </a:solidFill>
                <a:latin typeface="Nimbus Sans"/>
                <a:ea typeface="Nimbus Sans"/>
                <a:cs typeface="Nimbus Sans"/>
              </a:defRPr>
            </a:lvl3pPr>
            <a:lvl4pPr algn="ctr">
              <a:defRPr sz="3750" b="0">
                <a:solidFill>
                  <a:srgbClr val="25364A"/>
                </a:solidFill>
                <a:latin typeface="Nimbus Sans"/>
                <a:ea typeface="Nimbus Sans"/>
                <a:cs typeface="Nimbus Sans"/>
              </a:defRPr>
            </a:lvl4pPr>
            <a:lvl5pPr algn="ctr">
              <a:defRPr sz="3750" b="0">
                <a:solidFill>
                  <a:srgbClr val="25364A"/>
                </a:solidFill>
                <a:latin typeface="Nimbus Sans"/>
                <a:ea typeface="Nimbus Sans"/>
                <a:cs typeface="Nimbus Sans"/>
              </a:defRPr>
            </a:lvl5pPr>
            <a:lvl6pPr algn="ctr">
              <a:defRPr sz="3750" b="0">
                <a:solidFill>
                  <a:srgbClr val="25364A"/>
                </a:solidFill>
                <a:latin typeface="Nimbus Sans"/>
                <a:ea typeface="Nimbus Sans"/>
                <a:cs typeface="Nimbus Sans"/>
              </a:defRPr>
            </a:lvl6pPr>
            <a:lvl7pPr algn="ctr">
              <a:defRPr sz="3750" b="0">
                <a:solidFill>
                  <a:srgbClr val="25364A"/>
                </a:solidFill>
                <a:latin typeface="Nimbus Sans"/>
                <a:ea typeface="Nimbus Sans"/>
                <a:cs typeface="Nimbus Sans"/>
              </a:defRPr>
            </a:lvl7pPr>
            <a:lvl8pPr algn="ctr">
              <a:defRPr sz="3750" b="0">
                <a:solidFill>
                  <a:srgbClr val="25364A"/>
                </a:solidFill>
                <a:latin typeface="Nimbus Sans"/>
                <a:ea typeface="Nimbus Sans"/>
                <a:cs typeface="Nimbus Sans"/>
              </a:defRPr>
            </a:lvl8pPr>
            <a:lvl9pPr algn="ctr">
              <a:defRPr sz="3750" b="0">
                <a:solidFill>
                  <a:srgbClr val="25364A"/>
                </a:solidFill>
                <a:latin typeface="Nimbus Sans"/>
                <a:ea typeface="Nimbus Sans"/>
                <a:cs typeface="Nimbus Sans"/>
              </a:defRPr>
            </a:lvl9pPr>
          </a:lstStyle>
          <a:p>
            <a:pPr algn="ctr">
              <a:defRPr sz="3750" b="0">
                <a:solidFill>
                  <a:srgbClr val="25364A"/>
                </a:solidFill>
                <a:latin typeface="Nimbus Sans"/>
                <a:ea typeface="Nimbus Sans"/>
                <a:cs typeface="Nimbus Sans"/>
              </a:defRPr>
            </a:pPr>
            <a:r>
              <a:rPr sz="3125"/>
              <a:t>Dan</a:t>
            </a:r>
          </a:p>
        </p:txBody>
      </p:sp>
      <p:sp>
        <p:nvSpPr>
          <p:cNvPr id="65" name="weight-0-0-0">
            <a:extLst>
              <a:ext uri="{FF2B5EF4-FFF2-40B4-BE49-F238E27FC236}">
                <a16:creationId xmlns:a16="http://schemas.microsoft.com/office/drawing/2014/main" id="{1577E2D4-C14A-417E-B3EE-D6E79BA679EC}"/>
              </a:ext>
            </a:extLst>
          </p:cNvPr>
          <p:cNvSpPr>
            <a:spLocks noGrp="1"/>
          </p:cNvSpPr>
          <p:nvPr/>
        </p:nvSpPr>
        <p:spPr>
          <a:xfrm>
            <a:off x="2468563" y="2936875"/>
            <a:ext cx="53975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236C7A"/>
                </a:solidFill>
                <a:latin typeface="Nimbus Sans"/>
                <a:ea typeface="Nimbus Sans"/>
                <a:cs typeface="Nimbus Sans"/>
              </a:defRPr>
            </a:defPPr>
            <a:lvl1pPr algn="ctr">
              <a:defRPr sz="1350" b="1">
                <a:solidFill>
                  <a:srgbClr val="236C7A"/>
                </a:solidFill>
                <a:latin typeface="Nimbus Sans"/>
                <a:ea typeface="Nimbus Sans"/>
                <a:cs typeface="Nimbus Sans"/>
              </a:defRPr>
            </a:lvl1pPr>
            <a:lvl2pPr algn="ctr">
              <a:defRPr sz="1350" b="1">
                <a:solidFill>
                  <a:srgbClr val="236C7A"/>
                </a:solidFill>
                <a:latin typeface="Nimbus Sans"/>
                <a:ea typeface="Nimbus Sans"/>
                <a:cs typeface="Nimbus Sans"/>
              </a:defRPr>
            </a:lvl2pPr>
            <a:lvl3pPr algn="ctr">
              <a:defRPr sz="1350" b="1">
                <a:solidFill>
                  <a:srgbClr val="236C7A"/>
                </a:solidFill>
                <a:latin typeface="Nimbus Sans"/>
                <a:ea typeface="Nimbus Sans"/>
                <a:cs typeface="Nimbus Sans"/>
              </a:defRPr>
            </a:lvl3pPr>
            <a:lvl4pPr algn="ctr">
              <a:defRPr sz="1350" b="1">
                <a:solidFill>
                  <a:srgbClr val="236C7A"/>
                </a:solidFill>
                <a:latin typeface="Nimbus Sans"/>
                <a:ea typeface="Nimbus Sans"/>
                <a:cs typeface="Nimbus Sans"/>
              </a:defRPr>
            </a:lvl4pPr>
            <a:lvl5pPr algn="ctr">
              <a:defRPr sz="1350" b="1">
                <a:solidFill>
                  <a:srgbClr val="236C7A"/>
                </a:solidFill>
                <a:latin typeface="Nimbus Sans"/>
                <a:ea typeface="Nimbus Sans"/>
                <a:cs typeface="Nimbus Sans"/>
              </a:defRPr>
            </a:lvl5pPr>
            <a:lvl6pPr algn="ctr">
              <a:defRPr sz="1350" b="1">
                <a:solidFill>
                  <a:srgbClr val="236C7A"/>
                </a:solidFill>
                <a:latin typeface="Nimbus Sans"/>
                <a:ea typeface="Nimbus Sans"/>
                <a:cs typeface="Nimbus Sans"/>
              </a:defRPr>
            </a:lvl6pPr>
            <a:lvl7pPr algn="ctr">
              <a:defRPr sz="1350" b="1">
                <a:solidFill>
                  <a:srgbClr val="236C7A"/>
                </a:solidFill>
                <a:latin typeface="Nimbus Sans"/>
                <a:ea typeface="Nimbus Sans"/>
                <a:cs typeface="Nimbus Sans"/>
              </a:defRPr>
            </a:lvl7pPr>
            <a:lvl8pPr algn="ctr">
              <a:defRPr sz="1350" b="1">
                <a:solidFill>
                  <a:srgbClr val="236C7A"/>
                </a:solidFill>
                <a:latin typeface="Nimbus Sans"/>
                <a:ea typeface="Nimbus Sans"/>
                <a:cs typeface="Nimbus Sans"/>
              </a:defRPr>
            </a:lvl8pPr>
            <a:lvl9pPr algn="ctr">
              <a:defRPr sz="1350" b="1">
                <a:solidFill>
                  <a:srgbClr val="236C7A"/>
                </a:solidFill>
                <a:latin typeface="Nimbus Sans"/>
                <a:ea typeface="Nimbus Sans"/>
                <a:cs typeface="Nimbus Sans"/>
              </a:defRPr>
            </a:lvl9pPr>
          </a:lstStyle>
          <a:p>
            <a:pPr algn="ctr">
              <a:defRPr sz="1350" b="1">
                <a:solidFill>
                  <a:srgbClr val="236C7A"/>
                </a:solidFill>
                <a:latin typeface="Nimbus Sans"/>
                <a:ea typeface="Nimbus Sans"/>
                <a:cs typeface="Nimbus Sans"/>
              </a:defRPr>
            </a:pPr>
            <a:r>
              <a:rPr sz="1125"/>
              <a:t>+0.005</a:t>
            </a:r>
          </a:p>
        </p:txBody>
      </p:sp>
      <p:sp>
        <p:nvSpPr>
          <p:cNvPr id="66" name="weight-0-1-0">
            <a:extLst>
              <a:ext uri="{FF2B5EF4-FFF2-40B4-BE49-F238E27FC236}">
                <a16:creationId xmlns:a16="http://schemas.microsoft.com/office/drawing/2014/main" id="{C54DC7B0-E2E8-42D6-82B3-D52C5E7D2F15}"/>
              </a:ext>
            </a:extLst>
          </p:cNvPr>
          <p:cNvSpPr>
            <a:spLocks noGrp="1"/>
          </p:cNvSpPr>
          <p:nvPr/>
        </p:nvSpPr>
        <p:spPr>
          <a:xfrm>
            <a:off x="2449644" y="3547252"/>
            <a:ext cx="53975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9A5065"/>
                </a:solidFill>
                <a:latin typeface="Nimbus Sans"/>
                <a:ea typeface="Nimbus Sans"/>
                <a:cs typeface="Nimbus Sans"/>
              </a:defRPr>
            </a:defPPr>
            <a:lvl1pPr algn="ctr">
              <a:defRPr sz="1350" b="1">
                <a:solidFill>
                  <a:srgbClr val="9A5065"/>
                </a:solidFill>
                <a:latin typeface="Nimbus Sans"/>
                <a:ea typeface="Nimbus Sans"/>
                <a:cs typeface="Nimbus Sans"/>
              </a:defRPr>
            </a:lvl1pPr>
            <a:lvl2pPr algn="ctr">
              <a:defRPr sz="1350" b="1">
                <a:solidFill>
                  <a:srgbClr val="9A5065"/>
                </a:solidFill>
                <a:latin typeface="Nimbus Sans"/>
                <a:ea typeface="Nimbus Sans"/>
                <a:cs typeface="Nimbus Sans"/>
              </a:defRPr>
            </a:lvl2pPr>
            <a:lvl3pPr algn="ctr">
              <a:defRPr sz="1350" b="1">
                <a:solidFill>
                  <a:srgbClr val="9A5065"/>
                </a:solidFill>
                <a:latin typeface="Nimbus Sans"/>
                <a:ea typeface="Nimbus Sans"/>
                <a:cs typeface="Nimbus Sans"/>
              </a:defRPr>
            </a:lvl3pPr>
            <a:lvl4pPr algn="ctr">
              <a:defRPr sz="1350" b="1">
                <a:solidFill>
                  <a:srgbClr val="9A5065"/>
                </a:solidFill>
                <a:latin typeface="Nimbus Sans"/>
                <a:ea typeface="Nimbus Sans"/>
                <a:cs typeface="Nimbus Sans"/>
              </a:defRPr>
            </a:lvl4pPr>
            <a:lvl5pPr algn="ctr">
              <a:defRPr sz="1350" b="1">
                <a:solidFill>
                  <a:srgbClr val="9A5065"/>
                </a:solidFill>
                <a:latin typeface="Nimbus Sans"/>
                <a:ea typeface="Nimbus Sans"/>
                <a:cs typeface="Nimbus Sans"/>
              </a:defRPr>
            </a:lvl5pPr>
            <a:lvl6pPr algn="ctr">
              <a:defRPr sz="1350" b="1">
                <a:solidFill>
                  <a:srgbClr val="9A5065"/>
                </a:solidFill>
                <a:latin typeface="Nimbus Sans"/>
                <a:ea typeface="Nimbus Sans"/>
                <a:cs typeface="Nimbus Sans"/>
              </a:defRPr>
            </a:lvl6pPr>
            <a:lvl7pPr algn="ctr">
              <a:defRPr sz="1350" b="1">
                <a:solidFill>
                  <a:srgbClr val="9A5065"/>
                </a:solidFill>
                <a:latin typeface="Nimbus Sans"/>
                <a:ea typeface="Nimbus Sans"/>
                <a:cs typeface="Nimbus Sans"/>
              </a:defRPr>
            </a:lvl7pPr>
            <a:lvl8pPr algn="ctr">
              <a:defRPr sz="1350" b="1">
                <a:solidFill>
                  <a:srgbClr val="9A5065"/>
                </a:solidFill>
                <a:latin typeface="Nimbus Sans"/>
                <a:ea typeface="Nimbus Sans"/>
                <a:cs typeface="Nimbus Sans"/>
              </a:defRPr>
            </a:lvl8pPr>
            <a:lvl9pPr algn="ctr">
              <a:defRPr sz="1350" b="1">
                <a:solidFill>
                  <a:srgbClr val="9A5065"/>
                </a:solidFill>
                <a:latin typeface="Nimbus Sans"/>
                <a:ea typeface="Nimbus Sans"/>
                <a:cs typeface="Nimbus Sans"/>
              </a:defRPr>
            </a:lvl9pPr>
          </a:lstStyle>
          <a:p>
            <a:pPr algn="ctr">
              <a:defRPr sz="1350" b="1">
                <a:solidFill>
                  <a:srgbClr val="9A5065"/>
                </a:solidFill>
                <a:latin typeface="Nimbus Sans"/>
                <a:ea typeface="Nimbus Sans"/>
                <a:cs typeface="Nimbus Sans"/>
              </a:defRPr>
            </a:pPr>
            <a:r>
              <a:rPr sz="1125"/>
              <a:t>−0.001</a:t>
            </a:r>
          </a:p>
        </p:txBody>
      </p:sp>
      <p:sp>
        <p:nvSpPr>
          <p:cNvPr id="67" name="weight-0-0-1">
            <a:extLst>
              <a:ext uri="{FF2B5EF4-FFF2-40B4-BE49-F238E27FC236}">
                <a16:creationId xmlns:a16="http://schemas.microsoft.com/office/drawing/2014/main" id="{954F085C-3A2C-464D-90AF-881079EEE8E1}"/>
              </a:ext>
            </a:extLst>
          </p:cNvPr>
          <p:cNvSpPr>
            <a:spLocks noGrp="1"/>
          </p:cNvSpPr>
          <p:nvPr/>
        </p:nvSpPr>
        <p:spPr>
          <a:xfrm>
            <a:off x="1980230" y="3335251"/>
            <a:ext cx="53975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236C7A"/>
                </a:solidFill>
                <a:latin typeface="Nimbus Sans"/>
                <a:ea typeface="Nimbus Sans"/>
                <a:cs typeface="Nimbus Sans"/>
              </a:defRPr>
            </a:defPPr>
            <a:lvl1pPr algn="ctr">
              <a:defRPr sz="1350" b="1">
                <a:solidFill>
                  <a:srgbClr val="236C7A"/>
                </a:solidFill>
                <a:latin typeface="Nimbus Sans"/>
                <a:ea typeface="Nimbus Sans"/>
                <a:cs typeface="Nimbus Sans"/>
              </a:defRPr>
            </a:lvl1pPr>
            <a:lvl2pPr algn="ctr">
              <a:defRPr sz="1350" b="1">
                <a:solidFill>
                  <a:srgbClr val="236C7A"/>
                </a:solidFill>
                <a:latin typeface="Nimbus Sans"/>
                <a:ea typeface="Nimbus Sans"/>
                <a:cs typeface="Nimbus Sans"/>
              </a:defRPr>
            </a:lvl2pPr>
            <a:lvl3pPr algn="ctr">
              <a:defRPr sz="1350" b="1">
                <a:solidFill>
                  <a:srgbClr val="236C7A"/>
                </a:solidFill>
                <a:latin typeface="Nimbus Sans"/>
                <a:ea typeface="Nimbus Sans"/>
                <a:cs typeface="Nimbus Sans"/>
              </a:defRPr>
            </a:lvl3pPr>
            <a:lvl4pPr algn="ctr">
              <a:defRPr sz="1350" b="1">
                <a:solidFill>
                  <a:srgbClr val="236C7A"/>
                </a:solidFill>
                <a:latin typeface="Nimbus Sans"/>
                <a:ea typeface="Nimbus Sans"/>
                <a:cs typeface="Nimbus Sans"/>
              </a:defRPr>
            </a:lvl4pPr>
            <a:lvl5pPr algn="ctr">
              <a:defRPr sz="1350" b="1">
                <a:solidFill>
                  <a:srgbClr val="236C7A"/>
                </a:solidFill>
                <a:latin typeface="Nimbus Sans"/>
                <a:ea typeface="Nimbus Sans"/>
                <a:cs typeface="Nimbus Sans"/>
              </a:defRPr>
            </a:lvl5pPr>
            <a:lvl6pPr algn="ctr">
              <a:defRPr sz="1350" b="1">
                <a:solidFill>
                  <a:srgbClr val="236C7A"/>
                </a:solidFill>
                <a:latin typeface="Nimbus Sans"/>
                <a:ea typeface="Nimbus Sans"/>
                <a:cs typeface="Nimbus Sans"/>
              </a:defRPr>
            </a:lvl6pPr>
            <a:lvl7pPr algn="ctr">
              <a:defRPr sz="1350" b="1">
                <a:solidFill>
                  <a:srgbClr val="236C7A"/>
                </a:solidFill>
                <a:latin typeface="Nimbus Sans"/>
                <a:ea typeface="Nimbus Sans"/>
                <a:cs typeface="Nimbus Sans"/>
              </a:defRPr>
            </a:lvl7pPr>
            <a:lvl8pPr algn="ctr">
              <a:defRPr sz="1350" b="1">
                <a:solidFill>
                  <a:srgbClr val="236C7A"/>
                </a:solidFill>
                <a:latin typeface="Nimbus Sans"/>
                <a:ea typeface="Nimbus Sans"/>
                <a:cs typeface="Nimbus Sans"/>
              </a:defRPr>
            </a:lvl8pPr>
            <a:lvl9pPr algn="ctr">
              <a:defRPr sz="1350" b="1">
                <a:solidFill>
                  <a:srgbClr val="236C7A"/>
                </a:solidFill>
                <a:latin typeface="Nimbus Sans"/>
                <a:ea typeface="Nimbus Sans"/>
                <a:cs typeface="Nimbus Sans"/>
              </a:defRPr>
            </a:lvl9pPr>
          </a:lstStyle>
          <a:p>
            <a:pPr algn="ctr">
              <a:defRPr sz="1350" b="1">
                <a:solidFill>
                  <a:srgbClr val="236C7A"/>
                </a:solidFill>
                <a:latin typeface="Nimbus Sans"/>
                <a:ea typeface="Nimbus Sans"/>
                <a:cs typeface="Nimbus Sans"/>
              </a:defRPr>
            </a:pPr>
            <a:r>
              <a:rPr sz="1125"/>
              <a:t>+0.002</a:t>
            </a:r>
          </a:p>
        </p:txBody>
      </p:sp>
      <p:sp>
        <p:nvSpPr>
          <p:cNvPr id="68" name="weight-0-1-1">
            <a:extLst>
              <a:ext uri="{FF2B5EF4-FFF2-40B4-BE49-F238E27FC236}">
                <a16:creationId xmlns:a16="http://schemas.microsoft.com/office/drawing/2014/main" id="{5A800434-355F-47B4-AC6F-31514A2633CD}"/>
              </a:ext>
            </a:extLst>
          </p:cNvPr>
          <p:cNvSpPr>
            <a:spLocks noGrp="1"/>
          </p:cNvSpPr>
          <p:nvPr/>
        </p:nvSpPr>
        <p:spPr>
          <a:xfrm>
            <a:off x="2415813" y="4064732"/>
            <a:ext cx="53975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236C7A"/>
                </a:solidFill>
                <a:latin typeface="Nimbus Sans"/>
                <a:ea typeface="Nimbus Sans"/>
                <a:cs typeface="Nimbus Sans"/>
              </a:defRPr>
            </a:defPPr>
            <a:lvl1pPr algn="ctr">
              <a:defRPr sz="1350" b="1">
                <a:solidFill>
                  <a:srgbClr val="236C7A"/>
                </a:solidFill>
                <a:latin typeface="Nimbus Sans"/>
                <a:ea typeface="Nimbus Sans"/>
                <a:cs typeface="Nimbus Sans"/>
              </a:defRPr>
            </a:lvl1pPr>
            <a:lvl2pPr algn="ctr">
              <a:defRPr sz="1350" b="1">
                <a:solidFill>
                  <a:srgbClr val="236C7A"/>
                </a:solidFill>
                <a:latin typeface="Nimbus Sans"/>
                <a:ea typeface="Nimbus Sans"/>
                <a:cs typeface="Nimbus Sans"/>
              </a:defRPr>
            </a:lvl2pPr>
            <a:lvl3pPr algn="ctr">
              <a:defRPr sz="1350" b="1">
                <a:solidFill>
                  <a:srgbClr val="236C7A"/>
                </a:solidFill>
                <a:latin typeface="Nimbus Sans"/>
                <a:ea typeface="Nimbus Sans"/>
                <a:cs typeface="Nimbus Sans"/>
              </a:defRPr>
            </a:lvl3pPr>
            <a:lvl4pPr algn="ctr">
              <a:defRPr sz="1350" b="1">
                <a:solidFill>
                  <a:srgbClr val="236C7A"/>
                </a:solidFill>
                <a:latin typeface="Nimbus Sans"/>
                <a:ea typeface="Nimbus Sans"/>
                <a:cs typeface="Nimbus Sans"/>
              </a:defRPr>
            </a:lvl4pPr>
            <a:lvl5pPr algn="ctr">
              <a:defRPr sz="1350" b="1">
                <a:solidFill>
                  <a:srgbClr val="236C7A"/>
                </a:solidFill>
                <a:latin typeface="Nimbus Sans"/>
                <a:ea typeface="Nimbus Sans"/>
                <a:cs typeface="Nimbus Sans"/>
              </a:defRPr>
            </a:lvl5pPr>
            <a:lvl6pPr algn="ctr">
              <a:defRPr sz="1350" b="1">
                <a:solidFill>
                  <a:srgbClr val="236C7A"/>
                </a:solidFill>
                <a:latin typeface="Nimbus Sans"/>
                <a:ea typeface="Nimbus Sans"/>
                <a:cs typeface="Nimbus Sans"/>
              </a:defRPr>
            </a:lvl6pPr>
            <a:lvl7pPr algn="ctr">
              <a:defRPr sz="1350" b="1">
                <a:solidFill>
                  <a:srgbClr val="236C7A"/>
                </a:solidFill>
                <a:latin typeface="Nimbus Sans"/>
                <a:ea typeface="Nimbus Sans"/>
                <a:cs typeface="Nimbus Sans"/>
              </a:defRPr>
            </a:lvl7pPr>
            <a:lvl8pPr algn="ctr">
              <a:defRPr sz="1350" b="1">
                <a:solidFill>
                  <a:srgbClr val="236C7A"/>
                </a:solidFill>
                <a:latin typeface="Nimbus Sans"/>
                <a:ea typeface="Nimbus Sans"/>
                <a:cs typeface="Nimbus Sans"/>
              </a:defRPr>
            </a:lvl8pPr>
            <a:lvl9pPr algn="ctr">
              <a:defRPr sz="1350" b="1">
                <a:solidFill>
                  <a:srgbClr val="236C7A"/>
                </a:solidFill>
                <a:latin typeface="Nimbus Sans"/>
                <a:ea typeface="Nimbus Sans"/>
                <a:cs typeface="Nimbus Sans"/>
              </a:defRPr>
            </a:lvl9pPr>
          </a:lstStyle>
          <a:p>
            <a:pPr algn="ctr">
              <a:defRPr sz="1350" b="1">
                <a:solidFill>
                  <a:srgbClr val="236C7A"/>
                </a:solidFill>
                <a:latin typeface="Nimbus Sans"/>
                <a:ea typeface="Nimbus Sans"/>
                <a:cs typeface="Nimbus Sans"/>
              </a:defRPr>
            </a:pPr>
            <a:r>
              <a:rPr sz="1125"/>
              <a:t>+0.003</a:t>
            </a:r>
          </a:p>
        </p:txBody>
      </p:sp>
      <p:sp>
        <p:nvSpPr>
          <p:cNvPr id="69" name="weight-0-0-2">
            <a:extLst>
              <a:ext uri="{FF2B5EF4-FFF2-40B4-BE49-F238E27FC236}">
                <a16:creationId xmlns:a16="http://schemas.microsoft.com/office/drawing/2014/main" id="{9B64C8F6-47AF-4213-B533-FBA975E42D60}"/>
              </a:ext>
            </a:extLst>
          </p:cNvPr>
          <p:cNvSpPr>
            <a:spLocks noGrp="1"/>
          </p:cNvSpPr>
          <p:nvPr/>
        </p:nvSpPr>
        <p:spPr>
          <a:xfrm>
            <a:off x="2954686" y="4319839"/>
            <a:ext cx="53975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9A5065"/>
                </a:solidFill>
                <a:latin typeface="Nimbus Sans"/>
                <a:ea typeface="Nimbus Sans"/>
                <a:cs typeface="Nimbus Sans"/>
              </a:defRPr>
            </a:defPPr>
            <a:lvl1pPr algn="ctr">
              <a:defRPr sz="1350" b="1">
                <a:solidFill>
                  <a:srgbClr val="9A5065"/>
                </a:solidFill>
                <a:latin typeface="Nimbus Sans"/>
                <a:ea typeface="Nimbus Sans"/>
                <a:cs typeface="Nimbus Sans"/>
              </a:defRPr>
            </a:lvl1pPr>
            <a:lvl2pPr algn="ctr">
              <a:defRPr sz="1350" b="1">
                <a:solidFill>
                  <a:srgbClr val="9A5065"/>
                </a:solidFill>
                <a:latin typeface="Nimbus Sans"/>
                <a:ea typeface="Nimbus Sans"/>
                <a:cs typeface="Nimbus Sans"/>
              </a:defRPr>
            </a:lvl2pPr>
            <a:lvl3pPr algn="ctr">
              <a:defRPr sz="1350" b="1">
                <a:solidFill>
                  <a:srgbClr val="9A5065"/>
                </a:solidFill>
                <a:latin typeface="Nimbus Sans"/>
                <a:ea typeface="Nimbus Sans"/>
                <a:cs typeface="Nimbus Sans"/>
              </a:defRPr>
            </a:lvl3pPr>
            <a:lvl4pPr algn="ctr">
              <a:defRPr sz="1350" b="1">
                <a:solidFill>
                  <a:srgbClr val="9A5065"/>
                </a:solidFill>
                <a:latin typeface="Nimbus Sans"/>
                <a:ea typeface="Nimbus Sans"/>
                <a:cs typeface="Nimbus Sans"/>
              </a:defRPr>
            </a:lvl4pPr>
            <a:lvl5pPr algn="ctr">
              <a:defRPr sz="1350" b="1">
                <a:solidFill>
                  <a:srgbClr val="9A5065"/>
                </a:solidFill>
                <a:latin typeface="Nimbus Sans"/>
                <a:ea typeface="Nimbus Sans"/>
                <a:cs typeface="Nimbus Sans"/>
              </a:defRPr>
            </a:lvl5pPr>
            <a:lvl6pPr algn="ctr">
              <a:defRPr sz="1350" b="1">
                <a:solidFill>
                  <a:srgbClr val="9A5065"/>
                </a:solidFill>
                <a:latin typeface="Nimbus Sans"/>
                <a:ea typeface="Nimbus Sans"/>
                <a:cs typeface="Nimbus Sans"/>
              </a:defRPr>
            </a:lvl6pPr>
            <a:lvl7pPr algn="ctr">
              <a:defRPr sz="1350" b="1">
                <a:solidFill>
                  <a:srgbClr val="9A5065"/>
                </a:solidFill>
                <a:latin typeface="Nimbus Sans"/>
                <a:ea typeface="Nimbus Sans"/>
                <a:cs typeface="Nimbus Sans"/>
              </a:defRPr>
            </a:lvl7pPr>
            <a:lvl8pPr algn="ctr">
              <a:defRPr sz="1350" b="1">
                <a:solidFill>
                  <a:srgbClr val="9A5065"/>
                </a:solidFill>
                <a:latin typeface="Nimbus Sans"/>
                <a:ea typeface="Nimbus Sans"/>
                <a:cs typeface="Nimbus Sans"/>
              </a:defRPr>
            </a:lvl8pPr>
            <a:lvl9pPr algn="ctr">
              <a:defRPr sz="1350" b="1">
                <a:solidFill>
                  <a:srgbClr val="9A5065"/>
                </a:solidFill>
                <a:latin typeface="Nimbus Sans"/>
                <a:ea typeface="Nimbus Sans"/>
                <a:cs typeface="Nimbus Sans"/>
              </a:defRPr>
            </a:lvl9pPr>
          </a:lstStyle>
          <a:p>
            <a:pPr algn="ctr">
              <a:defRPr sz="1350" b="1">
                <a:solidFill>
                  <a:srgbClr val="9A5065"/>
                </a:solidFill>
                <a:latin typeface="Nimbus Sans"/>
                <a:ea typeface="Nimbus Sans"/>
                <a:cs typeface="Nimbus Sans"/>
              </a:defRPr>
            </a:pPr>
            <a:r>
              <a:rPr sz="1125"/>
              <a:t>−0.004</a:t>
            </a:r>
          </a:p>
        </p:txBody>
      </p:sp>
      <p:sp>
        <p:nvSpPr>
          <p:cNvPr id="70" name="weight-0-1-2">
            <a:extLst>
              <a:ext uri="{FF2B5EF4-FFF2-40B4-BE49-F238E27FC236}">
                <a16:creationId xmlns:a16="http://schemas.microsoft.com/office/drawing/2014/main" id="{84B73F73-3D5F-4A8D-8FB7-84A22375E432}"/>
              </a:ext>
            </a:extLst>
          </p:cNvPr>
          <p:cNvSpPr>
            <a:spLocks noGrp="1"/>
          </p:cNvSpPr>
          <p:nvPr/>
        </p:nvSpPr>
        <p:spPr>
          <a:xfrm>
            <a:off x="2485893" y="4566951"/>
            <a:ext cx="53975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236C7A"/>
                </a:solidFill>
                <a:latin typeface="Nimbus Sans"/>
                <a:ea typeface="Nimbus Sans"/>
                <a:cs typeface="Nimbus Sans"/>
              </a:defRPr>
            </a:defPPr>
            <a:lvl1pPr algn="ctr">
              <a:defRPr sz="1350" b="1">
                <a:solidFill>
                  <a:srgbClr val="236C7A"/>
                </a:solidFill>
                <a:latin typeface="Nimbus Sans"/>
                <a:ea typeface="Nimbus Sans"/>
                <a:cs typeface="Nimbus Sans"/>
              </a:defRPr>
            </a:lvl1pPr>
            <a:lvl2pPr algn="ctr">
              <a:defRPr sz="1350" b="1">
                <a:solidFill>
                  <a:srgbClr val="236C7A"/>
                </a:solidFill>
                <a:latin typeface="Nimbus Sans"/>
                <a:ea typeface="Nimbus Sans"/>
                <a:cs typeface="Nimbus Sans"/>
              </a:defRPr>
            </a:lvl2pPr>
            <a:lvl3pPr algn="ctr">
              <a:defRPr sz="1350" b="1">
                <a:solidFill>
                  <a:srgbClr val="236C7A"/>
                </a:solidFill>
                <a:latin typeface="Nimbus Sans"/>
                <a:ea typeface="Nimbus Sans"/>
                <a:cs typeface="Nimbus Sans"/>
              </a:defRPr>
            </a:lvl3pPr>
            <a:lvl4pPr algn="ctr">
              <a:defRPr sz="1350" b="1">
                <a:solidFill>
                  <a:srgbClr val="236C7A"/>
                </a:solidFill>
                <a:latin typeface="Nimbus Sans"/>
                <a:ea typeface="Nimbus Sans"/>
                <a:cs typeface="Nimbus Sans"/>
              </a:defRPr>
            </a:lvl4pPr>
            <a:lvl5pPr algn="ctr">
              <a:defRPr sz="1350" b="1">
                <a:solidFill>
                  <a:srgbClr val="236C7A"/>
                </a:solidFill>
                <a:latin typeface="Nimbus Sans"/>
                <a:ea typeface="Nimbus Sans"/>
                <a:cs typeface="Nimbus Sans"/>
              </a:defRPr>
            </a:lvl5pPr>
            <a:lvl6pPr algn="ctr">
              <a:defRPr sz="1350" b="1">
                <a:solidFill>
                  <a:srgbClr val="236C7A"/>
                </a:solidFill>
                <a:latin typeface="Nimbus Sans"/>
                <a:ea typeface="Nimbus Sans"/>
                <a:cs typeface="Nimbus Sans"/>
              </a:defRPr>
            </a:lvl6pPr>
            <a:lvl7pPr algn="ctr">
              <a:defRPr sz="1350" b="1">
                <a:solidFill>
                  <a:srgbClr val="236C7A"/>
                </a:solidFill>
                <a:latin typeface="Nimbus Sans"/>
                <a:ea typeface="Nimbus Sans"/>
                <a:cs typeface="Nimbus Sans"/>
              </a:defRPr>
            </a:lvl7pPr>
            <a:lvl8pPr algn="ctr">
              <a:defRPr sz="1350" b="1">
                <a:solidFill>
                  <a:srgbClr val="236C7A"/>
                </a:solidFill>
                <a:latin typeface="Nimbus Sans"/>
                <a:ea typeface="Nimbus Sans"/>
                <a:cs typeface="Nimbus Sans"/>
              </a:defRPr>
            </a:lvl8pPr>
            <a:lvl9pPr algn="ctr">
              <a:defRPr sz="1350" b="1">
                <a:solidFill>
                  <a:srgbClr val="236C7A"/>
                </a:solidFill>
                <a:latin typeface="Nimbus Sans"/>
                <a:ea typeface="Nimbus Sans"/>
                <a:cs typeface="Nimbus Sans"/>
              </a:defRPr>
            </a:lvl9pPr>
          </a:lstStyle>
          <a:p>
            <a:pPr algn="ctr">
              <a:defRPr sz="1350" b="1">
                <a:solidFill>
                  <a:srgbClr val="236C7A"/>
                </a:solidFill>
                <a:latin typeface="Nimbus Sans"/>
                <a:ea typeface="Nimbus Sans"/>
                <a:cs typeface="Nimbus Sans"/>
              </a:defRPr>
            </a:pPr>
            <a:r>
              <a:rPr sz="1125"/>
              <a:t>+0.002</a:t>
            </a:r>
          </a:p>
        </p:txBody>
      </p:sp>
      <p:sp>
        <p:nvSpPr>
          <p:cNvPr id="71" name="weight-1-0-0">
            <a:extLst>
              <a:ext uri="{FF2B5EF4-FFF2-40B4-BE49-F238E27FC236}">
                <a16:creationId xmlns:a16="http://schemas.microsoft.com/office/drawing/2014/main" id="{FDB53153-412B-493D-8E0E-B99BF1365AD7}"/>
              </a:ext>
            </a:extLst>
          </p:cNvPr>
          <p:cNvSpPr>
            <a:spLocks noGrp="1"/>
          </p:cNvSpPr>
          <p:nvPr/>
        </p:nvSpPr>
        <p:spPr>
          <a:xfrm>
            <a:off x="4687094" y="2897188"/>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9A5065"/>
                </a:solidFill>
                <a:latin typeface="Nimbus Sans"/>
                <a:ea typeface="Nimbus Sans"/>
                <a:cs typeface="Nimbus Sans"/>
              </a:defRPr>
            </a:defPPr>
            <a:lvl1pPr algn="ctr">
              <a:defRPr sz="1500" b="1">
                <a:solidFill>
                  <a:srgbClr val="9A5065"/>
                </a:solidFill>
                <a:latin typeface="Nimbus Sans"/>
                <a:ea typeface="Nimbus Sans"/>
                <a:cs typeface="Nimbus Sans"/>
              </a:defRPr>
            </a:lvl1pPr>
            <a:lvl2pPr algn="ctr">
              <a:defRPr sz="1500" b="1">
                <a:solidFill>
                  <a:srgbClr val="9A5065"/>
                </a:solidFill>
                <a:latin typeface="Nimbus Sans"/>
                <a:ea typeface="Nimbus Sans"/>
                <a:cs typeface="Nimbus Sans"/>
              </a:defRPr>
            </a:lvl2pPr>
            <a:lvl3pPr algn="ctr">
              <a:defRPr sz="1500" b="1">
                <a:solidFill>
                  <a:srgbClr val="9A5065"/>
                </a:solidFill>
                <a:latin typeface="Nimbus Sans"/>
                <a:ea typeface="Nimbus Sans"/>
                <a:cs typeface="Nimbus Sans"/>
              </a:defRPr>
            </a:lvl3pPr>
            <a:lvl4pPr algn="ctr">
              <a:defRPr sz="1500" b="1">
                <a:solidFill>
                  <a:srgbClr val="9A5065"/>
                </a:solidFill>
                <a:latin typeface="Nimbus Sans"/>
                <a:ea typeface="Nimbus Sans"/>
                <a:cs typeface="Nimbus Sans"/>
              </a:defRPr>
            </a:lvl4pPr>
            <a:lvl5pPr algn="ctr">
              <a:defRPr sz="1500" b="1">
                <a:solidFill>
                  <a:srgbClr val="9A5065"/>
                </a:solidFill>
                <a:latin typeface="Nimbus Sans"/>
                <a:ea typeface="Nimbus Sans"/>
                <a:cs typeface="Nimbus Sans"/>
              </a:defRPr>
            </a:lvl5pPr>
            <a:lvl6pPr algn="ctr">
              <a:defRPr sz="1500" b="1">
                <a:solidFill>
                  <a:srgbClr val="9A5065"/>
                </a:solidFill>
                <a:latin typeface="Nimbus Sans"/>
                <a:ea typeface="Nimbus Sans"/>
                <a:cs typeface="Nimbus Sans"/>
              </a:defRPr>
            </a:lvl6pPr>
            <a:lvl7pPr algn="ctr">
              <a:defRPr sz="1500" b="1">
                <a:solidFill>
                  <a:srgbClr val="9A5065"/>
                </a:solidFill>
                <a:latin typeface="Nimbus Sans"/>
                <a:ea typeface="Nimbus Sans"/>
                <a:cs typeface="Nimbus Sans"/>
              </a:defRPr>
            </a:lvl7pPr>
            <a:lvl8pPr algn="ctr">
              <a:defRPr sz="1500" b="1">
                <a:solidFill>
                  <a:srgbClr val="9A5065"/>
                </a:solidFill>
                <a:latin typeface="Nimbus Sans"/>
                <a:ea typeface="Nimbus Sans"/>
                <a:cs typeface="Nimbus Sans"/>
              </a:defRPr>
            </a:lvl8pPr>
            <a:lvl9pPr algn="ctr">
              <a:defRPr sz="1500" b="1">
                <a:solidFill>
                  <a:srgbClr val="9A5065"/>
                </a:solidFill>
                <a:latin typeface="Nimbus Sans"/>
                <a:ea typeface="Nimbus Sans"/>
                <a:cs typeface="Nimbus Sans"/>
              </a:defRPr>
            </a:lvl9pPr>
          </a:lstStyle>
          <a:p>
            <a:pPr algn="ctr">
              <a:defRPr sz="1500" b="1">
                <a:solidFill>
                  <a:srgbClr val="9A5065"/>
                </a:solidFill>
                <a:latin typeface="Nimbus Sans"/>
                <a:ea typeface="Nimbus Sans"/>
                <a:cs typeface="Nimbus Sans"/>
              </a:defRPr>
            </a:pPr>
            <a:r>
              <a:rPr sz="1250"/>
              <a:t>−0.4</a:t>
            </a:r>
          </a:p>
        </p:txBody>
      </p:sp>
      <p:sp>
        <p:nvSpPr>
          <p:cNvPr id="72" name="weight-1-1-0">
            <a:extLst>
              <a:ext uri="{FF2B5EF4-FFF2-40B4-BE49-F238E27FC236}">
                <a16:creationId xmlns:a16="http://schemas.microsoft.com/office/drawing/2014/main" id="{988C19A9-C2B5-444D-9648-365A0F49E6FF}"/>
              </a:ext>
            </a:extLst>
          </p:cNvPr>
          <p:cNvSpPr>
            <a:spLocks noGrp="1"/>
          </p:cNvSpPr>
          <p:nvPr/>
        </p:nvSpPr>
        <p:spPr>
          <a:xfrm>
            <a:off x="4739619" y="3398535"/>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+0.6</a:t>
            </a:r>
          </a:p>
        </p:txBody>
      </p:sp>
      <p:sp>
        <p:nvSpPr>
          <p:cNvPr id="73" name="weight-1-2-0">
            <a:extLst>
              <a:ext uri="{FF2B5EF4-FFF2-40B4-BE49-F238E27FC236}">
                <a16:creationId xmlns:a16="http://schemas.microsoft.com/office/drawing/2014/main" id="{727895FD-F22F-4E55-B422-25DD76FFFC75}"/>
              </a:ext>
            </a:extLst>
          </p:cNvPr>
          <p:cNvSpPr>
            <a:spLocks noGrp="1"/>
          </p:cNvSpPr>
          <p:nvPr/>
        </p:nvSpPr>
        <p:spPr>
          <a:xfrm>
            <a:off x="4705902" y="3914783"/>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+0.5</a:t>
            </a:r>
          </a:p>
        </p:txBody>
      </p:sp>
      <p:sp>
        <p:nvSpPr>
          <p:cNvPr id="74" name="weight-1-0-1">
            <a:extLst>
              <a:ext uri="{FF2B5EF4-FFF2-40B4-BE49-F238E27FC236}">
                <a16:creationId xmlns:a16="http://schemas.microsoft.com/office/drawing/2014/main" id="{4332E590-9C14-4F3C-9CE5-FD544DA27468}"/>
              </a:ext>
            </a:extLst>
          </p:cNvPr>
          <p:cNvSpPr>
            <a:spLocks noGrp="1"/>
          </p:cNvSpPr>
          <p:nvPr/>
        </p:nvSpPr>
        <p:spPr>
          <a:xfrm>
            <a:off x="4893979" y="3649580"/>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9A5065"/>
                </a:solidFill>
                <a:latin typeface="Nimbus Sans"/>
                <a:ea typeface="Nimbus Sans"/>
                <a:cs typeface="Nimbus Sans"/>
              </a:defRPr>
            </a:defPPr>
            <a:lvl1pPr algn="ctr">
              <a:defRPr sz="1500" b="1">
                <a:solidFill>
                  <a:srgbClr val="9A5065"/>
                </a:solidFill>
                <a:latin typeface="Nimbus Sans"/>
                <a:ea typeface="Nimbus Sans"/>
                <a:cs typeface="Nimbus Sans"/>
              </a:defRPr>
            </a:lvl1pPr>
            <a:lvl2pPr algn="ctr">
              <a:defRPr sz="1500" b="1">
                <a:solidFill>
                  <a:srgbClr val="9A5065"/>
                </a:solidFill>
                <a:latin typeface="Nimbus Sans"/>
                <a:ea typeface="Nimbus Sans"/>
                <a:cs typeface="Nimbus Sans"/>
              </a:defRPr>
            </a:lvl2pPr>
            <a:lvl3pPr algn="ctr">
              <a:defRPr sz="1500" b="1">
                <a:solidFill>
                  <a:srgbClr val="9A5065"/>
                </a:solidFill>
                <a:latin typeface="Nimbus Sans"/>
                <a:ea typeface="Nimbus Sans"/>
                <a:cs typeface="Nimbus Sans"/>
              </a:defRPr>
            </a:lvl3pPr>
            <a:lvl4pPr algn="ctr">
              <a:defRPr sz="1500" b="1">
                <a:solidFill>
                  <a:srgbClr val="9A5065"/>
                </a:solidFill>
                <a:latin typeface="Nimbus Sans"/>
                <a:ea typeface="Nimbus Sans"/>
                <a:cs typeface="Nimbus Sans"/>
              </a:defRPr>
            </a:lvl4pPr>
            <a:lvl5pPr algn="ctr">
              <a:defRPr sz="1500" b="1">
                <a:solidFill>
                  <a:srgbClr val="9A5065"/>
                </a:solidFill>
                <a:latin typeface="Nimbus Sans"/>
                <a:ea typeface="Nimbus Sans"/>
                <a:cs typeface="Nimbus Sans"/>
              </a:defRPr>
            </a:lvl5pPr>
            <a:lvl6pPr algn="ctr">
              <a:defRPr sz="1500" b="1">
                <a:solidFill>
                  <a:srgbClr val="9A5065"/>
                </a:solidFill>
                <a:latin typeface="Nimbus Sans"/>
                <a:ea typeface="Nimbus Sans"/>
                <a:cs typeface="Nimbus Sans"/>
              </a:defRPr>
            </a:lvl6pPr>
            <a:lvl7pPr algn="ctr">
              <a:defRPr sz="1500" b="1">
                <a:solidFill>
                  <a:srgbClr val="9A5065"/>
                </a:solidFill>
                <a:latin typeface="Nimbus Sans"/>
                <a:ea typeface="Nimbus Sans"/>
                <a:cs typeface="Nimbus Sans"/>
              </a:defRPr>
            </a:lvl7pPr>
            <a:lvl8pPr algn="ctr">
              <a:defRPr sz="1500" b="1">
                <a:solidFill>
                  <a:srgbClr val="9A5065"/>
                </a:solidFill>
                <a:latin typeface="Nimbus Sans"/>
                <a:ea typeface="Nimbus Sans"/>
                <a:cs typeface="Nimbus Sans"/>
              </a:defRPr>
            </a:lvl8pPr>
            <a:lvl9pPr algn="ctr">
              <a:defRPr sz="1500" b="1">
                <a:solidFill>
                  <a:srgbClr val="9A5065"/>
                </a:solidFill>
                <a:latin typeface="Nimbus Sans"/>
                <a:ea typeface="Nimbus Sans"/>
                <a:cs typeface="Nimbus Sans"/>
              </a:defRPr>
            </a:lvl9pPr>
          </a:lstStyle>
          <a:p>
            <a:pPr algn="ctr">
              <a:defRPr sz="1500" b="1">
                <a:solidFill>
                  <a:srgbClr val="9A5065"/>
                </a:solidFill>
                <a:latin typeface="Nimbus Sans"/>
                <a:ea typeface="Nimbus Sans"/>
                <a:cs typeface="Nimbus Sans"/>
              </a:defRPr>
            </a:pPr>
            <a:r>
              <a:rPr sz="1250"/>
              <a:t>−0.2</a:t>
            </a:r>
          </a:p>
        </p:txBody>
      </p:sp>
      <p:sp>
        <p:nvSpPr>
          <p:cNvPr id="75" name="weight-1-1-1">
            <a:extLst>
              <a:ext uri="{FF2B5EF4-FFF2-40B4-BE49-F238E27FC236}">
                <a16:creationId xmlns:a16="http://schemas.microsoft.com/office/drawing/2014/main" id="{398FEA38-B7E0-4D8B-981D-413E25DAC963}"/>
              </a:ext>
            </a:extLst>
          </p:cNvPr>
          <p:cNvSpPr>
            <a:spLocks noGrp="1"/>
          </p:cNvSpPr>
          <p:nvPr/>
        </p:nvSpPr>
        <p:spPr>
          <a:xfrm>
            <a:off x="4249390" y="3886854"/>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9A5065"/>
                </a:solidFill>
                <a:latin typeface="Nimbus Sans"/>
                <a:ea typeface="Nimbus Sans"/>
                <a:cs typeface="Nimbus Sans"/>
              </a:defRPr>
            </a:defPPr>
            <a:lvl1pPr algn="ctr">
              <a:defRPr sz="1500" b="1">
                <a:solidFill>
                  <a:srgbClr val="9A5065"/>
                </a:solidFill>
                <a:latin typeface="Nimbus Sans"/>
                <a:ea typeface="Nimbus Sans"/>
                <a:cs typeface="Nimbus Sans"/>
              </a:defRPr>
            </a:lvl1pPr>
            <a:lvl2pPr algn="ctr">
              <a:defRPr sz="1500" b="1">
                <a:solidFill>
                  <a:srgbClr val="9A5065"/>
                </a:solidFill>
                <a:latin typeface="Nimbus Sans"/>
                <a:ea typeface="Nimbus Sans"/>
                <a:cs typeface="Nimbus Sans"/>
              </a:defRPr>
            </a:lvl2pPr>
            <a:lvl3pPr algn="ctr">
              <a:defRPr sz="1500" b="1">
                <a:solidFill>
                  <a:srgbClr val="9A5065"/>
                </a:solidFill>
                <a:latin typeface="Nimbus Sans"/>
                <a:ea typeface="Nimbus Sans"/>
                <a:cs typeface="Nimbus Sans"/>
              </a:defRPr>
            </a:lvl3pPr>
            <a:lvl4pPr algn="ctr">
              <a:defRPr sz="1500" b="1">
                <a:solidFill>
                  <a:srgbClr val="9A5065"/>
                </a:solidFill>
                <a:latin typeface="Nimbus Sans"/>
                <a:ea typeface="Nimbus Sans"/>
                <a:cs typeface="Nimbus Sans"/>
              </a:defRPr>
            </a:lvl4pPr>
            <a:lvl5pPr algn="ctr">
              <a:defRPr sz="1500" b="1">
                <a:solidFill>
                  <a:srgbClr val="9A5065"/>
                </a:solidFill>
                <a:latin typeface="Nimbus Sans"/>
                <a:ea typeface="Nimbus Sans"/>
                <a:cs typeface="Nimbus Sans"/>
              </a:defRPr>
            </a:lvl5pPr>
            <a:lvl6pPr algn="ctr">
              <a:defRPr sz="1500" b="1">
                <a:solidFill>
                  <a:srgbClr val="9A5065"/>
                </a:solidFill>
                <a:latin typeface="Nimbus Sans"/>
                <a:ea typeface="Nimbus Sans"/>
                <a:cs typeface="Nimbus Sans"/>
              </a:defRPr>
            </a:lvl6pPr>
            <a:lvl7pPr algn="ctr">
              <a:defRPr sz="1500" b="1">
                <a:solidFill>
                  <a:srgbClr val="9A5065"/>
                </a:solidFill>
                <a:latin typeface="Nimbus Sans"/>
                <a:ea typeface="Nimbus Sans"/>
                <a:cs typeface="Nimbus Sans"/>
              </a:defRPr>
            </a:lvl7pPr>
            <a:lvl8pPr algn="ctr">
              <a:defRPr sz="1500" b="1">
                <a:solidFill>
                  <a:srgbClr val="9A5065"/>
                </a:solidFill>
                <a:latin typeface="Nimbus Sans"/>
                <a:ea typeface="Nimbus Sans"/>
                <a:cs typeface="Nimbus Sans"/>
              </a:defRPr>
            </a:lvl8pPr>
            <a:lvl9pPr algn="ctr">
              <a:defRPr sz="1500" b="1">
                <a:solidFill>
                  <a:srgbClr val="9A5065"/>
                </a:solidFill>
                <a:latin typeface="Nimbus Sans"/>
                <a:ea typeface="Nimbus Sans"/>
                <a:cs typeface="Nimbus Sans"/>
              </a:defRPr>
            </a:lvl9pPr>
          </a:lstStyle>
          <a:p>
            <a:pPr algn="ctr">
              <a:defRPr sz="1500" b="1">
                <a:solidFill>
                  <a:srgbClr val="9A5065"/>
                </a:solidFill>
                <a:latin typeface="Nimbus Sans"/>
                <a:ea typeface="Nimbus Sans"/>
                <a:cs typeface="Nimbus Sans"/>
              </a:defRPr>
            </a:pPr>
            <a:r>
              <a:rPr sz="1250"/>
              <a:t>−0.7</a:t>
            </a:r>
          </a:p>
        </p:txBody>
      </p:sp>
      <p:sp>
        <p:nvSpPr>
          <p:cNvPr id="76" name="weight-1-2-1">
            <a:extLst>
              <a:ext uri="{FF2B5EF4-FFF2-40B4-BE49-F238E27FC236}">
                <a16:creationId xmlns:a16="http://schemas.microsoft.com/office/drawing/2014/main" id="{CD61E216-739E-4719-83FF-85C9451FB902}"/>
              </a:ext>
            </a:extLst>
          </p:cNvPr>
          <p:cNvSpPr>
            <a:spLocks noGrp="1"/>
          </p:cNvSpPr>
          <p:nvPr/>
        </p:nvSpPr>
        <p:spPr>
          <a:xfrm>
            <a:off x="4687094" y="4524375"/>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9A5065"/>
                </a:solidFill>
                <a:latin typeface="Nimbus Sans"/>
                <a:ea typeface="Nimbus Sans"/>
                <a:cs typeface="Nimbus Sans"/>
              </a:defRPr>
            </a:defPPr>
            <a:lvl1pPr algn="ctr">
              <a:defRPr sz="1500" b="1">
                <a:solidFill>
                  <a:srgbClr val="9A5065"/>
                </a:solidFill>
                <a:latin typeface="Nimbus Sans"/>
                <a:ea typeface="Nimbus Sans"/>
                <a:cs typeface="Nimbus Sans"/>
              </a:defRPr>
            </a:lvl1pPr>
            <a:lvl2pPr algn="ctr">
              <a:defRPr sz="1500" b="1">
                <a:solidFill>
                  <a:srgbClr val="9A5065"/>
                </a:solidFill>
                <a:latin typeface="Nimbus Sans"/>
                <a:ea typeface="Nimbus Sans"/>
                <a:cs typeface="Nimbus Sans"/>
              </a:defRPr>
            </a:lvl2pPr>
            <a:lvl3pPr algn="ctr">
              <a:defRPr sz="1500" b="1">
                <a:solidFill>
                  <a:srgbClr val="9A5065"/>
                </a:solidFill>
                <a:latin typeface="Nimbus Sans"/>
                <a:ea typeface="Nimbus Sans"/>
                <a:cs typeface="Nimbus Sans"/>
              </a:defRPr>
            </a:lvl3pPr>
            <a:lvl4pPr algn="ctr">
              <a:defRPr sz="1500" b="1">
                <a:solidFill>
                  <a:srgbClr val="9A5065"/>
                </a:solidFill>
                <a:latin typeface="Nimbus Sans"/>
                <a:ea typeface="Nimbus Sans"/>
                <a:cs typeface="Nimbus Sans"/>
              </a:defRPr>
            </a:lvl4pPr>
            <a:lvl5pPr algn="ctr">
              <a:defRPr sz="1500" b="1">
                <a:solidFill>
                  <a:srgbClr val="9A5065"/>
                </a:solidFill>
                <a:latin typeface="Nimbus Sans"/>
                <a:ea typeface="Nimbus Sans"/>
                <a:cs typeface="Nimbus Sans"/>
              </a:defRPr>
            </a:lvl5pPr>
            <a:lvl6pPr algn="ctr">
              <a:defRPr sz="1500" b="1">
                <a:solidFill>
                  <a:srgbClr val="9A5065"/>
                </a:solidFill>
                <a:latin typeface="Nimbus Sans"/>
                <a:ea typeface="Nimbus Sans"/>
                <a:cs typeface="Nimbus Sans"/>
              </a:defRPr>
            </a:lvl6pPr>
            <a:lvl7pPr algn="ctr">
              <a:defRPr sz="1500" b="1">
                <a:solidFill>
                  <a:srgbClr val="9A5065"/>
                </a:solidFill>
                <a:latin typeface="Nimbus Sans"/>
                <a:ea typeface="Nimbus Sans"/>
                <a:cs typeface="Nimbus Sans"/>
              </a:defRPr>
            </a:lvl7pPr>
            <a:lvl8pPr algn="ctr">
              <a:defRPr sz="1500" b="1">
                <a:solidFill>
                  <a:srgbClr val="9A5065"/>
                </a:solidFill>
                <a:latin typeface="Nimbus Sans"/>
                <a:ea typeface="Nimbus Sans"/>
                <a:cs typeface="Nimbus Sans"/>
              </a:defRPr>
            </a:lvl8pPr>
            <a:lvl9pPr algn="ctr">
              <a:defRPr sz="1500" b="1">
                <a:solidFill>
                  <a:srgbClr val="9A5065"/>
                </a:solidFill>
                <a:latin typeface="Nimbus Sans"/>
                <a:ea typeface="Nimbus Sans"/>
                <a:cs typeface="Nimbus Sans"/>
              </a:defRPr>
            </a:lvl9pPr>
          </a:lstStyle>
          <a:p>
            <a:pPr algn="ctr">
              <a:defRPr sz="1500" b="1">
                <a:solidFill>
                  <a:srgbClr val="9A5065"/>
                </a:solidFill>
                <a:latin typeface="Nimbus Sans"/>
                <a:ea typeface="Nimbus Sans"/>
                <a:cs typeface="Nimbus Sans"/>
              </a:defRPr>
            </a:pPr>
            <a:r>
              <a:rPr sz="1250"/>
              <a:t>−0.5</a:t>
            </a:r>
          </a:p>
        </p:txBody>
      </p:sp>
      <p:sp>
        <p:nvSpPr>
          <p:cNvPr id="77" name="weight-2-0-0">
            <a:extLst>
              <a:ext uri="{FF2B5EF4-FFF2-40B4-BE49-F238E27FC236}">
                <a16:creationId xmlns:a16="http://schemas.microsoft.com/office/drawing/2014/main" id="{F9792966-7DA9-41E4-81E0-43C3E7469BF7}"/>
              </a:ext>
            </a:extLst>
          </p:cNvPr>
          <p:cNvSpPr>
            <a:spLocks noGrp="1"/>
          </p:cNvSpPr>
          <p:nvPr/>
        </p:nvSpPr>
        <p:spPr>
          <a:xfrm>
            <a:off x="6830219" y="2758282"/>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+0.5</a:t>
            </a:r>
          </a:p>
        </p:txBody>
      </p:sp>
      <p:sp>
        <p:nvSpPr>
          <p:cNvPr id="78" name="weight-2-1-0">
            <a:extLst>
              <a:ext uri="{FF2B5EF4-FFF2-40B4-BE49-F238E27FC236}">
                <a16:creationId xmlns:a16="http://schemas.microsoft.com/office/drawing/2014/main" id="{8BFFFD68-ABC5-4943-8271-FBC55947837C}"/>
              </a:ext>
            </a:extLst>
          </p:cNvPr>
          <p:cNvSpPr>
            <a:spLocks noGrp="1"/>
          </p:cNvSpPr>
          <p:nvPr/>
        </p:nvSpPr>
        <p:spPr>
          <a:xfrm>
            <a:off x="6830219" y="3353594"/>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+0.2</a:t>
            </a:r>
          </a:p>
        </p:txBody>
      </p:sp>
      <p:sp>
        <p:nvSpPr>
          <p:cNvPr id="79" name="weight-2-0-1">
            <a:extLst>
              <a:ext uri="{FF2B5EF4-FFF2-40B4-BE49-F238E27FC236}">
                <a16:creationId xmlns:a16="http://schemas.microsoft.com/office/drawing/2014/main" id="{32ABE3CD-A10A-4BA5-AE7F-02B119CD3C2E}"/>
              </a:ext>
            </a:extLst>
          </p:cNvPr>
          <p:cNvSpPr>
            <a:spLocks noGrp="1"/>
          </p:cNvSpPr>
          <p:nvPr/>
        </p:nvSpPr>
        <p:spPr>
          <a:xfrm>
            <a:off x="7278605" y="3228058"/>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+0.4</a:t>
            </a:r>
          </a:p>
        </p:txBody>
      </p:sp>
      <p:sp>
        <p:nvSpPr>
          <p:cNvPr id="80" name="weight-2-1-1">
            <a:extLst>
              <a:ext uri="{FF2B5EF4-FFF2-40B4-BE49-F238E27FC236}">
                <a16:creationId xmlns:a16="http://schemas.microsoft.com/office/drawing/2014/main" id="{8F039F47-7FBC-4F36-AE37-65DCA214D55B}"/>
              </a:ext>
            </a:extLst>
          </p:cNvPr>
          <p:cNvSpPr>
            <a:spLocks noGrp="1"/>
          </p:cNvSpPr>
          <p:nvPr/>
        </p:nvSpPr>
        <p:spPr>
          <a:xfrm>
            <a:off x="6830219" y="3790157"/>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+0.7</a:t>
            </a:r>
          </a:p>
        </p:txBody>
      </p:sp>
      <p:sp>
        <p:nvSpPr>
          <p:cNvPr id="81" name="weight-2-0-2">
            <a:extLst>
              <a:ext uri="{FF2B5EF4-FFF2-40B4-BE49-F238E27FC236}">
                <a16:creationId xmlns:a16="http://schemas.microsoft.com/office/drawing/2014/main" id="{6F4CA10C-DD58-4EEF-9592-2B5FC5B42A25}"/>
              </a:ext>
            </a:extLst>
          </p:cNvPr>
          <p:cNvSpPr>
            <a:spLocks noGrp="1"/>
          </p:cNvSpPr>
          <p:nvPr/>
        </p:nvSpPr>
        <p:spPr>
          <a:xfrm>
            <a:off x="6380358" y="3414807"/>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+0.4</a:t>
            </a:r>
          </a:p>
        </p:txBody>
      </p:sp>
      <p:sp>
        <p:nvSpPr>
          <p:cNvPr id="82" name="weight-2-1-2">
            <a:extLst>
              <a:ext uri="{FF2B5EF4-FFF2-40B4-BE49-F238E27FC236}">
                <a16:creationId xmlns:a16="http://schemas.microsoft.com/office/drawing/2014/main" id="{33EC29F4-1D88-4760-8D5F-FFB7F4B92A92}"/>
              </a:ext>
            </a:extLst>
          </p:cNvPr>
          <p:cNvSpPr>
            <a:spLocks noGrp="1"/>
          </p:cNvSpPr>
          <p:nvPr/>
        </p:nvSpPr>
        <p:spPr>
          <a:xfrm>
            <a:off x="6830219" y="4226719"/>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+0.7</a:t>
            </a:r>
          </a:p>
        </p:txBody>
      </p:sp>
      <p:sp>
        <p:nvSpPr>
          <p:cNvPr id="83" name="weight-2-0-3">
            <a:extLst>
              <a:ext uri="{FF2B5EF4-FFF2-40B4-BE49-F238E27FC236}">
                <a16:creationId xmlns:a16="http://schemas.microsoft.com/office/drawing/2014/main" id="{F3DBFBC9-D30B-44E3-AC55-4D19513737AC}"/>
              </a:ext>
            </a:extLst>
          </p:cNvPr>
          <p:cNvSpPr>
            <a:spLocks noGrp="1"/>
          </p:cNvSpPr>
          <p:nvPr/>
        </p:nvSpPr>
        <p:spPr>
          <a:xfrm>
            <a:off x="7290760" y="4477339"/>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9A5065"/>
                </a:solidFill>
                <a:latin typeface="Nimbus Sans"/>
                <a:ea typeface="Nimbus Sans"/>
                <a:cs typeface="Nimbus Sans"/>
              </a:defRPr>
            </a:defPPr>
            <a:lvl1pPr algn="ctr">
              <a:defRPr sz="1500" b="1">
                <a:solidFill>
                  <a:srgbClr val="9A5065"/>
                </a:solidFill>
                <a:latin typeface="Nimbus Sans"/>
                <a:ea typeface="Nimbus Sans"/>
                <a:cs typeface="Nimbus Sans"/>
              </a:defRPr>
            </a:lvl1pPr>
            <a:lvl2pPr algn="ctr">
              <a:defRPr sz="1500" b="1">
                <a:solidFill>
                  <a:srgbClr val="9A5065"/>
                </a:solidFill>
                <a:latin typeface="Nimbus Sans"/>
                <a:ea typeface="Nimbus Sans"/>
                <a:cs typeface="Nimbus Sans"/>
              </a:defRPr>
            </a:lvl2pPr>
            <a:lvl3pPr algn="ctr">
              <a:defRPr sz="1500" b="1">
                <a:solidFill>
                  <a:srgbClr val="9A5065"/>
                </a:solidFill>
                <a:latin typeface="Nimbus Sans"/>
                <a:ea typeface="Nimbus Sans"/>
                <a:cs typeface="Nimbus Sans"/>
              </a:defRPr>
            </a:lvl3pPr>
            <a:lvl4pPr algn="ctr">
              <a:defRPr sz="1500" b="1">
                <a:solidFill>
                  <a:srgbClr val="9A5065"/>
                </a:solidFill>
                <a:latin typeface="Nimbus Sans"/>
                <a:ea typeface="Nimbus Sans"/>
                <a:cs typeface="Nimbus Sans"/>
              </a:defRPr>
            </a:lvl4pPr>
            <a:lvl5pPr algn="ctr">
              <a:defRPr sz="1500" b="1">
                <a:solidFill>
                  <a:srgbClr val="9A5065"/>
                </a:solidFill>
                <a:latin typeface="Nimbus Sans"/>
                <a:ea typeface="Nimbus Sans"/>
                <a:cs typeface="Nimbus Sans"/>
              </a:defRPr>
            </a:lvl5pPr>
            <a:lvl6pPr algn="ctr">
              <a:defRPr sz="1500" b="1">
                <a:solidFill>
                  <a:srgbClr val="9A5065"/>
                </a:solidFill>
                <a:latin typeface="Nimbus Sans"/>
                <a:ea typeface="Nimbus Sans"/>
                <a:cs typeface="Nimbus Sans"/>
              </a:defRPr>
            </a:lvl6pPr>
            <a:lvl7pPr algn="ctr">
              <a:defRPr sz="1500" b="1">
                <a:solidFill>
                  <a:srgbClr val="9A5065"/>
                </a:solidFill>
                <a:latin typeface="Nimbus Sans"/>
                <a:ea typeface="Nimbus Sans"/>
                <a:cs typeface="Nimbus Sans"/>
              </a:defRPr>
            </a:lvl7pPr>
            <a:lvl8pPr algn="ctr">
              <a:defRPr sz="1500" b="1">
                <a:solidFill>
                  <a:srgbClr val="9A5065"/>
                </a:solidFill>
                <a:latin typeface="Nimbus Sans"/>
                <a:ea typeface="Nimbus Sans"/>
                <a:cs typeface="Nimbus Sans"/>
              </a:defRPr>
            </a:lvl8pPr>
            <a:lvl9pPr algn="ctr">
              <a:defRPr sz="1500" b="1">
                <a:solidFill>
                  <a:srgbClr val="9A5065"/>
                </a:solidFill>
                <a:latin typeface="Nimbus Sans"/>
                <a:ea typeface="Nimbus Sans"/>
                <a:cs typeface="Nimbus Sans"/>
              </a:defRPr>
            </a:lvl9pPr>
          </a:lstStyle>
          <a:p>
            <a:pPr algn="ctr">
              <a:defRPr sz="1500" b="1">
                <a:solidFill>
                  <a:srgbClr val="9A5065"/>
                </a:solidFill>
                <a:latin typeface="Nimbus Sans"/>
                <a:ea typeface="Nimbus Sans"/>
                <a:cs typeface="Nimbus Sans"/>
              </a:defRPr>
            </a:pPr>
            <a:r>
              <a:rPr sz="1250"/>
              <a:t>−0.2</a:t>
            </a:r>
          </a:p>
        </p:txBody>
      </p:sp>
      <p:sp>
        <p:nvSpPr>
          <p:cNvPr id="84" name="weight-2-1-3">
            <a:extLst>
              <a:ext uri="{FF2B5EF4-FFF2-40B4-BE49-F238E27FC236}">
                <a16:creationId xmlns:a16="http://schemas.microsoft.com/office/drawing/2014/main" id="{820ACFCF-1F8E-4FB2-BCD9-684DF1014715}"/>
              </a:ext>
            </a:extLst>
          </p:cNvPr>
          <p:cNvSpPr>
            <a:spLocks noGrp="1"/>
          </p:cNvSpPr>
          <p:nvPr/>
        </p:nvSpPr>
        <p:spPr>
          <a:xfrm>
            <a:off x="6830219" y="4663282"/>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+0.3</a:t>
            </a:r>
          </a:p>
        </p:txBody>
      </p:sp>
      <p:sp>
        <p:nvSpPr>
          <p:cNvPr id="85" name="weight-3-0-0">
            <a:extLst>
              <a:ext uri="{FF2B5EF4-FFF2-40B4-BE49-F238E27FC236}">
                <a16:creationId xmlns:a16="http://schemas.microsoft.com/office/drawing/2014/main" id="{892D4466-C3DC-42D1-AC04-191B0A19117F}"/>
              </a:ext>
            </a:extLst>
          </p:cNvPr>
          <p:cNvSpPr>
            <a:spLocks noGrp="1"/>
          </p:cNvSpPr>
          <p:nvPr/>
        </p:nvSpPr>
        <p:spPr>
          <a:xfrm>
            <a:off x="8973344" y="2262188"/>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+0.1</a:t>
            </a:r>
          </a:p>
        </p:txBody>
      </p:sp>
      <p:sp>
        <p:nvSpPr>
          <p:cNvPr id="86" name="weight-3-1-0">
            <a:extLst>
              <a:ext uri="{FF2B5EF4-FFF2-40B4-BE49-F238E27FC236}">
                <a16:creationId xmlns:a16="http://schemas.microsoft.com/office/drawing/2014/main" id="{CAE49FC7-E2E8-42D4-A742-79ECB9044DE5}"/>
              </a:ext>
            </a:extLst>
          </p:cNvPr>
          <p:cNvSpPr>
            <a:spLocks noGrp="1"/>
          </p:cNvSpPr>
          <p:nvPr/>
        </p:nvSpPr>
        <p:spPr>
          <a:xfrm>
            <a:off x="8882594" y="2747487"/>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+0.6</a:t>
            </a:r>
          </a:p>
        </p:txBody>
      </p:sp>
      <p:sp>
        <p:nvSpPr>
          <p:cNvPr id="87" name="weight-3-2-0">
            <a:extLst>
              <a:ext uri="{FF2B5EF4-FFF2-40B4-BE49-F238E27FC236}">
                <a16:creationId xmlns:a16="http://schemas.microsoft.com/office/drawing/2014/main" id="{82F5A22B-9DEE-4688-85D5-0CB1932BF0C4}"/>
              </a:ext>
            </a:extLst>
          </p:cNvPr>
          <p:cNvSpPr>
            <a:spLocks noGrp="1"/>
          </p:cNvSpPr>
          <p:nvPr/>
        </p:nvSpPr>
        <p:spPr>
          <a:xfrm>
            <a:off x="8895953" y="3208404"/>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9A5065"/>
                </a:solidFill>
                <a:latin typeface="Nimbus Sans"/>
                <a:ea typeface="Nimbus Sans"/>
                <a:cs typeface="Nimbus Sans"/>
              </a:defRPr>
            </a:defPPr>
            <a:lvl1pPr algn="ctr">
              <a:defRPr sz="1500" b="1">
                <a:solidFill>
                  <a:srgbClr val="9A5065"/>
                </a:solidFill>
                <a:latin typeface="Nimbus Sans"/>
                <a:ea typeface="Nimbus Sans"/>
                <a:cs typeface="Nimbus Sans"/>
              </a:defRPr>
            </a:lvl1pPr>
            <a:lvl2pPr algn="ctr">
              <a:defRPr sz="1500" b="1">
                <a:solidFill>
                  <a:srgbClr val="9A5065"/>
                </a:solidFill>
                <a:latin typeface="Nimbus Sans"/>
                <a:ea typeface="Nimbus Sans"/>
                <a:cs typeface="Nimbus Sans"/>
              </a:defRPr>
            </a:lvl2pPr>
            <a:lvl3pPr algn="ctr">
              <a:defRPr sz="1500" b="1">
                <a:solidFill>
                  <a:srgbClr val="9A5065"/>
                </a:solidFill>
                <a:latin typeface="Nimbus Sans"/>
                <a:ea typeface="Nimbus Sans"/>
                <a:cs typeface="Nimbus Sans"/>
              </a:defRPr>
            </a:lvl3pPr>
            <a:lvl4pPr algn="ctr">
              <a:defRPr sz="1500" b="1">
                <a:solidFill>
                  <a:srgbClr val="9A5065"/>
                </a:solidFill>
                <a:latin typeface="Nimbus Sans"/>
                <a:ea typeface="Nimbus Sans"/>
                <a:cs typeface="Nimbus Sans"/>
              </a:defRPr>
            </a:lvl4pPr>
            <a:lvl5pPr algn="ctr">
              <a:defRPr sz="1500" b="1">
                <a:solidFill>
                  <a:srgbClr val="9A5065"/>
                </a:solidFill>
                <a:latin typeface="Nimbus Sans"/>
                <a:ea typeface="Nimbus Sans"/>
                <a:cs typeface="Nimbus Sans"/>
              </a:defRPr>
            </a:lvl5pPr>
            <a:lvl6pPr algn="ctr">
              <a:defRPr sz="1500" b="1">
                <a:solidFill>
                  <a:srgbClr val="9A5065"/>
                </a:solidFill>
                <a:latin typeface="Nimbus Sans"/>
                <a:ea typeface="Nimbus Sans"/>
                <a:cs typeface="Nimbus Sans"/>
              </a:defRPr>
            </a:lvl6pPr>
            <a:lvl7pPr algn="ctr">
              <a:defRPr sz="1500" b="1">
                <a:solidFill>
                  <a:srgbClr val="9A5065"/>
                </a:solidFill>
                <a:latin typeface="Nimbus Sans"/>
                <a:ea typeface="Nimbus Sans"/>
                <a:cs typeface="Nimbus Sans"/>
              </a:defRPr>
            </a:lvl7pPr>
            <a:lvl8pPr algn="ctr">
              <a:defRPr sz="1500" b="1">
                <a:solidFill>
                  <a:srgbClr val="9A5065"/>
                </a:solidFill>
                <a:latin typeface="Nimbus Sans"/>
                <a:ea typeface="Nimbus Sans"/>
                <a:cs typeface="Nimbus Sans"/>
              </a:defRPr>
            </a:lvl8pPr>
            <a:lvl9pPr algn="ctr">
              <a:defRPr sz="1500" b="1">
                <a:solidFill>
                  <a:srgbClr val="9A5065"/>
                </a:solidFill>
                <a:latin typeface="Nimbus Sans"/>
                <a:ea typeface="Nimbus Sans"/>
                <a:cs typeface="Nimbus Sans"/>
              </a:defRPr>
            </a:lvl9pPr>
          </a:lstStyle>
          <a:p>
            <a:pPr algn="ctr">
              <a:defRPr sz="1500" b="1">
                <a:solidFill>
                  <a:srgbClr val="9A5065"/>
                </a:solidFill>
                <a:latin typeface="Nimbus Sans"/>
                <a:ea typeface="Nimbus Sans"/>
                <a:cs typeface="Nimbus Sans"/>
              </a:defRPr>
            </a:pPr>
            <a:r>
              <a:rPr sz="1250"/>
              <a:t>−0.1</a:t>
            </a:r>
          </a:p>
        </p:txBody>
      </p:sp>
      <p:sp>
        <p:nvSpPr>
          <p:cNvPr id="88" name="weight-3-3-0">
            <a:extLst>
              <a:ext uri="{FF2B5EF4-FFF2-40B4-BE49-F238E27FC236}">
                <a16:creationId xmlns:a16="http://schemas.microsoft.com/office/drawing/2014/main" id="{74DC933C-6290-4DBB-9C1F-F8BB4A0994B6}"/>
              </a:ext>
            </a:extLst>
          </p:cNvPr>
          <p:cNvSpPr>
            <a:spLocks noGrp="1"/>
          </p:cNvSpPr>
          <p:nvPr/>
        </p:nvSpPr>
        <p:spPr>
          <a:xfrm>
            <a:off x="8749196" y="3874890"/>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9A5065"/>
                </a:solidFill>
                <a:latin typeface="Nimbus Sans"/>
                <a:ea typeface="Nimbus Sans"/>
                <a:cs typeface="Nimbus Sans"/>
              </a:defRPr>
            </a:defPPr>
            <a:lvl1pPr algn="ctr">
              <a:defRPr sz="1500" b="1">
                <a:solidFill>
                  <a:srgbClr val="9A5065"/>
                </a:solidFill>
                <a:latin typeface="Nimbus Sans"/>
                <a:ea typeface="Nimbus Sans"/>
                <a:cs typeface="Nimbus Sans"/>
              </a:defRPr>
            </a:lvl1pPr>
            <a:lvl2pPr algn="ctr">
              <a:defRPr sz="1500" b="1">
                <a:solidFill>
                  <a:srgbClr val="9A5065"/>
                </a:solidFill>
                <a:latin typeface="Nimbus Sans"/>
                <a:ea typeface="Nimbus Sans"/>
                <a:cs typeface="Nimbus Sans"/>
              </a:defRPr>
            </a:lvl2pPr>
            <a:lvl3pPr algn="ctr">
              <a:defRPr sz="1500" b="1">
                <a:solidFill>
                  <a:srgbClr val="9A5065"/>
                </a:solidFill>
                <a:latin typeface="Nimbus Sans"/>
                <a:ea typeface="Nimbus Sans"/>
                <a:cs typeface="Nimbus Sans"/>
              </a:defRPr>
            </a:lvl3pPr>
            <a:lvl4pPr algn="ctr">
              <a:defRPr sz="1500" b="1">
                <a:solidFill>
                  <a:srgbClr val="9A5065"/>
                </a:solidFill>
                <a:latin typeface="Nimbus Sans"/>
                <a:ea typeface="Nimbus Sans"/>
                <a:cs typeface="Nimbus Sans"/>
              </a:defRPr>
            </a:lvl4pPr>
            <a:lvl5pPr algn="ctr">
              <a:defRPr sz="1500" b="1">
                <a:solidFill>
                  <a:srgbClr val="9A5065"/>
                </a:solidFill>
                <a:latin typeface="Nimbus Sans"/>
                <a:ea typeface="Nimbus Sans"/>
                <a:cs typeface="Nimbus Sans"/>
              </a:defRPr>
            </a:lvl5pPr>
            <a:lvl6pPr algn="ctr">
              <a:defRPr sz="1500" b="1">
                <a:solidFill>
                  <a:srgbClr val="9A5065"/>
                </a:solidFill>
                <a:latin typeface="Nimbus Sans"/>
                <a:ea typeface="Nimbus Sans"/>
                <a:cs typeface="Nimbus Sans"/>
              </a:defRPr>
            </a:lvl6pPr>
            <a:lvl7pPr algn="ctr">
              <a:defRPr sz="1500" b="1">
                <a:solidFill>
                  <a:srgbClr val="9A5065"/>
                </a:solidFill>
                <a:latin typeface="Nimbus Sans"/>
                <a:ea typeface="Nimbus Sans"/>
                <a:cs typeface="Nimbus Sans"/>
              </a:defRPr>
            </a:lvl7pPr>
            <a:lvl8pPr algn="ctr">
              <a:defRPr sz="1500" b="1">
                <a:solidFill>
                  <a:srgbClr val="9A5065"/>
                </a:solidFill>
                <a:latin typeface="Nimbus Sans"/>
                <a:ea typeface="Nimbus Sans"/>
                <a:cs typeface="Nimbus Sans"/>
              </a:defRPr>
            </a:lvl8pPr>
            <a:lvl9pPr algn="ctr">
              <a:defRPr sz="1500" b="1">
                <a:solidFill>
                  <a:srgbClr val="9A5065"/>
                </a:solidFill>
                <a:latin typeface="Nimbus Sans"/>
                <a:ea typeface="Nimbus Sans"/>
                <a:cs typeface="Nimbus Sans"/>
              </a:defRPr>
            </a:lvl9pPr>
          </a:lstStyle>
          <a:p>
            <a:pPr algn="ctr">
              <a:defRPr sz="1500" b="1">
                <a:solidFill>
                  <a:srgbClr val="9A5065"/>
                </a:solidFill>
                <a:latin typeface="Nimbus Sans"/>
                <a:ea typeface="Nimbus Sans"/>
                <a:cs typeface="Nimbus Sans"/>
              </a:defRPr>
            </a:pPr>
            <a:r>
              <a:rPr sz="1250"/>
              <a:t>−0.5</a:t>
            </a:r>
          </a:p>
        </p:txBody>
      </p:sp>
      <p:sp>
        <p:nvSpPr>
          <p:cNvPr id="89" name="weight-3-0-1">
            <a:extLst>
              <a:ext uri="{FF2B5EF4-FFF2-40B4-BE49-F238E27FC236}">
                <a16:creationId xmlns:a16="http://schemas.microsoft.com/office/drawing/2014/main" id="{7F9A36C8-F14F-4A6A-B4CE-D61061BDBBAF}"/>
              </a:ext>
            </a:extLst>
          </p:cNvPr>
          <p:cNvSpPr>
            <a:spLocks noGrp="1"/>
          </p:cNvSpPr>
          <p:nvPr/>
        </p:nvSpPr>
        <p:spPr>
          <a:xfrm>
            <a:off x="9444236" y="2772425"/>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9A5065"/>
                </a:solidFill>
                <a:latin typeface="Nimbus Sans"/>
                <a:ea typeface="Nimbus Sans"/>
                <a:cs typeface="Nimbus Sans"/>
              </a:defRPr>
            </a:defPPr>
            <a:lvl1pPr algn="ctr">
              <a:defRPr sz="1500" b="1">
                <a:solidFill>
                  <a:srgbClr val="9A5065"/>
                </a:solidFill>
                <a:latin typeface="Nimbus Sans"/>
                <a:ea typeface="Nimbus Sans"/>
                <a:cs typeface="Nimbus Sans"/>
              </a:defRPr>
            </a:lvl1pPr>
            <a:lvl2pPr algn="ctr">
              <a:defRPr sz="1500" b="1">
                <a:solidFill>
                  <a:srgbClr val="9A5065"/>
                </a:solidFill>
                <a:latin typeface="Nimbus Sans"/>
                <a:ea typeface="Nimbus Sans"/>
                <a:cs typeface="Nimbus Sans"/>
              </a:defRPr>
            </a:lvl2pPr>
            <a:lvl3pPr algn="ctr">
              <a:defRPr sz="1500" b="1">
                <a:solidFill>
                  <a:srgbClr val="9A5065"/>
                </a:solidFill>
                <a:latin typeface="Nimbus Sans"/>
                <a:ea typeface="Nimbus Sans"/>
                <a:cs typeface="Nimbus Sans"/>
              </a:defRPr>
            </a:lvl3pPr>
            <a:lvl4pPr algn="ctr">
              <a:defRPr sz="1500" b="1">
                <a:solidFill>
                  <a:srgbClr val="9A5065"/>
                </a:solidFill>
                <a:latin typeface="Nimbus Sans"/>
                <a:ea typeface="Nimbus Sans"/>
                <a:cs typeface="Nimbus Sans"/>
              </a:defRPr>
            </a:lvl4pPr>
            <a:lvl5pPr algn="ctr">
              <a:defRPr sz="1500" b="1">
                <a:solidFill>
                  <a:srgbClr val="9A5065"/>
                </a:solidFill>
                <a:latin typeface="Nimbus Sans"/>
                <a:ea typeface="Nimbus Sans"/>
                <a:cs typeface="Nimbus Sans"/>
              </a:defRPr>
            </a:lvl5pPr>
            <a:lvl6pPr algn="ctr">
              <a:defRPr sz="1500" b="1">
                <a:solidFill>
                  <a:srgbClr val="9A5065"/>
                </a:solidFill>
                <a:latin typeface="Nimbus Sans"/>
                <a:ea typeface="Nimbus Sans"/>
                <a:cs typeface="Nimbus Sans"/>
              </a:defRPr>
            </a:lvl6pPr>
            <a:lvl7pPr algn="ctr">
              <a:defRPr sz="1500" b="1">
                <a:solidFill>
                  <a:srgbClr val="9A5065"/>
                </a:solidFill>
                <a:latin typeface="Nimbus Sans"/>
                <a:ea typeface="Nimbus Sans"/>
                <a:cs typeface="Nimbus Sans"/>
              </a:defRPr>
            </a:lvl7pPr>
            <a:lvl8pPr algn="ctr">
              <a:defRPr sz="1500" b="1">
                <a:solidFill>
                  <a:srgbClr val="9A5065"/>
                </a:solidFill>
                <a:latin typeface="Nimbus Sans"/>
                <a:ea typeface="Nimbus Sans"/>
                <a:cs typeface="Nimbus Sans"/>
              </a:defRPr>
            </a:lvl8pPr>
            <a:lvl9pPr algn="ctr">
              <a:defRPr sz="1500" b="1">
                <a:solidFill>
                  <a:srgbClr val="9A5065"/>
                </a:solidFill>
                <a:latin typeface="Nimbus Sans"/>
                <a:ea typeface="Nimbus Sans"/>
                <a:cs typeface="Nimbus Sans"/>
              </a:defRPr>
            </a:lvl9pPr>
          </a:lstStyle>
          <a:p>
            <a:pPr algn="ctr">
              <a:defRPr sz="1500" b="1">
                <a:solidFill>
                  <a:srgbClr val="9A5065"/>
                </a:solidFill>
                <a:latin typeface="Nimbus Sans"/>
                <a:ea typeface="Nimbus Sans"/>
                <a:cs typeface="Nimbus Sans"/>
              </a:defRPr>
            </a:pPr>
            <a:r>
              <a:rPr sz="1250"/>
              <a:t>−0.2</a:t>
            </a:r>
          </a:p>
        </p:txBody>
      </p:sp>
      <p:sp>
        <p:nvSpPr>
          <p:cNvPr id="90" name="weight-3-1-1">
            <a:extLst>
              <a:ext uri="{FF2B5EF4-FFF2-40B4-BE49-F238E27FC236}">
                <a16:creationId xmlns:a16="http://schemas.microsoft.com/office/drawing/2014/main" id="{8373BD53-1331-498B-A5AE-2A9816BCD293}"/>
              </a:ext>
            </a:extLst>
          </p:cNvPr>
          <p:cNvSpPr>
            <a:spLocks noGrp="1"/>
          </p:cNvSpPr>
          <p:nvPr/>
        </p:nvSpPr>
        <p:spPr>
          <a:xfrm>
            <a:off x="9423929" y="3020528"/>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+0.8</a:t>
            </a:r>
          </a:p>
        </p:txBody>
      </p:sp>
      <p:sp>
        <p:nvSpPr>
          <p:cNvPr id="91" name="weight-3-2-1">
            <a:extLst>
              <a:ext uri="{FF2B5EF4-FFF2-40B4-BE49-F238E27FC236}">
                <a16:creationId xmlns:a16="http://schemas.microsoft.com/office/drawing/2014/main" id="{42DDE39C-F0F0-42AD-B38A-2D54FE901179}"/>
              </a:ext>
            </a:extLst>
          </p:cNvPr>
          <p:cNvSpPr>
            <a:spLocks noGrp="1"/>
          </p:cNvSpPr>
          <p:nvPr/>
        </p:nvSpPr>
        <p:spPr>
          <a:xfrm>
            <a:off x="8900316" y="3574111"/>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+0.2</a:t>
            </a:r>
          </a:p>
        </p:txBody>
      </p:sp>
      <p:sp>
        <p:nvSpPr>
          <p:cNvPr id="92" name="weight-3-3-1">
            <a:extLst>
              <a:ext uri="{FF2B5EF4-FFF2-40B4-BE49-F238E27FC236}">
                <a16:creationId xmlns:a16="http://schemas.microsoft.com/office/drawing/2014/main" id="{3BE43D64-A594-403E-B2D9-F6162D2354E5}"/>
              </a:ext>
            </a:extLst>
          </p:cNvPr>
          <p:cNvSpPr>
            <a:spLocks noGrp="1"/>
          </p:cNvSpPr>
          <p:nvPr/>
        </p:nvSpPr>
        <p:spPr>
          <a:xfrm>
            <a:off x="8564861" y="4369669"/>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9A5065"/>
                </a:solidFill>
                <a:latin typeface="Nimbus Sans"/>
                <a:ea typeface="Nimbus Sans"/>
                <a:cs typeface="Nimbus Sans"/>
              </a:defRPr>
            </a:defPPr>
            <a:lvl1pPr algn="ctr">
              <a:defRPr sz="1500" b="1">
                <a:solidFill>
                  <a:srgbClr val="9A5065"/>
                </a:solidFill>
                <a:latin typeface="Nimbus Sans"/>
                <a:ea typeface="Nimbus Sans"/>
                <a:cs typeface="Nimbus Sans"/>
              </a:defRPr>
            </a:lvl1pPr>
            <a:lvl2pPr algn="ctr">
              <a:defRPr sz="1500" b="1">
                <a:solidFill>
                  <a:srgbClr val="9A5065"/>
                </a:solidFill>
                <a:latin typeface="Nimbus Sans"/>
                <a:ea typeface="Nimbus Sans"/>
                <a:cs typeface="Nimbus Sans"/>
              </a:defRPr>
            </a:lvl2pPr>
            <a:lvl3pPr algn="ctr">
              <a:defRPr sz="1500" b="1">
                <a:solidFill>
                  <a:srgbClr val="9A5065"/>
                </a:solidFill>
                <a:latin typeface="Nimbus Sans"/>
                <a:ea typeface="Nimbus Sans"/>
                <a:cs typeface="Nimbus Sans"/>
              </a:defRPr>
            </a:lvl3pPr>
            <a:lvl4pPr algn="ctr">
              <a:defRPr sz="1500" b="1">
                <a:solidFill>
                  <a:srgbClr val="9A5065"/>
                </a:solidFill>
                <a:latin typeface="Nimbus Sans"/>
                <a:ea typeface="Nimbus Sans"/>
                <a:cs typeface="Nimbus Sans"/>
              </a:defRPr>
            </a:lvl4pPr>
            <a:lvl5pPr algn="ctr">
              <a:defRPr sz="1500" b="1">
                <a:solidFill>
                  <a:srgbClr val="9A5065"/>
                </a:solidFill>
                <a:latin typeface="Nimbus Sans"/>
                <a:ea typeface="Nimbus Sans"/>
                <a:cs typeface="Nimbus Sans"/>
              </a:defRPr>
            </a:lvl5pPr>
            <a:lvl6pPr algn="ctr">
              <a:defRPr sz="1500" b="1">
                <a:solidFill>
                  <a:srgbClr val="9A5065"/>
                </a:solidFill>
                <a:latin typeface="Nimbus Sans"/>
                <a:ea typeface="Nimbus Sans"/>
                <a:cs typeface="Nimbus Sans"/>
              </a:defRPr>
            </a:lvl6pPr>
            <a:lvl7pPr algn="ctr">
              <a:defRPr sz="1500" b="1">
                <a:solidFill>
                  <a:srgbClr val="9A5065"/>
                </a:solidFill>
                <a:latin typeface="Nimbus Sans"/>
                <a:ea typeface="Nimbus Sans"/>
                <a:cs typeface="Nimbus Sans"/>
              </a:defRPr>
            </a:lvl7pPr>
            <a:lvl8pPr algn="ctr">
              <a:defRPr sz="1500" b="1">
                <a:solidFill>
                  <a:srgbClr val="9A5065"/>
                </a:solidFill>
                <a:latin typeface="Nimbus Sans"/>
                <a:ea typeface="Nimbus Sans"/>
                <a:cs typeface="Nimbus Sans"/>
              </a:defRPr>
            </a:lvl8pPr>
            <a:lvl9pPr algn="ctr">
              <a:defRPr sz="1500" b="1">
                <a:solidFill>
                  <a:srgbClr val="9A5065"/>
                </a:solidFill>
                <a:latin typeface="Nimbus Sans"/>
                <a:ea typeface="Nimbus Sans"/>
                <a:cs typeface="Nimbus Sans"/>
              </a:defRPr>
            </a:lvl9pPr>
          </a:lstStyle>
          <a:p>
            <a:pPr algn="ctr">
              <a:defRPr sz="1500" b="1">
                <a:solidFill>
                  <a:srgbClr val="9A5065"/>
                </a:solidFill>
                <a:latin typeface="Nimbus Sans"/>
                <a:ea typeface="Nimbus Sans"/>
                <a:cs typeface="Nimbus Sans"/>
              </a:defRPr>
            </a:pPr>
            <a:r>
              <a:rPr sz="1250"/>
              <a:t>−0.3</a:t>
            </a:r>
          </a:p>
        </p:txBody>
      </p:sp>
      <p:sp>
        <p:nvSpPr>
          <p:cNvPr id="93" name="weight-3-0-2">
            <a:extLst>
              <a:ext uri="{FF2B5EF4-FFF2-40B4-BE49-F238E27FC236}">
                <a16:creationId xmlns:a16="http://schemas.microsoft.com/office/drawing/2014/main" id="{07DB8109-5EE4-4F6E-BE15-4EA48414BF69}"/>
              </a:ext>
            </a:extLst>
          </p:cNvPr>
          <p:cNvSpPr>
            <a:spLocks noGrp="1"/>
          </p:cNvSpPr>
          <p:nvPr/>
        </p:nvSpPr>
        <p:spPr>
          <a:xfrm>
            <a:off x="8422374" y="2719234"/>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+0.1</a:t>
            </a:r>
          </a:p>
        </p:txBody>
      </p:sp>
      <p:sp>
        <p:nvSpPr>
          <p:cNvPr id="94" name="weight-3-1-2">
            <a:extLst>
              <a:ext uri="{FF2B5EF4-FFF2-40B4-BE49-F238E27FC236}">
                <a16:creationId xmlns:a16="http://schemas.microsoft.com/office/drawing/2014/main" id="{3B97E859-2423-4706-8738-B6E2D673C664}"/>
              </a:ext>
            </a:extLst>
          </p:cNvPr>
          <p:cNvSpPr>
            <a:spLocks noGrp="1"/>
          </p:cNvSpPr>
          <p:nvPr/>
        </p:nvSpPr>
        <p:spPr>
          <a:xfrm>
            <a:off x="9494771" y="3598717"/>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+0.4</a:t>
            </a:r>
          </a:p>
        </p:txBody>
      </p:sp>
      <p:sp>
        <p:nvSpPr>
          <p:cNvPr id="95" name="weight-3-2-2">
            <a:extLst>
              <a:ext uri="{FF2B5EF4-FFF2-40B4-BE49-F238E27FC236}">
                <a16:creationId xmlns:a16="http://schemas.microsoft.com/office/drawing/2014/main" id="{0D33A1BB-ACD4-421C-99B0-028174D26003}"/>
              </a:ext>
            </a:extLst>
          </p:cNvPr>
          <p:cNvSpPr>
            <a:spLocks noGrp="1"/>
          </p:cNvSpPr>
          <p:nvPr/>
        </p:nvSpPr>
        <p:spPr>
          <a:xfrm>
            <a:off x="9199296" y="3883035"/>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+0.2</a:t>
            </a:r>
          </a:p>
        </p:txBody>
      </p:sp>
      <p:sp>
        <p:nvSpPr>
          <p:cNvPr id="96" name="weight-3-3-2">
            <a:extLst>
              <a:ext uri="{FF2B5EF4-FFF2-40B4-BE49-F238E27FC236}">
                <a16:creationId xmlns:a16="http://schemas.microsoft.com/office/drawing/2014/main" id="{C8313989-E30B-4BA1-B6C7-2CCB2B884EC6}"/>
              </a:ext>
            </a:extLst>
          </p:cNvPr>
          <p:cNvSpPr>
            <a:spLocks noGrp="1"/>
          </p:cNvSpPr>
          <p:nvPr/>
        </p:nvSpPr>
        <p:spPr>
          <a:xfrm>
            <a:off x="9157000" y="4253391"/>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+0.1</a:t>
            </a:r>
          </a:p>
        </p:txBody>
      </p:sp>
      <p:sp>
        <p:nvSpPr>
          <p:cNvPr id="97" name="weight-3-0-3">
            <a:extLst>
              <a:ext uri="{FF2B5EF4-FFF2-40B4-BE49-F238E27FC236}">
                <a16:creationId xmlns:a16="http://schemas.microsoft.com/office/drawing/2014/main" id="{5168CF07-91C6-4BA4-954C-99E057B8A837}"/>
              </a:ext>
            </a:extLst>
          </p:cNvPr>
          <p:cNvSpPr>
            <a:spLocks noGrp="1"/>
          </p:cNvSpPr>
          <p:nvPr/>
        </p:nvSpPr>
        <p:spPr>
          <a:xfrm>
            <a:off x="8428700" y="2918255"/>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9A5065"/>
                </a:solidFill>
                <a:latin typeface="Nimbus Sans"/>
                <a:ea typeface="Nimbus Sans"/>
                <a:cs typeface="Nimbus Sans"/>
              </a:defRPr>
            </a:defPPr>
            <a:lvl1pPr algn="ctr">
              <a:defRPr sz="1500" b="1">
                <a:solidFill>
                  <a:srgbClr val="9A5065"/>
                </a:solidFill>
                <a:latin typeface="Nimbus Sans"/>
                <a:ea typeface="Nimbus Sans"/>
                <a:cs typeface="Nimbus Sans"/>
              </a:defRPr>
            </a:lvl1pPr>
            <a:lvl2pPr algn="ctr">
              <a:defRPr sz="1500" b="1">
                <a:solidFill>
                  <a:srgbClr val="9A5065"/>
                </a:solidFill>
                <a:latin typeface="Nimbus Sans"/>
                <a:ea typeface="Nimbus Sans"/>
                <a:cs typeface="Nimbus Sans"/>
              </a:defRPr>
            </a:lvl2pPr>
            <a:lvl3pPr algn="ctr">
              <a:defRPr sz="1500" b="1">
                <a:solidFill>
                  <a:srgbClr val="9A5065"/>
                </a:solidFill>
                <a:latin typeface="Nimbus Sans"/>
                <a:ea typeface="Nimbus Sans"/>
                <a:cs typeface="Nimbus Sans"/>
              </a:defRPr>
            </a:lvl3pPr>
            <a:lvl4pPr algn="ctr">
              <a:defRPr sz="1500" b="1">
                <a:solidFill>
                  <a:srgbClr val="9A5065"/>
                </a:solidFill>
                <a:latin typeface="Nimbus Sans"/>
                <a:ea typeface="Nimbus Sans"/>
                <a:cs typeface="Nimbus Sans"/>
              </a:defRPr>
            </a:lvl4pPr>
            <a:lvl5pPr algn="ctr">
              <a:defRPr sz="1500" b="1">
                <a:solidFill>
                  <a:srgbClr val="9A5065"/>
                </a:solidFill>
                <a:latin typeface="Nimbus Sans"/>
                <a:ea typeface="Nimbus Sans"/>
                <a:cs typeface="Nimbus Sans"/>
              </a:defRPr>
            </a:lvl5pPr>
            <a:lvl6pPr algn="ctr">
              <a:defRPr sz="1500" b="1">
                <a:solidFill>
                  <a:srgbClr val="9A5065"/>
                </a:solidFill>
                <a:latin typeface="Nimbus Sans"/>
                <a:ea typeface="Nimbus Sans"/>
                <a:cs typeface="Nimbus Sans"/>
              </a:defRPr>
            </a:lvl6pPr>
            <a:lvl7pPr algn="ctr">
              <a:defRPr sz="1500" b="1">
                <a:solidFill>
                  <a:srgbClr val="9A5065"/>
                </a:solidFill>
                <a:latin typeface="Nimbus Sans"/>
                <a:ea typeface="Nimbus Sans"/>
                <a:cs typeface="Nimbus Sans"/>
              </a:defRPr>
            </a:lvl7pPr>
            <a:lvl8pPr algn="ctr">
              <a:defRPr sz="1500" b="1">
                <a:solidFill>
                  <a:srgbClr val="9A5065"/>
                </a:solidFill>
                <a:latin typeface="Nimbus Sans"/>
                <a:ea typeface="Nimbus Sans"/>
                <a:cs typeface="Nimbus Sans"/>
              </a:defRPr>
            </a:lvl8pPr>
            <a:lvl9pPr algn="ctr">
              <a:defRPr sz="1500" b="1">
                <a:solidFill>
                  <a:srgbClr val="9A5065"/>
                </a:solidFill>
                <a:latin typeface="Nimbus Sans"/>
                <a:ea typeface="Nimbus Sans"/>
                <a:cs typeface="Nimbus Sans"/>
              </a:defRPr>
            </a:lvl9pPr>
          </a:lstStyle>
          <a:p>
            <a:pPr algn="ctr">
              <a:defRPr sz="1500" b="1">
                <a:solidFill>
                  <a:srgbClr val="9A5065"/>
                </a:solidFill>
                <a:latin typeface="Nimbus Sans"/>
                <a:ea typeface="Nimbus Sans"/>
                <a:cs typeface="Nimbus Sans"/>
              </a:defRPr>
            </a:pPr>
            <a:r>
              <a:rPr sz="1250"/>
              <a:t>−0.5</a:t>
            </a:r>
          </a:p>
        </p:txBody>
      </p:sp>
      <p:sp>
        <p:nvSpPr>
          <p:cNvPr id="98" name="weight-3-1-3">
            <a:extLst>
              <a:ext uri="{FF2B5EF4-FFF2-40B4-BE49-F238E27FC236}">
                <a16:creationId xmlns:a16="http://schemas.microsoft.com/office/drawing/2014/main" id="{872EFAEE-FA0E-4244-974E-21FDEF4E3C24}"/>
              </a:ext>
            </a:extLst>
          </p:cNvPr>
          <p:cNvSpPr>
            <a:spLocks noGrp="1"/>
          </p:cNvSpPr>
          <p:nvPr/>
        </p:nvSpPr>
        <p:spPr>
          <a:xfrm>
            <a:off x="8425634" y="3574949"/>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9A5065"/>
                </a:solidFill>
                <a:latin typeface="Nimbus Sans"/>
                <a:ea typeface="Nimbus Sans"/>
                <a:cs typeface="Nimbus Sans"/>
              </a:defRPr>
            </a:defPPr>
            <a:lvl1pPr algn="ctr">
              <a:defRPr sz="1500" b="1">
                <a:solidFill>
                  <a:srgbClr val="9A5065"/>
                </a:solidFill>
                <a:latin typeface="Nimbus Sans"/>
                <a:ea typeface="Nimbus Sans"/>
                <a:cs typeface="Nimbus Sans"/>
              </a:defRPr>
            </a:lvl1pPr>
            <a:lvl2pPr algn="ctr">
              <a:defRPr sz="1500" b="1">
                <a:solidFill>
                  <a:srgbClr val="9A5065"/>
                </a:solidFill>
                <a:latin typeface="Nimbus Sans"/>
                <a:ea typeface="Nimbus Sans"/>
                <a:cs typeface="Nimbus Sans"/>
              </a:defRPr>
            </a:lvl2pPr>
            <a:lvl3pPr algn="ctr">
              <a:defRPr sz="1500" b="1">
                <a:solidFill>
                  <a:srgbClr val="9A5065"/>
                </a:solidFill>
                <a:latin typeface="Nimbus Sans"/>
                <a:ea typeface="Nimbus Sans"/>
                <a:cs typeface="Nimbus Sans"/>
              </a:defRPr>
            </a:lvl3pPr>
            <a:lvl4pPr algn="ctr">
              <a:defRPr sz="1500" b="1">
                <a:solidFill>
                  <a:srgbClr val="9A5065"/>
                </a:solidFill>
                <a:latin typeface="Nimbus Sans"/>
                <a:ea typeface="Nimbus Sans"/>
                <a:cs typeface="Nimbus Sans"/>
              </a:defRPr>
            </a:lvl4pPr>
            <a:lvl5pPr algn="ctr">
              <a:defRPr sz="1500" b="1">
                <a:solidFill>
                  <a:srgbClr val="9A5065"/>
                </a:solidFill>
                <a:latin typeface="Nimbus Sans"/>
                <a:ea typeface="Nimbus Sans"/>
                <a:cs typeface="Nimbus Sans"/>
              </a:defRPr>
            </a:lvl5pPr>
            <a:lvl6pPr algn="ctr">
              <a:defRPr sz="1500" b="1">
                <a:solidFill>
                  <a:srgbClr val="9A5065"/>
                </a:solidFill>
                <a:latin typeface="Nimbus Sans"/>
                <a:ea typeface="Nimbus Sans"/>
                <a:cs typeface="Nimbus Sans"/>
              </a:defRPr>
            </a:lvl6pPr>
            <a:lvl7pPr algn="ctr">
              <a:defRPr sz="1500" b="1">
                <a:solidFill>
                  <a:srgbClr val="9A5065"/>
                </a:solidFill>
                <a:latin typeface="Nimbus Sans"/>
                <a:ea typeface="Nimbus Sans"/>
                <a:cs typeface="Nimbus Sans"/>
              </a:defRPr>
            </a:lvl7pPr>
            <a:lvl8pPr algn="ctr">
              <a:defRPr sz="1500" b="1">
                <a:solidFill>
                  <a:srgbClr val="9A5065"/>
                </a:solidFill>
                <a:latin typeface="Nimbus Sans"/>
                <a:ea typeface="Nimbus Sans"/>
                <a:cs typeface="Nimbus Sans"/>
              </a:defRPr>
            </a:lvl8pPr>
            <a:lvl9pPr algn="ctr">
              <a:defRPr sz="1500" b="1">
                <a:solidFill>
                  <a:srgbClr val="9A5065"/>
                </a:solidFill>
                <a:latin typeface="Nimbus Sans"/>
                <a:ea typeface="Nimbus Sans"/>
                <a:cs typeface="Nimbus Sans"/>
              </a:defRPr>
            </a:lvl9pPr>
          </a:lstStyle>
          <a:p>
            <a:pPr algn="ctr">
              <a:defRPr sz="1500" b="1">
                <a:solidFill>
                  <a:srgbClr val="9A5065"/>
                </a:solidFill>
                <a:latin typeface="Nimbus Sans"/>
                <a:ea typeface="Nimbus Sans"/>
                <a:cs typeface="Nimbus Sans"/>
              </a:defRPr>
            </a:pPr>
            <a:r>
              <a:rPr sz="1250"/>
              <a:t>−0.4</a:t>
            </a:r>
          </a:p>
        </p:txBody>
      </p:sp>
      <p:sp>
        <p:nvSpPr>
          <p:cNvPr id="99" name="weight-3-2-3">
            <a:extLst>
              <a:ext uri="{FF2B5EF4-FFF2-40B4-BE49-F238E27FC236}">
                <a16:creationId xmlns:a16="http://schemas.microsoft.com/office/drawing/2014/main" id="{9557F604-E35F-4CDE-A84B-49749F3ABFAA}"/>
              </a:ext>
            </a:extLst>
          </p:cNvPr>
          <p:cNvSpPr>
            <a:spLocks noGrp="1"/>
          </p:cNvSpPr>
          <p:nvPr/>
        </p:nvSpPr>
        <p:spPr>
          <a:xfrm>
            <a:off x="9493250" y="4412589"/>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9A5065"/>
                </a:solidFill>
                <a:latin typeface="Nimbus Sans"/>
                <a:ea typeface="Nimbus Sans"/>
                <a:cs typeface="Nimbus Sans"/>
              </a:defRPr>
            </a:defPPr>
            <a:lvl1pPr algn="ctr">
              <a:defRPr sz="1500" b="1">
                <a:solidFill>
                  <a:srgbClr val="9A5065"/>
                </a:solidFill>
                <a:latin typeface="Nimbus Sans"/>
                <a:ea typeface="Nimbus Sans"/>
                <a:cs typeface="Nimbus Sans"/>
              </a:defRPr>
            </a:lvl1pPr>
            <a:lvl2pPr algn="ctr">
              <a:defRPr sz="1500" b="1">
                <a:solidFill>
                  <a:srgbClr val="9A5065"/>
                </a:solidFill>
                <a:latin typeface="Nimbus Sans"/>
                <a:ea typeface="Nimbus Sans"/>
                <a:cs typeface="Nimbus Sans"/>
              </a:defRPr>
            </a:lvl2pPr>
            <a:lvl3pPr algn="ctr">
              <a:defRPr sz="1500" b="1">
                <a:solidFill>
                  <a:srgbClr val="9A5065"/>
                </a:solidFill>
                <a:latin typeface="Nimbus Sans"/>
                <a:ea typeface="Nimbus Sans"/>
                <a:cs typeface="Nimbus Sans"/>
              </a:defRPr>
            </a:lvl3pPr>
            <a:lvl4pPr algn="ctr">
              <a:defRPr sz="1500" b="1">
                <a:solidFill>
                  <a:srgbClr val="9A5065"/>
                </a:solidFill>
                <a:latin typeface="Nimbus Sans"/>
                <a:ea typeface="Nimbus Sans"/>
                <a:cs typeface="Nimbus Sans"/>
              </a:defRPr>
            </a:lvl4pPr>
            <a:lvl5pPr algn="ctr">
              <a:defRPr sz="1500" b="1">
                <a:solidFill>
                  <a:srgbClr val="9A5065"/>
                </a:solidFill>
                <a:latin typeface="Nimbus Sans"/>
                <a:ea typeface="Nimbus Sans"/>
                <a:cs typeface="Nimbus Sans"/>
              </a:defRPr>
            </a:lvl5pPr>
            <a:lvl6pPr algn="ctr">
              <a:defRPr sz="1500" b="1">
                <a:solidFill>
                  <a:srgbClr val="9A5065"/>
                </a:solidFill>
                <a:latin typeface="Nimbus Sans"/>
                <a:ea typeface="Nimbus Sans"/>
                <a:cs typeface="Nimbus Sans"/>
              </a:defRPr>
            </a:lvl6pPr>
            <a:lvl7pPr algn="ctr">
              <a:defRPr sz="1500" b="1">
                <a:solidFill>
                  <a:srgbClr val="9A5065"/>
                </a:solidFill>
                <a:latin typeface="Nimbus Sans"/>
                <a:ea typeface="Nimbus Sans"/>
                <a:cs typeface="Nimbus Sans"/>
              </a:defRPr>
            </a:lvl7pPr>
            <a:lvl8pPr algn="ctr">
              <a:defRPr sz="1500" b="1">
                <a:solidFill>
                  <a:srgbClr val="9A5065"/>
                </a:solidFill>
                <a:latin typeface="Nimbus Sans"/>
                <a:ea typeface="Nimbus Sans"/>
                <a:cs typeface="Nimbus Sans"/>
              </a:defRPr>
            </a:lvl8pPr>
            <a:lvl9pPr algn="ctr">
              <a:defRPr sz="1500" b="1">
                <a:solidFill>
                  <a:srgbClr val="9A5065"/>
                </a:solidFill>
                <a:latin typeface="Nimbus Sans"/>
                <a:ea typeface="Nimbus Sans"/>
                <a:cs typeface="Nimbus Sans"/>
              </a:defRPr>
            </a:lvl9pPr>
          </a:lstStyle>
          <a:p>
            <a:pPr algn="ctr">
              <a:defRPr sz="1500" b="1">
                <a:solidFill>
                  <a:srgbClr val="9A5065"/>
                </a:solidFill>
                <a:latin typeface="Nimbus Sans"/>
                <a:ea typeface="Nimbus Sans"/>
                <a:cs typeface="Nimbus Sans"/>
              </a:defRPr>
            </a:pPr>
            <a:r>
              <a:rPr sz="1250"/>
              <a:t>−0.2</a:t>
            </a:r>
          </a:p>
        </p:txBody>
      </p:sp>
      <p:sp>
        <p:nvSpPr>
          <p:cNvPr id="100" name="weight-3-3-3">
            <a:extLst>
              <a:ext uri="{FF2B5EF4-FFF2-40B4-BE49-F238E27FC236}">
                <a16:creationId xmlns:a16="http://schemas.microsoft.com/office/drawing/2014/main" id="{88A87F89-66E9-49A9-9BF7-968E55E9EB73}"/>
              </a:ext>
            </a:extLst>
          </p:cNvPr>
          <p:cNvSpPr>
            <a:spLocks noGrp="1"/>
          </p:cNvSpPr>
          <p:nvPr/>
        </p:nvSpPr>
        <p:spPr>
          <a:xfrm>
            <a:off x="8886142" y="4783494"/>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+0.3</a:t>
            </a:r>
          </a:p>
        </p:txBody>
      </p:sp>
      <p:sp>
        <p:nvSpPr>
          <p:cNvPr id="101" name="weight-3-0-4">
            <a:extLst>
              <a:ext uri="{FF2B5EF4-FFF2-40B4-BE49-F238E27FC236}">
                <a16:creationId xmlns:a16="http://schemas.microsoft.com/office/drawing/2014/main" id="{91099AA4-68F8-42FB-A602-CAA148642F59}"/>
              </a:ext>
            </a:extLst>
          </p:cNvPr>
          <p:cNvSpPr>
            <a:spLocks noGrp="1"/>
          </p:cNvSpPr>
          <p:nvPr/>
        </p:nvSpPr>
        <p:spPr>
          <a:xfrm>
            <a:off x="9584657" y="4676092"/>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+0.2</a:t>
            </a:r>
          </a:p>
        </p:txBody>
      </p:sp>
      <p:sp>
        <p:nvSpPr>
          <p:cNvPr id="102" name="weight-3-1-4">
            <a:extLst>
              <a:ext uri="{FF2B5EF4-FFF2-40B4-BE49-F238E27FC236}">
                <a16:creationId xmlns:a16="http://schemas.microsoft.com/office/drawing/2014/main" id="{19597193-DECD-4F94-B35C-57AFA76F0DAE}"/>
              </a:ext>
            </a:extLst>
          </p:cNvPr>
          <p:cNvSpPr>
            <a:spLocks noGrp="1"/>
          </p:cNvSpPr>
          <p:nvPr/>
        </p:nvSpPr>
        <p:spPr>
          <a:xfrm>
            <a:off x="9553780" y="4834440"/>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+0.8</a:t>
            </a:r>
          </a:p>
        </p:txBody>
      </p:sp>
      <p:sp>
        <p:nvSpPr>
          <p:cNvPr id="103" name="weight-3-2-4">
            <a:extLst>
              <a:ext uri="{FF2B5EF4-FFF2-40B4-BE49-F238E27FC236}">
                <a16:creationId xmlns:a16="http://schemas.microsoft.com/office/drawing/2014/main" id="{A7DBFA47-8634-4AA8-83F3-2ECF98C6A2E6}"/>
              </a:ext>
            </a:extLst>
          </p:cNvPr>
          <p:cNvSpPr>
            <a:spLocks noGrp="1"/>
          </p:cNvSpPr>
          <p:nvPr/>
        </p:nvSpPr>
        <p:spPr>
          <a:xfrm>
            <a:off x="9517847" y="5015231"/>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236C7A"/>
                </a:solidFill>
                <a:latin typeface="Nimbus Sans"/>
                <a:ea typeface="Nimbus Sans"/>
                <a:cs typeface="Nimbus Sans"/>
              </a:defRPr>
            </a:defPPr>
            <a:lvl1pPr algn="ctr">
              <a:defRPr sz="1500" b="1">
                <a:solidFill>
                  <a:srgbClr val="236C7A"/>
                </a:solidFill>
                <a:latin typeface="Nimbus Sans"/>
                <a:ea typeface="Nimbus Sans"/>
                <a:cs typeface="Nimbus Sans"/>
              </a:defRPr>
            </a:lvl1pPr>
            <a:lvl2pPr algn="ctr">
              <a:defRPr sz="1500" b="1">
                <a:solidFill>
                  <a:srgbClr val="236C7A"/>
                </a:solidFill>
                <a:latin typeface="Nimbus Sans"/>
                <a:ea typeface="Nimbus Sans"/>
                <a:cs typeface="Nimbus Sans"/>
              </a:defRPr>
            </a:lvl2pPr>
            <a:lvl3pPr algn="ctr">
              <a:defRPr sz="1500" b="1">
                <a:solidFill>
                  <a:srgbClr val="236C7A"/>
                </a:solidFill>
                <a:latin typeface="Nimbus Sans"/>
                <a:ea typeface="Nimbus Sans"/>
                <a:cs typeface="Nimbus Sans"/>
              </a:defRPr>
            </a:lvl3pPr>
            <a:lvl4pPr algn="ctr">
              <a:defRPr sz="1500" b="1">
                <a:solidFill>
                  <a:srgbClr val="236C7A"/>
                </a:solidFill>
                <a:latin typeface="Nimbus Sans"/>
                <a:ea typeface="Nimbus Sans"/>
                <a:cs typeface="Nimbus Sans"/>
              </a:defRPr>
            </a:lvl4pPr>
            <a:lvl5pPr algn="ctr">
              <a:defRPr sz="1500" b="1">
                <a:solidFill>
                  <a:srgbClr val="236C7A"/>
                </a:solidFill>
                <a:latin typeface="Nimbus Sans"/>
                <a:ea typeface="Nimbus Sans"/>
                <a:cs typeface="Nimbus Sans"/>
              </a:defRPr>
            </a:lvl5pPr>
            <a:lvl6pPr algn="ctr">
              <a:defRPr sz="1500" b="1">
                <a:solidFill>
                  <a:srgbClr val="236C7A"/>
                </a:solidFill>
                <a:latin typeface="Nimbus Sans"/>
                <a:ea typeface="Nimbus Sans"/>
                <a:cs typeface="Nimbus Sans"/>
              </a:defRPr>
            </a:lvl6pPr>
            <a:lvl7pPr algn="ctr">
              <a:defRPr sz="1500" b="1">
                <a:solidFill>
                  <a:srgbClr val="236C7A"/>
                </a:solidFill>
                <a:latin typeface="Nimbus Sans"/>
                <a:ea typeface="Nimbus Sans"/>
                <a:cs typeface="Nimbus Sans"/>
              </a:defRPr>
            </a:lvl7pPr>
            <a:lvl8pPr algn="ctr">
              <a:defRPr sz="1500" b="1">
                <a:solidFill>
                  <a:srgbClr val="236C7A"/>
                </a:solidFill>
                <a:latin typeface="Nimbus Sans"/>
                <a:ea typeface="Nimbus Sans"/>
                <a:cs typeface="Nimbus Sans"/>
              </a:defRPr>
            </a:lvl8pPr>
            <a:lvl9pPr algn="ctr">
              <a:defRPr sz="1500" b="1">
                <a:solidFill>
                  <a:srgbClr val="236C7A"/>
                </a:solidFill>
                <a:latin typeface="Nimbus Sans"/>
                <a:ea typeface="Nimbus Sans"/>
                <a:cs typeface="Nimbus Sans"/>
              </a:defRPr>
            </a:lvl9pPr>
          </a:lstStyle>
          <a:p>
            <a:pPr algn="ctr">
              <a:defRPr sz="1500" b="1">
                <a:solidFill>
                  <a:srgbClr val="236C7A"/>
                </a:solidFill>
                <a:latin typeface="Nimbus Sans"/>
                <a:ea typeface="Nimbus Sans"/>
                <a:cs typeface="Nimbus Sans"/>
              </a:defRPr>
            </a:pPr>
            <a:r>
              <a:rPr sz="1250"/>
              <a:t>+0.8</a:t>
            </a:r>
          </a:p>
        </p:txBody>
      </p:sp>
      <p:sp>
        <p:nvSpPr>
          <p:cNvPr id="104" name="weight-3-3-4">
            <a:extLst>
              <a:ext uri="{FF2B5EF4-FFF2-40B4-BE49-F238E27FC236}">
                <a16:creationId xmlns:a16="http://schemas.microsoft.com/office/drawing/2014/main" id="{028106F2-6620-41AD-AA69-CC28CF3A1138}"/>
              </a:ext>
            </a:extLst>
          </p:cNvPr>
          <p:cNvSpPr>
            <a:spLocks noGrp="1"/>
          </p:cNvSpPr>
          <p:nvPr/>
        </p:nvSpPr>
        <p:spPr>
          <a:xfrm>
            <a:off x="8973344" y="5159375"/>
            <a:ext cx="388938" cy="198438"/>
          </a:xfrm>
          <a:prstGeom prst="rect">
            <a:avLst/>
          </a:prstGeom>
          <a:solidFill>
            <a:srgbClr val="FFFFFF"/>
          </a:solidFill>
          <a:ln w="0">
            <a:noFill/>
            <a:prstDash val="solid"/>
          </a:ln>
        </p:spPr>
        <p:txBody>
          <a:bodyPr wrap="none" lIns="0" tIns="0" rIns="0" bIns="0" anchor="ctr">
            <a:normAutofit/>
          </a:bodyPr>
          <a:lstStyle>
            <a:defPPr algn="ctr">
              <a:defRPr sz="1500" b="1">
                <a:solidFill>
                  <a:srgbClr val="9A5065"/>
                </a:solidFill>
                <a:latin typeface="Nimbus Sans"/>
                <a:ea typeface="Nimbus Sans"/>
                <a:cs typeface="Nimbus Sans"/>
              </a:defRPr>
            </a:defPPr>
            <a:lvl1pPr algn="ctr">
              <a:defRPr sz="1500" b="1">
                <a:solidFill>
                  <a:srgbClr val="9A5065"/>
                </a:solidFill>
                <a:latin typeface="Nimbus Sans"/>
                <a:ea typeface="Nimbus Sans"/>
                <a:cs typeface="Nimbus Sans"/>
              </a:defRPr>
            </a:lvl1pPr>
            <a:lvl2pPr algn="ctr">
              <a:defRPr sz="1500" b="1">
                <a:solidFill>
                  <a:srgbClr val="9A5065"/>
                </a:solidFill>
                <a:latin typeface="Nimbus Sans"/>
                <a:ea typeface="Nimbus Sans"/>
                <a:cs typeface="Nimbus Sans"/>
              </a:defRPr>
            </a:lvl2pPr>
            <a:lvl3pPr algn="ctr">
              <a:defRPr sz="1500" b="1">
                <a:solidFill>
                  <a:srgbClr val="9A5065"/>
                </a:solidFill>
                <a:latin typeface="Nimbus Sans"/>
                <a:ea typeface="Nimbus Sans"/>
                <a:cs typeface="Nimbus Sans"/>
              </a:defRPr>
            </a:lvl3pPr>
            <a:lvl4pPr algn="ctr">
              <a:defRPr sz="1500" b="1">
                <a:solidFill>
                  <a:srgbClr val="9A5065"/>
                </a:solidFill>
                <a:latin typeface="Nimbus Sans"/>
                <a:ea typeface="Nimbus Sans"/>
                <a:cs typeface="Nimbus Sans"/>
              </a:defRPr>
            </a:lvl4pPr>
            <a:lvl5pPr algn="ctr">
              <a:defRPr sz="1500" b="1">
                <a:solidFill>
                  <a:srgbClr val="9A5065"/>
                </a:solidFill>
                <a:latin typeface="Nimbus Sans"/>
                <a:ea typeface="Nimbus Sans"/>
                <a:cs typeface="Nimbus Sans"/>
              </a:defRPr>
            </a:lvl5pPr>
            <a:lvl6pPr algn="ctr">
              <a:defRPr sz="1500" b="1">
                <a:solidFill>
                  <a:srgbClr val="9A5065"/>
                </a:solidFill>
                <a:latin typeface="Nimbus Sans"/>
                <a:ea typeface="Nimbus Sans"/>
                <a:cs typeface="Nimbus Sans"/>
              </a:defRPr>
            </a:lvl6pPr>
            <a:lvl7pPr algn="ctr">
              <a:defRPr sz="1500" b="1">
                <a:solidFill>
                  <a:srgbClr val="9A5065"/>
                </a:solidFill>
                <a:latin typeface="Nimbus Sans"/>
                <a:ea typeface="Nimbus Sans"/>
                <a:cs typeface="Nimbus Sans"/>
              </a:defRPr>
            </a:lvl7pPr>
            <a:lvl8pPr algn="ctr">
              <a:defRPr sz="1500" b="1">
                <a:solidFill>
                  <a:srgbClr val="9A5065"/>
                </a:solidFill>
                <a:latin typeface="Nimbus Sans"/>
                <a:ea typeface="Nimbus Sans"/>
                <a:cs typeface="Nimbus Sans"/>
              </a:defRPr>
            </a:lvl8pPr>
            <a:lvl9pPr algn="ctr">
              <a:defRPr sz="1500" b="1">
                <a:solidFill>
                  <a:srgbClr val="9A5065"/>
                </a:solidFill>
                <a:latin typeface="Nimbus Sans"/>
                <a:ea typeface="Nimbus Sans"/>
                <a:cs typeface="Nimbus Sans"/>
              </a:defRPr>
            </a:lvl9pPr>
          </a:lstStyle>
          <a:p>
            <a:pPr algn="ctr">
              <a:defRPr sz="1500" b="1">
                <a:solidFill>
                  <a:srgbClr val="9A5065"/>
                </a:solidFill>
                <a:latin typeface="Nimbus Sans"/>
                <a:ea typeface="Nimbus Sans"/>
                <a:cs typeface="Nimbus Sans"/>
              </a:defRPr>
            </a:pPr>
            <a:r>
              <a:rPr sz="1250"/>
              <a:t>−0.6</a:t>
            </a:r>
          </a:p>
        </p:txBody>
      </p:sp>
      <p:sp>
        <p:nvSpPr>
          <p:cNvPr id="105" name="value-0-0">
            <a:extLst>
              <a:ext uri="{FF2B5EF4-FFF2-40B4-BE49-F238E27FC236}">
                <a16:creationId xmlns:a16="http://schemas.microsoft.com/office/drawing/2014/main" id="{B59F027B-BFF7-4BDE-927C-78E7DA1CFDB5}"/>
              </a:ext>
            </a:extLst>
          </p:cNvPr>
          <p:cNvSpPr>
            <a:spLocks noGrp="1"/>
          </p:cNvSpPr>
          <p:nvPr/>
        </p:nvSpPr>
        <p:spPr>
          <a:xfrm>
            <a:off x="1341437" y="3119438"/>
            <a:ext cx="650875" cy="349250"/>
          </a:xfrm>
          <a:prstGeom prst="rect">
            <a:avLst/>
          </a:prstGeom>
          <a:noFill/>
          <a:ln w="0">
            <a:noFill/>
            <a:prstDash val="solid"/>
          </a:ln>
        </p:spPr>
        <p:txBody>
          <a:bodyPr wrap="none" lIns="0" tIns="0" rIns="0" bIns="0" anchor="ctr">
            <a:normAutofit/>
          </a:bodyPr>
          <a:lstStyle>
            <a:defPPr algn="ctr">
              <a:defRPr sz="2400" b="1">
                <a:solidFill>
                  <a:srgbClr val="25364A"/>
                </a:solidFill>
                <a:latin typeface="Nimbus Sans"/>
                <a:ea typeface="Nimbus Sans"/>
                <a:cs typeface="Nimbus Sans"/>
              </a:defRPr>
            </a:defPPr>
            <a:lvl1pPr algn="ctr">
              <a:defRPr sz="2400" b="1">
                <a:solidFill>
                  <a:srgbClr val="25364A"/>
                </a:solidFill>
                <a:latin typeface="Nimbus Sans"/>
                <a:ea typeface="Nimbus Sans"/>
                <a:cs typeface="Nimbus Sans"/>
              </a:defRPr>
            </a:lvl1pPr>
            <a:lvl2pPr algn="ctr">
              <a:defRPr sz="2400" b="1">
                <a:solidFill>
                  <a:srgbClr val="25364A"/>
                </a:solidFill>
                <a:latin typeface="Nimbus Sans"/>
                <a:ea typeface="Nimbus Sans"/>
                <a:cs typeface="Nimbus Sans"/>
              </a:defRPr>
            </a:lvl2pPr>
            <a:lvl3pPr algn="ctr">
              <a:defRPr sz="2400" b="1">
                <a:solidFill>
                  <a:srgbClr val="25364A"/>
                </a:solidFill>
                <a:latin typeface="Nimbus Sans"/>
                <a:ea typeface="Nimbus Sans"/>
                <a:cs typeface="Nimbus Sans"/>
              </a:defRPr>
            </a:lvl3pPr>
            <a:lvl4pPr algn="ctr">
              <a:defRPr sz="2400" b="1">
                <a:solidFill>
                  <a:srgbClr val="25364A"/>
                </a:solidFill>
                <a:latin typeface="Nimbus Sans"/>
                <a:ea typeface="Nimbus Sans"/>
                <a:cs typeface="Nimbus Sans"/>
              </a:defRPr>
            </a:lvl4pPr>
            <a:lvl5pPr algn="ctr">
              <a:defRPr sz="2400" b="1">
                <a:solidFill>
                  <a:srgbClr val="25364A"/>
                </a:solidFill>
                <a:latin typeface="Nimbus Sans"/>
                <a:ea typeface="Nimbus Sans"/>
                <a:cs typeface="Nimbus Sans"/>
              </a:defRPr>
            </a:lvl5pPr>
            <a:lvl6pPr algn="ctr">
              <a:defRPr sz="2400" b="1">
                <a:solidFill>
                  <a:srgbClr val="25364A"/>
                </a:solidFill>
                <a:latin typeface="Nimbus Sans"/>
                <a:ea typeface="Nimbus Sans"/>
                <a:cs typeface="Nimbus Sans"/>
              </a:defRPr>
            </a:lvl6pPr>
            <a:lvl7pPr algn="ctr">
              <a:defRPr sz="2400" b="1">
                <a:solidFill>
                  <a:srgbClr val="25364A"/>
                </a:solidFill>
                <a:latin typeface="Nimbus Sans"/>
                <a:ea typeface="Nimbus Sans"/>
                <a:cs typeface="Nimbus Sans"/>
              </a:defRPr>
            </a:lvl7pPr>
            <a:lvl8pPr algn="ctr">
              <a:defRPr sz="2400" b="1">
                <a:solidFill>
                  <a:srgbClr val="25364A"/>
                </a:solidFill>
                <a:latin typeface="Nimbus Sans"/>
                <a:ea typeface="Nimbus Sans"/>
                <a:cs typeface="Nimbus Sans"/>
              </a:defRPr>
            </a:lvl8pPr>
            <a:lvl9pPr algn="ctr">
              <a:defRPr sz="2400" b="1">
                <a:solidFill>
                  <a:srgbClr val="25364A"/>
                </a:solidFill>
                <a:latin typeface="Nimbus Sans"/>
                <a:ea typeface="Nimbus Sans"/>
                <a:cs typeface="Nimbus Sans"/>
              </a:defRPr>
            </a:lvl9pPr>
          </a:lstStyle>
          <a:p>
            <a:pPr algn="ctr">
              <a:defRPr sz="2400" b="1">
                <a:solidFill>
                  <a:srgbClr val="25364A"/>
                </a:solidFill>
                <a:latin typeface="Nimbus Sans"/>
                <a:ea typeface="Nimbus Sans"/>
                <a:cs typeface="Nimbus Sans"/>
              </a:defRPr>
            </a:pPr>
            <a:r>
              <a:rPr sz="2000"/>
              <a:t>320</a:t>
            </a:r>
          </a:p>
        </p:txBody>
      </p:sp>
      <p:sp>
        <p:nvSpPr>
          <p:cNvPr id="106" name="value-0-1">
            <a:extLst>
              <a:ext uri="{FF2B5EF4-FFF2-40B4-BE49-F238E27FC236}">
                <a16:creationId xmlns:a16="http://schemas.microsoft.com/office/drawing/2014/main" id="{09F6B094-CFBE-4755-9A3A-76CE7EAB8EE6}"/>
              </a:ext>
            </a:extLst>
          </p:cNvPr>
          <p:cNvSpPr>
            <a:spLocks noGrp="1"/>
          </p:cNvSpPr>
          <p:nvPr/>
        </p:nvSpPr>
        <p:spPr>
          <a:xfrm>
            <a:off x="1341437" y="4310063"/>
            <a:ext cx="650875" cy="349250"/>
          </a:xfrm>
          <a:prstGeom prst="rect">
            <a:avLst/>
          </a:prstGeom>
          <a:noFill/>
          <a:ln w="0">
            <a:noFill/>
            <a:prstDash val="solid"/>
          </a:ln>
        </p:spPr>
        <p:txBody>
          <a:bodyPr wrap="none" lIns="0" tIns="0" rIns="0" bIns="0" anchor="ctr">
            <a:normAutofit/>
          </a:bodyPr>
          <a:lstStyle>
            <a:defPPr algn="ctr">
              <a:defRPr sz="2400" b="1">
                <a:solidFill>
                  <a:srgbClr val="25364A"/>
                </a:solidFill>
                <a:latin typeface="Nimbus Sans"/>
                <a:ea typeface="Nimbus Sans"/>
                <a:cs typeface="Nimbus Sans"/>
              </a:defRPr>
            </a:defPPr>
            <a:lvl1pPr algn="ctr">
              <a:defRPr sz="2400" b="1">
                <a:solidFill>
                  <a:srgbClr val="25364A"/>
                </a:solidFill>
                <a:latin typeface="Nimbus Sans"/>
                <a:ea typeface="Nimbus Sans"/>
                <a:cs typeface="Nimbus Sans"/>
              </a:defRPr>
            </a:lvl1pPr>
            <a:lvl2pPr algn="ctr">
              <a:defRPr sz="2400" b="1">
                <a:solidFill>
                  <a:srgbClr val="25364A"/>
                </a:solidFill>
                <a:latin typeface="Nimbus Sans"/>
                <a:ea typeface="Nimbus Sans"/>
                <a:cs typeface="Nimbus Sans"/>
              </a:defRPr>
            </a:lvl2pPr>
            <a:lvl3pPr algn="ctr">
              <a:defRPr sz="2400" b="1">
                <a:solidFill>
                  <a:srgbClr val="25364A"/>
                </a:solidFill>
                <a:latin typeface="Nimbus Sans"/>
                <a:ea typeface="Nimbus Sans"/>
                <a:cs typeface="Nimbus Sans"/>
              </a:defRPr>
            </a:lvl3pPr>
            <a:lvl4pPr algn="ctr">
              <a:defRPr sz="2400" b="1">
                <a:solidFill>
                  <a:srgbClr val="25364A"/>
                </a:solidFill>
                <a:latin typeface="Nimbus Sans"/>
                <a:ea typeface="Nimbus Sans"/>
                <a:cs typeface="Nimbus Sans"/>
              </a:defRPr>
            </a:lvl4pPr>
            <a:lvl5pPr algn="ctr">
              <a:defRPr sz="2400" b="1">
                <a:solidFill>
                  <a:srgbClr val="25364A"/>
                </a:solidFill>
                <a:latin typeface="Nimbus Sans"/>
                <a:ea typeface="Nimbus Sans"/>
                <a:cs typeface="Nimbus Sans"/>
              </a:defRPr>
            </a:lvl5pPr>
            <a:lvl6pPr algn="ctr">
              <a:defRPr sz="2400" b="1">
                <a:solidFill>
                  <a:srgbClr val="25364A"/>
                </a:solidFill>
                <a:latin typeface="Nimbus Sans"/>
                <a:ea typeface="Nimbus Sans"/>
                <a:cs typeface="Nimbus Sans"/>
              </a:defRPr>
            </a:lvl6pPr>
            <a:lvl7pPr algn="ctr">
              <a:defRPr sz="2400" b="1">
                <a:solidFill>
                  <a:srgbClr val="25364A"/>
                </a:solidFill>
                <a:latin typeface="Nimbus Sans"/>
                <a:ea typeface="Nimbus Sans"/>
                <a:cs typeface="Nimbus Sans"/>
              </a:defRPr>
            </a:lvl7pPr>
            <a:lvl8pPr algn="ctr">
              <a:defRPr sz="2400" b="1">
                <a:solidFill>
                  <a:srgbClr val="25364A"/>
                </a:solidFill>
                <a:latin typeface="Nimbus Sans"/>
                <a:ea typeface="Nimbus Sans"/>
                <a:cs typeface="Nimbus Sans"/>
              </a:defRPr>
            </a:lvl8pPr>
            <a:lvl9pPr algn="ctr">
              <a:defRPr sz="2400" b="1">
                <a:solidFill>
                  <a:srgbClr val="25364A"/>
                </a:solidFill>
                <a:latin typeface="Nimbus Sans"/>
                <a:ea typeface="Nimbus Sans"/>
                <a:cs typeface="Nimbus Sans"/>
              </a:defRPr>
            </a:lvl9pPr>
          </a:lstStyle>
          <a:p>
            <a:pPr algn="ctr">
              <a:defRPr sz="2400" b="1">
                <a:solidFill>
                  <a:srgbClr val="25364A"/>
                </a:solidFill>
                <a:latin typeface="Nimbus Sans"/>
                <a:ea typeface="Nimbus Sans"/>
                <a:cs typeface="Nimbus Sans"/>
              </a:defRPr>
            </a:pPr>
            <a:r>
              <a:rPr sz="2000"/>
              <a:t>2000</a:t>
            </a:r>
          </a:p>
        </p:txBody>
      </p:sp>
      <p:sp>
        <p:nvSpPr>
          <p:cNvPr id="107" name="value-1-0">
            <a:extLst>
              <a:ext uri="{FF2B5EF4-FFF2-40B4-BE49-F238E27FC236}">
                <a16:creationId xmlns:a16="http://schemas.microsoft.com/office/drawing/2014/main" id="{5E08E312-103B-4885-9C4E-61ECAA9073C8}"/>
              </a:ext>
            </a:extLst>
          </p:cNvPr>
          <p:cNvSpPr>
            <a:spLocks noGrp="1"/>
          </p:cNvSpPr>
          <p:nvPr/>
        </p:nvSpPr>
        <p:spPr>
          <a:xfrm>
            <a:off x="3484563" y="2603500"/>
            <a:ext cx="650875" cy="349250"/>
          </a:xfrm>
          <a:prstGeom prst="rect">
            <a:avLst/>
          </a:prstGeom>
          <a:noFill/>
          <a:ln w="0">
            <a:noFill/>
            <a:prstDash val="solid"/>
          </a:ln>
        </p:spPr>
        <p:txBody>
          <a:bodyPr wrap="none" lIns="0" tIns="0" rIns="0" bIns="0" anchor="ctr">
            <a:normAutofit/>
          </a:bodyPr>
          <a:lstStyle>
            <a:defPPr algn="ctr">
              <a:defRPr sz="2400" b="1">
                <a:solidFill>
                  <a:srgbClr val="25364A"/>
                </a:solidFill>
                <a:latin typeface="Nimbus Sans"/>
                <a:ea typeface="Nimbus Sans"/>
                <a:cs typeface="Nimbus Sans"/>
              </a:defRPr>
            </a:defPPr>
            <a:lvl1pPr algn="ctr">
              <a:defRPr sz="2400" b="1">
                <a:solidFill>
                  <a:srgbClr val="25364A"/>
                </a:solidFill>
                <a:latin typeface="Nimbus Sans"/>
                <a:ea typeface="Nimbus Sans"/>
                <a:cs typeface="Nimbus Sans"/>
              </a:defRPr>
            </a:lvl1pPr>
            <a:lvl2pPr algn="ctr">
              <a:defRPr sz="2400" b="1">
                <a:solidFill>
                  <a:srgbClr val="25364A"/>
                </a:solidFill>
                <a:latin typeface="Nimbus Sans"/>
                <a:ea typeface="Nimbus Sans"/>
                <a:cs typeface="Nimbus Sans"/>
              </a:defRPr>
            </a:lvl2pPr>
            <a:lvl3pPr algn="ctr">
              <a:defRPr sz="2400" b="1">
                <a:solidFill>
                  <a:srgbClr val="25364A"/>
                </a:solidFill>
                <a:latin typeface="Nimbus Sans"/>
                <a:ea typeface="Nimbus Sans"/>
                <a:cs typeface="Nimbus Sans"/>
              </a:defRPr>
            </a:lvl3pPr>
            <a:lvl4pPr algn="ctr">
              <a:defRPr sz="2400" b="1">
                <a:solidFill>
                  <a:srgbClr val="25364A"/>
                </a:solidFill>
                <a:latin typeface="Nimbus Sans"/>
                <a:ea typeface="Nimbus Sans"/>
                <a:cs typeface="Nimbus Sans"/>
              </a:defRPr>
            </a:lvl4pPr>
            <a:lvl5pPr algn="ctr">
              <a:defRPr sz="2400" b="1">
                <a:solidFill>
                  <a:srgbClr val="25364A"/>
                </a:solidFill>
                <a:latin typeface="Nimbus Sans"/>
                <a:ea typeface="Nimbus Sans"/>
                <a:cs typeface="Nimbus Sans"/>
              </a:defRPr>
            </a:lvl5pPr>
            <a:lvl6pPr algn="ctr">
              <a:defRPr sz="2400" b="1">
                <a:solidFill>
                  <a:srgbClr val="25364A"/>
                </a:solidFill>
                <a:latin typeface="Nimbus Sans"/>
                <a:ea typeface="Nimbus Sans"/>
                <a:cs typeface="Nimbus Sans"/>
              </a:defRPr>
            </a:lvl6pPr>
            <a:lvl7pPr algn="ctr">
              <a:defRPr sz="2400" b="1">
                <a:solidFill>
                  <a:srgbClr val="25364A"/>
                </a:solidFill>
                <a:latin typeface="Nimbus Sans"/>
                <a:ea typeface="Nimbus Sans"/>
                <a:cs typeface="Nimbus Sans"/>
              </a:defRPr>
            </a:lvl7pPr>
            <a:lvl8pPr algn="ctr">
              <a:defRPr sz="2400" b="1">
                <a:solidFill>
                  <a:srgbClr val="25364A"/>
                </a:solidFill>
                <a:latin typeface="Nimbus Sans"/>
                <a:ea typeface="Nimbus Sans"/>
                <a:cs typeface="Nimbus Sans"/>
              </a:defRPr>
            </a:lvl8pPr>
            <a:lvl9pPr algn="ctr">
              <a:defRPr sz="2400" b="1">
                <a:solidFill>
                  <a:srgbClr val="25364A"/>
                </a:solidFill>
                <a:latin typeface="Nimbus Sans"/>
                <a:ea typeface="Nimbus Sans"/>
                <a:cs typeface="Nimbus Sans"/>
              </a:defRPr>
            </a:lvl9pPr>
          </a:lstStyle>
          <a:p>
            <a:pPr algn="ctr">
              <a:defRPr sz="2400" b="1">
                <a:solidFill>
                  <a:srgbClr val="25364A"/>
                </a:solidFill>
                <a:latin typeface="Nimbus Sans"/>
                <a:ea typeface="Nimbus Sans"/>
                <a:cs typeface="Nimbus Sans"/>
              </a:defRPr>
            </a:pPr>
            <a:r>
              <a:rPr sz="2000"/>
              <a:t>-0.4</a:t>
            </a:r>
          </a:p>
        </p:txBody>
      </p:sp>
      <p:sp>
        <p:nvSpPr>
          <p:cNvPr id="108" name="value-1-1">
            <a:extLst>
              <a:ext uri="{FF2B5EF4-FFF2-40B4-BE49-F238E27FC236}">
                <a16:creationId xmlns:a16="http://schemas.microsoft.com/office/drawing/2014/main" id="{8FA4B4FE-8B5B-491F-AD2E-5F2842003767}"/>
              </a:ext>
            </a:extLst>
          </p:cNvPr>
          <p:cNvSpPr>
            <a:spLocks noGrp="1"/>
          </p:cNvSpPr>
          <p:nvPr/>
        </p:nvSpPr>
        <p:spPr>
          <a:xfrm>
            <a:off x="3484563" y="3635375"/>
            <a:ext cx="650875" cy="349250"/>
          </a:xfrm>
          <a:prstGeom prst="rect">
            <a:avLst/>
          </a:prstGeom>
          <a:noFill/>
          <a:ln w="0">
            <a:noFill/>
            <a:prstDash val="solid"/>
          </a:ln>
        </p:spPr>
        <p:txBody>
          <a:bodyPr wrap="none" lIns="0" tIns="0" rIns="0" bIns="0" anchor="ctr">
            <a:normAutofit/>
          </a:bodyPr>
          <a:lstStyle>
            <a:defPPr algn="ctr">
              <a:defRPr sz="2400" b="1">
                <a:solidFill>
                  <a:srgbClr val="25364A"/>
                </a:solidFill>
                <a:latin typeface="Nimbus Sans"/>
                <a:ea typeface="Nimbus Sans"/>
                <a:cs typeface="Nimbus Sans"/>
              </a:defRPr>
            </a:defPPr>
            <a:lvl1pPr algn="ctr">
              <a:defRPr sz="2400" b="1">
                <a:solidFill>
                  <a:srgbClr val="25364A"/>
                </a:solidFill>
                <a:latin typeface="Nimbus Sans"/>
                <a:ea typeface="Nimbus Sans"/>
                <a:cs typeface="Nimbus Sans"/>
              </a:defRPr>
            </a:lvl1pPr>
            <a:lvl2pPr algn="ctr">
              <a:defRPr sz="2400" b="1">
                <a:solidFill>
                  <a:srgbClr val="25364A"/>
                </a:solidFill>
                <a:latin typeface="Nimbus Sans"/>
                <a:ea typeface="Nimbus Sans"/>
                <a:cs typeface="Nimbus Sans"/>
              </a:defRPr>
            </a:lvl2pPr>
            <a:lvl3pPr algn="ctr">
              <a:defRPr sz="2400" b="1">
                <a:solidFill>
                  <a:srgbClr val="25364A"/>
                </a:solidFill>
                <a:latin typeface="Nimbus Sans"/>
                <a:ea typeface="Nimbus Sans"/>
                <a:cs typeface="Nimbus Sans"/>
              </a:defRPr>
            </a:lvl3pPr>
            <a:lvl4pPr algn="ctr">
              <a:defRPr sz="2400" b="1">
                <a:solidFill>
                  <a:srgbClr val="25364A"/>
                </a:solidFill>
                <a:latin typeface="Nimbus Sans"/>
                <a:ea typeface="Nimbus Sans"/>
                <a:cs typeface="Nimbus Sans"/>
              </a:defRPr>
            </a:lvl4pPr>
            <a:lvl5pPr algn="ctr">
              <a:defRPr sz="2400" b="1">
                <a:solidFill>
                  <a:srgbClr val="25364A"/>
                </a:solidFill>
                <a:latin typeface="Nimbus Sans"/>
                <a:ea typeface="Nimbus Sans"/>
                <a:cs typeface="Nimbus Sans"/>
              </a:defRPr>
            </a:lvl5pPr>
            <a:lvl6pPr algn="ctr">
              <a:defRPr sz="2400" b="1">
                <a:solidFill>
                  <a:srgbClr val="25364A"/>
                </a:solidFill>
                <a:latin typeface="Nimbus Sans"/>
                <a:ea typeface="Nimbus Sans"/>
                <a:cs typeface="Nimbus Sans"/>
              </a:defRPr>
            </a:lvl6pPr>
            <a:lvl7pPr algn="ctr">
              <a:defRPr sz="2400" b="1">
                <a:solidFill>
                  <a:srgbClr val="25364A"/>
                </a:solidFill>
                <a:latin typeface="Nimbus Sans"/>
                <a:ea typeface="Nimbus Sans"/>
                <a:cs typeface="Nimbus Sans"/>
              </a:defRPr>
            </a:lvl7pPr>
            <a:lvl8pPr algn="ctr">
              <a:defRPr sz="2400" b="1">
                <a:solidFill>
                  <a:srgbClr val="25364A"/>
                </a:solidFill>
                <a:latin typeface="Nimbus Sans"/>
                <a:ea typeface="Nimbus Sans"/>
                <a:cs typeface="Nimbus Sans"/>
              </a:defRPr>
            </a:lvl8pPr>
            <a:lvl9pPr algn="ctr">
              <a:defRPr sz="2400" b="1">
                <a:solidFill>
                  <a:srgbClr val="25364A"/>
                </a:solidFill>
                <a:latin typeface="Nimbus Sans"/>
                <a:ea typeface="Nimbus Sans"/>
                <a:cs typeface="Nimbus Sans"/>
              </a:defRPr>
            </a:lvl9pPr>
          </a:lstStyle>
          <a:p>
            <a:pPr algn="ctr">
              <a:defRPr sz="2400" b="1">
                <a:solidFill>
                  <a:srgbClr val="25364A"/>
                </a:solidFill>
                <a:latin typeface="Nimbus Sans"/>
                <a:ea typeface="Nimbus Sans"/>
                <a:cs typeface="Nimbus Sans"/>
              </a:defRPr>
            </a:pPr>
            <a:r>
              <a:rPr sz="2000"/>
              <a:t>6.64</a:t>
            </a:r>
          </a:p>
        </p:txBody>
      </p:sp>
      <p:sp>
        <p:nvSpPr>
          <p:cNvPr id="109" name="value-1-2">
            <a:extLst>
              <a:ext uri="{FF2B5EF4-FFF2-40B4-BE49-F238E27FC236}">
                <a16:creationId xmlns:a16="http://schemas.microsoft.com/office/drawing/2014/main" id="{D16FAC31-1911-4531-AE63-18F94855EFB0}"/>
              </a:ext>
            </a:extLst>
          </p:cNvPr>
          <p:cNvSpPr>
            <a:spLocks noGrp="1"/>
          </p:cNvSpPr>
          <p:nvPr/>
        </p:nvSpPr>
        <p:spPr>
          <a:xfrm>
            <a:off x="3484563" y="4667250"/>
            <a:ext cx="650875" cy="349250"/>
          </a:xfrm>
          <a:prstGeom prst="rect">
            <a:avLst/>
          </a:prstGeom>
          <a:noFill/>
          <a:ln w="0">
            <a:noFill/>
            <a:prstDash val="solid"/>
          </a:ln>
        </p:spPr>
        <p:txBody>
          <a:bodyPr wrap="none" lIns="0" tIns="0" rIns="0" bIns="0" anchor="ctr">
            <a:normAutofit/>
          </a:bodyPr>
          <a:lstStyle>
            <a:defPPr algn="ctr">
              <a:defRPr sz="2400" b="1">
                <a:solidFill>
                  <a:srgbClr val="25364A"/>
                </a:solidFill>
                <a:latin typeface="Nimbus Sans"/>
                <a:ea typeface="Nimbus Sans"/>
                <a:cs typeface="Nimbus Sans"/>
              </a:defRPr>
            </a:defPPr>
            <a:lvl1pPr algn="ctr">
              <a:defRPr sz="2400" b="1">
                <a:solidFill>
                  <a:srgbClr val="25364A"/>
                </a:solidFill>
                <a:latin typeface="Nimbus Sans"/>
                <a:ea typeface="Nimbus Sans"/>
                <a:cs typeface="Nimbus Sans"/>
              </a:defRPr>
            </a:lvl1pPr>
            <a:lvl2pPr algn="ctr">
              <a:defRPr sz="2400" b="1">
                <a:solidFill>
                  <a:srgbClr val="25364A"/>
                </a:solidFill>
                <a:latin typeface="Nimbus Sans"/>
                <a:ea typeface="Nimbus Sans"/>
                <a:cs typeface="Nimbus Sans"/>
              </a:defRPr>
            </a:lvl2pPr>
            <a:lvl3pPr algn="ctr">
              <a:defRPr sz="2400" b="1">
                <a:solidFill>
                  <a:srgbClr val="25364A"/>
                </a:solidFill>
                <a:latin typeface="Nimbus Sans"/>
                <a:ea typeface="Nimbus Sans"/>
                <a:cs typeface="Nimbus Sans"/>
              </a:defRPr>
            </a:lvl3pPr>
            <a:lvl4pPr algn="ctr">
              <a:defRPr sz="2400" b="1">
                <a:solidFill>
                  <a:srgbClr val="25364A"/>
                </a:solidFill>
                <a:latin typeface="Nimbus Sans"/>
                <a:ea typeface="Nimbus Sans"/>
                <a:cs typeface="Nimbus Sans"/>
              </a:defRPr>
            </a:lvl4pPr>
            <a:lvl5pPr algn="ctr">
              <a:defRPr sz="2400" b="1">
                <a:solidFill>
                  <a:srgbClr val="25364A"/>
                </a:solidFill>
                <a:latin typeface="Nimbus Sans"/>
                <a:ea typeface="Nimbus Sans"/>
                <a:cs typeface="Nimbus Sans"/>
              </a:defRPr>
            </a:lvl5pPr>
            <a:lvl6pPr algn="ctr">
              <a:defRPr sz="2400" b="1">
                <a:solidFill>
                  <a:srgbClr val="25364A"/>
                </a:solidFill>
                <a:latin typeface="Nimbus Sans"/>
                <a:ea typeface="Nimbus Sans"/>
                <a:cs typeface="Nimbus Sans"/>
              </a:defRPr>
            </a:lvl6pPr>
            <a:lvl7pPr algn="ctr">
              <a:defRPr sz="2400" b="1">
                <a:solidFill>
                  <a:srgbClr val="25364A"/>
                </a:solidFill>
                <a:latin typeface="Nimbus Sans"/>
                <a:ea typeface="Nimbus Sans"/>
                <a:cs typeface="Nimbus Sans"/>
              </a:defRPr>
            </a:lvl7pPr>
            <a:lvl8pPr algn="ctr">
              <a:defRPr sz="2400" b="1">
                <a:solidFill>
                  <a:srgbClr val="25364A"/>
                </a:solidFill>
                <a:latin typeface="Nimbus Sans"/>
                <a:ea typeface="Nimbus Sans"/>
                <a:cs typeface="Nimbus Sans"/>
              </a:defRPr>
            </a:lvl8pPr>
            <a:lvl9pPr algn="ctr">
              <a:defRPr sz="2400" b="1">
                <a:solidFill>
                  <a:srgbClr val="25364A"/>
                </a:solidFill>
                <a:latin typeface="Nimbus Sans"/>
                <a:ea typeface="Nimbus Sans"/>
                <a:cs typeface="Nimbus Sans"/>
              </a:defRPr>
            </a:lvl9pPr>
          </a:lstStyle>
          <a:p>
            <a:pPr algn="ctr">
              <a:defRPr sz="2400" b="1">
                <a:solidFill>
                  <a:srgbClr val="25364A"/>
                </a:solidFill>
                <a:latin typeface="Nimbus Sans"/>
                <a:ea typeface="Nimbus Sans"/>
                <a:cs typeface="Nimbus Sans"/>
              </a:defRPr>
            </a:pPr>
            <a:r>
              <a:rPr sz="2000"/>
              <a:t>2.72</a:t>
            </a:r>
          </a:p>
        </p:txBody>
      </p:sp>
      <p:sp>
        <p:nvSpPr>
          <p:cNvPr id="110" name="value-2-0">
            <a:extLst>
              <a:ext uri="{FF2B5EF4-FFF2-40B4-BE49-F238E27FC236}">
                <a16:creationId xmlns:a16="http://schemas.microsoft.com/office/drawing/2014/main" id="{59B6D910-FBAE-49FE-A8FF-68BE8567AA42}"/>
              </a:ext>
            </a:extLst>
          </p:cNvPr>
          <p:cNvSpPr>
            <a:spLocks noGrp="1"/>
          </p:cNvSpPr>
          <p:nvPr/>
        </p:nvSpPr>
        <p:spPr>
          <a:xfrm>
            <a:off x="5627688" y="3040063"/>
            <a:ext cx="650875" cy="349250"/>
          </a:xfrm>
          <a:prstGeom prst="rect">
            <a:avLst/>
          </a:prstGeom>
          <a:noFill/>
          <a:ln w="0">
            <a:noFill/>
            <a:prstDash val="solid"/>
          </a:ln>
        </p:spPr>
        <p:txBody>
          <a:bodyPr wrap="none" lIns="0" tIns="0" rIns="0" bIns="0" anchor="ctr">
            <a:normAutofit/>
          </a:bodyPr>
          <a:lstStyle>
            <a:defPPr algn="ctr">
              <a:defRPr sz="2400" b="1">
                <a:solidFill>
                  <a:srgbClr val="25364A"/>
                </a:solidFill>
                <a:latin typeface="Nimbus Sans"/>
                <a:ea typeface="Nimbus Sans"/>
                <a:cs typeface="Nimbus Sans"/>
              </a:defRPr>
            </a:defPPr>
            <a:lvl1pPr algn="ctr">
              <a:defRPr sz="2400" b="1">
                <a:solidFill>
                  <a:srgbClr val="25364A"/>
                </a:solidFill>
                <a:latin typeface="Nimbus Sans"/>
                <a:ea typeface="Nimbus Sans"/>
                <a:cs typeface="Nimbus Sans"/>
              </a:defRPr>
            </a:lvl1pPr>
            <a:lvl2pPr algn="ctr">
              <a:defRPr sz="2400" b="1">
                <a:solidFill>
                  <a:srgbClr val="25364A"/>
                </a:solidFill>
                <a:latin typeface="Nimbus Sans"/>
                <a:ea typeface="Nimbus Sans"/>
                <a:cs typeface="Nimbus Sans"/>
              </a:defRPr>
            </a:lvl2pPr>
            <a:lvl3pPr algn="ctr">
              <a:defRPr sz="2400" b="1">
                <a:solidFill>
                  <a:srgbClr val="25364A"/>
                </a:solidFill>
                <a:latin typeface="Nimbus Sans"/>
                <a:ea typeface="Nimbus Sans"/>
                <a:cs typeface="Nimbus Sans"/>
              </a:defRPr>
            </a:lvl3pPr>
            <a:lvl4pPr algn="ctr">
              <a:defRPr sz="2400" b="1">
                <a:solidFill>
                  <a:srgbClr val="25364A"/>
                </a:solidFill>
                <a:latin typeface="Nimbus Sans"/>
                <a:ea typeface="Nimbus Sans"/>
                <a:cs typeface="Nimbus Sans"/>
              </a:defRPr>
            </a:lvl4pPr>
            <a:lvl5pPr algn="ctr">
              <a:defRPr sz="2400" b="1">
                <a:solidFill>
                  <a:srgbClr val="25364A"/>
                </a:solidFill>
                <a:latin typeface="Nimbus Sans"/>
                <a:ea typeface="Nimbus Sans"/>
                <a:cs typeface="Nimbus Sans"/>
              </a:defRPr>
            </a:lvl5pPr>
            <a:lvl6pPr algn="ctr">
              <a:defRPr sz="2400" b="1">
                <a:solidFill>
                  <a:srgbClr val="25364A"/>
                </a:solidFill>
                <a:latin typeface="Nimbus Sans"/>
                <a:ea typeface="Nimbus Sans"/>
                <a:cs typeface="Nimbus Sans"/>
              </a:defRPr>
            </a:lvl6pPr>
            <a:lvl7pPr algn="ctr">
              <a:defRPr sz="2400" b="1">
                <a:solidFill>
                  <a:srgbClr val="25364A"/>
                </a:solidFill>
                <a:latin typeface="Nimbus Sans"/>
                <a:ea typeface="Nimbus Sans"/>
                <a:cs typeface="Nimbus Sans"/>
              </a:defRPr>
            </a:lvl7pPr>
            <a:lvl8pPr algn="ctr">
              <a:defRPr sz="2400" b="1">
                <a:solidFill>
                  <a:srgbClr val="25364A"/>
                </a:solidFill>
                <a:latin typeface="Nimbus Sans"/>
                <a:ea typeface="Nimbus Sans"/>
                <a:cs typeface="Nimbus Sans"/>
              </a:defRPr>
            </a:lvl8pPr>
            <a:lvl9pPr algn="ctr">
              <a:defRPr sz="2400" b="1">
                <a:solidFill>
                  <a:srgbClr val="25364A"/>
                </a:solidFill>
                <a:latin typeface="Nimbus Sans"/>
                <a:ea typeface="Nimbus Sans"/>
                <a:cs typeface="Nimbus Sans"/>
              </a:defRPr>
            </a:lvl9pPr>
          </a:lstStyle>
          <a:p>
            <a:pPr algn="ctr">
              <a:defRPr sz="2400" b="1">
                <a:solidFill>
                  <a:srgbClr val="25364A"/>
                </a:solidFill>
                <a:latin typeface="Nimbus Sans"/>
                <a:ea typeface="Nimbus Sans"/>
                <a:cs typeface="Nimbus Sans"/>
              </a:defRPr>
            </a:pPr>
            <a:r>
              <a:rPr sz="2000"/>
              <a:t>5.5</a:t>
            </a:r>
          </a:p>
        </p:txBody>
      </p:sp>
      <p:sp>
        <p:nvSpPr>
          <p:cNvPr id="111" name="value-2-1">
            <a:extLst>
              <a:ext uri="{FF2B5EF4-FFF2-40B4-BE49-F238E27FC236}">
                <a16:creationId xmlns:a16="http://schemas.microsoft.com/office/drawing/2014/main" id="{E9122D2D-DA3F-40D9-A6AA-B158968AA8D8}"/>
              </a:ext>
            </a:extLst>
          </p:cNvPr>
          <p:cNvSpPr>
            <a:spLocks noGrp="1"/>
          </p:cNvSpPr>
          <p:nvPr/>
        </p:nvSpPr>
        <p:spPr>
          <a:xfrm>
            <a:off x="5627688" y="4230688"/>
            <a:ext cx="650875" cy="349250"/>
          </a:xfrm>
          <a:prstGeom prst="rect">
            <a:avLst/>
          </a:prstGeom>
          <a:noFill/>
          <a:ln w="0">
            <a:noFill/>
            <a:prstDash val="solid"/>
          </a:ln>
        </p:spPr>
        <p:txBody>
          <a:bodyPr wrap="none" lIns="0" tIns="0" rIns="0" bIns="0" anchor="ctr">
            <a:normAutofit/>
          </a:bodyPr>
          <a:lstStyle>
            <a:defPPr algn="ctr">
              <a:defRPr sz="2400" b="1">
                <a:solidFill>
                  <a:srgbClr val="25364A"/>
                </a:solidFill>
                <a:latin typeface="Nimbus Sans"/>
                <a:ea typeface="Nimbus Sans"/>
                <a:cs typeface="Nimbus Sans"/>
              </a:defRPr>
            </a:defPPr>
            <a:lvl1pPr algn="ctr">
              <a:defRPr sz="2400" b="1">
                <a:solidFill>
                  <a:srgbClr val="25364A"/>
                </a:solidFill>
                <a:latin typeface="Nimbus Sans"/>
                <a:ea typeface="Nimbus Sans"/>
                <a:cs typeface="Nimbus Sans"/>
              </a:defRPr>
            </a:lvl1pPr>
            <a:lvl2pPr algn="ctr">
              <a:defRPr sz="2400" b="1">
                <a:solidFill>
                  <a:srgbClr val="25364A"/>
                </a:solidFill>
                <a:latin typeface="Nimbus Sans"/>
                <a:ea typeface="Nimbus Sans"/>
                <a:cs typeface="Nimbus Sans"/>
              </a:defRPr>
            </a:lvl2pPr>
            <a:lvl3pPr algn="ctr">
              <a:defRPr sz="2400" b="1">
                <a:solidFill>
                  <a:srgbClr val="25364A"/>
                </a:solidFill>
                <a:latin typeface="Nimbus Sans"/>
                <a:ea typeface="Nimbus Sans"/>
                <a:cs typeface="Nimbus Sans"/>
              </a:defRPr>
            </a:lvl3pPr>
            <a:lvl4pPr algn="ctr">
              <a:defRPr sz="2400" b="1">
                <a:solidFill>
                  <a:srgbClr val="25364A"/>
                </a:solidFill>
                <a:latin typeface="Nimbus Sans"/>
                <a:ea typeface="Nimbus Sans"/>
                <a:cs typeface="Nimbus Sans"/>
              </a:defRPr>
            </a:lvl4pPr>
            <a:lvl5pPr algn="ctr">
              <a:defRPr sz="2400" b="1">
                <a:solidFill>
                  <a:srgbClr val="25364A"/>
                </a:solidFill>
                <a:latin typeface="Nimbus Sans"/>
                <a:ea typeface="Nimbus Sans"/>
                <a:cs typeface="Nimbus Sans"/>
              </a:defRPr>
            </a:lvl5pPr>
            <a:lvl6pPr algn="ctr">
              <a:defRPr sz="2400" b="1">
                <a:solidFill>
                  <a:srgbClr val="25364A"/>
                </a:solidFill>
                <a:latin typeface="Nimbus Sans"/>
                <a:ea typeface="Nimbus Sans"/>
                <a:cs typeface="Nimbus Sans"/>
              </a:defRPr>
            </a:lvl6pPr>
            <a:lvl7pPr algn="ctr">
              <a:defRPr sz="2400" b="1">
                <a:solidFill>
                  <a:srgbClr val="25364A"/>
                </a:solidFill>
                <a:latin typeface="Nimbus Sans"/>
                <a:ea typeface="Nimbus Sans"/>
                <a:cs typeface="Nimbus Sans"/>
              </a:defRPr>
            </a:lvl7pPr>
            <a:lvl8pPr algn="ctr">
              <a:defRPr sz="2400" b="1">
                <a:solidFill>
                  <a:srgbClr val="25364A"/>
                </a:solidFill>
                <a:latin typeface="Nimbus Sans"/>
                <a:ea typeface="Nimbus Sans"/>
                <a:cs typeface="Nimbus Sans"/>
              </a:defRPr>
            </a:lvl8pPr>
            <a:lvl9pPr algn="ctr">
              <a:defRPr sz="2400" b="1">
                <a:solidFill>
                  <a:srgbClr val="25364A"/>
                </a:solidFill>
                <a:latin typeface="Nimbus Sans"/>
                <a:ea typeface="Nimbus Sans"/>
                <a:cs typeface="Nimbus Sans"/>
              </a:defRPr>
            </a:lvl9pPr>
          </a:lstStyle>
          <a:p>
            <a:pPr algn="ctr">
              <a:defRPr sz="2400" b="1">
                <a:solidFill>
                  <a:srgbClr val="25364A"/>
                </a:solidFill>
                <a:latin typeface="Nimbus Sans"/>
                <a:ea typeface="Nimbus Sans"/>
                <a:cs typeface="Nimbus Sans"/>
              </a:defRPr>
            </a:pPr>
            <a:r>
              <a:rPr sz="2000"/>
              <a:t>-5.93</a:t>
            </a:r>
          </a:p>
        </p:txBody>
      </p:sp>
      <p:sp>
        <p:nvSpPr>
          <p:cNvPr id="112" name="value-3-0">
            <a:extLst>
              <a:ext uri="{FF2B5EF4-FFF2-40B4-BE49-F238E27FC236}">
                <a16:creationId xmlns:a16="http://schemas.microsoft.com/office/drawing/2014/main" id="{39CDB956-3ACC-4436-A1E7-4F80480122A1}"/>
              </a:ext>
            </a:extLst>
          </p:cNvPr>
          <p:cNvSpPr>
            <a:spLocks noGrp="1"/>
          </p:cNvSpPr>
          <p:nvPr/>
        </p:nvSpPr>
        <p:spPr>
          <a:xfrm>
            <a:off x="7770813" y="2325688"/>
            <a:ext cx="650875" cy="349250"/>
          </a:xfrm>
          <a:prstGeom prst="rect">
            <a:avLst/>
          </a:prstGeom>
          <a:noFill/>
          <a:ln w="0">
            <a:noFill/>
            <a:prstDash val="solid"/>
          </a:ln>
        </p:spPr>
        <p:txBody>
          <a:bodyPr wrap="none" lIns="0" tIns="0" rIns="0" bIns="0" anchor="ctr">
            <a:normAutofit/>
          </a:bodyPr>
          <a:lstStyle>
            <a:defPPr algn="ctr">
              <a:defRPr sz="2400" b="1">
                <a:solidFill>
                  <a:srgbClr val="25364A"/>
                </a:solidFill>
                <a:latin typeface="Nimbus Sans"/>
                <a:ea typeface="Nimbus Sans"/>
                <a:cs typeface="Nimbus Sans"/>
              </a:defRPr>
            </a:defPPr>
            <a:lvl1pPr algn="ctr">
              <a:defRPr sz="2400" b="1">
                <a:solidFill>
                  <a:srgbClr val="25364A"/>
                </a:solidFill>
                <a:latin typeface="Nimbus Sans"/>
                <a:ea typeface="Nimbus Sans"/>
                <a:cs typeface="Nimbus Sans"/>
              </a:defRPr>
            </a:lvl1pPr>
            <a:lvl2pPr algn="ctr">
              <a:defRPr sz="2400" b="1">
                <a:solidFill>
                  <a:srgbClr val="25364A"/>
                </a:solidFill>
                <a:latin typeface="Nimbus Sans"/>
                <a:ea typeface="Nimbus Sans"/>
                <a:cs typeface="Nimbus Sans"/>
              </a:defRPr>
            </a:lvl2pPr>
            <a:lvl3pPr algn="ctr">
              <a:defRPr sz="2400" b="1">
                <a:solidFill>
                  <a:srgbClr val="25364A"/>
                </a:solidFill>
                <a:latin typeface="Nimbus Sans"/>
                <a:ea typeface="Nimbus Sans"/>
                <a:cs typeface="Nimbus Sans"/>
              </a:defRPr>
            </a:lvl3pPr>
            <a:lvl4pPr algn="ctr">
              <a:defRPr sz="2400" b="1">
                <a:solidFill>
                  <a:srgbClr val="25364A"/>
                </a:solidFill>
                <a:latin typeface="Nimbus Sans"/>
                <a:ea typeface="Nimbus Sans"/>
                <a:cs typeface="Nimbus Sans"/>
              </a:defRPr>
            </a:lvl4pPr>
            <a:lvl5pPr algn="ctr">
              <a:defRPr sz="2400" b="1">
                <a:solidFill>
                  <a:srgbClr val="25364A"/>
                </a:solidFill>
                <a:latin typeface="Nimbus Sans"/>
                <a:ea typeface="Nimbus Sans"/>
                <a:cs typeface="Nimbus Sans"/>
              </a:defRPr>
            </a:lvl5pPr>
            <a:lvl6pPr algn="ctr">
              <a:defRPr sz="2400" b="1">
                <a:solidFill>
                  <a:srgbClr val="25364A"/>
                </a:solidFill>
                <a:latin typeface="Nimbus Sans"/>
                <a:ea typeface="Nimbus Sans"/>
                <a:cs typeface="Nimbus Sans"/>
              </a:defRPr>
            </a:lvl6pPr>
            <a:lvl7pPr algn="ctr">
              <a:defRPr sz="2400" b="1">
                <a:solidFill>
                  <a:srgbClr val="25364A"/>
                </a:solidFill>
                <a:latin typeface="Nimbus Sans"/>
                <a:ea typeface="Nimbus Sans"/>
                <a:cs typeface="Nimbus Sans"/>
              </a:defRPr>
            </a:lvl7pPr>
            <a:lvl8pPr algn="ctr">
              <a:defRPr sz="2400" b="1">
                <a:solidFill>
                  <a:srgbClr val="25364A"/>
                </a:solidFill>
                <a:latin typeface="Nimbus Sans"/>
                <a:ea typeface="Nimbus Sans"/>
                <a:cs typeface="Nimbus Sans"/>
              </a:defRPr>
            </a:lvl8pPr>
            <a:lvl9pPr algn="ctr">
              <a:defRPr sz="2400" b="1">
                <a:solidFill>
                  <a:srgbClr val="25364A"/>
                </a:solidFill>
                <a:latin typeface="Nimbus Sans"/>
                <a:ea typeface="Nimbus Sans"/>
                <a:cs typeface="Nimbus Sans"/>
              </a:defRPr>
            </a:lvl9pPr>
          </a:lstStyle>
          <a:p>
            <a:pPr algn="ctr">
              <a:defRPr sz="2400" b="1">
                <a:solidFill>
                  <a:srgbClr val="25364A"/>
                </a:solidFill>
                <a:latin typeface="Nimbus Sans"/>
                <a:ea typeface="Nimbus Sans"/>
                <a:cs typeface="Nimbus Sans"/>
              </a:defRPr>
            </a:pPr>
            <a:r>
              <a:rPr sz="2000"/>
              <a:t>1.57</a:t>
            </a:r>
          </a:p>
        </p:txBody>
      </p:sp>
      <p:sp>
        <p:nvSpPr>
          <p:cNvPr id="113" name="value-3-1">
            <a:extLst>
              <a:ext uri="{FF2B5EF4-FFF2-40B4-BE49-F238E27FC236}">
                <a16:creationId xmlns:a16="http://schemas.microsoft.com/office/drawing/2014/main" id="{F3E0C687-41E8-4ACB-AF99-E0DB6AD51D52}"/>
              </a:ext>
            </a:extLst>
          </p:cNvPr>
          <p:cNvSpPr>
            <a:spLocks noGrp="1"/>
          </p:cNvSpPr>
          <p:nvPr/>
        </p:nvSpPr>
        <p:spPr>
          <a:xfrm>
            <a:off x="7770813" y="3198813"/>
            <a:ext cx="650875" cy="349250"/>
          </a:xfrm>
          <a:prstGeom prst="rect">
            <a:avLst/>
          </a:prstGeom>
          <a:noFill/>
          <a:ln w="0">
            <a:noFill/>
            <a:prstDash val="solid"/>
          </a:ln>
        </p:spPr>
        <p:txBody>
          <a:bodyPr wrap="none" lIns="0" tIns="0" rIns="0" bIns="0" anchor="ctr">
            <a:normAutofit/>
          </a:bodyPr>
          <a:lstStyle>
            <a:defPPr algn="ctr">
              <a:defRPr sz="2400" b="1">
                <a:solidFill>
                  <a:srgbClr val="25364A"/>
                </a:solidFill>
                <a:latin typeface="Nimbus Sans"/>
                <a:ea typeface="Nimbus Sans"/>
                <a:cs typeface="Nimbus Sans"/>
              </a:defRPr>
            </a:defPPr>
            <a:lvl1pPr algn="ctr">
              <a:defRPr sz="2400" b="1">
                <a:solidFill>
                  <a:srgbClr val="25364A"/>
                </a:solidFill>
                <a:latin typeface="Nimbus Sans"/>
                <a:ea typeface="Nimbus Sans"/>
                <a:cs typeface="Nimbus Sans"/>
              </a:defRPr>
            </a:lvl1pPr>
            <a:lvl2pPr algn="ctr">
              <a:defRPr sz="2400" b="1">
                <a:solidFill>
                  <a:srgbClr val="25364A"/>
                </a:solidFill>
                <a:latin typeface="Nimbus Sans"/>
                <a:ea typeface="Nimbus Sans"/>
                <a:cs typeface="Nimbus Sans"/>
              </a:defRPr>
            </a:lvl2pPr>
            <a:lvl3pPr algn="ctr">
              <a:defRPr sz="2400" b="1">
                <a:solidFill>
                  <a:srgbClr val="25364A"/>
                </a:solidFill>
                <a:latin typeface="Nimbus Sans"/>
                <a:ea typeface="Nimbus Sans"/>
                <a:cs typeface="Nimbus Sans"/>
              </a:defRPr>
            </a:lvl3pPr>
            <a:lvl4pPr algn="ctr">
              <a:defRPr sz="2400" b="1">
                <a:solidFill>
                  <a:srgbClr val="25364A"/>
                </a:solidFill>
                <a:latin typeface="Nimbus Sans"/>
                <a:ea typeface="Nimbus Sans"/>
                <a:cs typeface="Nimbus Sans"/>
              </a:defRPr>
            </a:lvl4pPr>
            <a:lvl5pPr algn="ctr">
              <a:defRPr sz="2400" b="1">
                <a:solidFill>
                  <a:srgbClr val="25364A"/>
                </a:solidFill>
                <a:latin typeface="Nimbus Sans"/>
                <a:ea typeface="Nimbus Sans"/>
                <a:cs typeface="Nimbus Sans"/>
              </a:defRPr>
            </a:lvl5pPr>
            <a:lvl6pPr algn="ctr">
              <a:defRPr sz="2400" b="1">
                <a:solidFill>
                  <a:srgbClr val="25364A"/>
                </a:solidFill>
                <a:latin typeface="Nimbus Sans"/>
                <a:ea typeface="Nimbus Sans"/>
                <a:cs typeface="Nimbus Sans"/>
              </a:defRPr>
            </a:lvl6pPr>
            <a:lvl7pPr algn="ctr">
              <a:defRPr sz="2400" b="1">
                <a:solidFill>
                  <a:srgbClr val="25364A"/>
                </a:solidFill>
                <a:latin typeface="Nimbus Sans"/>
                <a:ea typeface="Nimbus Sans"/>
                <a:cs typeface="Nimbus Sans"/>
              </a:defRPr>
            </a:lvl7pPr>
            <a:lvl8pPr algn="ctr">
              <a:defRPr sz="2400" b="1">
                <a:solidFill>
                  <a:srgbClr val="25364A"/>
                </a:solidFill>
                <a:latin typeface="Nimbus Sans"/>
                <a:ea typeface="Nimbus Sans"/>
                <a:cs typeface="Nimbus Sans"/>
              </a:defRPr>
            </a:lvl8pPr>
            <a:lvl9pPr algn="ctr">
              <a:defRPr sz="2400" b="1">
                <a:solidFill>
                  <a:srgbClr val="25364A"/>
                </a:solidFill>
                <a:latin typeface="Nimbus Sans"/>
                <a:ea typeface="Nimbus Sans"/>
                <a:cs typeface="Nimbus Sans"/>
              </a:defRPr>
            </a:lvl9pPr>
          </a:lstStyle>
          <a:p>
            <a:pPr algn="ctr">
              <a:defRPr sz="2400" b="1">
                <a:solidFill>
                  <a:srgbClr val="25364A"/>
                </a:solidFill>
                <a:latin typeface="Nimbus Sans"/>
                <a:ea typeface="Nimbus Sans"/>
                <a:cs typeface="Nimbus Sans"/>
              </a:defRPr>
            </a:pPr>
            <a:r>
              <a:rPr sz="2000"/>
              <a:t>-1.95</a:t>
            </a:r>
          </a:p>
        </p:txBody>
      </p:sp>
      <p:sp>
        <p:nvSpPr>
          <p:cNvPr id="114" name="value-3-2">
            <a:extLst>
              <a:ext uri="{FF2B5EF4-FFF2-40B4-BE49-F238E27FC236}">
                <a16:creationId xmlns:a16="http://schemas.microsoft.com/office/drawing/2014/main" id="{43D5D934-9085-4678-9A05-F65BC2E017CF}"/>
              </a:ext>
            </a:extLst>
          </p:cNvPr>
          <p:cNvSpPr>
            <a:spLocks noGrp="1"/>
          </p:cNvSpPr>
          <p:nvPr/>
        </p:nvSpPr>
        <p:spPr>
          <a:xfrm>
            <a:off x="7770813" y="4071938"/>
            <a:ext cx="650875" cy="349250"/>
          </a:xfrm>
          <a:prstGeom prst="rect">
            <a:avLst/>
          </a:prstGeom>
          <a:noFill/>
          <a:ln w="0">
            <a:noFill/>
            <a:prstDash val="solid"/>
          </a:ln>
        </p:spPr>
        <p:txBody>
          <a:bodyPr wrap="none" lIns="0" tIns="0" rIns="0" bIns="0" anchor="ctr">
            <a:normAutofit/>
          </a:bodyPr>
          <a:lstStyle>
            <a:defPPr algn="ctr">
              <a:defRPr sz="2400" b="1">
                <a:solidFill>
                  <a:srgbClr val="25364A"/>
                </a:solidFill>
                <a:latin typeface="Nimbus Sans"/>
                <a:ea typeface="Nimbus Sans"/>
                <a:cs typeface="Nimbus Sans"/>
              </a:defRPr>
            </a:defPPr>
            <a:lvl1pPr algn="ctr">
              <a:defRPr sz="2400" b="1">
                <a:solidFill>
                  <a:srgbClr val="25364A"/>
                </a:solidFill>
                <a:latin typeface="Nimbus Sans"/>
                <a:ea typeface="Nimbus Sans"/>
                <a:cs typeface="Nimbus Sans"/>
              </a:defRPr>
            </a:lvl1pPr>
            <a:lvl2pPr algn="ctr">
              <a:defRPr sz="2400" b="1">
                <a:solidFill>
                  <a:srgbClr val="25364A"/>
                </a:solidFill>
                <a:latin typeface="Nimbus Sans"/>
                <a:ea typeface="Nimbus Sans"/>
                <a:cs typeface="Nimbus Sans"/>
              </a:defRPr>
            </a:lvl2pPr>
            <a:lvl3pPr algn="ctr">
              <a:defRPr sz="2400" b="1">
                <a:solidFill>
                  <a:srgbClr val="25364A"/>
                </a:solidFill>
                <a:latin typeface="Nimbus Sans"/>
                <a:ea typeface="Nimbus Sans"/>
                <a:cs typeface="Nimbus Sans"/>
              </a:defRPr>
            </a:lvl3pPr>
            <a:lvl4pPr algn="ctr">
              <a:defRPr sz="2400" b="1">
                <a:solidFill>
                  <a:srgbClr val="25364A"/>
                </a:solidFill>
                <a:latin typeface="Nimbus Sans"/>
                <a:ea typeface="Nimbus Sans"/>
                <a:cs typeface="Nimbus Sans"/>
              </a:defRPr>
            </a:lvl4pPr>
            <a:lvl5pPr algn="ctr">
              <a:defRPr sz="2400" b="1">
                <a:solidFill>
                  <a:srgbClr val="25364A"/>
                </a:solidFill>
                <a:latin typeface="Nimbus Sans"/>
                <a:ea typeface="Nimbus Sans"/>
                <a:cs typeface="Nimbus Sans"/>
              </a:defRPr>
            </a:lvl5pPr>
            <a:lvl6pPr algn="ctr">
              <a:defRPr sz="2400" b="1">
                <a:solidFill>
                  <a:srgbClr val="25364A"/>
                </a:solidFill>
                <a:latin typeface="Nimbus Sans"/>
                <a:ea typeface="Nimbus Sans"/>
                <a:cs typeface="Nimbus Sans"/>
              </a:defRPr>
            </a:lvl6pPr>
            <a:lvl7pPr algn="ctr">
              <a:defRPr sz="2400" b="1">
                <a:solidFill>
                  <a:srgbClr val="25364A"/>
                </a:solidFill>
                <a:latin typeface="Nimbus Sans"/>
                <a:ea typeface="Nimbus Sans"/>
                <a:cs typeface="Nimbus Sans"/>
              </a:defRPr>
            </a:lvl7pPr>
            <a:lvl8pPr algn="ctr">
              <a:defRPr sz="2400" b="1">
                <a:solidFill>
                  <a:srgbClr val="25364A"/>
                </a:solidFill>
                <a:latin typeface="Nimbus Sans"/>
                <a:ea typeface="Nimbus Sans"/>
                <a:cs typeface="Nimbus Sans"/>
              </a:defRPr>
            </a:lvl8pPr>
            <a:lvl9pPr algn="ctr">
              <a:defRPr sz="2400" b="1">
                <a:solidFill>
                  <a:srgbClr val="25364A"/>
                </a:solidFill>
                <a:latin typeface="Nimbus Sans"/>
                <a:ea typeface="Nimbus Sans"/>
                <a:cs typeface="Nimbus Sans"/>
              </a:defRPr>
            </a:lvl9pPr>
          </a:lstStyle>
          <a:p>
            <a:pPr algn="ctr">
              <a:defRPr sz="2400" b="1">
                <a:solidFill>
                  <a:srgbClr val="25364A"/>
                </a:solidFill>
                <a:latin typeface="Nimbus Sans"/>
                <a:ea typeface="Nimbus Sans"/>
                <a:cs typeface="Nimbus Sans"/>
              </a:defRPr>
            </a:pPr>
            <a:r>
              <a:rPr sz="2000"/>
              <a:t>-1.95</a:t>
            </a:r>
          </a:p>
        </p:txBody>
      </p:sp>
      <p:sp>
        <p:nvSpPr>
          <p:cNvPr id="115" name="value-3-3">
            <a:extLst>
              <a:ext uri="{FF2B5EF4-FFF2-40B4-BE49-F238E27FC236}">
                <a16:creationId xmlns:a16="http://schemas.microsoft.com/office/drawing/2014/main" id="{07FF7C0F-0639-48A9-9BD8-E2CF10EA11E7}"/>
              </a:ext>
            </a:extLst>
          </p:cNvPr>
          <p:cNvSpPr>
            <a:spLocks noGrp="1"/>
          </p:cNvSpPr>
          <p:nvPr/>
        </p:nvSpPr>
        <p:spPr>
          <a:xfrm>
            <a:off x="7770813" y="4945063"/>
            <a:ext cx="650875" cy="349250"/>
          </a:xfrm>
          <a:prstGeom prst="rect">
            <a:avLst/>
          </a:prstGeom>
          <a:noFill/>
          <a:ln w="0">
            <a:noFill/>
            <a:prstDash val="solid"/>
          </a:ln>
        </p:spPr>
        <p:txBody>
          <a:bodyPr wrap="none" lIns="0" tIns="0" rIns="0" bIns="0" anchor="ctr">
            <a:normAutofit/>
          </a:bodyPr>
          <a:lstStyle>
            <a:defPPr algn="ctr">
              <a:defRPr sz="2400" b="1">
                <a:solidFill>
                  <a:srgbClr val="25364A"/>
                </a:solidFill>
                <a:latin typeface="Nimbus Sans"/>
                <a:ea typeface="Nimbus Sans"/>
                <a:cs typeface="Nimbus Sans"/>
              </a:defRPr>
            </a:defPPr>
            <a:lvl1pPr algn="ctr">
              <a:defRPr sz="2400" b="1">
                <a:solidFill>
                  <a:srgbClr val="25364A"/>
                </a:solidFill>
                <a:latin typeface="Nimbus Sans"/>
                <a:ea typeface="Nimbus Sans"/>
                <a:cs typeface="Nimbus Sans"/>
              </a:defRPr>
            </a:lvl1pPr>
            <a:lvl2pPr algn="ctr">
              <a:defRPr sz="2400" b="1">
                <a:solidFill>
                  <a:srgbClr val="25364A"/>
                </a:solidFill>
                <a:latin typeface="Nimbus Sans"/>
                <a:ea typeface="Nimbus Sans"/>
                <a:cs typeface="Nimbus Sans"/>
              </a:defRPr>
            </a:lvl2pPr>
            <a:lvl3pPr algn="ctr">
              <a:defRPr sz="2400" b="1">
                <a:solidFill>
                  <a:srgbClr val="25364A"/>
                </a:solidFill>
                <a:latin typeface="Nimbus Sans"/>
                <a:ea typeface="Nimbus Sans"/>
                <a:cs typeface="Nimbus Sans"/>
              </a:defRPr>
            </a:lvl3pPr>
            <a:lvl4pPr algn="ctr">
              <a:defRPr sz="2400" b="1">
                <a:solidFill>
                  <a:srgbClr val="25364A"/>
                </a:solidFill>
                <a:latin typeface="Nimbus Sans"/>
                <a:ea typeface="Nimbus Sans"/>
                <a:cs typeface="Nimbus Sans"/>
              </a:defRPr>
            </a:lvl4pPr>
            <a:lvl5pPr algn="ctr">
              <a:defRPr sz="2400" b="1">
                <a:solidFill>
                  <a:srgbClr val="25364A"/>
                </a:solidFill>
                <a:latin typeface="Nimbus Sans"/>
                <a:ea typeface="Nimbus Sans"/>
                <a:cs typeface="Nimbus Sans"/>
              </a:defRPr>
            </a:lvl5pPr>
            <a:lvl6pPr algn="ctr">
              <a:defRPr sz="2400" b="1">
                <a:solidFill>
                  <a:srgbClr val="25364A"/>
                </a:solidFill>
                <a:latin typeface="Nimbus Sans"/>
                <a:ea typeface="Nimbus Sans"/>
                <a:cs typeface="Nimbus Sans"/>
              </a:defRPr>
            </a:lvl6pPr>
            <a:lvl7pPr algn="ctr">
              <a:defRPr sz="2400" b="1">
                <a:solidFill>
                  <a:srgbClr val="25364A"/>
                </a:solidFill>
                <a:latin typeface="Nimbus Sans"/>
                <a:ea typeface="Nimbus Sans"/>
                <a:cs typeface="Nimbus Sans"/>
              </a:defRPr>
            </a:lvl7pPr>
            <a:lvl8pPr algn="ctr">
              <a:defRPr sz="2400" b="1">
                <a:solidFill>
                  <a:srgbClr val="25364A"/>
                </a:solidFill>
                <a:latin typeface="Nimbus Sans"/>
                <a:ea typeface="Nimbus Sans"/>
                <a:cs typeface="Nimbus Sans"/>
              </a:defRPr>
            </a:lvl8pPr>
            <a:lvl9pPr algn="ctr">
              <a:defRPr sz="2400" b="1">
                <a:solidFill>
                  <a:srgbClr val="25364A"/>
                </a:solidFill>
                <a:latin typeface="Nimbus Sans"/>
                <a:ea typeface="Nimbus Sans"/>
                <a:cs typeface="Nimbus Sans"/>
              </a:defRPr>
            </a:lvl9pPr>
          </a:lstStyle>
          <a:p>
            <a:pPr algn="ctr">
              <a:defRPr sz="2400" b="1">
                <a:solidFill>
                  <a:srgbClr val="25364A"/>
                </a:solidFill>
                <a:latin typeface="Nimbus Sans"/>
                <a:ea typeface="Nimbus Sans"/>
                <a:cs typeface="Nimbus Sans"/>
              </a:defRPr>
            </a:pPr>
            <a:r>
              <a:rPr sz="2000"/>
              <a:t>-2.88</a:t>
            </a:r>
          </a:p>
        </p:txBody>
      </p:sp>
      <p:sp>
        <p:nvSpPr>
          <p:cNvPr id="116" name="value-4-0">
            <a:extLst>
              <a:ext uri="{FF2B5EF4-FFF2-40B4-BE49-F238E27FC236}">
                <a16:creationId xmlns:a16="http://schemas.microsoft.com/office/drawing/2014/main" id="{D77D6C1D-63FA-4E9A-A7FD-ED3F88991151}"/>
              </a:ext>
            </a:extLst>
          </p:cNvPr>
          <p:cNvSpPr>
            <a:spLocks noGrp="1"/>
          </p:cNvSpPr>
          <p:nvPr/>
        </p:nvSpPr>
        <p:spPr>
          <a:xfrm>
            <a:off x="9913938" y="2047875"/>
            <a:ext cx="650875" cy="349250"/>
          </a:xfrm>
          <a:prstGeom prst="rect">
            <a:avLst/>
          </a:prstGeom>
          <a:noFill/>
          <a:ln w="0">
            <a:noFill/>
            <a:prstDash val="solid"/>
          </a:ln>
        </p:spPr>
        <p:txBody>
          <a:bodyPr wrap="none" lIns="0" tIns="0" rIns="0" bIns="0" anchor="ctr">
            <a:normAutofit/>
          </a:bodyP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55.7%</a:t>
            </a:r>
          </a:p>
        </p:txBody>
      </p:sp>
      <p:sp>
        <p:nvSpPr>
          <p:cNvPr id="117" name="value-4-1">
            <a:extLst>
              <a:ext uri="{FF2B5EF4-FFF2-40B4-BE49-F238E27FC236}">
                <a16:creationId xmlns:a16="http://schemas.microsoft.com/office/drawing/2014/main" id="{48B12170-522D-453C-A2BB-39CB34EDDDFB}"/>
              </a:ext>
            </a:extLst>
          </p:cNvPr>
          <p:cNvSpPr>
            <a:spLocks noGrp="1"/>
          </p:cNvSpPr>
          <p:nvPr/>
        </p:nvSpPr>
        <p:spPr>
          <a:xfrm>
            <a:off x="9913938" y="2841625"/>
            <a:ext cx="650875" cy="349250"/>
          </a:xfrm>
          <a:prstGeom prst="rect">
            <a:avLst/>
          </a:prstGeom>
          <a:noFill/>
          <a:ln w="0">
            <a:noFill/>
            <a:prstDash val="solid"/>
          </a:ln>
        </p:spPr>
        <p:txBody>
          <a:bodyPr wrap="none" lIns="0" tIns="0" rIns="0" bIns="0" anchor="ctr">
            <a:normAutofit/>
          </a:bodyP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7.4%</a:t>
            </a:r>
          </a:p>
        </p:txBody>
      </p:sp>
      <p:sp>
        <p:nvSpPr>
          <p:cNvPr id="118" name="value-4-2">
            <a:extLst>
              <a:ext uri="{FF2B5EF4-FFF2-40B4-BE49-F238E27FC236}">
                <a16:creationId xmlns:a16="http://schemas.microsoft.com/office/drawing/2014/main" id="{87405349-A29C-4FE3-B3AE-B4E3E39237E2}"/>
              </a:ext>
            </a:extLst>
          </p:cNvPr>
          <p:cNvSpPr>
            <a:spLocks noGrp="1"/>
          </p:cNvSpPr>
          <p:nvPr/>
        </p:nvSpPr>
        <p:spPr>
          <a:xfrm>
            <a:off x="9913938" y="3635375"/>
            <a:ext cx="650875" cy="349250"/>
          </a:xfrm>
          <a:prstGeom prst="rect">
            <a:avLst/>
          </a:prstGeom>
          <a:noFill/>
          <a:ln w="0">
            <a:noFill/>
            <a:prstDash val="solid"/>
          </a:ln>
        </p:spPr>
        <p:txBody>
          <a:bodyPr wrap="none" lIns="0" tIns="0" rIns="0" bIns="0" anchor="ctr">
            <a:normAutofit/>
          </a:bodyP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8.1%</a:t>
            </a:r>
          </a:p>
        </p:txBody>
      </p:sp>
      <p:sp>
        <p:nvSpPr>
          <p:cNvPr id="119" name="value-4-3">
            <a:extLst>
              <a:ext uri="{FF2B5EF4-FFF2-40B4-BE49-F238E27FC236}">
                <a16:creationId xmlns:a16="http://schemas.microsoft.com/office/drawing/2014/main" id="{23B8FC1D-3E87-4C46-9293-BC95F0FC904C}"/>
              </a:ext>
            </a:extLst>
          </p:cNvPr>
          <p:cNvSpPr>
            <a:spLocks noGrp="1"/>
          </p:cNvSpPr>
          <p:nvPr/>
        </p:nvSpPr>
        <p:spPr>
          <a:xfrm>
            <a:off x="9913938" y="4429125"/>
            <a:ext cx="650875" cy="349250"/>
          </a:xfrm>
          <a:prstGeom prst="rect">
            <a:avLst/>
          </a:prstGeom>
          <a:noFill/>
          <a:ln w="0">
            <a:noFill/>
            <a:prstDash val="solid"/>
          </a:ln>
        </p:spPr>
        <p:txBody>
          <a:bodyPr wrap="none" lIns="0" tIns="0" rIns="0" bIns="0" anchor="ctr">
            <a:normAutofit/>
          </a:bodyP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18.5%</a:t>
            </a:r>
          </a:p>
        </p:txBody>
      </p:sp>
      <p:sp>
        <p:nvSpPr>
          <p:cNvPr id="120" name="value-4-4">
            <a:extLst>
              <a:ext uri="{FF2B5EF4-FFF2-40B4-BE49-F238E27FC236}">
                <a16:creationId xmlns:a16="http://schemas.microsoft.com/office/drawing/2014/main" id="{69301C54-6AFE-492D-865F-3B223073BE25}"/>
              </a:ext>
            </a:extLst>
          </p:cNvPr>
          <p:cNvSpPr>
            <a:spLocks noGrp="1"/>
          </p:cNvSpPr>
          <p:nvPr/>
        </p:nvSpPr>
        <p:spPr>
          <a:xfrm>
            <a:off x="9913938" y="5222875"/>
            <a:ext cx="650875" cy="349250"/>
          </a:xfrm>
          <a:prstGeom prst="rect">
            <a:avLst/>
          </a:prstGeom>
          <a:noFill/>
          <a:ln w="0">
            <a:noFill/>
            <a:prstDash val="solid"/>
          </a:ln>
        </p:spPr>
        <p:txBody>
          <a:bodyPr wrap="none" lIns="0" tIns="0" rIns="0" bIns="0" anchor="ctr">
            <a:normAutofit/>
          </a:bodyP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10.2%</a:t>
            </a:r>
          </a:p>
        </p:txBody>
      </p:sp>
      <p:sp>
        <p:nvSpPr>
          <p:cNvPr id="121" name="equation">
            <a:extLst>
              <a:ext uri="{FF2B5EF4-FFF2-40B4-BE49-F238E27FC236}">
                <a16:creationId xmlns:a16="http://schemas.microsoft.com/office/drawing/2014/main" id="{712BC5CA-12F4-4C1D-A5CC-8444C979ECF3}"/>
              </a:ext>
            </a:extLst>
          </p:cNvPr>
          <p:cNvSpPr>
            <a:spLocks noGrp="1"/>
          </p:cNvSpPr>
          <p:nvPr/>
        </p:nvSpPr>
        <p:spPr>
          <a:xfrm>
            <a:off x="1428750" y="1690688"/>
            <a:ext cx="6429375" cy="396875"/>
          </a:xfrm>
          <a:prstGeom prst="rect">
            <a:avLst/>
          </a:prstGeom>
          <a:noFill/>
          <a:ln w="0">
            <a:noFill/>
            <a:prstDash val="solid"/>
          </a:ln>
        </p:spPr>
        <p:txBody>
          <a:bodyPr wrap="none" lIns="0" tIns="0" rIns="0" bIns="0" anchor="ctr">
            <a:normAutofit/>
          </a:bodyPr>
          <a:lstStyle>
            <a:defPPr algn="ctr">
              <a:defRPr sz="2250" b="1">
                <a:solidFill>
                  <a:srgbClr val="594576"/>
                </a:solidFill>
                <a:latin typeface="Nimbus Sans"/>
                <a:ea typeface="Nimbus Sans"/>
                <a:cs typeface="Nimbus Sans"/>
              </a:defRPr>
            </a:defPPr>
            <a:lvl1pPr algn="ctr">
              <a:defRPr sz="2250" b="1">
                <a:solidFill>
                  <a:srgbClr val="594576"/>
                </a:solidFill>
                <a:latin typeface="Nimbus Sans"/>
                <a:ea typeface="Nimbus Sans"/>
                <a:cs typeface="Nimbus Sans"/>
              </a:defRPr>
            </a:lvl1pPr>
            <a:lvl2pPr algn="ctr">
              <a:defRPr sz="2250" b="1">
                <a:solidFill>
                  <a:srgbClr val="594576"/>
                </a:solidFill>
                <a:latin typeface="Nimbus Sans"/>
                <a:ea typeface="Nimbus Sans"/>
                <a:cs typeface="Nimbus Sans"/>
              </a:defRPr>
            </a:lvl2pPr>
            <a:lvl3pPr algn="ctr">
              <a:defRPr sz="2250" b="1">
                <a:solidFill>
                  <a:srgbClr val="594576"/>
                </a:solidFill>
                <a:latin typeface="Nimbus Sans"/>
                <a:ea typeface="Nimbus Sans"/>
                <a:cs typeface="Nimbus Sans"/>
              </a:defRPr>
            </a:lvl3pPr>
            <a:lvl4pPr algn="ctr">
              <a:defRPr sz="2250" b="1">
                <a:solidFill>
                  <a:srgbClr val="594576"/>
                </a:solidFill>
                <a:latin typeface="Nimbus Sans"/>
                <a:ea typeface="Nimbus Sans"/>
                <a:cs typeface="Nimbus Sans"/>
              </a:defRPr>
            </a:lvl4pPr>
            <a:lvl5pPr algn="ctr">
              <a:defRPr sz="2250" b="1">
                <a:solidFill>
                  <a:srgbClr val="594576"/>
                </a:solidFill>
                <a:latin typeface="Nimbus Sans"/>
                <a:ea typeface="Nimbus Sans"/>
                <a:cs typeface="Nimbus Sans"/>
              </a:defRPr>
            </a:lvl5pPr>
            <a:lvl6pPr algn="ctr">
              <a:defRPr sz="2250" b="1">
                <a:solidFill>
                  <a:srgbClr val="594576"/>
                </a:solidFill>
                <a:latin typeface="Nimbus Sans"/>
                <a:ea typeface="Nimbus Sans"/>
                <a:cs typeface="Nimbus Sans"/>
              </a:defRPr>
            </a:lvl6pPr>
            <a:lvl7pPr algn="ctr">
              <a:defRPr sz="2250" b="1">
                <a:solidFill>
                  <a:srgbClr val="594576"/>
                </a:solidFill>
                <a:latin typeface="Nimbus Sans"/>
                <a:ea typeface="Nimbus Sans"/>
                <a:cs typeface="Nimbus Sans"/>
              </a:defRPr>
            </a:lvl7pPr>
            <a:lvl8pPr algn="ctr">
              <a:defRPr sz="2250" b="1">
                <a:solidFill>
                  <a:srgbClr val="594576"/>
                </a:solidFill>
                <a:latin typeface="Nimbus Sans"/>
                <a:ea typeface="Nimbus Sans"/>
                <a:cs typeface="Nimbus Sans"/>
              </a:defRPr>
            </a:lvl8pPr>
            <a:lvl9pPr algn="ctr">
              <a:defRPr sz="2250" b="1">
                <a:solidFill>
                  <a:srgbClr val="594576"/>
                </a:solidFill>
                <a:latin typeface="Nimbus Sans"/>
                <a:ea typeface="Nimbus Sans"/>
                <a:cs typeface="Nimbus Sans"/>
              </a:defRPr>
            </a:lvl9pPr>
          </a:lstStyle>
          <a:p>
            <a:pPr algn="ctr">
              <a:defRPr sz="2250" b="1">
                <a:solidFill>
                  <a:srgbClr val="594576"/>
                </a:solidFill>
                <a:latin typeface="Nimbus Sans"/>
                <a:ea typeface="Nimbus Sans"/>
                <a:cs typeface="Nimbus Sans"/>
              </a:defRPr>
            </a:pPr>
            <a:r>
              <a:rPr sz="1875"/>
              <a:t>(+0.005 × 320) + (−0.001 × 2000) = −0.40</a:t>
            </a:r>
          </a:p>
        </p:txBody>
      </p:sp>
      <p:sp>
        <p:nvSpPr>
          <p:cNvPr id="122" name="equation-caption">
            <a:extLst>
              <a:ext uri="{FF2B5EF4-FFF2-40B4-BE49-F238E27FC236}">
                <a16:creationId xmlns:a16="http://schemas.microsoft.com/office/drawing/2014/main" id="{23B1B3D0-064D-45CE-9EE4-677D1E533E45}"/>
              </a:ext>
            </a:extLst>
          </p:cNvPr>
          <p:cNvSpPr>
            <a:spLocks noGrp="1"/>
          </p:cNvSpPr>
          <p:nvPr/>
        </p:nvSpPr>
        <p:spPr>
          <a:xfrm>
            <a:off x="2143125" y="1309688"/>
            <a:ext cx="4365625" cy="317500"/>
          </a:xfrm>
          <a:prstGeom prst="rect">
            <a:avLst/>
          </a:prstGeom>
          <a:noFill/>
          <a:ln w="0">
            <a:noFill/>
            <a:prstDash val="solid"/>
          </a:ln>
        </p:spPr>
        <p:txBody>
          <a:bodyPr wrap="none" lIns="0" tIns="0" rIns="0" bIns="0" anchor="ctr">
            <a:normAutofit/>
          </a:bodyPr>
          <a:lstStyle>
            <a:defPPr algn="ctr">
              <a:defRPr sz="1950" b="0">
                <a:solidFill>
                  <a:srgbClr val="594576"/>
                </a:solidFill>
                <a:latin typeface="Nimbus Sans"/>
                <a:ea typeface="Nimbus Sans"/>
                <a:cs typeface="Nimbus Sans"/>
              </a:defRPr>
            </a:defPPr>
            <a:lvl1pPr algn="ctr">
              <a:defRPr sz="1950" b="0">
                <a:solidFill>
                  <a:srgbClr val="594576"/>
                </a:solidFill>
                <a:latin typeface="Nimbus Sans"/>
                <a:ea typeface="Nimbus Sans"/>
                <a:cs typeface="Nimbus Sans"/>
              </a:defRPr>
            </a:lvl1pPr>
            <a:lvl2pPr algn="ctr">
              <a:defRPr sz="1950" b="0">
                <a:solidFill>
                  <a:srgbClr val="594576"/>
                </a:solidFill>
                <a:latin typeface="Nimbus Sans"/>
                <a:ea typeface="Nimbus Sans"/>
                <a:cs typeface="Nimbus Sans"/>
              </a:defRPr>
            </a:lvl2pPr>
            <a:lvl3pPr algn="ctr">
              <a:defRPr sz="1950" b="0">
                <a:solidFill>
                  <a:srgbClr val="594576"/>
                </a:solidFill>
                <a:latin typeface="Nimbus Sans"/>
                <a:ea typeface="Nimbus Sans"/>
                <a:cs typeface="Nimbus Sans"/>
              </a:defRPr>
            </a:lvl3pPr>
            <a:lvl4pPr algn="ctr">
              <a:defRPr sz="1950" b="0">
                <a:solidFill>
                  <a:srgbClr val="594576"/>
                </a:solidFill>
                <a:latin typeface="Nimbus Sans"/>
                <a:ea typeface="Nimbus Sans"/>
                <a:cs typeface="Nimbus Sans"/>
              </a:defRPr>
            </a:lvl4pPr>
            <a:lvl5pPr algn="ctr">
              <a:defRPr sz="1950" b="0">
                <a:solidFill>
                  <a:srgbClr val="594576"/>
                </a:solidFill>
                <a:latin typeface="Nimbus Sans"/>
                <a:ea typeface="Nimbus Sans"/>
                <a:cs typeface="Nimbus Sans"/>
              </a:defRPr>
            </a:lvl5pPr>
            <a:lvl6pPr algn="ctr">
              <a:defRPr sz="1950" b="0">
                <a:solidFill>
                  <a:srgbClr val="594576"/>
                </a:solidFill>
                <a:latin typeface="Nimbus Sans"/>
                <a:ea typeface="Nimbus Sans"/>
                <a:cs typeface="Nimbus Sans"/>
              </a:defRPr>
            </a:lvl6pPr>
            <a:lvl7pPr algn="ctr">
              <a:defRPr sz="1950" b="0">
                <a:solidFill>
                  <a:srgbClr val="594576"/>
                </a:solidFill>
                <a:latin typeface="Nimbus Sans"/>
                <a:ea typeface="Nimbus Sans"/>
                <a:cs typeface="Nimbus Sans"/>
              </a:defRPr>
            </a:lvl7pPr>
            <a:lvl8pPr algn="ctr">
              <a:defRPr sz="1950" b="0">
                <a:solidFill>
                  <a:srgbClr val="594576"/>
                </a:solidFill>
                <a:latin typeface="Nimbus Sans"/>
                <a:ea typeface="Nimbus Sans"/>
                <a:cs typeface="Nimbus Sans"/>
              </a:defRPr>
            </a:lvl8pPr>
            <a:lvl9pPr algn="ctr">
              <a:defRPr sz="1950" b="0">
                <a:solidFill>
                  <a:srgbClr val="594576"/>
                </a:solidFill>
                <a:latin typeface="Nimbus Sans"/>
                <a:ea typeface="Nimbus Sans"/>
                <a:cs typeface="Nimbus Sans"/>
              </a:defRPr>
            </a:lvl9pPr>
          </a:lstStyle>
          <a:p>
            <a:pPr algn="ctr">
              <a:defRPr sz="1950" b="0">
                <a:solidFill>
                  <a:srgbClr val="594576"/>
                </a:solidFill>
                <a:latin typeface="Nimbus Sans"/>
                <a:ea typeface="Nimbus Sans"/>
                <a:cs typeface="Nimbus Sans"/>
              </a:defRPr>
            </a:pPr>
            <a:r>
              <a:rPr sz="1625"/>
              <a:t>Top neuron: w₁F1 + w₂F2</a:t>
            </a:r>
          </a:p>
        </p:txBody>
      </p:sp>
      <p:sp>
        <p:nvSpPr>
          <p:cNvPr id="123" name="softmax">
            <a:extLst>
              <a:ext uri="{FF2B5EF4-FFF2-40B4-BE49-F238E27FC236}">
                <a16:creationId xmlns:a16="http://schemas.microsoft.com/office/drawing/2014/main" id="{1A9C5D6D-BE8F-4E34-9E1E-E72667B91FC8}"/>
              </a:ext>
            </a:extLst>
          </p:cNvPr>
          <p:cNvSpPr>
            <a:spLocks noGrp="1"/>
          </p:cNvSpPr>
          <p:nvPr/>
        </p:nvSpPr>
        <p:spPr>
          <a:xfrm>
            <a:off x="6945313" y="5905500"/>
            <a:ext cx="4841875" cy="349250"/>
          </a:xfrm>
          <a:prstGeom prst="rect">
            <a:avLst/>
          </a:prstGeom>
          <a:noFill/>
          <a:ln w="0">
            <a:noFill/>
            <a:prstDash val="solid"/>
          </a:ln>
        </p:spPr>
        <p:txBody>
          <a:bodyPr wrap="none" lIns="0" tIns="0" rIns="0" bIns="0" anchor="ctr">
            <a:normAutofit/>
          </a:bodyPr>
          <a:lstStyle>
            <a:defPPr algn="ctr">
              <a:defRPr sz="2025" b="0">
                <a:solidFill>
                  <a:srgbClr val="37624D"/>
                </a:solidFill>
                <a:latin typeface="Nimbus Sans"/>
                <a:ea typeface="Nimbus Sans"/>
                <a:cs typeface="Nimbus Sans"/>
              </a:defRPr>
            </a:defPPr>
            <a:lvl1pPr algn="ctr">
              <a:defRPr sz="2025" b="0">
                <a:solidFill>
                  <a:srgbClr val="37624D"/>
                </a:solidFill>
                <a:latin typeface="Nimbus Sans"/>
                <a:ea typeface="Nimbus Sans"/>
                <a:cs typeface="Nimbus Sans"/>
              </a:defRPr>
            </a:lvl1pPr>
            <a:lvl2pPr algn="ctr">
              <a:defRPr sz="2025" b="0">
                <a:solidFill>
                  <a:srgbClr val="37624D"/>
                </a:solidFill>
                <a:latin typeface="Nimbus Sans"/>
                <a:ea typeface="Nimbus Sans"/>
                <a:cs typeface="Nimbus Sans"/>
              </a:defRPr>
            </a:lvl2pPr>
            <a:lvl3pPr algn="ctr">
              <a:defRPr sz="2025" b="0">
                <a:solidFill>
                  <a:srgbClr val="37624D"/>
                </a:solidFill>
                <a:latin typeface="Nimbus Sans"/>
                <a:ea typeface="Nimbus Sans"/>
                <a:cs typeface="Nimbus Sans"/>
              </a:defRPr>
            </a:lvl3pPr>
            <a:lvl4pPr algn="ctr">
              <a:defRPr sz="2025" b="0">
                <a:solidFill>
                  <a:srgbClr val="37624D"/>
                </a:solidFill>
                <a:latin typeface="Nimbus Sans"/>
                <a:ea typeface="Nimbus Sans"/>
                <a:cs typeface="Nimbus Sans"/>
              </a:defRPr>
            </a:lvl4pPr>
            <a:lvl5pPr algn="ctr">
              <a:defRPr sz="2025" b="0">
                <a:solidFill>
                  <a:srgbClr val="37624D"/>
                </a:solidFill>
                <a:latin typeface="Nimbus Sans"/>
                <a:ea typeface="Nimbus Sans"/>
                <a:cs typeface="Nimbus Sans"/>
              </a:defRPr>
            </a:lvl5pPr>
            <a:lvl6pPr algn="ctr">
              <a:defRPr sz="2025" b="0">
                <a:solidFill>
                  <a:srgbClr val="37624D"/>
                </a:solidFill>
                <a:latin typeface="Nimbus Sans"/>
                <a:ea typeface="Nimbus Sans"/>
                <a:cs typeface="Nimbus Sans"/>
              </a:defRPr>
            </a:lvl6pPr>
            <a:lvl7pPr algn="ctr">
              <a:defRPr sz="2025" b="0">
                <a:solidFill>
                  <a:srgbClr val="37624D"/>
                </a:solidFill>
                <a:latin typeface="Nimbus Sans"/>
                <a:ea typeface="Nimbus Sans"/>
                <a:cs typeface="Nimbus Sans"/>
              </a:defRPr>
            </a:lvl7pPr>
            <a:lvl8pPr algn="ctr">
              <a:defRPr sz="2025" b="0">
                <a:solidFill>
                  <a:srgbClr val="37624D"/>
                </a:solidFill>
                <a:latin typeface="Nimbus Sans"/>
                <a:ea typeface="Nimbus Sans"/>
                <a:cs typeface="Nimbus Sans"/>
              </a:defRPr>
            </a:lvl8pPr>
            <a:lvl9pPr algn="ctr">
              <a:defRPr sz="2025" b="0">
                <a:solidFill>
                  <a:srgbClr val="37624D"/>
                </a:solidFill>
                <a:latin typeface="Nimbus Sans"/>
                <a:ea typeface="Nimbus Sans"/>
                <a:cs typeface="Nimbus Sans"/>
              </a:defRPr>
            </a:lvl9pPr>
          </a:lstStyle>
          <a:p>
            <a:pPr algn="ctr">
              <a:defRPr sz="2025" b="0">
                <a:solidFill>
                  <a:srgbClr val="37624D"/>
                </a:solidFill>
                <a:latin typeface="Nimbus Sans"/>
                <a:ea typeface="Nimbus Sans"/>
                <a:cs typeface="Nimbus Sans"/>
              </a:defRPr>
            </a:pPr>
            <a:r>
              <a:rPr sz="1687"/>
              <a:t>Softmax: pᵢ = exp(zᵢ) / Σⱼ exp(zⱼ)</a:t>
            </a:r>
          </a:p>
        </p:txBody>
      </p:sp>
      <p:sp>
        <p:nvSpPr>
          <p:cNvPr id="124" name="logits">
            <a:extLst>
              <a:ext uri="{FF2B5EF4-FFF2-40B4-BE49-F238E27FC236}">
                <a16:creationId xmlns:a16="http://schemas.microsoft.com/office/drawing/2014/main" id="{6F75AB2B-F360-4C74-B83E-6CB93E8391C0}"/>
              </a:ext>
            </a:extLst>
          </p:cNvPr>
          <p:cNvSpPr>
            <a:spLocks noGrp="1"/>
          </p:cNvSpPr>
          <p:nvPr/>
        </p:nvSpPr>
        <p:spPr>
          <a:xfrm>
            <a:off x="4683125" y="6270625"/>
            <a:ext cx="7143750" cy="277813"/>
          </a:xfrm>
          <a:prstGeom prst="rect">
            <a:avLst/>
          </a:prstGeom>
          <a:noFill/>
          <a:ln w="0">
            <a:noFill/>
            <a:prstDash val="solid"/>
          </a:ln>
        </p:spPr>
        <p:txBody>
          <a:bodyPr wrap="none" lIns="0" tIns="0" rIns="0" bIns="0" anchor="ctr">
            <a:normAutofit/>
          </a:bodyPr>
          <a:lstStyle>
            <a:defPPr algn="ctr">
              <a:defRPr sz="1650" b="0">
                <a:solidFill>
                  <a:srgbClr val="526479"/>
                </a:solidFill>
                <a:latin typeface="Nimbus Sans"/>
                <a:ea typeface="Nimbus Sans"/>
                <a:cs typeface="Nimbus Sans"/>
              </a:defRPr>
            </a:defPPr>
            <a:lvl1pPr algn="ctr">
              <a:defRPr sz="1650" b="0">
                <a:solidFill>
                  <a:srgbClr val="526479"/>
                </a:solidFill>
                <a:latin typeface="Nimbus Sans"/>
                <a:ea typeface="Nimbus Sans"/>
                <a:cs typeface="Nimbus Sans"/>
              </a:defRPr>
            </a:lvl1pPr>
            <a:lvl2pPr algn="ctr">
              <a:defRPr sz="1650" b="0">
                <a:solidFill>
                  <a:srgbClr val="526479"/>
                </a:solidFill>
                <a:latin typeface="Nimbus Sans"/>
                <a:ea typeface="Nimbus Sans"/>
                <a:cs typeface="Nimbus Sans"/>
              </a:defRPr>
            </a:lvl2pPr>
            <a:lvl3pPr algn="ctr">
              <a:defRPr sz="1650" b="0">
                <a:solidFill>
                  <a:srgbClr val="526479"/>
                </a:solidFill>
                <a:latin typeface="Nimbus Sans"/>
                <a:ea typeface="Nimbus Sans"/>
                <a:cs typeface="Nimbus Sans"/>
              </a:defRPr>
            </a:lvl3pPr>
            <a:lvl4pPr algn="ctr">
              <a:defRPr sz="1650" b="0">
                <a:solidFill>
                  <a:srgbClr val="526479"/>
                </a:solidFill>
                <a:latin typeface="Nimbus Sans"/>
                <a:ea typeface="Nimbus Sans"/>
                <a:cs typeface="Nimbus Sans"/>
              </a:defRPr>
            </a:lvl4pPr>
            <a:lvl5pPr algn="ctr">
              <a:defRPr sz="1650" b="0">
                <a:solidFill>
                  <a:srgbClr val="526479"/>
                </a:solidFill>
                <a:latin typeface="Nimbus Sans"/>
                <a:ea typeface="Nimbus Sans"/>
                <a:cs typeface="Nimbus Sans"/>
              </a:defRPr>
            </a:lvl5pPr>
            <a:lvl6pPr algn="ctr">
              <a:defRPr sz="1650" b="0">
                <a:solidFill>
                  <a:srgbClr val="526479"/>
                </a:solidFill>
                <a:latin typeface="Nimbus Sans"/>
                <a:ea typeface="Nimbus Sans"/>
                <a:cs typeface="Nimbus Sans"/>
              </a:defRPr>
            </a:lvl6pPr>
            <a:lvl7pPr algn="ctr">
              <a:defRPr sz="1650" b="0">
                <a:solidFill>
                  <a:srgbClr val="526479"/>
                </a:solidFill>
                <a:latin typeface="Nimbus Sans"/>
                <a:ea typeface="Nimbus Sans"/>
                <a:cs typeface="Nimbus Sans"/>
              </a:defRPr>
            </a:lvl7pPr>
            <a:lvl8pPr algn="ctr">
              <a:defRPr sz="1650" b="0">
                <a:solidFill>
                  <a:srgbClr val="526479"/>
                </a:solidFill>
                <a:latin typeface="Nimbus Sans"/>
                <a:ea typeface="Nimbus Sans"/>
                <a:cs typeface="Nimbus Sans"/>
              </a:defRPr>
            </a:lvl8pPr>
            <a:lvl9pPr algn="ctr">
              <a:defRPr sz="1650" b="0">
                <a:solidFill>
                  <a:srgbClr val="526479"/>
                </a:solidFill>
                <a:latin typeface="Nimbus Sans"/>
                <a:ea typeface="Nimbus Sans"/>
                <a:cs typeface="Nimbus Sans"/>
              </a:defRPr>
            </a:lvl9pPr>
          </a:lstStyle>
          <a:p>
            <a:pPr algn="ctr">
              <a:defRPr sz="1650" b="0">
                <a:solidFill>
                  <a:srgbClr val="526479"/>
                </a:solidFill>
                <a:latin typeface="Nimbus Sans"/>
                <a:ea typeface="Nimbus Sans"/>
                <a:cs typeface="Nimbus Sans"/>
              </a:defRPr>
            </a:pPr>
            <a:r>
              <a:rPr sz="1375"/>
              <a:t>Output logits:  0.622   -1.398   -1.300   -0.478   -1.076</a:t>
            </a:r>
          </a:p>
        </p:txBody>
      </p:sp>
      <p:sp>
        <p:nvSpPr>
          <p:cNvPr id="125" name="signal-0-0-0">
            <a:extLst>
              <a:ext uri="{FF2B5EF4-FFF2-40B4-BE49-F238E27FC236}">
                <a16:creationId xmlns:a16="http://schemas.microsoft.com/office/drawing/2014/main" id="{BEE65ED0-8807-46F0-8D76-E30220B0CA49}"/>
              </a:ext>
            </a:extLst>
          </p:cNvPr>
          <p:cNvSpPr>
            <a:spLocks noGrp="1"/>
          </p:cNvSpPr>
          <p:nvPr/>
        </p:nvSpPr>
        <p:spPr>
          <a:xfrm>
            <a:off x="1943365" y="3168410"/>
            <a:ext cx="95250" cy="95250"/>
          </a:xfrm>
          <a:prstGeom prst="ellipse">
            <a:avLst/>
          </a:prstGeom>
          <a:solidFill>
            <a:srgbClr val="EBA84E"/>
          </a:solidFill>
          <a:ln w="0">
            <a:noFill/>
            <a:prstDash val="solid"/>
          </a:ln>
        </p:spPr>
        <p:txBody>
          <a:bodyPr/>
          <a:lstStyle/>
          <a:p>
            <a:endParaRPr lang="en-US" sz="1500"/>
          </a:p>
        </p:txBody>
      </p:sp>
      <p:sp>
        <p:nvSpPr>
          <p:cNvPr id="126" name="signal-0-1-0">
            <a:extLst>
              <a:ext uri="{FF2B5EF4-FFF2-40B4-BE49-F238E27FC236}">
                <a16:creationId xmlns:a16="http://schemas.microsoft.com/office/drawing/2014/main" id="{D727D6AB-1146-4B4A-84E0-9A08A41CF3D2}"/>
              </a:ext>
            </a:extLst>
          </p:cNvPr>
          <p:cNvSpPr>
            <a:spLocks noGrp="1"/>
          </p:cNvSpPr>
          <p:nvPr/>
        </p:nvSpPr>
        <p:spPr>
          <a:xfrm>
            <a:off x="1880042" y="4229394"/>
            <a:ext cx="95250" cy="95250"/>
          </a:xfrm>
          <a:prstGeom prst="ellipse">
            <a:avLst/>
          </a:prstGeom>
          <a:solidFill>
            <a:srgbClr val="EBA84E"/>
          </a:solidFill>
          <a:ln w="0">
            <a:noFill/>
            <a:prstDash val="solid"/>
          </a:ln>
        </p:spPr>
        <p:txBody>
          <a:bodyPr/>
          <a:lstStyle/>
          <a:p>
            <a:endParaRPr lang="en-US" sz="1500"/>
          </a:p>
        </p:txBody>
      </p:sp>
      <p:sp>
        <p:nvSpPr>
          <p:cNvPr id="127" name="signal-0-0-1">
            <a:extLst>
              <a:ext uri="{FF2B5EF4-FFF2-40B4-BE49-F238E27FC236}">
                <a16:creationId xmlns:a16="http://schemas.microsoft.com/office/drawing/2014/main" id="{120E022F-F3B6-414B-817F-298FA6E217EB}"/>
              </a:ext>
            </a:extLst>
          </p:cNvPr>
          <p:cNvSpPr>
            <a:spLocks noGrp="1"/>
          </p:cNvSpPr>
          <p:nvPr/>
        </p:nvSpPr>
        <p:spPr>
          <a:xfrm>
            <a:off x="1943365" y="3324465"/>
            <a:ext cx="95250" cy="95250"/>
          </a:xfrm>
          <a:prstGeom prst="ellipse">
            <a:avLst/>
          </a:prstGeom>
          <a:solidFill>
            <a:srgbClr val="EBA84E"/>
          </a:solidFill>
          <a:ln w="0">
            <a:noFill/>
            <a:prstDash val="solid"/>
          </a:ln>
        </p:spPr>
        <p:txBody>
          <a:bodyPr/>
          <a:lstStyle/>
          <a:p>
            <a:endParaRPr lang="en-US" sz="1500"/>
          </a:p>
        </p:txBody>
      </p:sp>
      <p:sp>
        <p:nvSpPr>
          <p:cNvPr id="128" name="signal-0-1-1">
            <a:extLst>
              <a:ext uri="{FF2B5EF4-FFF2-40B4-BE49-F238E27FC236}">
                <a16:creationId xmlns:a16="http://schemas.microsoft.com/office/drawing/2014/main" id="{9EE9139D-63E7-47DE-B6C3-265037A6E0DF}"/>
              </a:ext>
            </a:extLst>
          </p:cNvPr>
          <p:cNvSpPr>
            <a:spLocks noGrp="1"/>
          </p:cNvSpPr>
          <p:nvPr/>
        </p:nvSpPr>
        <p:spPr>
          <a:xfrm>
            <a:off x="1937239" y="4336955"/>
            <a:ext cx="95250" cy="95250"/>
          </a:xfrm>
          <a:prstGeom prst="ellipse">
            <a:avLst/>
          </a:prstGeom>
          <a:solidFill>
            <a:srgbClr val="EBA84E"/>
          </a:solidFill>
          <a:ln w="0">
            <a:noFill/>
            <a:prstDash val="solid"/>
          </a:ln>
        </p:spPr>
        <p:txBody>
          <a:bodyPr/>
          <a:lstStyle/>
          <a:p>
            <a:endParaRPr lang="en-US" sz="1500"/>
          </a:p>
        </p:txBody>
      </p:sp>
      <p:sp>
        <p:nvSpPr>
          <p:cNvPr id="129" name="signal-0-0-2">
            <a:extLst>
              <a:ext uri="{FF2B5EF4-FFF2-40B4-BE49-F238E27FC236}">
                <a16:creationId xmlns:a16="http://schemas.microsoft.com/office/drawing/2014/main" id="{4514AA45-EDFB-4991-9AFE-2FCECAE47537}"/>
              </a:ext>
            </a:extLst>
          </p:cNvPr>
          <p:cNvSpPr>
            <a:spLocks noGrp="1"/>
          </p:cNvSpPr>
          <p:nvPr/>
        </p:nvSpPr>
        <p:spPr>
          <a:xfrm>
            <a:off x="1889510" y="3441625"/>
            <a:ext cx="95250" cy="95250"/>
          </a:xfrm>
          <a:prstGeom prst="ellipse">
            <a:avLst/>
          </a:prstGeom>
          <a:solidFill>
            <a:srgbClr val="EBA84E"/>
          </a:solidFill>
          <a:ln w="0">
            <a:noFill/>
            <a:prstDash val="solid"/>
          </a:ln>
        </p:spPr>
        <p:txBody>
          <a:bodyPr/>
          <a:lstStyle/>
          <a:p>
            <a:endParaRPr lang="en-US" sz="1500"/>
          </a:p>
        </p:txBody>
      </p:sp>
      <p:sp>
        <p:nvSpPr>
          <p:cNvPr id="130" name="signal-0-1-2">
            <a:extLst>
              <a:ext uri="{FF2B5EF4-FFF2-40B4-BE49-F238E27FC236}">
                <a16:creationId xmlns:a16="http://schemas.microsoft.com/office/drawing/2014/main" id="{B28DC4DC-321F-4CCA-91AD-B4538720CE59}"/>
              </a:ext>
            </a:extLst>
          </p:cNvPr>
          <p:cNvSpPr>
            <a:spLocks noGrp="1"/>
          </p:cNvSpPr>
          <p:nvPr/>
        </p:nvSpPr>
        <p:spPr>
          <a:xfrm>
            <a:off x="1948089" y="4491869"/>
            <a:ext cx="95250" cy="95250"/>
          </a:xfrm>
          <a:prstGeom prst="ellipse">
            <a:avLst/>
          </a:prstGeom>
          <a:solidFill>
            <a:srgbClr val="EBA84E"/>
          </a:solidFill>
          <a:ln w="0">
            <a:noFill/>
            <a:prstDash val="solid"/>
          </a:ln>
        </p:spPr>
        <p:txBody>
          <a:bodyPr/>
          <a:lstStyle/>
          <a:p>
            <a:endParaRPr lang="en-US" sz="1500"/>
          </a:p>
        </p:txBody>
      </p:sp>
      <p:sp>
        <p:nvSpPr>
          <p:cNvPr id="131" name="signal-1-0-0">
            <a:extLst>
              <a:ext uri="{FF2B5EF4-FFF2-40B4-BE49-F238E27FC236}">
                <a16:creationId xmlns:a16="http://schemas.microsoft.com/office/drawing/2014/main" id="{43D6AE6F-B701-4AEF-971A-2112C9570C09}"/>
              </a:ext>
            </a:extLst>
          </p:cNvPr>
          <p:cNvSpPr>
            <a:spLocks noGrp="1"/>
          </p:cNvSpPr>
          <p:nvPr/>
        </p:nvSpPr>
        <p:spPr>
          <a:xfrm>
            <a:off x="4089042" y="2797043"/>
            <a:ext cx="95250" cy="95250"/>
          </a:xfrm>
          <a:prstGeom prst="ellipse">
            <a:avLst/>
          </a:prstGeom>
          <a:solidFill>
            <a:srgbClr val="EBA84E"/>
          </a:solidFill>
          <a:ln w="0">
            <a:noFill/>
            <a:prstDash val="solid"/>
          </a:ln>
        </p:spPr>
        <p:txBody>
          <a:bodyPr/>
          <a:lstStyle/>
          <a:p>
            <a:endParaRPr lang="en-US" sz="1500"/>
          </a:p>
        </p:txBody>
      </p:sp>
      <p:sp>
        <p:nvSpPr>
          <p:cNvPr id="132" name="signal-1-1-0">
            <a:extLst>
              <a:ext uri="{FF2B5EF4-FFF2-40B4-BE49-F238E27FC236}">
                <a16:creationId xmlns:a16="http://schemas.microsoft.com/office/drawing/2014/main" id="{DF014119-6FB7-4F0B-AB0E-592E7C1FCEA2}"/>
              </a:ext>
            </a:extLst>
          </p:cNvPr>
          <p:cNvSpPr>
            <a:spLocks noGrp="1"/>
          </p:cNvSpPr>
          <p:nvPr/>
        </p:nvSpPr>
        <p:spPr>
          <a:xfrm>
            <a:off x="4083588" y="3673149"/>
            <a:ext cx="95250" cy="95250"/>
          </a:xfrm>
          <a:prstGeom prst="ellipse">
            <a:avLst/>
          </a:prstGeom>
          <a:solidFill>
            <a:srgbClr val="EBA84E"/>
          </a:solidFill>
          <a:ln w="0">
            <a:noFill/>
            <a:prstDash val="solid"/>
          </a:ln>
        </p:spPr>
        <p:txBody>
          <a:bodyPr/>
          <a:lstStyle/>
          <a:p>
            <a:endParaRPr lang="en-US" sz="1500"/>
          </a:p>
        </p:txBody>
      </p:sp>
      <p:sp>
        <p:nvSpPr>
          <p:cNvPr id="133" name="signal-1-2-0">
            <a:extLst>
              <a:ext uri="{FF2B5EF4-FFF2-40B4-BE49-F238E27FC236}">
                <a16:creationId xmlns:a16="http://schemas.microsoft.com/office/drawing/2014/main" id="{2FF0D61E-4CA2-4976-96AD-43CAF3FE2588}"/>
              </a:ext>
            </a:extLst>
          </p:cNvPr>
          <p:cNvSpPr>
            <a:spLocks noGrp="1"/>
          </p:cNvSpPr>
          <p:nvPr/>
        </p:nvSpPr>
        <p:spPr>
          <a:xfrm>
            <a:off x="4027890" y="4592655"/>
            <a:ext cx="95250" cy="95250"/>
          </a:xfrm>
          <a:prstGeom prst="ellipse">
            <a:avLst/>
          </a:prstGeom>
          <a:solidFill>
            <a:srgbClr val="EBA84E"/>
          </a:solidFill>
          <a:ln w="0">
            <a:noFill/>
            <a:prstDash val="solid"/>
          </a:ln>
        </p:spPr>
        <p:txBody>
          <a:bodyPr/>
          <a:lstStyle/>
          <a:p>
            <a:endParaRPr lang="en-US" sz="1500"/>
          </a:p>
        </p:txBody>
      </p:sp>
      <p:sp>
        <p:nvSpPr>
          <p:cNvPr id="134" name="signal-1-0-1">
            <a:extLst>
              <a:ext uri="{FF2B5EF4-FFF2-40B4-BE49-F238E27FC236}">
                <a16:creationId xmlns:a16="http://schemas.microsoft.com/office/drawing/2014/main" id="{B0804340-F31E-4002-83C6-980D2849F2F0}"/>
              </a:ext>
            </a:extLst>
          </p:cNvPr>
          <p:cNvSpPr>
            <a:spLocks noGrp="1"/>
          </p:cNvSpPr>
          <p:nvPr/>
        </p:nvSpPr>
        <p:spPr>
          <a:xfrm>
            <a:off x="4027890" y="2932095"/>
            <a:ext cx="95250" cy="95250"/>
          </a:xfrm>
          <a:prstGeom prst="ellipse">
            <a:avLst/>
          </a:prstGeom>
          <a:solidFill>
            <a:srgbClr val="EBA84E"/>
          </a:solidFill>
          <a:ln w="0">
            <a:noFill/>
            <a:prstDash val="solid"/>
          </a:ln>
        </p:spPr>
        <p:txBody>
          <a:bodyPr/>
          <a:lstStyle/>
          <a:p>
            <a:endParaRPr lang="en-US" sz="1500"/>
          </a:p>
        </p:txBody>
      </p:sp>
      <p:sp>
        <p:nvSpPr>
          <p:cNvPr id="135" name="signal-1-1-1">
            <a:extLst>
              <a:ext uri="{FF2B5EF4-FFF2-40B4-BE49-F238E27FC236}">
                <a16:creationId xmlns:a16="http://schemas.microsoft.com/office/drawing/2014/main" id="{5BD4502E-9328-4CF6-9629-F002E5672FC5}"/>
              </a:ext>
            </a:extLst>
          </p:cNvPr>
          <p:cNvSpPr>
            <a:spLocks noGrp="1"/>
          </p:cNvSpPr>
          <p:nvPr/>
        </p:nvSpPr>
        <p:spPr>
          <a:xfrm>
            <a:off x="4083588" y="3851601"/>
            <a:ext cx="95250" cy="95250"/>
          </a:xfrm>
          <a:prstGeom prst="ellipse">
            <a:avLst/>
          </a:prstGeom>
          <a:solidFill>
            <a:srgbClr val="EBA84E"/>
          </a:solidFill>
          <a:ln w="0">
            <a:noFill/>
            <a:prstDash val="solid"/>
          </a:ln>
        </p:spPr>
        <p:txBody>
          <a:bodyPr/>
          <a:lstStyle/>
          <a:p>
            <a:endParaRPr lang="en-US" sz="1500"/>
          </a:p>
        </p:txBody>
      </p:sp>
      <p:sp>
        <p:nvSpPr>
          <p:cNvPr id="136" name="signal-1-2-1">
            <a:extLst>
              <a:ext uri="{FF2B5EF4-FFF2-40B4-BE49-F238E27FC236}">
                <a16:creationId xmlns:a16="http://schemas.microsoft.com/office/drawing/2014/main" id="{1FB7078E-0A08-4D9A-9D91-31F7069D586B}"/>
              </a:ext>
            </a:extLst>
          </p:cNvPr>
          <p:cNvSpPr>
            <a:spLocks noGrp="1"/>
          </p:cNvSpPr>
          <p:nvPr/>
        </p:nvSpPr>
        <p:spPr>
          <a:xfrm>
            <a:off x="4089042" y="4727707"/>
            <a:ext cx="95250" cy="95250"/>
          </a:xfrm>
          <a:prstGeom prst="ellipse">
            <a:avLst/>
          </a:prstGeom>
          <a:solidFill>
            <a:srgbClr val="EBA84E"/>
          </a:solidFill>
          <a:ln w="0">
            <a:noFill/>
            <a:prstDash val="solid"/>
          </a:ln>
        </p:spPr>
        <p:txBody>
          <a:bodyPr/>
          <a:lstStyle/>
          <a:p>
            <a:endParaRPr lang="en-US" sz="1500"/>
          </a:p>
        </p:txBody>
      </p:sp>
      <p:sp>
        <p:nvSpPr>
          <p:cNvPr id="137" name="signal-2-0-0">
            <a:extLst>
              <a:ext uri="{FF2B5EF4-FFF2-40B4-BE49-F238E27FC236}">
                <a16:creationId xmlns:a16="http://schemas.microsoft.com/office/drawing/2014/main" id="{B1BA4261-6A11-44D8-A0A2-8E7851829358}"/>
              </a:ext>
            </a:extLst>
          </p:cNvPr>
          <p:cNvSpPr>
            <a:spLocks noGrp="1"/>
          </p:cNvSpPr>
          <p:nvPr/>
        </p:nvSpPr>
        <p:spPr>
          <a:xfrm>
            <a:off x="6221768" y="3061640"/>
            <a:ext cx="95250" cy="95250"/>
          </a:xfrm>
          <a:prstGeom prst="ellipse">
            <a:avLst/>
          </a:prstGeom>
          <a:solidFill>
            <a:srgbClr val="EBA84E"/>
          </a:solidFill>
          <a:ln w="0">
            <a:noFill/>
            <a:prstDash val="solid"/>
          </a:ln>
        </p:spPr>
        <p:txBody>
          <a:bodyPr/>
          <a:lstStyle/>
          <a:p>
            <a:endParaRPr lang="en-US" sz="1500"/>
          </a:p>
        </p:txBody>
      </p:sp>
      <p:sp>
        <p:nvSpPr>
          <p:cNvPr id="138" name="signal-2-1-0">
            <a:extLst>
              <a:ext uri="{FF2B5EF4-FFF2-40B4-BE49-F238E27FC236}">
                <a16:creationId xmlns:a16="http://schemas.microsoft.com/office/drawing/2014/main" id="{A1AEFA00-5A91-42B8-A4F3-529F15B8C5CF}"/>
              </a:ext>
            </a:extLst>
          </p:cNvPr>
          <p:cNvSpPr>
            <a:spLocks noGrp="1"/>
          </p:cNvSpPr>
          <p:nvPr/>
        </p:nvSpPr>
        <p:spPr>
          <a:xfrm>
            <a:off x="6154668" y="4136205"/>
            <a:ext cx="95250" cy="95250"/>
          </a:xfrm>
          <a:prstGeom prst="ellipse">
            <a:avLst/>
          </a:prstGeom>
          <a:solidFill>
            <a:srgbClr val="EBA84E"/>
          </a:solidFill>
          <a:ln w="0">
            <a:noFill/>
            <a:prstDash val="solid"/>
          </a:ln>
        </p:spPr>
        <p:txBody>
          <a:bodyPr/>
          <a:lstStyle/>
          <a:p>
            <a:endParaRPr lang="en-US" sz="1500"/>
          </a:p>
        </p:txBody>
      </p:sp>
      <p:sp>
        <p:nvSpPr>
          <p:cNvPr id="139" name="signal-2-0-1">
            <a:extLst>
              <a:ext uri="{FF2B5EF4-FFF2-40B4-BE49-F238E27FC236}">
                <a16:creationId xmlns:a16="http://schemas.microsoft.com/office/drawing/2014/main" id="{79532F36-C0DB-4C6D-AF62-E162A4902C5E}"/>
              </a:ext>
            </a:extLst>
          </p:cNvPr>
          <p:cNvSpPr>
            <a:spLocks noGrp="1"/>
          </p:cNvSpPr>
          <p:nvPr/>
        </p:nvSpPr>
        <p:spPr>
          <a:xfrm>
            <a:off x="6237964" y="3191689"/>
            <a:ext cx="95250" cy="95250"/>
          </a:xfrm>
          <a:prstGeom prst="ellipse">
            <a:avLst/>
          </a:prstGeom>
          <a:solidFill>
            <a:srgbClr val="EBA84E"/>
          </a:solidFill>
          <a:ln w="0">
            <a:noFill/>
            <a:prstDash val="solid"/>
          </a:ln>
        </p:spPr>
        <p:txBody>
          <a:bodyPr/>
          <a:lstStyle/>
          <a:p>
            <a:endParaRPr lang="en-US" sz="1500"/>
          </a:p>
        </p:txBody>
      </p:sp>
      <p:sp>
        <p:nvSpPr>
          <p:cNvPr id="140" name="signal-2-1-1">
            <a:extLst>
              <a:ext uri="{FF2B5EF4-FFF2-40B4-BE49-F238E27FC236}">
                <a16:creationId xmlns:a16="http://schemas.microsoft.com/office/drawing/2014/main" id="{6468726A-68C1-42D4-B15A-1D20169445EF}"/>
              </a:ext>
            </a:extLst>
          </p:cNvPr>
          <p:cNvSpPr>
            <a:spLocks noGrp="1"/>
          </p:cNvSpPr>
          <p:nvPr/>
        </p:nvSpPr>
        <p:spPr>
          <a:xfrm>
            <a:off x="6205872" y="4213064"/>
            <a:ext cx="95250" cy="95250"/>
          </a:xfrm>
          <a:prstGeom prst="ellipse">
            <a:avLst/>
          </a:prstGeom>
          <a:solidFill>
            <a:srgbClr val="EBA84E"/>
          </a:solidFill>
          <a:ln w="0">
            <a:noFill/>
            <a:prstDash val="solid"/>
          </a:ln>
        </p:spPr>
        <p:txBody>
          <a:bodyPr/>
          <a:lstStyle/>
          <a:p>
            <a:endParaRPr lang="en-US" sz="1500"/>
          </a:p>
        </p:txBody>
      </p:sp>
      <p:sp>
        <p:nvSpPr>
          <p:cNvPr id="141" name="signal-2-0-2">
            <a:extLst>
              <a:ext uri="{FF2B5EF4-FFF2-40B4-BE49-F238E27FC236}">
                <a16:creationId xmlns:a16="http://schemas.microsoft.com/office/drawing/2014/main" id="{2B7D375D-2EB4-4E9C-9F7C-E76304609319}"/>
              </a:ext>
            </a:extLst>
          </p:cNvPr>
          <p:cNvSpPr>
            <a:spLocks noGrp="1"/>
          </p:cNvSpPr>
          <p:nvPr/>
        </p:nvSpPr>
        <p:spPr>
          <a:xfrm>
            <a:off x="6205872" y="3311686"/>
            <a:ext cx="95250" cy="95250"/>
          </a:xfrm>
          <a:prstGeom prst="ellipse">
            <a:avLst/>
          </a:prstGeom>
          <a:solidFill>
            <a:srgbClr val="EBA84E"/>
          </a:solidFill>
          <a:ln w="0">
            <a:noFill/>
            <a:prstDash val="solid"/>
          </a:ln>
        </p:spPr>
        <p:txBody>
          <a:bodyPr/>
          <a:lstStyle/>
          <a:p>
            <a:endParaRPr lang="en-US" sz="1500"/>
          </a:p>
        </p:txBody>
      </p:sp>
      <p:sp>
        <p:nvSpPr>
          <p:cNvPr id="142" name="signal-2-1-2">
            <a:extLst>
              <a:ext uri="{FF2B5EF4-FFF2-40B4-BE49-F238E27FC236}">
                <a16:creationId xmlns:a16="http://schemas.microsoft.com/office/drawing/2014/main" id="{A17357C5-52F5-4F74-897D-CAA91F82AB2E}"/>
              </a:ext>
            </a:extLst>
          </p:cNvPr>
          <p:cNvSpPr>
            <a:spLocks noGrp="1"/>
          </p:cNvSpPr>
          <p:nvPr/>
        </p:nvSpPr>
        <p:spPr>
          <a:xfrm>
            <a:off x="6237964" y="4333061"/>
            <a:ext cx="95250" cy="95250"/>
          </a:xfrm>
          <a:prstGeom prst="ellipse">
            <a:avLst/>
          </a:prstGeom>
          <a:solidFill>
            <a:srgbClr val="EBA84E"/>
          </a:solidFill>
          <a:ln w="0">
            <a:noFill/>
            <a:prstDash val="solid"/>
          </a:ln>
        </p:spPr>
        <p:txBody>
          <a:bodyPr/>
          <a:lstStyle/>
          <a:p>
            <a:endParaRPr lang="en-US" sz="1500"/>
          </a:p>
        </p:txBody>
      </p:sp>
      <p:sp>
        <p:nvSpPr>
          <p:cNvPr id="143" name="signal-2-0-3">
            <a:extLst>
              <a:ext uri="{FF2B5EF4-FFF2-40B4-BE49-F238E27FC236}">
                <a16:creationId xmlns:a16="http://schemas.microsoft.com/office/drawing/2014/main" id="{C6D07575-6902-44E7-866D-356E10B42BB0}"/>
              </a:ext>
            </a:extLst>
          </p:cNvPr>
          <p:cNvSpPr>
            <a:spLocks noGrp="1"/>
          </p:cNvSpPr>
          <p:nvPr/>
        </p:nvSpPr>
        <p:spPr>
          <a:xfrm>
            <a:off x="6154668" y="3388545"/>
            <a:ext cx="95250" cy="95250"/>
          </a:xfrm>
          <a:prstGeom prst="ellipse">
            <a:avLst/>
          </a:prstGeom>
          <a:solidFill>
            <a:srgbClr val="EBA84E"/>
          </a:solidFill>
          <a:ln w="0">
            <a:noFill/>
            <a:prstDash val="solid"/>
          </a:ln>
        </p:spPr>
        <p:txBody>
          <a:bodyPr/>
          <a:lstStyle/>
          <a:p>
            <a:endParaRPr lang="en-US" sz="1500"/>
          </a:p>
        </p:txBody>
      </p:sp>
      <p:sp>
        <p:nvSpPr>
          <p:cNvPr id="144" name="signal-2-1-3">
            <a:extLst>
              <a:ext uri="{FF2B5EF4-FFF2-40B4-BE49-F238E27FC236}">
                <a16:creationId xmlns:a16="http://schemas.microsoft.com/office/drawing/2014/main" id="{9A40BE82-2DBF-4F18-B979-A13B5A5E99B0}"/>
              </a:ext>
            </a:extLst>
          </p:cNvPr>
          <p:cNvSpPr>
            <a:spLocks noGrp="1"/>
          </p:cNvSpPr>
          <p:nvPr/>
        </p:nvSpPr>
        <p:spPr>
          <a:xfrm>
            <a:off x="6221768" y="4463110"/>
            <a:ext cx="95250" cy="95250"/>
          </a:xfrm>
          <a:prstGeom prst="ellipse">
            <a:avLst/>
          </a:prstGeom>
          <a:solidFill>
            <a:srgbClr val="EBA84E"/>
          </a:solidFill>
          <a:ln w="0">
            <a:noFill/>
            <a:prstDash val="solid"/>
          </a:ln>
        </p:spPr>
        <p:txBody>
          <a:bodyPr/>
          <a:lstStyle/>
          <a:p>
            <a:endParaRPr lang="en-US" sz="1500"/>
          </a:p>
        </p:txBody>
      </p:sp>
      <p:sp>
        <p:nvSpPr>
          <p:cNvPr id="145" name="signal-3-0-0">
            <a:extLst>
              <a:ext uri="{FF2B5EF4-FFF2-40B4-BE49-F238E27FC236}">
                <a16:creationId xmlns:a16="http://schemas.microsoft.com/office/drawing/2014/main" id="{9BF1DA3C-F862-455B-85E6-7E56405A97B9}"/>
              </a:ext>
            </a:extLst>
          </p:cNvPr>
          <p:cNvSpPr>
            <a:spLocks noGrp="1"/>
          </p:cNvSpPr>
          <p:nvPr/>
        </p:nvSpPr>
        <p:spPr>
          <a:xfrm>
            <a:off x="8379234" y="2409831"/>
            <a:ext cx="95250" cy="95250"/>
          </a:xfrm>
          <a:prstGeom prst="ellipse">
            <a:avLst/>
          </a:prstGeom>
          <a:solidFill>
            <a:srgbClr val="EBA84E"/>
          </a:solidFill>
          <a:ln w="0">
            <a:noFill/>
            <a:prstDash val="solid"/>
          </a:ln>
        </p:spPr>
        <p:txBody>
          <a:bodyPr/>
          <a:lstStyle/>
          <a:p>
            <a:endParaRPr lang="en-US" sz="1500"/>
          </a:p>
        </p:txBody>
      </p:sp>
      <p:sp>
        <p:nvSpPr>
          <p:cNvPr id="146" name="signal-3-1-0">
            <a:extLst>
              <a:ext uri="{FF2B5EF4-FFF2-40B4-BE49-F238E27FC236}">
                <a16:creationId xmlns:a16="http://schemas.microsoft.com/office/drawing/2014/main" id="{2AC839E9-795A-4D3C-AD44-2AF3EEC6A71E}"/>
              </a:ext>
            </a:extLst>
          </p:cNvPr>
          <p:cNvSpPr>
            <a:spLocks noGrp="1"/>
          </p:cNvSpPr>
          <p:nvPr/>
        </p:nvSpPr>
        <p:spPr>
          <a:xfrm>
            <a:off x="8342327" y="3168084"/>
            <a:ext cx="95250" cy="95250"/>
          </a:xfrm>
          <a:prstGeom prst="ellipse">
            <a:avLst/>
          </a:prstGeom>
          <a:solidFill>
            <a:srgbClr val="EBA84E"/>
          </a:solidFill>
          <a:ln w="0">
            <a:noFill/>
            <a:prstDash val="solid"/>
          </a:ln>
        </p:spPr>
        <p:txBody>
          <a:bodyPr/>
          <a:lstStyle/>
          <a:p>
            <a:endParaRPr lang="en-US" sz="1500"/>
          </a:p>
        </p:txBody>
      </p:sp>
      <p:sp>
        <p:nvSpPr>
          <p:cNvPr id="147" name="signal-3-2-0">
            <a:extLst>
              <a:ext uri="{FF2B5EF4-FFF2-40B4-BE49-F238E27FC236}">
                <a16:creationId xmlns:a16="http://schemas.microsoft.com/office/drawing/2014/main" id="{FCA258D2-87AB-4A38-8F71-0D342BEEDDAB}"/>
              </a:ext>
            </a:extLst>
          </p:cNvPr>
          <p:cNvSpPr>
            <a:spLocks noGrp="1"/>
          </p:cNvSpPr>
          <p:nvPr/>
        </p:nvSpPr>
        <p:spPr>
          <a:xfrm>
            <a:off x="8290993" y="3970034"/>
            <a:ext cx="95250" cy="95250"/>
          </a:xfrm>
          <a:prstGeom prst="ellipse">
            <a:avLst/>
          </a:prstGeom>
          <a:solidFill>
            <a:srgbClr val="EBA84E"/>
          </a:solidFill>
          <a:ln w="0">
            <a:noFill/>
            <a:prstDash val="solid"/>
          </a:ln>
        </p:spPr>
        <p:txBody>
          <a:bodyPr/>
          <a:lstStyle/>
          <a:p>
            <a:endParaRPr lang="en-US" sz="1500"/>
          </a:p>
        </p:txBody>
      </p:sp>
      <p:sp>
        <p:nvSpPr>
          <p:cNvPr id="148" name="signal-3-3-0">
            <a:extLst>
              <a:ext uri="{FF2B5EF4-FFF2-40B4-BE49-F238E27FC236}">
                <a16:creationId xmlns:a16="http://schemas.microsoft.com/office/drawing/2014/main" id="{12C86CFA-7E72-4816-8399-68FA28EAF0FB}"/>
              </a:ext>
            </a:extLst>
          </p:cNvPr>
          <p:cNvSpPr>
            <a:spLocks noGrp="1"/>
          </p:cNvSpPr>
          <p:nvPr/>
        </p:nvSpPr>
        <p:spPr>
          <a:xfrm>
            <a:off x="8246883" y="4804047"/>
            <a:ext cx="95250" cy="95250"/>
          </a:xfrm>
          <a:prstGeom prst="ellipse">
            <a:avLst/>
          </a:prstGeom>
          <a:solidFill>
            <a:srgbClr val="EBA84E"/>
          </a:solidFill>
          <a:ln w="0">
            <a:noFill/>
            <a:prstDash val="solid"/>
          </a:ln>
        </p:spPr>
        <p:txBody>
          <a:bodyPr/>
          <a:lstStyle/>
          <a:p>
            <a:endParaRPr lang="en-US" sz="1500"/>
          </a:p>
        </p:txBody>
      </p:sp>
      <p:sp>
        <p:nvSpPr>
          <p:cNvPr id="149" name="signal-3-0-1">
            <a:extLst>
              <a:ext uri="{FF2B5EF4-FFF2-40B4-BE49-F238E27FC236}">
                <a16:creationId xmlns:a16="http://schemas.microsoft.com/office/drawing/2014/main" id="{BFF9F8A1-134E-43D6-BD53-920D734970E1}"/>
              </a:ext>
            </a:extLst>
          </p:cNvPr>
          <p:cNvSpPr>
            <a:spLocks noGrp="1"/>
          </p:cNvSpPr>
          <p:nvPr/>
        </p:nvSpPr>
        <p:spPr>
          <a:xfrm>
            <a:off x="8372740" y="2530715"/>
            <a:ext cx="95250" cy="95250"/>
          </a:xfrm>
          <a:prstGeom prst="ellipse">
            <a:avLst/>
          </a:prstGeom>
          <a:solidFill>
            <a:srgbClr val="EBA84E"/>
          </a:solidFill>
          <a:ln w="0">
            <a:noFill/>
            <a:prstDash val="solid"/>
          </a:ln>
        </p:spPr>
        <p:txBody>
          <a:bodyPr/>
          <a:lstStyle/>
          <a:p>
            <a:endParaRPr lang="en-US" sz="1500"/>
          </a:p>
        </p:txBody>
      </p:sp>
      <p:sp>
        <p:nvSpPr>
          <p:cNvPr id="150" name="signal-3-1-1">
            <a:extLst>
              <a:ext uri="{FF2B5EF4-FFF2-40B4-BE49-F238E27FC236}">
                <a16:creationId xmlns:a16="http://schemas.microsoft.com/office/drawing/2014/main" id="{B552ECBF-9063-472E-9A8D-E0B0C878D647}"/>
              </a:ext>
            </a:extLst>
          </p:cNvPr>
          <p:cNvSpPr>
            <a:spLocks noGrp="1"/>
          </p:cNvSpPr>
          <p:nvPr/>
        </p:nvSpPr>
        <p:spPr>
          <a:xfrm>
            <a:off x="8377464" y="3271006"/>
            <a:ext cx="95250" cy="95250"/>
          </a:xfrm>
          <a:prstGeom prst="ellipse">
            <a:avLst/>
          </a:prstGeom>
          <a:solidFill>
            <a:srgbClr val="EBA84E"/>
          </a:solidFill>
          <a:ln w="0">
            <a:noFill/>
            <a:prstDash val="solid"/>
          </a:ln>
        </p:spPr>
        <p:txBody>
          <a:bodyPr/>
          <a:lstStyle/>
          <a:p>
            <a:endParaRPr lang="en-US" sz="1500"/>
          </a:p>
        </p:txBody>
      </p:sp>
      <p:sp>
        <p:nvSpPr>
          <p:cNvPr id="151" name="signal-3-2-1">
            <a:extLst>
              <a:ext uri="{FF2B5EF4-FFF2-40B4-BE49-F238E27FC236}">
                <a16:creationId xmlns:a16="http://schemas.microsoft.com/office/drawing/2014/main" id="{49701946-9270-4C70-AD71-E5B6692253B4}"/>
              </a:ext>
            </a:extLst>
          </p:cNvPr>
          <p:cNvSpPr>
            <a:spLocks noGrp="1"/>
          </p:cNvSpPr>
          <p:nvPr/>
        </p:nvSpPr>
        <p:spPr>
          <a:xfrm>
            <a:off x="8337746" y="4032961"/>
            <a:ext cx="95250" cy="95250"/>
          </a:xfrm>
          <a:prstGeom prst="ellipse">
            <a:avLst/>
          </a:prstGeom>
          <a:solidFill>
            <a:srgbClr val="EBA84E"/>
          </a:solidFill>
          <a:ln w="0">
            <a:noFill/>
            <a:prstDash val="solid"/>
          </a:ln>
        </p:spPr>
        <p:txBody>
          <a:bodyPr/>
          <a:lstStyle/>
          <a:p>
            <a:endParaRPr lang="en-US" sz="1500"/>
          </a:p>
        </p:txBody>
      </p:sp>
      <p:sp>
        <p:nvSpPr>
          <p:cNvPr id="152" name="signal-3-3-1">
            <a:extLst>
              <a:ext uri="{FF2B5EF4-FFF2-40B4-BE49-F238E27FC236}">
                <a16:creationId xmlns:a16="http://schemas.microsoft.com/office/drawing/2014/main" id="{86BB7687-F0BF-4BDD-9FA0-B975D6386E60}"/>
              </a:ext>
            </a:extLst>
          </p:cNvPr>
          <p:cNvSpPr>
            <a:spLocks noGrp="1"/>
          </p:cNvSpPr>
          <p:nvPr/>
        </p:nvSpPr>
        <p:spPr>
          <a:xfrm>
            <a:off x="8286549" y="4838544"/>
            <a:ext cx="95250" cy="95250"/>
          </a:xfrm>
          <a:prstGeom prst="ellipse">
            <a:avLst/>
          </a:prstGeom>
          <a:solidFill>
            <a:srgbClr val="EBA84E"/>
          </a:solidFill>
          <a:ln w="0">
            <a:noFill/>
            <a:prstDash val="solid"/>
          </a:ln>
        </p:spPr>
        <p:txBody>
          <a:bodyPr/>
          <a:lstStyle/>
          <a:p>
            <a:endParaRPr lang="en-US" sz="1500"/>
          </a:p>
        </p:txBody>
      </p:sp>
      <p:sp>
        <p:nvSpPr>
          <p:cNvPr id="153" name="signal-3-0-2">
            <a:extLst>
              <a:ext uri="{FF2B5EF4-FFF2-40B4-BE49-F238E27FC236}">
                <a16:creationId xmlns:a16="http://schemas.microsoft.com/office/drawing/2014/main" id="{EEF3FDCE-2157-438A-95AE-69CED53C9555}"/>
              </a:ext>
            </a:extLst>
          </p:cNvPr>
          <p:cNvSpPr>
            <a:spLocks noGrp="1"/>
          </p:cNvSpPr>
          <p:nvPr/>
        </p:nvSpPr>
        <p:spPr>
          <a:xfrm>
            <a:off x="8333088" y="2626526"/>
            <a:ext cx="95250" cy="95250"/>
          </a:xfrm>
          <a:prstGeom prst="ellipse">
            <a:avLst/>
          </a:prstGeom>
          <a:solidFill>
            <a:srgbClr val="EBA84E"/>
          </a:solidFill>
          <a:ln w="0">
            <a:noFill/>
            <a:prstDash val="solid"/>
          </a:ln>
        </p:spPr>
        <p:txBody>
          <a:bodyPr/>
          <a:lstStyle/>
          <a:p>
            <a:endParaRPr lang="en-US" sz="1500"/>
          </a:p>
        </p:txBody>
      </p:sp>
      <p:sp>
        <p:nvSpPr>
          <p:cNvPr id="154" name="signal-3-1-2">
            <a:extLst>
              <a:ext uri="{FF2B5EF4-FFF2-40B4-BE49-F238E27FC236}">
                <a16:creationId xmlns:a16="http://schemas.microsoft.com/office/drawing/2014/main" id="{F9AD10BA-38EF-4C34-8BDE-472B25D47810}"/>
              </a:ext>
            </a:extLst>
          </p:cNvPr>
          <p:cNvSpPr>
            <a:spLocks noGrp="1"/>
          </p:cNvSpPr>
          <p:nvPr/>
        </p:nvSpPr>
        <p:spPr>
          <a:xfrm>
            <a:off x="8375292" y="3392356"/>
            <a:ext cx="95250" cy="95250"/>
          </a:xfrm>
          <a:prstGeom prst="ellipse">
            <a:avLst/>
          </a:prstGeom>
          <a:solidFill>
            <a:srgbClr val="EBA84E"/>
          </a:solidFill>
          <a:ln w="0">
            <a:noFill/>
            <a:prstDash val="solid"/>
          </a:ln>
        </p:spPr>
        <p:txBody>
          <a:bodyPr/>
          <a:lstStyle/>
          <a:p>
            <a:endParaRPr lang="en-US" sz="1500"/>
          </a:p>
        </p:txBody>
      </p:sp>
      <p:sp>
        <p:nvSpPr>
          <p:cNvPr id="155" name="signal-3-2-2">
            <a:extLst>
              <a:ext uri="{FF2B5EF4-FFF2-40B4-BE49-F238E27FC236}">
                <a16:creationId xmlns:a16="http://schemas.microsoft.com/office/drawing/2014/main" id="{7154EFF0-ADC3-48CB-A566-8664E95D06EC}"/>
              </a:ext>
            </a:extLst>
          </p:cNvPr>
          <p:cNvSpPr>
            <a:spLocks noGrp="1"/>
          </p:cNvSpPr>
          <p:nvPr/>
        </p:nvSpPr>
        <p:spPr>
          <a:xfrm>
            <a:off x="8375292" y="4132394"/>
            <a:ext cx="95250" cy="95250"/>
          </a:xfrm>
          <a:prstGeom prst="ellipse">
            <a:avLst/>
          </a:prstGeom>
          <a:solidFill>
            <a:srgbClr val="EBA84E"/>
          </a:solidFill>
          <a:ln w="0">
            <a:noFill/>
            <a:prstDash val="solid"/>
          </a:ln>
        </p:spPr>
        <p:txBody>
          <a:bodyPr/>
          <a:lstStyle/>
          <a:p>
            <a:endParaRPr lang="en-US" sz="1500"/>
          </a:p>
        </p:txBody>
      </p:sp>
      <p:sp>
        <p:nvSpPr>
          <p:cNvPr id="156" name="signal-3-3-2">
            <a:extLst>
              <a:ext uri="{FF2B5EF4-FFF2-40B4-BE49-F238E27FC236}">
                <a16:creationId xmlns:a16="http://schemas.microsoft.com/office/drawing/2014/main" id="{8B13BD56-362B-45F4-B606-436197D31F08}"/>
              </a:ext>
            </a:extLst>
          </p:cNvPr>
          <p:cNvSpPr>
            <a:spLocks noGrp="1"/>
          </p:cNvSpPr>
          <p:nvPr/>
        </p:nvSpPr>
        <p:spPr>
          <a:xfrm>
            <a:off x="8333088" y="4898224"/>
            <a:ext cx="95250" cy="95250"/>
          </a:xfrm>
          <a:prstGeom prst="ellipse">
            <a:avLst/>
          </a:prstGeom>
          <a:solidFill>
            <a:srgbClr val="EBA84E"/>
          </a:solidFill>
          <a:ln w="0">
            <a:noFill/>
            <a:prstDash val="solid"/>
          </a:ln>
        </p:spPr>
        <p:txBody>
          <a:bodyPr/>
          <a:lstStyle/>
          <a:p>
            <a:endParaRPr lang="en-US" sz="1500"/>
          </a:p>
        </p:txBody>
      </p:sp>
      <p:sp>
        <p:nvSpPr>
          <p:cNvPr id="157" name="signal-3-0-3">
            <a:extLst>
              <a:ext uri="{FF2B5EF4-FFF2-40B4-BE49-F238E27FC236}">
                <a16:creationId xmlns:a16="http://schemas.microsoft.com/office/drawing/2014/main" id="{291D97FA-A690-4766-9B1B-2D3A36D82674}"/>
              </a:ext>
            </a:extLst>
          </p:cNvPr>
          <p:cNvSpPr>
            <a:spLocks noGrp="1"/>
          </p:cNvSpPr>
          <p:nvPr/>
        </p:nvSpPr>
        <p:spPr>
          <a:xfrm>
            <a:off x="8286549" y="2686206"/>
            <a:ext cx="95250" cy="95250"/>
          </a:xfrm>
          <a:prstGeom prst="ellipse">
            <a:avLst/>
          </a:prstGeom>
          <a:solidFill>
            <a:srgbClr val="EBA84E"/>
          </a:solidFill>
          <a:ln w="0">
            <a:noFill/>
            <a:prstDash val="solid"/>
          </a:ln>
        </p:spPr>
        <p:txBody>
          <a:bodyPr/>
          <a:lstStyle/>
          <a:p>
            <a:endParaRPr lang="en-US" sz="1500"/>
          </a:p>
        </p:txBody>
      </p:sp>
      <p:sp>
        <p:nvSpPr>
          <p:cNvPr id="158" name="signal-3-1-3">
            <a:extLst>
              <a:ext uri="{FF2B5EF4-FFF2-40B4-BE49-F238E27FC236}">
                <a16:creationId xmlns:a16="http://schemas.microsoft.com/office/drawing/2014/main" id="{04A2188F-A123-4F41-84D1-3638973A401E}"/>
              </a:ext>
            </a:extLst>
          </p:cNvPr>
          <p:cNvSpPr>
            <a:spLocks noGrp="1"/>
          </p:cNvSpPr>
          <p:nvPr/>
        </p:nvSpPr>
        <p:spPr>
          <a:xfrm>
            <a:off x="8337746" y="3491789"/>
            <a:ext cx="95250" cy="95250"/>
          </a:xfrm>
          <a:prstGeom prst="ellipse">
            <a:avLst/>
          </a:prstGeom>
          <a:solidFill>
            <a:srgbClr val="EBA84E"/>
          </a:solidFill>
          <a:ln w="0">
            <a:noFill/>
            <a:prstDash val="solid"/>
          </a:ln>
        </p:spPr>
        <p:txBody>
          <a:bodyPr/>
          <a:lstStyle/>
          <a:p>
            <a:endParaRPr lang="en-US" sz="1500"/>
          </a:p>
        </p:txBody>
      </p:sp>
      <p:sp>
        <p:nvSpPr>
          <p:cNvPr id="159" name="signal-3-2-3">
            <a:extLst>
              <a:ext uri="{FF2B5EF4-FFF2-40B4-BE49-F238E27FC236}">
                <a16:creationId xmlns:a16="http://schemas.microsoft.com/office/drawing/2014/main" id="{71E15276-0FAD-4BCB-8B6F-01CA3D99E17D}"/>
              </a:ext>
            </a:extLst>
          </p:cNvPr>
          <p:cNvSpPr>
            <a:spLocks noGrp="1"/>
          </p:cNvSpPr>
          <p:nvPr/>
        </p:nvSpPr>
        <p:spPr>
          <a:xfrm>
            <a:off x="8377464" y="4253744"/>
            <a:ext cx="95250" cy="95250"/>
          </a:xfrm>
          <a:prstGeom prst="ellipse">
            <a:avLst/>
          </a:prstGeom>
          <a:solidFill>
            <a:srgbClr val="EBA84E"/>
          </a:solidFill>
          <a:ln w="0">
            <a:noFill/>
            <a:prstDash val="solid"/>
          </a:ln>
        </p:spPr>
        <p:txBody>
          <a:bodyPr/>
          <a:lstStyle/>
          <a:p>
            <a:endParaRPr lang="en-US" sz="1500"/>
          </a:p>
        </p:txBody>
      </p:sp>
      <p:sp>
        <p:nvSpPr>
          <p:cNvPr id="160" name="signal-3-3-3">
            <a:extLst>
              <a:ext uri="{FF2B5EF4-FFF2-40B4-BE49-F238E27FC236}">
                <a16:creationId xmlns:a16="http://schemas.microsoft.com/office/drawing/2014/main" id="{47D89E01-3459-4A78-955C-7D24942769FB}"/>
              </a:ext>
            </a:extLst>
          </p:cNvPr>
          <p:cNvSpPr>
            <a:spLocks noGrp="1"/>
          </p:cNvSpPr>
          <p:nvPr/>
        </p:nvSpPr>
        <p:spPr>
          <a:xfrm>
            <a:off x="8372740" y="4994035"/>
            <a:ext cx="95250" cy="95250"/>
          </a:xfrm>
          <a:prstGeom prst="ellipse">
            <a:avLst/>
          </a:prstGeom>
          <a:solidFill>
            <a:srgbClr val="EBA84E"/>
          </a:solidFill>
          <a:ln w="0">
            <a:noFill/>
            <a:prstDash val="solid"/>
          </a:ln>
        </p:spPr>
        <p:txBody>
          <a:bodyPr/>
          <a:lstStyle/>
          <a:p>
            <a:endParaRPr lang="en-US" sz="1500"/>
          </a:p>
        </p:txBody>
      </p:sp>
      <p:sp>
        <p:nvSpPr>
          <p:cNvPr id="161" name="signal-3-0-4">
            <a:extLst>
              <a:ext uri="{FF2B5EF4-FFF2-40B4-BE49-F238E27FC236}">
                <a16:creationId xmlns:a16="http://schemas.microsoft.com/office/drawing/2014/main" id="{4CC60E7E-E58E-49ED-B3D9-D5A653874118}"/>
              </a:ext>
            </a:extLst>
          </p:cNvPr>
          <p:cNvSpPr>
            <a:spLocks noGrp="1"/>
          </p:cNvSpPr>
          <p:nvPr/>
        </p:nvSpPr>
        <p:spPr>
          <a:xfrm>
            <a:off x="8246883" y="2720703"/>
            <a:ext cx="95250" cy="95250"/>
          </a:xfrm>
          <a:prstGeom prst="ellipse">
            <a:avLst/>
          </a:prstGeom>
          <a:solidFill>
            <a:srgbClr val="EBA84E"/>
          </a:solidFill>
          <a:ln w="0">
            <a:noFill/>
            <a:prstDash val="solid"/>
          </a:ln>
        </p:spPr>
        <p:txBody>
          <a:bodyPr/>
          <a:lstStyle/>
          <a:p>
            <a:endParaRPr lang="en-US" sz="1500"/>
          </a:p>
        </p:txBody>
      </p:sp>
      <p:sp>
        <p:nvSpPr>
          <p:cNvPr id="162" name="signal-3-1-4">
            <a:extLst>
              <a:ext uri="{FF2B5EF4-FFF2-40B4-BE49-F238E27FC236}">
                <a16:creationId xmlns:a16="http://schemas.microsoft.com/office/drawing/2014/main" id="{64B4ADEB-6141-4ECF-BA39-14B55A9D27CB}"/>
              </a:ext>
            </a:extLst>
          </p:cNvPr>
          <p:cNvSpPr>
            <a:spLocks noGrp="1"/>
          </p:cNvSpPr>
          <p:nvPr/>
        </p:nvSpPr>
        <p:spPr>
          <a:xfrm>
            <a:off x="8290993" y="3554716"/>
            <a:ext cx="95250" cy="95250"/>
          </a:xfrm>
          <a:prstGeom prst="ellipse">
            <a:avLst/>
          </a:prstGeom>
          <a:solidFill>
            <a:srgbClr val="EBA84E"/>
          </a:solidFill>
          <a:ln w="0">
            <a:noFill/>
            <a:prstDash val="solid"/>
          </a:ln>
        </p:spPr>
        <p:txBody>
          <a:bodyPr/>
          <a:lstStyle/>
          <a:p>
            <a:endParaRPr lang="en-US" sz="1500"/>
          </a:p>
        </p:txBody>
      </p:sp>
      <p:sp>
        <p:nvSpPr>
          <p:cNvPr id="163" name="signal-3-2-4">
            <a:extLst>
              <a:ext uri="{FF2B5EF4-FFF2-40B4-BE49-F238E27FC236}">
                <a16:creationId xmlns:a16="http://schemas.microsoft.com/office/drawing/2014/main" id="{64E9752B-A682-41FC-BF34-ED2EDA3D157E}"/>
              </a:ext>
            </a:extLst>
          </p:cNvPr>
          <p:cNvSpPr>
            <a:spLocks noGrp="1"/>
          </p:cNvSpPr>
          <p:nvPr/>
        </p:nvSpPr>
        <p:spPr>
          <a:xfrm>
            <a:off x="8342327" y="4356666"/>
            <a:ext cx="95250" cy="95250"/>
          </a:xfrm>
          <a:prstGeom prst="ellipse">
            <a:avLst/>
          </a:prstGeom>
          <a:solidFill>
            <a:srgbClr val="EBA84E"/>
          </a:solidFill>
          <a:ln w="0">
            <a:noFill/>
            <a:prstDash val="solid"/>
          </a:ln>
        </p:spPr>
        <p:txBody>
          <a:bodyPr/>
          <a:lstStyle/>
          <a:p>
            <a:endParaRPr lang="en-US" sz="1500"/>
          </a:p>
        </p:txBody>
      </p:sp>
      <p:sp>
        <p:nvSpPr>
          <p:cNvPr id="164" name="signal-3-3-4">
            <a:extLst>
              <a:ext uri="{FF2B5EF4-FFF2-40B4-BE49-F238E27FC236}">
                <a16:creationId xmlns:a16="http://schemas.microsoft.com/office/drawing/2014/main" id="{C8BDBAA7-5571-4F12-8929-36B68398FC57}"/>
              </a:ext>
            </a:extLst>
          </p:cNvPr>
          <p:cNvSpPr>
            <a:spLocks noGrp="1"/>
          </p:cNvSpPr>
          <p:nvPr/>
        </p:nvSpPr>
        <p:spPr>
          <a:xfrm>
            <a:off x="8379234" y="5114919"/>
            <a:ext cx="95250" cy="95250"/>
          </a:xfrm>
          <a:prstGeom prst="ellipse">
            <a:avLst/>
          </a:prstGeom>
          <a:solidFill>
            <a:srgbClr val="EBA84E"/>
          </a:solidFill>
          <a:ln w="0">
            <a:noFill/>
            <a:prstDash val="solid"/>
          </a:ln>
        </p:spPr>
        <p:txBody>
          <a:bodyPr/>
          <a:lstStyle/>
          <a:p>
            <a:endParaRPr lang="en-US" sz="1500"/>
          </a:p>
        </p:txBody>
      </p:sp>
    </p:spTree>
    <p:extLst>
      <p:ext uri="{BB962C8B-B14F-4D97-AF65-F5344CB8AC3E}">
        <p14:creationId xmlns:p14="http://schemas.microsoft.com/office/powerpoint/2010/main" val="93453579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5"/>
                                        </p:tgtEl>
                                        <p:attrNameLst>
                                          <p:attrName>style.visibility</p:attrName>
                                        </p:attrNameLst>
                                      </p:cBhvr>
                                      <p:to>
                                        <p:strVal val="visible"/>
                                      </p:to>
                                    </p:set>
                                  </p:childTnLst>
                                </p:cTn>
                              </p:par>
                              <p:par>
                                <p:cTn id="13" presetID="0" presetClass="path" presetSubtype="0" fill="hold" nodeType="withEffect">
                                  <p:stCondLst>
                                    <p:cond delay="0"/>
                                  </p:stCondLst>
                                  <p:childTnLst>
                                    <p:animMotion origin="layout" path="M 0 0 L 0.122612770 -0.052476247 E" pathEditMode="relative" rAng="0">
                                      <p:cBhvr additive="base">
                                        <p:cTn id="14" dur="1000" fill="hold">
                                          <p:stCondLst>
                                            <p:cond delay="0"/>
                                          </p:stCondLst>
                                        </p:cTn>
                                        <p:tgtEl>
                                          <p:spTgt spid="125"/>
                                        </p:tgtEl>
                                      </p:cBhvr>
                                      <p:rCtr x="0" y="0"/>
                                    </p:animMotion>
                                  </p:childTnLst>
                                </p:cTn>
                              </p:par>
                              <p:par>
                                <p:cTn id="15" presetID="1" presetClass="exit" presetSubtype="0" fill="hold" nodeType="withEffect">
                                  <p:stCondLst>
                                    <p:cond delay="1000"/>
                                  </p:stCondLst>
                                  <p:childTnLst>
                                    <p:set>
                                      <p:cBhvr>
                                        <p:cTn id="16" dur="1" fill="hold">
                                          <p:stCondLst>
                                            <p:cond delay="0"/>
                                          </p:stCondLst>
                                        </p:cTn>
                                        <p:tgtEl>
                                          <p:spTgt spid="125"/>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126"/>
                                        </p:tgtEl>
                                        <p:attrNameLst>
                                          <p:attrName>style.visibility</p:attrName>
                                        </p:attrNameLst>
                                      </p:cBhvr>
                                      <p:to>
                                        <p:strVal val="visible"/>
                                      </p:to>
                                    </p:set>
                                  </p:childTnLst>
                                </p:cTn>
                              </p:par>
                              <p:par>
                                <p:cTn id="19" presetID="0" presetClass="path" presetSubtype="0" fill="hold" nodeType="withEffect">
                                  <p:stCondLst>
                                    <p:cond delay="0"/>
                                  </p:stCondLst>
                                  <p:childTnLst>
                                    <p:animMotion origin="layout" path="M 0 0 L 0.133000305 -0.188280267 E" pathEditMode="relative" rAng="0">
                                      <p:cBhvr additive="base">
                                        <p:cTn id="20" dur="1000" fill="hold">
                                          <p:stCondLst>
                                            <p:cond delay="0"/>
                                          </p:stCondLst>
                                        </p:cTn>
                                        <p:tgtEl>
                                          <p:spTgt spid="126"/>
                                        </p:tgtEl>
                                      </p:cBhvr>
                                      <p:rCtr x="0" y="0"/>
                                    </p:animMotion>
                                  </p:childTnLst>
                                </p:cTn>
                              </p:par>
                              <p:par>
                                <p:cTn id="21" presetID="1" presetClass="exit" presetSubtype="0" fill="hold" nodeType="withEffect">
                                  <p:stCondLst>
                                    <p:cond delay="1000"/>
                                  </p:stCondLst>
                                  <p:childTnLst>
                                    <p:set>
                                      <p:cBhvr>
                                        <p:cTn id="22" dur="1" fill="hold">
                                          <p:stCondLst>
                                            <p:cond delay="0"/>
                                          </p:stCondLst>
                                        </p:cTn>
                                        <p:tgtEl>
                                          <p:spTgt spid="126"/>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127"/>
                                        </p:tgtEl>
                                        <p:attrNameLst>
                                          <p:attrName>style.visibility</p:attrName>
                                        </p:attrNameLst>
                                      </p:cBhvr>
                                      <p:to>
                                        <p:strVal val="visible"/>
                                      </p:to>
                                    </p:set>
                                  </p:childTnLst>
                                </p:cTn>
                              </p:par>
                              <p:par>
                                <p:cTn id="25" presetID="0" presetClass="path" presetSubtype="0" fill="hold" nodeType="withEffect">
                                  <p:stCondLst>
                                    <p:cond delay="0"/>
                                  </p:stCondLst>
                                  <p:childTnLst>
                                    <p:animMotion origin="layout" path="M 0 0 L 0.122612770 0.052476247 E" pathEditMode="relative" rAng="0">
                                      <p:cBhvr additive="base">
                                        <p:cTn id="26" dur="1000" fill="hold">
                                          <p:stCondLst>
                                            <p:cond delay="0"/>
                                          </p:stCondLst>
                                        </p:cTn>
                                        <p:tgtEl>
                                          <p:spTgt spid="127"/>
                                        </p:tgtEl>
                                      </p:cBhvr>
                                      <p:rCtr x="0" y="0"/>
                                    </p:animMotion>
                                  </p:childTnLst>
                                </p:cTn>
                              </p:par>
                              <p:par>
                                <p:cTn id="27" presetID="1" presetClass="exit" presetSubtype="0" fill="hold" nodeType="withEffect">
                                  <p:stCondLst>
                                    <p:cond delay="1000"/>
                                  </p:stCondLst>
                                  <p:childTnLst>
                                    <p:set>
                                      <p:cBhvr>
                                        <p:cTn id="28" dur="1" fill="hold">
                                          <p:stCondLst>
                                            <p:cond delay="0"/>
                                          </p:stCondLst>
                                        </p:cTn>
                                        <p:tgtEl>
                                          <p:spTgt spid="127"/>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28"/>
                                        </p:tgtEl>
                                        <p:attrNameLst>
                                          <p:attrName>style.visibility</p:attrName>
                                        </p:attrNameLst>
                                      </p:cBhvr>
                                      <p:to>
                                        <p:strVal val="visible"/>
                                      </p:to>
                                    </p:set>
                                  </p:childTnLst>
                                </p:cTn>
                              </p:par>
                              <p:par>
                                <p:cTn id="31" presetID="0" presetClass="path" presetSubtype="0" fill="hold" nodeType="withEffect">
                                  <p:stCondLst>
                                    <p:cond delay="0"/>
                                  </p:stCondLst>
                                  <p:childTnLst>
                                    <p:animMotion origin="layout" path="M 0 0 L 0.123617619 -0.069185170 E" pathEditMode="relative" rAng="0">
                                      <p:cBhvr additive="base">
                                        <p:cTn id="32" dur="1000" fill="hold">
                                          <p:stCondLst>
                                            <p:cond delay="0"/>
                                          </p:stCondLst>
                                        </p:cTn>
                                        <p:tgtEl>
                                          <p:spTgt spid="128"/>
                                        </p:tgtEl>
                                      </p:cBhvr>
                                      <p:rCtr x="0" y="0"/>
                                    </p:animMotion>
                                  </p:childTnLst>
                                </p:cTn>
                              </p:par>
                              <p:par>
                                <p:cTn id="33" presetID="1" presetClass="exit" presetSubtype="0" fill="hold" nodeType="withEffect">
                                  <p:stCondLst>
                                    <p:cond delay="1000"/>
                                  </p:stCondLst>
                                  <p:childTnLst>
                                    <p:set>
                                      <p:cBhvr>
                                        <p:cTn id="34" dur="1" fill="hold">
                                          <p:stCondLst>
                                            <p:cond delay="0"/>
                                          </p:stCondLst>
                                        </p:cTn>
                                        <p:tgtEl>
                                          <p:spTgt spid="128"/>
                                        </p:tgtEl>
                                        <p:attrNameLst>
                                          <p:attrName>style.visibility</p:attrName>
                                        </p:attrNameLst>
                                      </p:cBhvr>
                                      <p:to>
                                        <p:strVal val="hidden"/>
                                      </p:to>
                                    </p:set>
                                  </p:childTnLst>
                                </p:cTn>
                              </p:par>
                              <p:par>
                                <p:cTn id="35" presetID="1" presetClass="entr" presetSubtype="0" fill="hold" nodeType="withEffect">
                                  <p:stCondLst>
                                    <p:cond delay="0"/>
                                  </p:stCondLst>
                                  <p:childTnLst>
                                    <p:set>
                                      <p:cBhvr>
                                        <p:cTn id="36" dur="1" fill="hold">
                                          <p:stCondLst>
                                            <p:cond delay="0"/>
                                          </p:stCondLst>
                                        </p:cTn>
                                        <p:tgtEl>
                                          <p:spTgt spid="129"/>
                                        </p:tgtEl>
                                        <p:attrNameLst>
                                          <p:attrName>style.visibility</p:attrName>
                                        </p:attrNameLst>
                                      </p:cBhvr>
                                      <p:to>
                                        <p:strVal val="visible"/>
                                      </p:to>
                                    </p:set>
                                  </p:childTnLst>
                                </p:cTn>
                              </p:par>
                              <p:par>
                                <p:cTn id="37" presetID="0" presetClass="path" presetSubtype="0" fill="hold" nodeType="withEffect">
                                  <p:stCondLst>
                                    <p:cond delay="0"/>
                                  </p:stCondLst>
                                  <p:childTnLst>
                                    <p:animMotion origin="layout" path="M 0 0 L 0.131447230 0.168771752 E" pathEditMode="relative" rAng="0">
                                      <p:cBhvr additive="base">
                                        <p:cTn id="38" dur="1000" fill="hold">
                                          <p:stCondLst>
                                            <p:cond delay="0"/>
                                          </p:stCondLst>
                                        </p:cTn>
                                        <p:tgtEl>
                                          <p:spTgt spid="129"/>
                                        </p:tgtEl>
                                      </p:cBhvr>
                                      <p:rCtr x="0" y="0"/>
                                    </p:animMotion>
                                  </p:childTnLst>
                                </p:cTn>
                              </p:par>
                              <p:par>
                                <p:cTn id="39" presetID="1" presetClass="exit" presetSubtype="0" fill="hold" nodeType="withEffect">
                                  <p:stCondLst>
                                    <p:cond delay="1000"/>
                                  </p:stCondLst>
                                  <p:childTnLst>
                                    <p:set>
                                      <p:cBhvr>
                                        <p:cTn id="40" dur="1" fill="hold">
                                          <p:stCondLst>
                                            <p:cond delay="0"/>
                                          </p:stCondLst>
                                        </p:cTn>
                                        <p:tgtEl>
                                          <p:spTgt spid="129"/>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130"/>
                                        </p:tgtEl>
                                        <p:attrNameLst>
                                          <p:attrName>style.visibility</p:attrName>
                                        </p:attrNameLst>
                                      </p:cBhvr>
                                      <p:to>
                                        <p:strVal val="visible"/>
                                      </p:to>
                                    </p:set>
                                  </p:childTnLst>
                                </p:cTn>
                              </p:par>
                              <p:par>
                                <p:cTn id="43" presetID="0" presetClass="path" presetSubtype="0" fill="hold" nodeType="withEffect">
                                  <p:stCondLst>
                                    <p:cond delay="0"/>
                                  </p:stCondLst>
                                  <p:childTnLst>
                                    <p:animMotion origin="layout" path="M 0 0 L 0.121837832 0.036100098 E" pathEditMode="relative" rAng="0">
                                      <p:cBhvr additive="base">
                                        <p:cTn id="44" dur="1000" fill="hold">
                                          <p:stCondLst>
                                            <p:cond delay="0"/>
                                          </p:stCondLst>
                                        </p:cTn>
                                        <p:tgtEl>
                                          <p:spTgt spid="130"/>
                                        </p:tgtEl>
                                      </p:cBhvr>
                                      <p:rCtr x="0" y="0"/>
                                    </p:animMotion>
                                  </p:childTnLst>
                                </p:cTn>
                              </p:par>
                              <p:par>
                                <p:cTn id="45" presetID="1" presetClass="exit" presetSubtype="0" fill="hold" nodeType="withEffect">
                                  <p:stCondLst>
                                    <p:cond delay="1000"/>
                                  </p:stCondLst>
                                  <p:childTnLst>
                                    <p:set>
                                      <p:cBhvr>
                                        <p:cTn id="46" dur="1" fill="hold">
                                          <p:stCondLst>
                                            <p:cond delay="0"/>
                                          </p:stCondLst>
                                        </p:cTn>
                                        <p:tgtEl>
                                          <p:spTgt spid="130"/>
                                        </p:tgtEl>
                                        <p:attrNameLst>
                                          <p:attrName>style.visibility</p:attrName>
                                        </p:attrNameLst>
                                      </p:cBhvr>
                                      <p:to>
                                        <p:strVal val="hidden"/>
                                      </p:to>
                                    </p:set>
                                  </p:childTnLst>
                                </p:cTn>
                              </p:par>
                              <p:par>
                                <p:cTn id="47" presetID="1" presetClass="entr" presetSubtype="0" fill="hold" nodeType="withEffect">
                                  <p:stCondLst>
                                    <p:cond delay="1100"/>
                                  </p:stCondLst>
                                  <p:childTnLst>
                                    <p:set>
                                      <p:cBhvr>
                                        <p:cTn id="48" dur="1" fill="hold">
                                          <p:stCondLst>
                                            <p:cond delay="0"/>
                                          </p:stCondLst>
                                        </p:cTn>
                                        <p:tgtEl>
                                          <p:spTgt spid="122"/>
                                        </p:tgtEl>
                                        <p:attrNameLst>
                                          <p:attrName>style.visibility</p:attrName>
                                        </p:attrNameLst>
                                      </p:cBhvr>
                                      <p:to>
                                        <p:strVal val="visible"/>
                                      </p:to>
                                    </p:set>
                                  </p:childTnLst>
                                </p:cTn>
                              </p:par>
                              <p:par>
                                <p:cTn id="49" presetID="1" presetClass="entr" presetSubtype="0" fill="hold" nodeType="withEffect">
                                  <p:stCondLst>
                                    <p:cond delay="1100"/>
                                  </p:stCondLst>
                                  <p:childTnLst>
                                    <p:set>
                                      <p:cBhvr>
                                        <p:cTn id="50" dur="1" fill="hold">
                                          <p:stCondLst>
                                            <p:cond delay="0"/>
                                          </p:stCondLst>
                                        </p:cTn>
                                        <p:tgtEl>
                                          <p:spTgt spid="121"/>
                                        </p:tgtEl>
                                        <p:attrNameLst>
                                          <p:attrName>style.visibility</p:attrName>
                                        </p:attrNameLst>
                                      </p:cBhvr>
                                      <p:to>
                                        <p:strVal val="visible"/>
                                      </p:to>
                                    </p:set>
                                  </p:childTnLst>
                                </p:cTn>
                              </p:par>
                              <p:par>
                                <p:cTn id="51" presetID="1" presetClass="entr" presetSubtype="0" fill="hold" nodeType="withEffect">
                                  <p:stCondLst>
                                    <p:cond delay="1100"/>
                                  </p:stCondLst>
                                  <p:childTnLst>
                                    <p:set>
                                      <p:cBhvr>
                                        <p:cTn id="52" dur="1" fill="hold">
                                          <p:stCondLst>
                                            <p:cond delay="0"/>
                                          </p:stCondLst>
                                        </p:cTn>
                                        <p:tgtEl>
                                          <p:spTgt spid="10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0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0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31"/>
                                        </p:tgtEl>
                                        <p:attrNameLst>
                                          <p:attrName>style.visibility</p:attrName>
                                        </p:attrNameLst>
                                      </p:cBhvr>
                                      <p:to>
                                        <p:strVal val="visible"/>
                                      </p:to>
                                    </p:set>
                                  </p:childTnLst>
                                </p:cTn>
                              </p:par>
                              <p:par>
                                <p:cTn id="63" presetID="0" presetClass="path" presetSubtype="0" fill="hold" nodeType="withEffect">
                                  <p:stCondLst>
                                    <p:cond delay="0"/>
                                  </p:stCondLst>
                                  <p:childTnLst>
                                    <p:animMotion origin="layout" path="M 0 0 L 0.122194251 0.044251416 E" pathEditMode="relative" rAng="0">
                                      <p:cBhvr additive="base">
                                        <p:cTn id="64" dur="1000" fill="hold">
                                          <p:stCondLst>
                                            <p:cond delay="0"/>
                                          </p:stCondLst>
                                        </p:cTn>
                                        <p:tgtEl>
                                          <p:spTgt spid="131"/>
                                        </p:tgtEl>
                                      </p:cBhvr>
                                      <p:rCtr x="0" y="0"/>
                                    </p:animMotion>
                                  </p:childTnLst>
                                </p:cTn>
                              </p:par>
                              <p:par>
                                <p:cTn id="65" presetID="1" presetClass="exit" presetSubtype="0" fill="hold" nodeType="withEffect">
                                  <p:stCondLst>
                                    <p:cond delay="1000"/>
                                  </p:stCondLst>
                                  <p:childTnLst>
                                    <p:set>
                                      <p:cBhvr>
                                        <p:cTn id="66" dur="1" fill="hold">
                                          <p:stCondLst>
                                            <p:cond delay="0"/>
                                          </p:stCondLst>
                                        </p:cTn>
                                        <p:tgtEl>
                                          <p:spTgt spid="131"/>
                                        </p:tgtEl>
                                        <p:attrNameLst>
                                          <p:attrName>style.visibility</p:attrName>
                                        </p:attrNameLst>
                                      </p:cBhvr>
                                      <p:to>
                                        <p:strVal val="hidden"/>
                                      </p:to>
                                    </p:set>
                                  </p:childTnLst>
                                </p:cTn>
                              </p:par>
                              <p:par>
                                <p:cTn id="67" presetID="1" presetClass="entr" presetSubtype="0" fill="hold" nodeType="withEffect">
                                  <p:stCondLst>
                                    <p:cond delay="0"/>
                                  </p:stCondLst>
                                  <p:childTnLst>
                                    <p:set>
                                      <p:cBhvr>
                                        <p:cTn id="68" dur="1" fill="hold">
                                          <p:stCondLst>
                                            <p:cond delay="0"/>
                                          </p:stCondLst>
                                        </p:cTn>
                                        <p:tgtEl>
                                          <p:spTgt spid="132"/>
                                        </p:tgtEl>
                                        <p:attrNameLst>
                                          <p:attrName>style.visibility</p:attrName>
                                        </p:attrNameLst>
                                      </p:cBhvr>
                                      <p:to>
                                        <p:strVal val="visible"/>
                                      </p:to>
                                    </p:set>
                                  </p:childTnLst>
                                </p:cTn>
                              </p:par>
                              <p:par>
                                <p:cTn id="69" presetID="0" presetClass="path" presetSubtype="0" fill="hold" nodeType="withEffect">
                                  <p:stCondLst>
                                    <p:cond delay="0"/>
                                  </p:stCondLst>
                                  <p:childTnLst>
                                    <p:animMotion origin="layout" path="M 0 0 L 0.123088864 -0.060784624 E" pathEditMode="relative" rAng="0">
                                      <p:cBhvr additive="base">
                                        <p:cTn id="70" dur="1000" fill="hold">
                                          <p:stCondLst>
                                            <p:cond delay="0"/>
                                          </p:stCondLst>
                                        </p:cTn>
                                        <p:tgtEl>
                                          <p:spTgt spid="132"/>
                                        </p:tgtEl>
                                      </p:cBhvr>
                                      <p:rCtr x="0" y="0"/>
                                    </p:animMotion>
                                  </p:childTnLst>
                                </p:cTn>
                              </p:par>
                              <p:par>
                                <p:cTn id="71" presetID="1" presetClass="exit" presetSubtype="0" fill="hold" nodeType="withEffect">
                                  <p:stCondLst>
                                    <p:cond delay="1000"/>
                                  </p:stCondLst>
                                  <p:childTnLst>
                                    <p:set>
                                      <p:cBhvr>
                                        <p:cTn id="72" dur="1" fill="hold">
                                          <p:stCondLst>
                                            <p:cond delay="0"/>
                                          </p:stCondLst>
                                        </p:cTn>
                                        <p:tgtEl>
                                          <p:spTgt spid="132"/>
                                        </p:tgtEl>
                                        <p:attrNameLst>
                                          <p:attrName>style.visibility</p:attrName>
                                        </p:attrNameLst>
                                      </p:cBhvr>
                                      <p:to>
                                        <p:strVal val="hidden"/>
                                      </p:to>
                                    </p:set>
                                  </p:childTnLst>
                                </p:cTn>
                              </p:par>
                              <p:par>
                                <p:cTn id="73" presetID="1" presetClass="entr" presetSubtype="0" fill="hold" nodeType="withEffect">
                                  <p:stCondLst>
                                    <p:cond delay="0"/>
                                  </p:stCondLst>
                                  <p:childTnLst>
                                    <p:set>
                                      <p:cBhvr>
                                        <p:cTn id="74" dur="1" fill="hold">
                                          <p:stCondLst>
                                            <p:cond delay="0"/>
                                          </p:stCondLst>
                                        </p:cTn>
                                        <p:tgtEl>
                                          <p:spTgt spid="133"/>
                                        </p:tgtEl>
                                        <p:attrNameLst>
                                          <p:attrName>style.visibility</p:attrName>
                                        </p:attrNameLst>
                                      </p:cBhvr>
                                      <p:to>
                                        <p:strVal val="visible"/>
                                      </p:to>
                                    </p:set>
                                  </p:childTnLst>
                                </p:cTn>
                              </p:par>
                              <p:par>
                                <p:cTn id="75" presetID="0" presetClass="path" presetSubtype="0" fill="hold" nodeType="withEffect">
                                  <p:stCondLst>
                                    <p:cond delay="0"/>
                                  </p:stCondLst>
                                  <p:childTnLst>
                                    <p:animMotion origin="layout" path="M 0 0 L 0.132225592 -0.178477342 E" pathEditMode="relative" rAng="0">
                                      <p:cBhvr additive="base">
                                        <p:cTn id="76" dur="1000" fill="hold">
                                          <p:stCondLst>
                                            <p:cond delay="0"/>
                                          </p:stCondLst>
                                        </p:cTn>
                                        <p:tgtEl>
                                          <p:spTgt spid="133"/>
                                        </p:tgtEl>
                                      </p:cBhvr>
                                      <p:rCtr x="0" y="0"/>
                                    </p:animMotion>
                                  </p:childTnLst>
                                </p:cTn>
                              </p:par>
                              <p:par>
                                <p:cTn id="77" presetID="1" presetClass="exit" presetSubtype="0" fill="hold" nodeType="withEffect">
                                  <p:stCondLst>
                                    <p:cond delay="1000"/>
                                  </p:stCondLst>
                                  <p:childTnLst>
                                    <p:set>
                                      <p:cBhvr>
                                        <p:cTn id="78" dur="1" fill="hold">
                                          <p:stCondLst>
                                            <p:cond delay="0"/>
                                          </p:stCondLst>
                                        </p:cTn>
                                        <p:tgtEl>
                                          <p:spTgt spid="133"/>
                                        </p:tgtEl>
                                        <p:attrNameLst>
                                          <p:attrName>style.visibility</p:attrName>
                                        </p:attrNameLst>
                                      </p:cBhvr>
                                      <p:to>
                                        <p:strVal val="hidden"/>
                                      </p:to>
                                    </p:set>
                                  </p:childTnLst>
                                </p:cTn>
                              </p:par>
                              <p:par>
                                <p:cTn id="79" presetID="1" presetClass="entr" presetSubtype="0" fill="hold" nodeType="withEffect">
                                  <p:stCondLst>
                                    <p:cond delay="0"/>
                                  </p:stCondLst>
                                  <p:childTnLst>
                                    <p:set>
                                      <p:cBhvr>
                                        <p:cTn id="80" dur="1" fill="hold">
                                          <p:stCondLst>
                                            <p:cond delay="0"/>
                                          </p:stCondLst>
                                        </p:cTn>
                                        <p:tgtEl>
                                          <p:spTgt spid="134"/>
                                        </p:tgtEl>
                                        <p:attrNameLst>
                                          <p:attrName>style.visibility</p:attrName>
                                        </p:attrNameLst>
                                      </p:cBhvr>
                                      <p:to>
                                        <p:strVal val="visible"/>
                                      </p:to>
                                    </p:set>
                                  </p:childTnLst>
                                </p:cTn>
                              </p:par>
                              <p:par>
                                <p:cTn id="81" presetID="0" presetClass="path" presetSubtype="0" fill="hold" nodeType="withEffect">
                                  <p:stCondLst>
                                    <p:cond delay="0"/>
                                  </p:stCondLst>
                                  <p:childTnLst>
                                    <p:animMotion origin="layout" path="M 0 0 L 0.132225592 0.178477342 E" pathEditMode="relative" rAng="0">
                                      <p:cBhvr additive="base">
                                        <p:cTn id="82" dur="1000" fill="hold">
                                          <p:stCondLst>
                                            <p:cond delay="0"/>
                                          </p:stCondLst>
                                        </p:cTn>
                                        <p:tgtEl>
                                          <p:spTgt spid="134"/>
                                        </p:tgtEl>
                                      </p:cBhvr>
                                      <p:rCtr x="0" y="0"/>
                                    </p:animMotion>
                                  </p:childTnLst>
                                </p:cTn>
                              </p:par>
                              <p:par>
                                <p:cTn id="83" presetID="1" presetClass="exit" presetSubtype="0" fill="hold" nodeType="withEffect">
                                  <p:stCondLst>
                                    <p:cond delay="1000"/>
                                  </p:stCondLst>
                                  <p:childTnLst>
                                    <p:set>
                                      <p:cBhvr>
                                        <p:cTn id="84" dur="1" fill="hold">
                                          <p:stCondLst>
                                            <p:cond delay="0"/>
                                          </p:stCondLst>
                                        </p:cTn>
                                        <p:tgtEl>
                                          <p:spTgt spid="134"/>
                                        </p:tgtEl>
                                        <p:attrNameLst>
                                          <p:attrName>style.visibility</p:attrName>
                                        </p:attrNameLst>
                                      </p:cBhvr>
                                      <p:to>
                                        <p:strVal val="hidden"/>
                                      </p:to>
                                    </p:set>
                                  </p:childTnLst>
                                </p:cTn>
                              </p:par>
                              <p:par>
                                <p:cTn id="85" presetID="1" presetClass="entr" presetSubtype="0" fill="hold" nodeType="withEffect">
                                  <p:stCondLst>
                                    <p:cond delay="0"/>
                                  </p:stCondLst>
                                  <p:childTnLst>
                                    <p:set>
                                      <p:cBhvr>
                                        <p:cTn id="86" dur="1" fill="hold">
                                          <p:stCondLst>
                                            <p:cond delay="0"/>
                                          </p:stCondLst>
                                        </p:cTn>
                                        <p:tgtEl>
                                          <p:spTgt spid="135"/>
                                        </p:tgtEl>
                                        <p:attrNameLst>
                                          <p:attrName>style.visibility</p:attrName>
                                        </p:attrNameLst>
                                      </p:cBhvr>
                                      <p:to>
                                        <p:strVal val="visible"/>
                                      </p:to>
                                    </p:set>
                                  </p:childTnLst>
                                </p:cTn>
                              </p:par>
                              <p:par>
                                <p:cTn id="87" presetID="0" presetClass="path" presetSubtype="0" fill="hold" nodeType="withEffect">
                                  <p:stCondLst>
                                    <p:cond delay="0"/>
                                  </p:stCondLst>
                                  <p:childTnLst>
                                    <p:animMotion origin="layout" path="M 0 0 L 0.123088864 0.060784624 E" pathEditMode="relative" rAng="0">
                                      <p:cBhvr additive="base">
                                        <p:cTn id="88" dur="1000" fill="hold">
                                          <p:stCondLst>
                                            <p:cond delay="0"/>
                                          </p:stCondLst>
                                        </p:cTn>
                                        <p:tgtEl>
                                          <p:spTgt spid="135"/>
                                        </p:tgtEl>
                                      </p:cBhvr>
                                      <p:rCtr x="0" y="0"/>
                                    </p:animMotion>
                                  </p:childTnLst>
                                </p:cTn>
                              </p:par>
                              <p:par>
                                <p:cTn id="89" presetID="1" presetClass="exit" presetSubtype="0" fill="hold" nodeType="withEffect">
                                  <p:stCondLst>
                                    <p:cond delay="1000"/>
                                  </p:stCondLst>
                                  <p:childTnLst>
                                    <p:set>
                                      <p:cBhvr>
                                        <p:cTn id="90" dur="1" fill="hold">
                                          <p:stCondLst>
                                            <p:cond delay="0"/>
                                          </p:stCondLst>
                                        </p:cTn>
                                        <p:tgtEl>
                                          <p:spTgt spid="135"/>
                                        </p:tgtEl>
                                        <p:attrNameLst>
                                          <p:attrName>style.visibility</p:attrName>
                                        </p:attrNameLst>
                                      </p:cBhvr>
                                      <p:to>
                                        <p:strVal val="hidden"/>
                                      </p:to>
                                    </p:set>
                                  </p:childTnLst>
                                </p:cTn>
                              </p:par>
                              <p:par>
                                <p:cTn id="91" presetID="1" presetClass="entr" presetSubtype="0" fill="hold" nodeType="withEffect">
                                  <p:stCondLst>
                                    <p:cond delay="0"/>
                                  </p:stCondLst>
                                  <p:childTnLst>
                                    <p:set>
                                      <p:cBhvr>
                                        <p:cTn id="92" dur="1" fill="hold">
                                          <p:stCondLst>
                                            <p:cond delay="0"/>
                                          </p:stCondLst>
                                        </p:cTn>
                                        <p:tgtEl>
                                          <p:spTgt spid="136"/>
                                        </p:tgtEl>
                                        <p:attrNameLst>
                                          <p:attrName>style.visibility</p:attrName>
                                        </p:attrNameLst>
                                      </p:cBhvr>
                                      <p:to>
                                        <p:strVal val="visible"/>
                                      </p:to>
                                    </p:set>
                                  </p:childTnLst>
                                </p:cTn>
                              </p:par>
                              <p:par>
                                <p:cTn id="93" presetID="0" presetClass="path" presetSubtype="0" fill="hold" nodeType="withEffect">
                                  <p:stCondLst>
                                    <p:cond delay="0"/>
                                  </p:stCondLst>
                                  <p:childTnLst>
                                    <p:animMotion origin="layout" path="M 0 0 L 0.122194251 -0.044251416 E" pathEditMode="relative" rAng="0">
                                      <p:cBhvr additive="base">
                                        <p:cTn id="94" dur="1000" fill="hold">
                                          <p:stCondLst>
                                            <p:cond delay="0"/>
                                          </p:stCondLst>
                                        </p:cTn>
                                        <p:tgtEl>
                                          <p:spTgt spid="136"/>
                                        </p:tgtEl>
                                      </p:cBhvr>
                                      <p:rCtr x="0" y="0"/>
                                    </p:animMotion>
                                  </p:childTnLst>
                                </p:cTn>
                              </p:par>
                              <p:par>
                                <p:cTn id="95" presetID="1" presetClass="exit" presetSubtype="0" fill="hold" nodeType="withEffect">
                                  <p:stCondLst>
                                    <p:cond delay="1000"/>
                                  </p:stCondLst>
                                  <p:childTnLst>
                                    <p:set>
                                      <p:cBhvr>
                                        <p:cTn id="96" dur="1" fill="hold">
                                          <p:stCondLst>
                                            <p:cond delay="0"/>
                                          </p:stCondLst>
                                        </p:cTn>
                                        <p:tgtEl>
                                          <p:spTgt spid="136"/>
                                        </p:tgtEl>
                                        <p:attrNameLst>
                                          <p:attrName>style.visibility</p:attrName>
                                        </p:attrNameLst>
                                      </p:cBhvr>
                                      <p:to>
                                        <p:strVal val="hidden"/>
                                      </p:to>
                                    </p:set>
                                  </p:childTnLst>
                                </p:cTn>
                              </p:par>
                              <p:par>
                                <p:cTn id="97" presetID="1" presetClass="entr" presetSubtype="0" fill="hold" nodeType="withEffect">
                                  <p:stCondLst>
                                    <p:cond delay="1100"/>
                                  </p:stCondLst>
                                  <p:childTnLst>
                                    <p:set>
                                      <p:cBhvr>
                                        <p:cTn id="98" dur="1" fill="hold">
                                          <p:stCondLst>
                                            <p:cond delay="0"/>
                                          </p:stCondLst>
                                        </p:cTn>
                                        <p:tgtEl>
                                          <p:spTgt spid="110"/>
                                        </p:tgtEl>
                                        <p:attrNameLst>
                                          <p:attrName>style.visibility</p:attrName>
                                        </p:attrNameLst>
                                      </p:cBhvr>
                                      <p:to>
                                        <p:strVal val="visible"/>
                                      </p:to>
                                    </p:set>
                                  </p:childTnLst>
                                </p:cTn>
                              </p:par>
                              <p:par>
                                <p:cTn id="99" presetID="1" presetClass="entr" presetSubtype="0" fill="hold" nodeType="withEffect">
                                  <p:stCondLst>
                                    <p:cond delay="1100"/>
                                  </p:stCondLst>
                                  <p:childTnLst>
                                    <p:set>
                                      <p:cBhvr>
                                        <p:cTn id="100" dur="1" fill="hold">
                                          <p:stCondLst>
                                            <p:cond delay="0"/>
                                          </p:stCondLst>
                                        </p:cTn>
                                        <p:tgtEl>
                                          <p:spTgt spid="111"/>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137"/>
                                        </p:tgtEl>
                                        <p:attrNameLst>
                                          <p:attrName>style.visibility</p:attrName>
                                        </p:attrNameLst>
                                      </p:cBhvr>
                                      <p:to>
                                        <p:strVal val="visible"/>
                                      </p:to>
                                    </p:set>
                                  </p:childTnLst>
                                </p:cTn>
                              </p:par>
                              <p:par>
                                <p:cTn id="105" presetID="0" presetClass="path" presetSubtype="0" fill="hold" nodeType="withEffect">
                                  <p:stCondLst>
                                    <p:cond delay="0"/>
                                  </p:stCondLst>
                                  <p:childTnLst>
                                    <p:animMotion origin="layout" path="M 0 0 L 0.123900132 -0.073422301 E" pathEditMode="relative" rAng="0">
                                      <p:cBhvr additive="base">
                                        <p:cTn id="106" dur="1000" fill="hold">
                                          <p:stCondLst>
                                            <p:cond delay="0"/>
                                          </p:stCondLst>
                                        </p:cTn>
                                        <p:tgtEl>
                                          <p:spTgt spid="137"/>
                                        </p:tgtEl>
                                      </p:cBhvr>
                                      <p:rCtr x="0" y="0"/>
                                    </p:animMotion>
                                  </p:childTnLst>
                                </p:cTn>
                              </p:par>
                              <p:par>
                                <p:cTn id="107" presetID="1" presetClass="exit" presetSubtype="0" fill="hold" nodeType="withEffect">
                                  <p:stCondLst>
                                    <p:cond delay="1000"/>
                                  </p:stCondLst>
                                  <p:childTnLst>
                                    <p:set>
                                      <p:cBhvr>
                                        <p:cTn id="108" dur="1" fill="hold">
                                          <p:stCondLst>
                                            <p:cond delay="0"/>
                                          </p:stCondLst>
                                        </p:cTn>
                                        <p:tgtEl>
                                          <p:spTgt spid="137"/>
                                        </p:tgtEl>
                                        <p:attrNameLst>
                                          <p:attrName>style.visibility</p:attrName>
                                        </p:attrNameLst>
                                      </p:cBhvr>
                                      <p:to>
                                        <p:strVal val="hidden"/>
                                      </p:to>
                                    </p:set>
                                  </p:childTnLst>
                                </p:cTn>
                              </p:par>
                              <p:par>
                                <p:cTn id="109" presetID="1" presetClass="entr" presetSubtype="0" fill="hold" nodeType="withEffect">
                                  <p:stCondLst>
                                    <p:cond delay="0"/>
                                  </p:stCondLst>
                                  <p:childTnLst>
                                    <p:set>
                                      <p:cBhvr>
                                        <p:cTn id="110" dur="1" fill="hold">
                                          <p:stCondLst>
                                            <p:cond delay="0"/>
                                          </p:stCondLst>
                                        </p:cTn>
                                        <p:tgtEl>
                                          <p:spTgt spid="138"/>
                                        </p:tgtEl>
                                        <p:attrNameLst>
                                          <p:attrName>style.visibility</p:attrName>
                                        </p:attrNameLst>
                                      </p:cBhvr>
                                      <p:to>
                                        <p:strVal val="visible"/>
                                      </p:to>
                                    </p:set>
                                  </p:childTnLst>
                                </p:cTn>
                              </p:par>
                              <p:par>
                                <p:cTn id="111" presetID="0" presetClass="path" presetSubtype="0" fill="hold" nodeType="withEffect">
                                  <p:stCondLst>
                                    <p:cond delay="0"/>
                                  </p:stCondLst>
                                  <p:childTnLst>
                                    <p:animMotion origin="layout" path="M 0 0 L 0.134907303 -0.213186849 E" pathEditMode="relative" rAng="0">
                                      <p:cBhvr additive="base">
                                        <p:cTn id="112" dur="1000" fill="hold">
                                          <p:stCondLst>
                                            <p:cond delay="0"/>
                                          </p:stCondLst>
                                        </p:cTn>
                                        <p:tgtEl>
                                          <p:spTgt spid="138"/>
                                        </p:tgtEl>
                                      </p:cBhvr>
                                      <p:rCtr x="0" y="0"/>
                                    </p:animMotion>
                                  </p:childTnLst>
                                </p:cTn>
                              </p:par>
                              <p:par>
                                <p:cTn id="113" presetID="1" presetClass="exit" presetSubtype="0" fill="hold" nodeType="withEffect">
                                  <p:stCondLst>
                                    <p:cond delay="1000"/>
                                  </p:stCondLst>
                                  <p:childTnLst>
                                    <p:set>
                                      <p:cBhvr>
                                        <p:cTn id="114" dur="1" fill="hold">
                                          <p:stCondLst>
                                            <p:cond delay="0"/>
                                          </p:stCondLst>
                                        </p:cTn>
                                        <p:tgtEl>
                                          <p:spTgt spid="138"/>
                                        </p:tgtEl>
                                        <p:attrNameLst>
                                          <p:attrName>style.visibility</p:attrName>
                                        </p:attrNameLst>
                                      </p:cBhvr>
                                      <p:to>
                                        <p:strVal val="hidden"/>
                                      </p:to>
                                    </p:set>
                                  </p:childTnLst>
                                </p:cTn>
                              </p:par>
                              <p:par>
                                <p:cTn id="115" presetID="1" presetClass="entr" presetSubtype="0" fill="hold" nodeType="withEffect">
                                  <p:stCondLst>
                                    <p:cond delay="0"/>
                                  </p:stCondLst>
                                  <p:childTnLst>
                                    <p:set>
                                      <p:cBhvr>
                                        <p:cTn id="116" dur="1" fill="hold">
                                          <p:stCondLst>
                                            <p:cond delay="0"/>
                                          </p:stCondLst>
                                        </p:cTn>
                                        <p:tgtEl>
                                          <p:spTgt spid="139"/>
                                        </p:tgtEl>
                                        <p:attrNameLst>
                                          <p:attrName>style.visibility</p:attrName>
                                        </p:attrNameLst>
                                      </p:cBhvr>
                                      <p:to>
                                        <p:strVal val="visible"/>
                                      </p:to>
                                    </p:set>
                                  </p:childTnLst>
                                </p:cTn>
                              </p:par>
                              <p:par>
                                <p:cTn id="117" presetID="0" presetClass="path" presetSubtype="0" fill="hold" nodeType="withEffect">
                                  <p:stCondLst>
                                    <p:cond delay="0"/>
                                  </p:stCondLst>
                                  <p:childTnLst>
                                    <p:animMotion origin="layout" path="M 0 0 L 0.121243170 0.015966179 E" pathEditMode="relative" rAng="0">
                                      <p:cBhvr additive="base">
                                        <p:cTn id="118" dur="1000" fill="hold">
                                          <p:stCondLst>
                                            <p:cond delay="0"/>
                                          </p:stCondLst>
                                        </p:cTn>
                                        <p:tgtEl>
                                          <p:spTgt spid="139"/>
                                        </p:tgtEl>
                                      </p:cBhvr>
                                      <p:rCtr x="0" y="0"/>
                                    </p:animMotion>
                                  </p:childTnLst>
                                </p:cTn>
                              </p:par>
                              <p:par>
                                <p:cTn id="119" presetID="1" presetClass="exit" presetSubtype="0" fill="hold" nodeType="withEffect">
                                  <p:stCondLst>
                                    <p:cond delay="1000"/>
                                  </p:stCondLst>
                                  <p:childTnLst>
                                    <p:set>
                                      <p:cBhvr>
                                        <p:cTn id="120" dur="1" fill="hold">
                                          <p:stCondLst>
                                            <p:cond delay="0"/>
                                          </p:stCondLst>
                                        </p:cTn>
                                        <p:tgtEl>
                                          <p:spTgt spid="139"/>
                                        </p:tgtEl>
                                        <p:attrNameLst>
                                          <p:attrName>style.visibility</p:attrName>
                                        </p:attrNameLst>
                                      </p:cBhvr>
                                      <p:to>
                                        <p:strVal val="hidden"/>
                                      </p:to>
                                    </p:set>
                                  </p:childTnLst>
                                </p:cTn>
                              </p:par>
                              <p:par>
                                <p:cTn id="121" presetID="1" presetClass="entr" presetSubtype="0" fill="hold" nodeType="withEffect">
                                  <p:stCondLst>
                                    <p:cond delay="0"/>
                                  </p:stCondLst>
                                  <p:childTnLst>
                                    <p:set>
                                      <p:cBhvr>
                                        <p:cTn id="122" dur="1" fill="hold">
                                          <p:stCondLst>
                                            <p:cond delay="0"/>
                                          </p:stCondLst>
                                        </p:cTn>
                                        <p:tgtEl>
                                          <p:spTgt spid="140"/>
                                        </p:tgtEl>
                                        <p:attrNameLst>
                                          <p:attrName>style.visibility</p:attrName>
                                        </p:attrNameLst>
                                      </p:cBhvr>
                                      <p:to>
                                        <p:strVal val="visible"/>
                                      </p:to>
                                    </p:set>
                                  </p:childTnLst>
                                </p:cTn>
                              </p:par>
                              <p:par>
                                <p:cTn id="123" presetID="0" presetClass="path" presetSubtype="0" fill="hold" nodeType="withEffect">
                                  <p:stCondLst>
                                    <p:cond delay="0"/>
                                  </p:stCondLst>
                                  <p:childTnLst>
                                    <p:animMotion origin="layout" path="M 0 0 L 0.126507721 -0.108286444 E" pathEditMode="relative" rAng="0">
                                      <p:cBhvr additive="base">
                                        <p:cTn id="124" dur="1000" fill="hold">
                                          <p:stCondLst>
                                            <p:cond delay="0"/>
                                          </p:stCondLst>
                                        </p:cTn>
                                        <p:tgtEl>
                                          <p:spTgt spid="140"/>
                                        </p:tgtEl>
                                      </p:cBhvr>
                                      <p:rCtr x="0" y="0"/>
                                    </p:animMotion>
                                  </p:childTnLst>
                                </p:cTn>
                              </p:par>
                              <p:par>
                                <p:cTn id="125" presetID="1" presetClass="exit" presetSubtype="0" fill="hold" nodeType="withEffect">
                                  <p:stCondLst>
                                    <p:cond delay="1000"/>
                                  </p:stCondLst>
                                  <p:childTnLst>
                                    <p:set>
                                      <p:cBhvr>
                                        <p:cTn id="126" dur="1" fill="hold">
                                          <p:stCondLst>
                                            <p:cond delay="0"/>
                                          </p:stCondLst>
                                        </p:cTn>
                                        <p:tgtEl>
                                          <p:spTgt spid="140"/>
                                        </p:tgtEl>
                                        <p:attrNameLst>
                                          <p:attrName>style.visibility</p:attrName>
                                        </p:attrNameLst>
                                      </p:cBhvr>
                                      <p:to>
                                        <p:strVal val="hidden"/>
                                      </p:to>
                                    </p:set>
                                  </p:childTnLst>
                                </p:cTn>
                              </p:par>
                              <p:par>
                                <p:cTn id="127" presetID="1" presetClass="entr" presetSubtype="0" fill="hold" nodeType="withEffect">
                                  <p:stCondLst>
                                    <p:cond delay="0"/>
                                  </p:stCondLst>
                                  <p:childTnLst>
                                    <p:set>
                                      <p:cBhvr>
                                        <p:cTn id="128" dur="1" fill="hold">
                                          <p:stCondLst>
                                            <p:cond delay="0"/>
                                          </p:stCondLst>
                                        </p:cTn>
                                        <p:tgtEl>
                                          <p:spTgt spid="141"/>
                                        </p:tgtEl>
                                        <p:attrNameLst>
                                          <p:attrName>style.visibility</p:attrName>
                                        </p:attrNameLst>
                                      </p:cBhvr>
                                      <p:to>
                                        <p:strVal val="visible"/>
                                      </p:to>
                                    </p:set>
                                  </p:childTnLst>
                                </p:cTn>
                              </p:par>
                              <p:par>
                                <p:cTn id="129" presetID="0" presetClass="path" presetSubtype="0" fill="hold" nodeType="withEffect">
                                  <p:stCondLst>
                                    <p:cond delay="0"/>
                                  </p:stCondLst>
                                  <p:childTnLst>
                                    <p:animMotion origin="layout" path="M 0 0 L 0.126507721 0.108286444 E" pathEditMode="relative" rAng="0">
                                      <p:cBhvr additive="base">
                                        <p:cTn id="130" dur="1000" fill="hold">
                                          <p:stCondLst>
                                            <p:cond delay="0"/>
                                          </p:stCondLst>
                                        </p:cTn>
                                        <p:tgtEl>
                                          <p:spTgt spid="141"/>
                                        </p:tgtEl>
                                      </p:cBhvr>
                                      <p:rCtr x="0" y="0"/>
                                    </p:animMotion>
                                  </p:childTnLst>
                                </p:cTn>
                              </p:par>
                              <p:par>
                                <p:cTn id="131" presetID="1" presetClass="exit" presetSubtype="0" fill="hold" nodeType="withEffect">
                                  <p:stCondLst>
                                    <p:cond delay="1000"/>
                                  </p:stCondLst>
                                  <p:childTnLst>
                                    <p:set>
                                      <p:cBhvr>
                                        <p:cTn id="132" dur="1" fill="hold">
                                          <p:stCondLst>
                                            <p:cond delay="0"/>
                                          </p:stCondLst>
                                        </p:cTn>
                                        <p:tgtEl>
                                          <p:spTgt spid="141"/>
                                        </p:tgtEl>
                                        <p:attrNameLst>
                                          <p:attrName>style.visibility</p:attrName>
                                        </p:attrNameLst>
                                      </p:cBhvr>
                                      <p:to>
                                        <p:strVal val="hidden"/>
                                      </p:to>
                                    </p:set>
                                  </p:childTnLst>
                                </p:cTn>
                              </p:par>
                              <p:par>
                                <p:cTn id="133" presetID="1" presetClass="entr" presetSubtype="0" fill="hold" nodeType="withEffect">
                                  <p:stCondLst>
                                    <p:cond delay="0"/>
                                  </p:stCondLst>
                                  <p:childTnLst>
                                    <p:set>
                                      <p:cBhvr>
                                        <p:cTn id="134" dur="1" fill="hold">
                                          <p:stCondLst>
                                            <p:cond delay="0"/>
                                          </p:stCondLst>
                                        </p:cTn>
                                        <p:tgtEl>
                                          <p:spTgt spid="142"/>
                                        </p:tgtEl>
                                        <p:attrNameLst>
                                          <p:attrName>style.visibility</p:attrName>
                                        </p:attrNameLst>
                                      </p:cBhvr>
                                      <p:to>
                                        <p:strVal val="visible"/>
                                      </p:to>
                                    </p:set>
                                  </p:childTnLst>
                                </p:cTn>
                              </p:par>
                              <p:par>
                                <p:cTn id="135" presetID="0" presetClass="path" presetSubtype="0" fill="hold" nodeType="withEffect">
                                  <p:stCondLst>
                                    <p:cond delay="0"/>
                                  </p:stCondLst>
                                  <p:childTnLst>
                                    <p:animMotion origin="layout" path="M 0 0 L 0.121243170 -0.015966179 E" pathEditMode="relative" rAng="0">
                                      <p:cBhvr additive="base">
                                        <p:cTn id="136" dur="1000" fill="hold">
                                          <p:stCondLst>
                                            <p:cond delay="0"/>
                                          </p:stCondLst>
                                        </p:cTn>
                                        <p:tgtEl>
                                          <p:spTgt spid="142"/>
                                        </p:tgtEl>
                                      </p:cBhvr>
                                      <p:rCtr x="0" y="0"/>
                                    </p:animMotion>
                                  </p:childTnLst>
                                </p:cTn>
                              </p:par>
                              <p:par>
                                <p:cTn id="137" presetID="1" presetClass="exit" presetSubtype="0" fill="hold" nodeType="withEffect">
                                  <p:stCondLst>
                                    <p:cond delay="1000"/>
                                  </p:stCondLst>
                                  <p:childTnLst>
                                    <p:set>
                                      <p:cBhvr>
                                        <p:cTn id="138" dur="1" fill="hold">
                                          <p:stCondLst>
                                            <p:cond delay="0"/>
                                          </p:stCondLst>
                                        </p:cTn>
                                        <p:tgtEl>
                                          <p:spTgt spid="142"/>
                                        </p:tgtEl>
                                        <p:attrNameLst>
                                          <p:attrName>style.visibility</p:attrName>
                                        </p:attrNameLst>
                                      </p:cBhvr>
                                      <p:to>
                                        <p:strVal val="hidden"/>
                                      </p:to>
                                    </p:set>
                                  </p:childTnLst>
                                </p:cTn>
                              </p:par>
                              <p:par>
                                <p:cTn id="139" presetID="1" presetClass="entr" presetSubtype="0" fill="hold" nodeType="withEffect">
                                  <p:stCondLst>
                                    <p:cond delay="0"/>
                                  </p:stCondLst>
                                  <p:childTnLst>
                                    <p:set>
                                      <p:cBhvr>
                                        <p:cTn id="140" dur="1" fill="hold">
                                          <p:stCondLst>
                                            <p:cond delay="0"/>
                                          </p:stCondLst>
                                        </p:cTn>
                                        <p:tgtEl>
                                          <p:spTgt spid="143"/>
                                        </p:tgtEl>
                                        <p:attrNameLst>
                                          <p:attrName>style.visibility</p:attrName>
                                        </p:attrNameLst>
                                      </p:cBhvr>
                                      <p:to>
                                        <p:strVal val="visible"/>
                                      </p:to>
                                    </p:set>
                                  </p:childTnLst>
                                </p:cTn>
                              </p:par>
                              <p:par>
                                <p:cTn id="141" presetID="0" presetClass="path" presetSubtype="0" fill="hold" nodeType="withEffect">
                                  <p:stCondLst>
                                    <p:cond delay="0"/>
                                  </p:stCondLst>
                                  <p:childTnLst>
                                    <p:animMotion origin="layout" path="M 0 0 L 0.134907303 0.213186849 E" pathEditMode="relative" rAng="0">
                                      <p:cBhvr additive="base">
                                        <p:cTn id="142" dur="1000" fill="hold">
                                          <p:stCondLst>
                                            <p:cond delay="0"/>
                                          </p:stCondLst>
                                        </p:cTn>
                                        <p:tgtEl>
                                          <p:spTgt spid="143"/>
                                        </p:tgtEl>
                                      </p:cBhvr>
                                      <p:rCtr x="0" y="0"/>
                                    </p:animMotion>
                                  </p:childTnLst>
                                </p:cTn>
                              </p:par>
                              <p:par>
                                <p:cTn id="143" presetID="1" presetClass="exit" presetSubtype="0" fill="hold" nodeType="withEffect">
                                  <p:stCondLst>
                                    <p:cond delay="1000"/>
                                  </p:stCondLst>
                                  <p:childTnLst>
                                    <p:set>
                                      <p:cBhvr>
                                        <p:cTn id="144" dur="1" fill="hold">
                                          <p:stCondLst>
                                            <p:cond delay="0"/>
                                          </p:stCondLst>
                                        </p:cTn>
                                        <p:tgtEl>
                                          <p:spTgt spid="143"/>
                                        </p:tgtEl>
                                        <p:attrNameLst>
                                          <p:attrName>style.visibility</p:attrName>
                                        </p:attrNameLst>
                                      </p:cBhvr>
                                      <p:to>
                                        <p:strVal val="hidden"/>
                                      </p:to>
                                    </p:set>
                                  </p:childTnLst>
                                </p:cTn>
                              </p:par>
                              <p:par>
                                <p:cTn id="145" presetID="1" presetClass="entr" presetSubtype="0" fill="hold" nodeType="withEffect">
                                  <p:stCondLst>
                                    <p:cond delay="0"/>
                                  </p:stCondLst>
                                  <p:childTnLst>
                                    <p:set>
                                      <p:cBhvr>
                                        <p:cTn id="146" dur="1" fill="hold">
                                          <p:stCondLst>
                                            <p:cond delay="0"/>
                                          </p:stCondLst>
                                        </p:cTn>
                                        <p:tgtEl>
                                          <p:spTgt spid="144"/>
                                        </p:tgtEl>
                                        <p:attrNameLst>
                                          <p:attrName>style.visibility</p:attrName>
                                        </p:attrNameLst>
                                      </p:cBhvr>
                                      <p:to>
                                        <p:strVal val="visible"/>
                                      </p:to>
                                    </p:set>
                                  </p:childTnLst>
                                </p:cTn>
                              </p:par>
                              <p:par>
                                <p:cTn id="147" presetID="0" presetClass="path" presetSubtype="0" fill="hold" nodeType="withEffect">
                                  <p:stCondLst>
                                    <p:cond delay="0"/>
                                  </p:stCondLst>
                                  <p:childTnLst>
                                    <p:animMotion origin="layout" path="M 0 0 L 0.123900132 0.073422301 E" pathEditMode="relative" rAng="0">
                                      <p:cBhvr additive="base">
                                        <p:cTn id="148" dur="1000" fill="hold">
                                          <p:stCondLst>
                                            <p:cond delay="0"/>
                                          </p:stCondLst>
                                        </p:cTn>
                                        <p:tgtEl>
                                          <p:spTgt spid="144"/>
                                        </p:tgtEl>
                                      </p:cBhvr>
                                      <p:rCtr x="0" y="0"/>
                                    </p:animMotion>
                                  </p:childTnLst>
                                </p:cTn>
                              </p:par>
                              <p:par>
                                <p:cTn id="149" presetID="1" presetClass="exit" presetSubtype="0" fill="hold" nodeType="withEffect">
                                  <p:stCondLst>
                                    <p:cond delay="1000"/>
                                  </p:stCondLst>
                                  <p:childTnLst>
                                    <p:set>
                                      <p:cBhvr>
                                        <p:cTn id="150" dur="1" fill="hold">
                                          <p:stCondLst>
                                            <p:cond delay="0"/>
                                          </p:stCondLst>
                                        </p:cTn>
                                        <p:tgtEl>
                                          <p:spTgt spid="144"/>
                                        </p:tgtEl>
                                        <p:attrNameLst>
                                          <p:attrName>style.visibility</p:attrName>
                                        </p:attrNameLst>
                                      </p:cBhvr>
                                      <p:to>
                                        <p:strVal val="hidden"/>
                                      </p:to>
                                    </p:set>
                                  </p:childTnLst>
                                </p:cTn>
                              </p:par>
                              <p:par>
                                <p:cTn id="151" presetID="1" presetClass="entr" presetSubtype="0" fill="hold" nodeType="withEffect">
                                  <p:stCondLst>
                                    <p:cond delay="1100"/>
                                  </p:stCondLst>
                                  <p:childTnLst>
                                    <p:set>
                                      <p:cBhvr>
                                        <p:cTn id="152" dur="1" fill="hold">
                                          <p:stCondLst>
                                            <p:cond delay="0"/>
                                          </p:stCondLst>
                                        </p:cTn>
                                        <p:tgtEl>
                                          <p:spTgt spid="112"/>
                                        </p:tgtEl>
                                        <p:attrNameLst>
                                          <p:attrName>style.visibility</p:attrName>
                                        </p:attrNameLst>
                                      </p:cBhvr>
                                      <p:to>
                                        <p:strVal val="visible"/>
                                      </p:to>
                                    </p:set>
                                  </p:childTnLst>
                                </p:cTn>
                              </p:par>
                              <p:par>
                                <p:cTn id="153" presetID="1" presetClass="entr" presetSubtype="0" fill="hold" nodeType="withEffect">
                                  <p:stCondLst>
                                    <p:cond delay="1100"/>
                                  </p:stCondLst>
                                  <p:childTnLst>
                                    <p:set>
                                      <p:cBhvr>
                                        <p:cTn id="154" dur="1" fill="hold">
                                          <p:stCondLst>
                                            <p:cond delay="0"/>
                                          </p:stCondLst>
                                        </p:cTn>
                                        <p:tgtEl>
                                          <p:spTgt spid="113"/>
                                        </p:tgtEl>
                                        <p:attrNameLst>
                                          <p:attrName>style.visibility</p:attrName>
                                        </p:attrNameLst>
                                      </p:cBhvr>
                                      <p:to>
                                        <p:strVal val="visible"/>
                                      </p:to>
                                    </p:set>
                                  </p:childTnLst>
                                </p:cTn>
                              </p:par>
                              <p:par>
                                <p:cTn id="155" presetID="1" presetClass="entr" presetSubtype="0" fill="hold" nodeType="withEffect">
                                  <p:stCondLst>
                                    <p:cond delay="1100"/>
                                  </p:stCondLst>
                                  <p:childTnLst>
                                    <p:set>
                                      <p:cBhvr>
                                        <p:cTn id="156" dur="1" fill="hold">
                                          <p:stCondLst>
                                            <p:cond delay="0"/>
                                          </p:stCondLst>
                                        </p:cTn>
                                        <p:tgtEl>
                                          <p:spTgt spid="114"/>
                                        </p:tgtEl>
                                        <p:attrNameLst>
                                          <p:attrName>style.visibility</p:attrName>
                                        </p:attrNameLst>
                                      </p:cBhvr>
                                      <p:to>
                                        <p:strVal val="visible"/>
                                      </p:to>
                                    </p:set>
                                  </p:childTnLst>
                                </p:cTn>
                              </p:par>
                              <p:par>
                                <p:cTn id="157" presetID="1" presetClass="entr" presetSubtype="0" fill="hold" nodeType="withEffect">
                                  <p:stCondLst>
                                    <p:cond delay="1100"/>
                                  </p:stCondLst>
                                  <p:childTnLst>
                                    <p:set>
                                      <p:cBhvr>
                                        <p:cTn id="158" dur="1" fill="hold">
                                          <p:stCondLst>
                                            <p:cond delay="0"/>
                                          </p:stCondLst>
                                        </p:cTn>
                                        <p:tgtEl>
                                          <p:spTgt spid="115"/>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145"/>
                                        </p:tgtEl>
                                        <p:attrNameLst>
                                          <p:attrName>style.visibility</p:attrName>
                                        </p:attrNameLst>
                                      </p:cBhvr>
                                      <p:to>
                                        <p:strVal val="visible"/>
                                      </p:to>
                                    </p:set>
                                  </p:childTnLst>
                                </p:cTn>
                              </p:par>
                              <p:par>
                                <p:cTn id="163" presetID="0" presetClass="path" presetSubtype="0" fill="hold" nodeType="withEffect">
                                  <p:stCondLst>
                                    <p:cond delay="0"/>
                                  </p:stCondLst>
                                  <p:childTnLst>
                                    <p:animMotion origin="layout" path="M 0 0 L 0.121547519 -0.028010951 E" pathEditMode="relative" rAng="0">
                                      <p:cBhvr additive="base">
                                        <p:cTn id="164" dur="1000" fill="hold">
                                          <p:stCondLst>
                                            <p:cond delay="0"/>
                                          </p:stCondLst>
                                        </p:cTn>
                                        <p:tgtEl>
                                          <p:spTgt spid="145"/>
                                        </p:tgtEl>
                                      </p:cBhvr>
                                      <p:rCtr x="0" y="0"/>
                                    </p:animMotion>
                                  </p:childTnLst>
                                </p:cTn>
                              </p:par>
                              <p:par>
                                <p:cTn id="165" presetID="1" presetClass="exit" presetSubtype="0" fill="hold" nodeType="withEffect">
                                  <p:stCondLst>
                                    <p:cond delay="1000"/>
                                  </p:stCondLst>
                                  <p:childTnLst>
                                    <p:set>
                                      <p:cBhvr>
                                        <p:cTn id="166" dur="1" fill="hold">
                                          <p:stCondLst>
                                            <p:cond delay="0"/>
                                          </p:stCondLst>
                                        </p:cTn>
                                        <p:tgtEl>
                                          <p:spTgt spid="145"/>
                                        </p:tgtEl>
                                        <p:attrNameLst>
                                          <p:attrName>style.visibility</p:attrName>
                                        </p:attrNameLst>
                                      </p:cBhvr>
                                      <p:to>
                                        <p:strVal val="hidden"/>
                                      </p:to>
                                    </p:set>
                                  </p:childTnLst>
                                </p:cTn>
                              </p:par>
                              <p:par>
                                <p:cTn id="167" presetID="1" presetClass="entr" presetSubtype="0" fill="hold" nodeType="withEffect">
                                  <p:stCondLst>
                                    <p:cond delay="0"/>
                                  </p:stCondLst>
                                  <p:childTnLst>
                                    <p:set>
                                      <p:cBhvr>
                                        <p:cTn id="168" dur="1" fill="hold">
                                          <p:stCondLst>
                                            <p:cond delay="0"/>
                                          </p:stCondLst>
                                        </p:cTn>
                                        <p:tgtEl>
                                          <p:spTgt spid="146"/>
                                        </p:tgtEl>
                                        <p:attrNameLst>
                                          <p:attrName>style.visibility</p:attrName>
                                        </p:attrNameLst>
                                      </p:cBhvr>
                                      <p:to>
                                        <p:strVal val="visible"/>
                                      </p:to>
                                    </p:set>
                                  </p:childTnLst>
                                </p:cTn>
                              </p:par>
                              <p:par>
                                <p:cTn id="169" presetID="0" presetClass="path" presetSubtype="0" fill="hold" nodeType="withEffect">
                                  <p:stCondLst>
                                    <p:cond delay="0"/>
                                  </p:stCondLst>
                                  <p:childTnLst>
                                    <p:animMotion origin="layout" path="M 0 0 L 0.127601867 -0.121825651 E" pathEditMode="relative" rAng="0">
                                      <p:cBhvr additive="base">
                                        <p:cTn id="170" dur="1000" fill="hold">
                                          <p:stCondLst>
                                            <p:cond delay="0"/>
                                          </p:stCondLst>
                                        </p:cTn>
                                        <p:tgtEl>
                                          <p:spTgt spid="146"/>
                                        </p:tgtEl>
                                      </p:cBhvr>
                                      <p:rCtr x="0" y="0"/>
                                    </p:animMotion>
                                  </p:childTnLst>
                                </p:cTn>
                              </p:par>
                              <p:par>
                                <p:cTn id="171" presetID="1" presetClass="exit" presetSubtype="0" fill="hold" nodeType="withEffect">
                                  <p:stCondLst>
                                    <p:cond delay="1000"/>
                                  </p:stCondLst>
                                  <p:childTnLst>
                                    <p:set>
                                      <p:cBhvr>
                                        <p:cTn id="172" dur="1" fill="hold">
                                          <p:stCondLst>
                                            <p:cond delay="0"/>
                                          </p:stCondLst>
                                        </p:cTn>
                                        <p:tgtEl>
                                          <p:spTgt spid="146"/>
                                        </p:tgtEl>
                                        <p:attrNameLst>
                                          <p:attrName>style.visibility</p:attrName>
                                        </p:attrNameLst>
                                      </p:cBhvr>
                                      <p:to>
                                        <p:strVal val="hidden"/>
                                      </p:to>
                                    </p:set>
                                  </p:childTnLst>
                                </p:cTn>
                              </p:par>
                              <p:par>
                                <p:cTn id="173" presetID="1" presetClass="entr" presetSubtype="0" fill="hold" nodeType="withEffect">
                                  <p:stCondLst>
                                    <p:cond delay="0"/>
                                  </p:stCondLst>
                                  <p:childTnLst>
                                    <p:set>
                                      <p:cBhvr>
                                        <p:cTn id="174" dur="1" fill="hold">
                                          <p:stCondLst>
                                            <p:cond delay="0"/>
                                          </p:stCondLst>
                                        </p:cTn>
                                        <p:tgtEl>
                                          <p:spTgt spid="147"/>
                                        </p:tgtEl>
                                        <p:attrNameLst>
                                          <p:attrName>style.visibility</p:attrName>
                                        </p:attrNameLst>
                                      </p:cBhvr>
                                      <p:to>
                                        <p:strVal val="visible"/>
                                      </p:to>
                                    </p:set>
                                  </p:childTnLst>
                                </p:cTn>
                              </p:par>
                              <p:par>
                                <p:cTn id="175" presetID="0" presetClass="path" presetSubtype="0" fill="hold" nodeType="withEffect">
                                  <p:stCondLst>
                                    <p:cond delay="0"/>
                                  </p:stCondLst>
                                  <p:childTnLst>
                                    <p:animMotion origin="layout" path="M 0 0 L 0.136022718 -0.228383823 E" pathEditMode="relative" rAng="0">
                                      <p:cBhvr additive="base">
                                        <p:cTn id="176" dur="1000" fill="hold">
                                          <p:stCondLst>
                                            <p:cond delay="0"/>
                                          </p:stCondLst>
                                        </p:cTn>
                                        <p:tgtEl>
                                          <p:spTgt spid="147"/>
                                        </p:tgtEl>
                                      </p:cBhvr>
                                      <p:rCtr x="0" y="0"/>
                                    </p:animMotion>
                                  </p:childTnLst>
                                </p:cTn>
                              </p:par>
                              <p:par>
                                <p:cTn id="177" presetID="1" presetClass="exit" presetSubtype="0" fill="hold" nodeType="withEffect">
                                  <p:stCondLst>
                                    <p:cond delay="1000"/>
                                  </p:stCondLst>
                                  <p:childTnLst>
                                    <p:set>
                                      <p:cBhvr>
                                        <p:cTn id="178" dur="1" fill="hold">
                                          <p:stCondLst>
                                            <p:cond delay="0"/>
                                          </p:stCondLst>
                                        </p:cTn>
                                        <p:tgtEl>
                                          <p:spTgt spid="147"/>
                                        </p:tgtEl>
                                        <p:attrNameLst>
                                          <p:attrName>style.visibility</p:attrName>
                                        </p:attrNameLst>
                                      </p:cBhvr>
                                      <p:to>
                                        <p:strVal val="hidden"/>
                                      </p:to>
                                    </p:set>
                                  </p:childTnLst>
                                </p:cTn>
                              </p:par>
                              <p:par>
                                <p:cTn id="179" presetID="1" presetClass="entr" presetSubtype="0" fill="hold" nodeType="withEffect">
                                  <p:stCondLst>
                                    <p:cond delay="0"/>
                                  </p:stCondLst>
                                  <p:childTnLst>
                                    <p:set>
                                      <p:cBhvr>
                                        <p:cTn id="180" dur="1" fill="hold">
                                          <p:stCondLst>
                                            <p:cond delay="0"/>
                                          </p:stCondLst>
                                        </p:cTn>
                                        <p:tgtEl>
                                          <p:spTgt spid="148"/>
                                        </p:tgtEl>
                                        <p:attrNameLst>
                                          <p:attrName>style.visibility</p:attrName>
                                        </p:attrNameLst>
                                      </p:cBhvr>
                                      <p:to>
                                        <p:strVal val="visible"/>
                                      </p:to>
                                    </p:set>
                                  </p:childTnLst>
                                </p:cTn>
                              </p:par>
                              <p:par>
                                <p:cTn id="181" presetID="0" presetClass="path" presetSubtype="0" fill="hold" nodeType="withEffect">
                                  <p:stCondLst>
                                    <p:cond delay="0"/>
                                  </p:stCondLst>
                                  <p:childTnLst>
                                    <p:animMotion origin="layout" path="M 0 0 L 0.143258557 -0.344292170 E" pathEditMode="relative" rAng="0">
                                      <p:cBhvr additive="base">
                                        <p:cTn id="182" dur="1000" fill="hold">
                                          <p:stCondLst>
                                            <p:cond delay="0"/>
                                          </p:stCondLst>
                                        </p:cTn>
                                        <p:tgtEl>
                                          <p:spTgt spid="148"/>
                                        </p:tgtEl>
                                      </p:cBhvr>
                                      <p:rCtr x="0" y="0"/>
                                    </p:animMotion>
                                  </p:childTnLst>
                                </p:cTn>
                              </p:par>
                              <p:par>
                                <p:cTn id="183" presetID="1" presetClass="exit" presetSubtype="0" fill="hold" nodeType="withEffect">
                                  <p:stCondLst>
                                    <p:cond delay="1000"/>
                                  </p:stCondLst>
                                  <p:childTnLst>
                                    <p:set>
                                      <p:cBhvr>
                                        <p:cTn id="184" dur="1" fill="hold">
                                          <p:stCondLst>
                                            <p:cond delay="0"/>
                                          </p:stCondLst>
                                        </p:cTn>
                                        <p:tgtEl>
                                          <p:spTgt spid="148"/>
                                        </p:tgtEl>
                                        <p:attrNameLst>
                                          <p:attrName>style.visibility</p:attrName>
                                        </p:attrNameLst>
                                      </p:cBhvr>
                                      <p:to>
                                        <p:strVal val="hidden"/>
                                      </p:to>
                                    </p:set>
                                  </p:childTnLst>
                                </p:cTn>
                              </p:par>
                              <p:par>
                                <p:cTn id="185" presetID="1" presetClass="entr" presetSubtype="0" fill="hold" nodeType="withEffect">
                                  <p:stCondLst>
                                    <p:cond delay="0"/>
                                  </p:stCondLst>
                                  <p:childTnLst>
                                    <p:set>
                                      <p:cBhvr>
                                        <p:cTn id="186" dur="1" fill="hold">
                                          <p:stCondLst>
                                            <p:cond delay="0"/>
                                          </p:stCondLst>
                                        </p:cTn>
                                        <p:tgtEl>
                                          <p:spTgt spid="149"/>
                                        </p:tgtEl>
                                        <p:attrNameLst>
                                          <p:attrName>style.visibility</p:attrName>
                                        </p:attrNameLst>
                                      </p:cBhvr>
                                      <p:to>
                                        <p:strVal val="visible"/>
                                      </p:to>
                                    </p:set>
                                  </p:childTnLst>
                                </p:cTn>
                              </p:par>
                              <p:par>
                                <p:cTn id="187" presetID="0" presetClass="path" presetSubtype="0" fill="hold" nodeType="withEffect">
                                  <p:stCondLst>
                                    <p:cond delay="0"/>
                                  </p:stCondLst>
                                  <p:childTnLst>
                                    <p:animMotion origin="layout" path="M 0 0 L 0.122612770 0.052476247 E" pathEditMode="relative" rAng="0">
                                      <p:cBhvr additive="base">
                                        <p:cTn id="188" dur="1000" fill="hold">
                                          <p:stCondLst>
                                            <p:cond delay="0"/>
                                          </p:stCondLst>
                                        </p:cTn>
                                        <p:tgtEl>
                                          <p:spTgt spid="149"/>
                                        </p:tgtEl>
                                      </p:cBhvr>
                                      <p:rCtr x="0" y="0"/>
                                    </p:animMotion>
                                  </p:childTnLst>
                                </p:cTn>
                              </p:par>
                              <p:par>
                                <p:cTn id="189" presetID="1" presetClass="exit" presetSubtype="0" fill="hold" nodeType="withEffect">
                                  <p:stCondLst>
                                    <p:cond delay="1000"/>
                                  </p:stCondLst>
                                  <p:childTnLst>
                                    <p:set>
                                      <p:cBhvr>
                                        <p:cTn id="190" dur="1" fill="hold">
                                          <p:stCondLst>
                                            <p:cond delay="0"/>
                                          </p:stCondLst>
                                        </p:cTn>
                                        <p:tgtEl>
                                          <p:spTgt spid="149"/>
                                        </p:tgtEl>
                                        <p:attrNameLst>
                                          <p:attrName>style.visibility</p:attrName>
                                        </p:attrNameLst>
                                      </p:cBhvr>
                                      <p:to>
                                        <p:strVal val="hidden"/>
                                      </p:to>
                                    </p:set>
                                  </p:childTnLst>
                                </p:cTn>
                              </p:par>
                              <p:par>
                                <p:cTn id="191" presetID="1" presetClass="entr" presetSubtype="0" fill="hold" nodeType="withEffect">
                                  <p:stCondLst>
                                    <p:cond delay="0"/>
                                  </p:stCondLst>
                                  <p:childTnLst>
                                    <p:set>
                                      <p:cBhvr>
                                        <p:cTn id="192" dur="1" fill="hold">
                                          <p:stCondLst>
                                            <p:cond delay="0"/>
                                          </p:stCondLst>
                                        </p:cTn>
                                        <p:tgtEl>
                                          <p:spTgt spid="150"/>
                                        </p:tgtEl>
                                        <p:attrNameLst>
                                          <p:attrName>style.visibility</p:attrName>
                                        </p:attrNameLst>
                                      </p:cBhvr>
                                      <p:to>
                                        <p:strVal val="visible"/>
                                      </p:to>
                                    </p:set>
                                  </p:childTnLst>
                                </p:cTn>
                              </p:par>
                              <p:par>
                                <p:cTn id="193" presetID="0" presetClass="path" presetSubtype="0" fill="hold" nodeType="withEffect">
                                  <p:stCondLst>
                                    <p:cond delay="0"/>
                                  </p:stCondLst>
                                  <p:childTnLst>
                                    <p:animMotion origin="layout" path="M 0 0 L 0.121837832 -0.036100098 E" pathEditMode="relative" rAng="0">
                                      <p:cBhvr additive="base">
                                        <p:cTn id="194" dur="1000" fill="hold">
                                          <p:stCondLst>
                                            <p:cond delay="0"/>
                                          </p:stCondLst>
                                        </p:cTn>
                                        <p:tgtEl>
                                          <p:spTgt spid="150"/>
                                        </p:tgtEl>
                                      </p:cBhvr>
                                      <p:rCtr x="0" y="0"/>
                                    </p:animMotion>
                                  </p:childTnLst>
                                </p:cTn>
                              </p:par>
                              <p:par>
                                <p:cTn id="195" presetID="1" presetClass="exit" presetSubtype="0" fill="hold" nodeType="withEffect">
                                  <p:stCondLst>
                                    <p:cond delay="1000"/>
                                  </p:stCondLst>
                                  <p:childTnLst>
                                    <p:set>
                                      <p:cBhvr>
                                        <p:cTn id="196" dur="1" fill="hold">
                                          <p:stCondLst>
                                            <p:cond delay="0"/>
                                          </p:stCondLst>
                                        </p:cTn>
                                        <p:tgtEl>
                                          <p:spTgt spid="150"/>
                                        </p:tgtEl>
                                        <p:attrNameLst>
                                          <p:attrName>style.visibility</p:attrName>
                                        </p:attrNameLst>
                                      </p:cBhvr>
                                      <p:to>
                                        <p:strVal val="hidden"/>
                                      </p:to>
                                    </p:set>
                                  </p:childTnLst>
                                </p:cTn>
                              </p:par>
                              <p:par>
                                <p:cTn id="197" presetID="1" presetClass="entr" presetSubtype="0" fill="hold" nodeType="withEffect">
                                  <p:stCondLst>
                                    <p:cond delay="0"/>
                                  </p:stCondLst>
                                  <p:childTnLst>
                                    <p:set>
                                      <p:cBhvr>
                                        <p:cTn id="198" dur="1" fill="hold">
                                          <p:stCondLst>
                                            <p:cond delay="0"/>
                                          </p:stCondLst>
                                        </p:cTn>
                                        <p:tgtEl>
                                          <p:spTgt spid="151"/>
                                        </p:tgtEl>
                                        <p:attrNameLst>
                                          <p:attrName>style.visibility</p:attrName>
                                        </p:attrNameLst>
                                      </p:cBhvr>
                                      <p:to>
                                        <p:strVal val="visible"/>
                                      </p:to>
                                    </p:set>
                                  </p:childTnLst>
                                </p:cTn>
                              </p:par>
                              <p:par>
                                <p:cTn id="199" presetID="0" presetClass="path" presetSubtype="0" fill="hold" nodeType="withEffect">
                                  <p:stCondLst>
                                    <p:cond delay="0"/>
                                  </p:stCondLst>
                                  <p:childTnLst>
                                    <p:animMotion origin="layout" path="M 0 0 L 0.128353346 -0.130994362 E" pathEditMode="relative" rAng="0">
                                      <p:cBhvr additive="base">
                                        <p:cTn id="200" dur="1000" fill="hold">
                                          <p:stCondLst>
                                            <p:cond delay="0"/>
                                          </p:stCondLst>
                                        </p:cTn>
                                        <p:tgtEl>
                                          <p:spTgt spid="151"/>
                                        </p:tgtEl>
                                      </p:cBhvr>
                                      <p:rCtr x="0" y="0"/>
                                    </p:animMotion>
                                  </p:childTnLst>
                                </p:cTn>
                              </p:par>
                              <p:par>
                                <p:cTn id="201" presetID="1" presetClass="exit" presetSubtype="0" fill="hold" nodeType="withEffect">
                                  <p:stCondLst>
                                    <p:cond delay="1000"/>
                                  </p:stCondLst>
                                  <p:childTnLst>
                                    <p:set>
                                      <p:cBhvr>
                                        <p:cTn id="202" dur="1" fill="hold">
                                          <p:stCondLst>
                                            <p:cond delay="0"/>
                                          </p:stCondLst>
                                        </p:cTn>
                                        <p:tgtEl>
                                          <p:spTgt spid="151"/>
                                        </p:tgtEl>
                                        <p:attrNameLst>
                                          <p:attrName>style.visibility</p:attrName>
                                        </p:attrNameLst>
                                      </p:cBhvr>
                                      <p:to>
                                        <p:strVal val="hidden"/>
                                      </p:to>
                                    </p:set>
                                  </p:childTnLst>
                                </p:cTn>
                              </p:par>
                              <p:par>
                                <p:cTn id="203" presetID="1" presetClass="entr" presetSubtype="0" fill="hold" nodeType="withEffect">
                                  <p:stCondLst>
                                    <p:cond delay="0"/>
                                  </p:stCondLst>
                                  <p:childTnLst>
                                    <p:set>
                                      <p:cBhvr>
                                        <p:cTn id="204" dur="1" fill="hold">
                                          <p:stCondLst>
                                            <p:cond delay="0"/>
                                          </p:stCondLst>
                                        </p:cTn>
                                        <p:tgtEl>
                                          <p:spTgt spid="152"/>
                                        </p:tgtEl>
                                        <p:attrNameLst>
                                          <p:attrName>style.visibility</p:attrName>
                                        </p:attrNameLst>
                                      </p:cBhvr>
                                      <p:to>
                                        <p:strVal val="visible"/>
                                      </p:to>
                                    </p:set>
                                  </p:childTnLst>
                                </p:cTn>
                              </p:par>
                              <p:par>
                                <p:cTn id="205" presetID="0" presetClass="path" presetSubtype="0" fill="hold" nodeType="withEffect">
                                  <p:stCondLst>
                                    <p:cond delay="0"/>
                                  </p:stCondLst>
                                  <p:childTnLst>
                                    <p:animMotion origin="layout" path="M 0 0 L 0.136751651 -0.238611935 E" pathEditMode="relative" rAng="0">
                                      <p:cBhvr additive="base">
                                        <p:cTn id="206" dur="1000" fill="hold">
                                          <p:stCondLst>
                                            <p:cond delay="0"/>
                                          </p:stCondLst>
                                        </p:cTn>
                                        <p:tgtEl>
                                          <p:spTgt spid="152"/>
                                        </p:tgtEl>
                                      </p:cBhvr>
                                      <p:rCtr x="0" y="0"/>
                                    </p:animMotion>
                                  </p:childTnLst>
                                </p:cTn>
                              </p:par>
                              <p:par>
                                <p:cTn id="207" presetID="1" presetClass="exit" presetSubtype="0" fill="hold" nodeType="withEffect">
                                  <p:stCondLst>
                                    <p:cond delay="1000"/>
                                  </p:stCondLst>
                                  <p:childTnLst>
                                    <p:set>
                                      <p:cBhvr>
                                        <p:cTn id="208" dur="1" fill="hold">
                                          <p:stCondLst>
                                            <p:cond delay="0"/>
                                          </p:stCondLst>
                                        </p:cTn>
                                        <p:tgtEl>
                                          <p:spTgt spid="152"/>
                                        </p:tgtEl>
                                        <p:attrNameLst>
                                          <p:attrName>style.visibility</p:attrName>
                                        </p:attrNameLst>
                                      </p:cBhvr>
                                      <p:to>
                                        <p:strVal val="hidden"/>
                                      </p:to>
                                    </p:set>
                                  </p:childTnLst>
                                </p:cTn>
                              </p:par>
                              <p:par>
                                <p:cTn id="209" presetID="1" presetClass="entr" presetSubtype="0" fill="hold" nodeType="withEffect">
                                  <p:stCondLst>
                                    <p:cond delay="0"/>
                                  </p:stCondLst>
                                  <p:childTnLst>
                                    <p:set>
                                      <p:cBhvr>
                                        <p:cTn id="210" dur="1" fill="hold">
                                          <p:stCondLst>
                                            <p:cond delay="0"/>
                                          </p:stCondLst>
                                        </p:cTn>
                                        <p:tgtEl>
                                          <p:spTgt spid="153"/>
                                        </p:tgtEl>
                                        <p:attrNameLst>
                                          <p:attrName>style.visibility</p:attrName>
                                        </p:attrNameLst>
                                      </p:cBhvr>
                                      <p:to>
                                        <p:strVal val="visible"/>
                                      </p:to>
                                    </p:set>
                                  </p:childTnLst>
                                </p:cTn>
                              </p:par>
                              <p:par>
                                <p:cTn id="211" presetID="0" presetClass="path" presetSubtype="0" fill="hold" nodeType="withEffect">
                                  <p:stCondLst>
                                    <p:cond delay="0"/>
                                  </p:stCondLst>
                                  <p:childTnLst>
                                    <p:animMotion origin="layout" path="M 0 0 L 0.129117400 0.140275694 E" pathEditMode="relative" rAng="0">
                                      <p:cBhvr additive="base">
                                        <p:cTn id="212" dur="1000" fill="hold">
                                          <p:stCondLst>
                                            <p:cond delay="0"/>
                                          </p:stCondLst>
                                        </p:cTn>
                                        <p:tgtEl>
                                          <p:spTgt spid="153"/>
                                        </p:tgtEl>
                                      </p:cBhvr>
                                      <p:rCtr x="0" y="0"/>
                                    </p:animMotion>
                                  </p:childTnLst>
                                </p:cTn>
                              </p:par>
                              <p:par>
                                <p:cTn id="213" presetID="1" presetClass="exit" presetSubtype="0" fill="hold" nodeType="withEffect">
                                  <p:stCondLst>
                                    <p:cond delay="1000"/>
                                  </p:stCondLst>
                                  <p:childTnLst>
                                    <p:set>
                                      <p:cBhvr>
                                        <p:cTn id="214" dur="1" fill="hold">
                                          <p:stCondLst>
                                            <p:cond delay="0"/>
                                          </p:stCondLst>
                                        </p:cTn>
                                        <p:tgtEl>
                                          <p:spTgt spid="153"/>
                                        </p:tgtEl>
                                        <p:attrNameLst>
                                          <p:attrName>style.visibility</p:attrName>
                                        </p:attrNameLst>
                                      </p:cBhvr>
                                      <p:to>
                                        <p:strVal val="hidden"/>
                                      </p:to>
                                    </p:set>
                                  </p:childTnLst>
                                </p:cTn>
                              </p:par>
                              <p:par>
                                <p:cTn id="215" presetID="1" presetClass="entr" presetSubtype="0" fill="hold" nodeType="withEffect">
                                  <p:stCondLst>
                                    <p:cond delay="0"/>
                                  </p:stCondLst>
                                  <p:childTnLst>
                                    <p:set>
                                      <p:cBhvr>
                                        <p:cTn id="216" dur="1" fill="hold">
                                          <p:stCondLst>
                                            <p:cond delay="0"/>
                                          </p:stCondLst>
                                        </p:cTn>
                                        <p:tgtEl>
                                          <p:spTgt spid="154"/>
                                        </p:tgtEl>
                                        <p:attrNameLst>
                                          <p:attrName>style.visibility</p:attrName>
                                        </p:attrNameLst>
                                      </p:cBhvr>
                                      <p:to>
                                        <p:strVal val="visible"/>
                                      </p:to>
                                    </p:set>
                                  </p:childTnLst>
                                </p:cTn>
                              </p:par>
                              <p:par>
                                <p:cTn id="217" presetID="0" presetClass="path" presetSubtype="0" fill="hold" nodeType="withEffect">
                                  <p:stCondLst>
                                    <p:cond delay="0"/>
                                  </p:stCondLst>
                                  <p:childTnLst>
                                    <p:animMotion origin="layout" path="M 0 0 L 0.122194251 0.044251416 E" pathEditMode="relative" rAng="0">
                                      <p:cBhvr additive="base">
                                        <p:cTn id="218" dur="1000" fill="hold">
                                          <p:stCondLst>
                                            <p:cond delay="0"/>
                                          </p:stCondLst>
                                        </p:cTn>
                                        <p:tgtEl>
                                          <p:spTgt spid="154"/>
                                        </p:tgtEl>
                                      </p:cBhvr>
                                      <p:rCtr x="0" y="0"/>
                                    </p:animMotion>
                                  </p:childTnLst>
                                </p:cTn>
                              </p:par>
                              <p:par>
                                <p:cTn id="219" presetID="1" presetClass="exit" presetSubtype="0" fill="hold" nodeType="withEffect">
                                  <p:stCondLst>
                                    <p:cond delay="1000"/>
                                  </p:stCondLst>
                                  <p:childTnLst>
                                    <p:set>
                                      <p:cBhvr>
                                        <p:cTn id="220" dur="1" fill="hold">
                                          <p:stCondLst>
                                            <p:cond delay="0"/>
                                          </p:stCondLst>
                                        </p:cTn>
                                        <p:tgtEl>
                                          <p:spTgt spid="154"/>
                                        </p:tgtEl>
                                        <p:attrNameLst>
                                          <p:attrName>style.visibility</p:attrName>
                                        </p:attrNameLst>
                                      </p:cBhvr>
                                      <p:to>
                                        <p:strVal val="hidden"/>
                                      </p:to>
                                    </p:set>
                                  </p:childTnLst>
                                </p:cTn>
                              </p:par>
                              <p:par>
                                <p:cTn id="221" presetID="1" presetClass="entr" presetSubtype="0" fill="hold" nodeType="withEffect">
                                  <p:stCondLst>
                                    <p:cond delay="0"/>
                                  </p:stCondLst>
                                  <p:childTnLst>
                                    <p:set>
                                      <p:cBhvr>
                                        <p:cTn id="222" dur="1" fill="hold">
                                          <p:stCondLst>
                                            <p:cond delay="0"/>
                                          </p:stCondLst>
                                        </p:cTn>
                                        <p:tgtEl>
                                          <p:spTgt spid="155"/>
                                        </p:tgtEl>
                                        <p:attrNameLst>
                                          <p:attrName>style.visibility</p:attrName>
                                        </p:attrNameLst>
                                      </p:cBhvr>
                                      <p:to>
                                        <p:strVal val="visible"/>
                                      </p:to>
                                    </p:set>
                                  </p:childTnLst>
                                </p:cTn>
                              </p:par>
                              <p:par>
                                <p:cTn id="223" presetID="0" presetClass="path" presetSubtype="0" fill="hold" nodeType="withEffect">
                                  <p:stCondLst>
                                    <p:cond delay="0"/>
                                  </p:stCondLst>
                                  <p:childTnLst>
                                    <p:animMotion origin="layout" path="M 0 0 L 0.122194251 -0.044251416 E" pathEditMode="relative" rAng="0">
                                      <p:cBhvr additive="base">
                                        <p:cTn id="224" dur="1000" fill="hold">
                                          <p:stCondLst>
                                            <p:cond delay="0"/>
                                          </p:stCondLst>
                                        </p:cTn>
                                        <p:tgtEl>
                                          <p:spTgt spid="155"/>
                                        </p:tgtEl>
                                      </p:cBhvr>
                                      <p:rCtr x="0" y="0"/>
                                    </p:animMotion>
                                  </p:childTnLst>
                                </p:cTn>
                              </p:par>
                              <p:par>
                                <p:cTn id="225" presetID="1" presetClass="exit" presetSubtype="0" fill="hold" nodeType="withEffect">
                                  <p:stCondLst>
                                    <p:cond delay="1000"/>
                                  </p:stCondLst>
                                  <p:childTnLst>
                                    <p:set>
                                      <p:cBhvr>
                                        <p:cTn id="226" dur="1" fill="hold">
                                          <p:stCondLst>
                                            <p:cond delay="0"/>
                                          </p:stCondLst>
                                        </p:cTn>
                                        <p:tgtEl>
                                          <p:spTgt spid="155"/>
                                        </p:tgtEl>
                                        <p:attrNameLst>
                                          <p:attrName>style.visibility</p:attrName>
                                        </p:attrNameLst>
                                      </p:cBhvr>
                                      <p:to>
                                        <p:strVal val="hidden"/>
                                      </p:to>
                                    </p:set>
                                  </p:childTnLst>
                                </p:cTn>
                              </p:par>
                              <p:par>
                                <p:cTn id="227" presetID="1" presetClass="entr" presetSubtype="0" fill="hold" nodeType="withEffect">
                                  <p:stCondLst>
                                    <p:cond delay="0"/>
                                  </p:stCondLst>
                                  <p:childTnLst>
                                    <p:set>
                                      <p:cBhvr>
                                        <p:cTn id="228" dur="1" fill="hold">
                                          <p:stCondLst>
                                            <p:cond delay="0"/>
                                          </p:stCondLst>
                                        </p:cTn>
                                        <p:tgtEl>
                                          <p:spTgt spid="156"/>
                                        </p:tgtEl>
                                        <p:attrNameLst>
                                          <p:attrName>style.visibility</p:attrName>
                                        </p:attrNameLst>
                                      </p:cBhvr>
                                      <p:to>
                                        <p:strVal val="visible"/>
                                      </p:to>
                                    </p:set>
                                  </p:childTnLst>
                                </p:cTn>
                              </p:par>
                              <p:par>
                                <p:cTn id="229" presetID="0" presetClass="path" presetSubtype="0" fill="hold" nodeType="withEffect">
                                  <p:stCondLst>
                                    <p:cond delay="0"/>
                                  </p:stCondLst>
                                  <p:childTnLst>
                                    <p:animMotion origin="layout" path="M 0 0 L 0.129117400 -0.140275694 E" pathEditMode="relative" rAng="0">
                                      <p:cBhvr additive="base">
                                        <p:cTn id="230" dur="1000" fill="hold">
                                          <p:stCondLst>
                                            <p:cond delay="0"/>
                                          </p:stCondLst>
                                        </p:cTn>
                                        <p:tgtEl>
                                          <p:spTgt spid="156"/>
                                        </p:tgtEl>
                                      </p:cBhvr>
                                      <p:rCtr x="0" y="0"/>
                                    </p:animMotion>
                                  </p:childTnLst>
                                </p:cTn>
                              </p:par>
                              <p:par>
                                <p:cTn id="231" presetID="1" presetClass="exit" presetSubtype="0" fill="hold" nodeType="withEffect">
                                  <p:stCondLst>
                                    <p:cond delay="1000"/>
                                  </p:stCondLst>
                                  <p:childTnLst>
                                    <p:set>
                                      <p:cBhvr>
                                        <p:cTn id="232" dur="1" fill="hold">
                                          <p:stCondLst>
                                            <p:cond delay="0"/>
                                          </p:stCondLst>
                                        </p:cTn>
                                        <p:tgtEl>
                                          <p:spTgt spid="156"/>
                                        </p:tgtEl>
                                        <p:attrNameLst>
                                          <p:attrName>style.visibility</p:attrName>
                                        </p:attrNameLst>
                                      </p:cBhvr>
                                      <p:to>
                                        <p:strVal val="hidden"/>
                                      </p:to>
                                    </p:set>
                                  </p:childTnLst>
                                </p:cTn>
                              </p:par>
                              <p:par>
                                <p:cTn id="233" presetID="1" presetClass="entr" presetSubtype="0" fill="hold" nodeType="withEffect">
                                  <p:stCondLst>
                                    <p:cond delay="0"/>
                                  </p:stCondLst>
                                  <p:childTnLst>
                                    <p:set>
                                      <p:cBhvr>
                                        <p:cTn id="234" dur="1" fill="hold">
                                          <p:stCondLst>
                                            <p:cond delay="0"/>
                                          </p:stCondLst>
                                        </p:cTn>
                                        <p:tgtEl>
                                          <p:spTgt spid="157"/>
                                        </p:tgtEl>
                                        <p:attrNameLst>
                                          <p:attrName>style.visibility</p:attrName>
                                        </p:attrNameLst>
                                      </p:cBhvr>
                                      <p:to>
                                        <p:strVal val="visible"/>
                                      </p:to>
                                    </p:set>
                                  </p:childTnLst>
                                </p:cTn>
                              </p:par>
                              <p:par>
                                <p:cTn id="235" presetID="0" presetClass="path" presetSubtype="0" fill="hold" nodeType="withEffect">
                                  <p:stCondLst>
                                    <p:cond delay="0"/>
                                  </p:stCondLst>
                                  <p:childTnLst>
                                    <p:animMotion origin="layout" path="M 0 0 L 0.136751651 0.238611935 E" pathEditMode="relative" rAng="0">
                                      <p:cBhvr additive="base">
                                        <p:cTn id="236" dur="1000" fill="hold">
                                          <p:stCondLst>
                                            <p:cond delay="0"/>
                                          </p:stCondLst>
                                        </p:cTn>
                                        <p:tgtEl>
                                          <p:spTgt spid="157"/>
                                        </p:tgtEl>
                                      </p:cBhvr>
                                      <p:rCtr x="0" y="0"/>
                                    </p:animMotion>
                                  </p:childTnLst>
                                </p:cTn>
                              </p:par>
                              <p:par>
                                <p:cTn id="237" presetID="1" presetClass="exit" presetSubtype="0" fill="hold" nodeType="withEffect">
                                  <p:stCondLst>
                                    <p:cond delay="1000"/>
                                  </p:stCondLst>
                                  <p:childTnLst>
                                    <p:set>
                                      <p:cBhvr>
                                        <p:cTn id="238" dur="1" fill="hold">
                                          <p:stCondLst>
                                            <p:cond delay="0"/>
                                          </p:stCondLst>
                                        </p:cTn>
                                        <p:tgtEl>
                                          <p:spTgt spid="157"/>
                                        </p:tgtEl>
                                        <p:attrNameLst>
                                          <p:attrName>style.visibility</p:attrName>
                                        </p:attrNameLst>
                                      </p:cBhvr>
                                      <p:to>
                                        <p:strVal val="hidden"/>
                                      </p:to>
                                    </p:set>
                                  </p:childTnLst>
                                </p:cTn>
                              </p:par>
                              <p:par>
                                <p:cTn id="239" presetID="1" presetClass="entr" presetSubtype="0" fill="hold" nodeType="withEffect">
                                  <p:stCondLst>
                                    <p:cond delay="0"/>
                                  </p:stCondLst>
                                  <p:childTnLst>
                                    <p:set>
                                      <p:cBhvr>
                                        <p:cTn id="240" dur="1" fill="hold">
                                          <p:stCondLst>
                                            <p:cond delay="0"/>
                                          </p:stCondLst>
                                        </p:cTn>
                                        <p:tgtEl>
                                          <p:spTgt spid="158"/>
                                        </p:tgtEl>
                                        <p:attrNameLst>
                                          <p:attrName>style.visibility</p:attrName>
                                        </p:attrNameLst>
                                      </p:cBhvr>
                                      <p:to>
                                        <p:strVal val="visible"/>
                                      </p:to>
                                    </p:set>
                                  </p:childTnLst>
                                </p:cTn>
                              </p:par>
                              <p:par>
                                <p:cTn id="241" presetID="0" presetClass="path" presetSubtype="0" fill="hold" nodeType="withEffect">
                                  <p:stCondLst>
                                    <p:cond delay="0"/>
                                  </p:stCondLst>
                                  <p:childTnLst>
                                    <p:animMotion origin="layout" path="M 0 0 L 0.128353346 0.130994362 E" pathEditMode="relative" rAng="0">
                                      <p:cBhvr additive="base">
                                        <p:cTn id="242" dur="1000" fill="hold">
                                          <p:stCondLst>
                                            <p:cond delay="0"/>
                                          </p:stCondLst>
                                        </p:cTn>
                                        <p:tgtEl>
                                          <p:spTgt spid="158"/>
                                        </p:tgtEl>
                                      </p:cBhvr>
                                      <p:rCtr x="0" y="0"/>
                                    </p:animMotion>
                                  </p:childTnLst>
                                </p:cTn>
                              </p:par>
                              <p:par>
                                <p:cTn id="243" presetID="1" presetClass="exit" presetSubtype="0" fill="hold" nodeType="withEffect">
                                  <p:stCondLst>
                                    <p:cond delay="1000"/>
                                  </p:stCondLst>
                                  <p:childTnLst>
                                    <p:set>
                                      <p:cBhvr>
                                        <p:cTn id="244" dur="1" fill="hold">
                                          <p:stCondLst>
                                            <p:cond delay="0"/>
                                          </p:stCondLst>
                                        </p:cTn>
                                        <p:tgtEl>
                                          <p:spTgt spid="158"/>
                                        </p:tgtEl>
                                        <p:attrNameLst>
                                          <p:attrName>style.visibility</p:attrName>
                                        </p:attrNameLst>
                                      </p:cBhvr>
                                      <p:to>
                                        <p:strVal val="hidden"/>
                                      </p:to>
                                    </p:set>
                                  </p:childTnLst>
                                </p:cTn>
                              </p:par>
                              <p:par>
                                <p:cTn id="245" presetID="1" presetClass="entr" presetSubtype="0" fill="hold" nodeType="withEffect">
                                  <p:stCondLst>
                                    <p:cond delay="0"/>
                                  </p:stCondLst>
                                  <p:childTnLst>
                                    <p:set>
                                      <p:cBhvr>
                                        <p:cTn id="246" dur="1" fill="hold">
                                          <p:stCondLst>
                                            <p:cond delay="0"/>
                                          </p:stCondLst>
                                        </p:cTn>
                                        <p:tgtEl>
                                          <p:spTgt spid="159"/>
                                        </p:tgtEl>
                                        <p:attrNameLst>
                                          <p:attrName>style.visibility</p:attrName>
                                        </p:attrNameLst>
                                      </p:cBhvr>
                                      <p:to>
                                        <p:strVal val="visible"/>
                                      </p:to>
                                    </p:set>
                                  </p:childTnLst>
                                </p:cTn>
                              </p:par>
                              <p:par>
                                <p:cTn id="247" presetID="0" presetClass="path" presetSubtype="0" fill="hold" nodeType="withEffect">
                                  <p:stCondLst>
                                    <p:cond delay="0"/>
                                  </p:stCondLst>
                                  <p:childTnLst>
                                    <p:animMotion origin="layout" path="M 0 0 L 0.121837832 0.036100098 E" pathEditMode="relative" rAng="0">
                                      <p:cBhvr additive="base">
                                        <p:cTn id="248" dur="1000" fill="hold">
                                          <p:stCondLst>
                                            <p:cond delay="0"/>
                                          </p:stCondLst>
                                        </p:cTn>
                                        <p:tgtEl>
                                          <p:spTgt spid="159"/>
                                        </p:tgtEl>
                                      </p:cBhvr>
                                      <p:rCtr x="0" y="0"/>
                                    </p:animMotion>
                                  </p:childTnLst>
                                </p:cTn>
                              </p:par>
                              <p:par>
                                <p:cTn id="249" presetID="1" presetClass="exit" presetSubtype="0" fill="hold" nodeType="withEffect">
                                  <p:stCondLst>
                                    <p:cond delay="1000"/>
                                  </p:stCondLst>
                                  <p:childTnLst>
                                    <p:set>
                                      <p:cBhvr>
                                        <p:cTn id="250" dur="1" fill="hold">
                                          <p:stCondLst>
                                            <p:cond delay="0"/>
                                          </p:stCondLst>
                                        </p:cTn>
                                        <p:tgtEl>
                                          <p:spTgt spid="159"/>
                                        </p:tgtEl>
                                        <p:attrNameLst>
                                          <p:attrName>style.visibility</p:attrName>
                                        </p:attrNameLst>
                                      </p:cBhvr>
                                      <p:to>
                                        <p:strVal val="hidden"/>
                                      </p:to>
                                    </p:set>
                                  </p:childTnLst>
                                </p:cTn>
                              </p:par>
                              <p:par>
                                <p:cTn id="251" presetID="1" presetClass="entr" presetSubtype="0" fill="hold" nodeType="withEffect">
                                  <p:stCondLst>
                                    <p:cond delay="0"/>
                                  </p:stCondLst>
                                  <p:childTnLst>
                                    <p:set>
                                      <p:cBhvr>
                                        <p:cTn id="252" dur="1" fill="hold">
                                          <p:stCondLst>
                                            <p:cond delay="0"/>
                                          </p:stCondLst>
                                        </p:cTn>
                                        <p:tgtEl>
                                          <p:spTgt spid="160"/>
                                        </p:tgtEl>
                                        <p:attrNameLst>
                                          <p:attrName>style.visibility</p:attrName>
                                        </p:attrNameLst>
                                      </p:cBhvr>
                                      <p:to>
                                        <p:strVal val="visible"/>
                                      </p:to>
                                    </p:set>
                                  </p:childTnLst>
                                </p:cTn>
                              </p:par>
                              <p:par>
                                <p:cTn id="253" presetID="0" presetClass="path" presetSubtype="0" fill="hold" nodeType="withEffect">
                                  <p:stCondLst>
                                    <p:cond delay="0"/>
                                  </p:stCondLst>
                                  <p:childTnLst>
                                    <p:animMotion origin="layout" path="M 0 0 L 0.122612770 -0.052476247 E" pathEditMode="relative" rAng="0">
                                      <p:cBhvr additive="base">
                                        <p:cTn id="254" dur="1000" fill="hold">
                                          <p:stCondLst>
                                            <p:cond delay="0"/>
                                          </p:stCondLst>
                                        </p:cTn>
                                        <p:tgtEl>
                                          <p:spTgt spid="160"/>
                                        </p:tgtEl>
                                      </p:cBhvr>
                                      <p:rCtr x="0" y="0"/>
                                    </p:animMotion>
                                  </p:childTnLst>
                                </p:cTn>
                              </p:par>
                              <p:par>
                                <p:cTn id="255" presetID="1" presetClass="exit" presetSubtype="0" fill="hold" nodeType="withEffect">
                                  <p:stCondLst>
                                    <p:cond delay="1000"/>
                                  </p:stCondLst>
                                  <p:childTnLst>
                                    <p:set>
                                      <p:cBhvr>
                                        <p:cTn id="256" dur="1" fill="hold">
                                          <p:stCondLst>
                                            <p:cond delay="0"/>
                                          </p:stCondLst>
                                        </p:cTn>
                                        <p:tgtEl>
                                          <p:spTgt spid="160"/>
                                        </p:tgtEl>
                                        <p:attrNameLst>
                                          <p:attrName>style.visibility</p:attrName>
                                        </p:attrNameLst>
                                      </p:cBhvr>
                                      <p:to>
                                        <p:strVal val="hidden"/>
                                      </p:to>
                                    </p:set>
                                  </p:childTnLst>
                                </p:cTn>
                              </p:par>
                              <p:par>
                                <p:cTn id="257" presetID="1" presetClass="entr" presetSubtype="0" fill="hold" nodeType="withEffect">
                                  <p:stCondLst>
                                    <p:cond delay="0"/>
                                  </p:stCondLst>
                                  <p:childTnLst>
                                    <p:set>
                                      <p:cBhvr>
                                        <p:cTn id="258" dur="1" fill="hold">
                                          <p:stCondLst>
                                            <p:cond delay="0"/>
                                          </p:stCondLst>
                                        </p:cTn>
                                        <p:tgtEl>
                                          <p:spTgt spid="161"/>
                                        </p:tgtEl>
                                        <p:attrNameLst>
                                          <p:attrName>style.visibility</p:attrName>
                                        </p:attrNameLst>
                                      </p:cBhvr>
                                      <p:to>
                                        <p:strVal val="visible"/>
                                      </p:to>
                                    </p:set>
                                  </p:childTnLst>
                                </p:cTn>
                              </p:par>
                              <p:par>
                                <p:cTn id="259" presetID="0" presetClass="path" presetSubtype="0" fill="hold" nodeType="withEffect">
                                  <p:stCondLst>
                                    <p:cond delay="0"/>
                                  </p:stCondLst>
                                  <p:childTnLst>
                                    <p:animMotion origin="layout" path="M 0 0 L 0.143258557 0.344292170 E" pathEditMode="relative" rAng="0">
                                      <p:cBhvr additive="base">
                                        <p:cTn id="260" dur="1000" fill="hold">
                                          <p:stCondLst>
                                            <p:cond delay="0"/>
                                          </p:stCondLst>
                                        </p:cTn>
                                        <p:tgtEl>
                                          <p:spTgt spid="161"/>
                                        </p:tgtEl>
                                      </p:cBhvr>
                                      <p:rCtr x="0" y="0"/>
                                    </p:animMotion>
                                  </p:childTnLst>
                                </p:cTn>
                              </p:par>
                              <p:par>
                                <p:cTn id="261" presetID="1" presetClass="exit" presetSubtype="0" fill="hold" nodeType="withEffect">
                                  <p:stCondLst>
                                    <p:cond delay="1000"/>
                                  </p:stCondLst>
                                  <p:childTnLst>
                                    <p:set>
                                      <p:cBhvr>
                                        <p:cTn id="262" dur="1" fill="hold">
                                          <p:stCondLst>
                                            <p:cond delay="0"/>
                                          </p:stCondLst>
                                        </p:cTn>
                                        <p:tgtEl>
                                          <p:spTgt spid="161"/>
                                        </p:tgtEl>
                                        <p:attrNameLst>
                                          <p:attrName>style.visibility</p:attrName>
                                        </p:attrNameLst>
                                      </p:cBhvr>
                                      <p:to>
                                        <p:strVal val="hidden"/>
                                      </p:to>
                                    </p:set>
                                  </p:childTnLst>
                                </p:cTn>
                              </p:par>
                              <p:par>
                                <p:cTn id="263" presetID="1" presetClass="entr" presetSubtype="0" fill="hold" nodeType="withEffect">
                                  <p:stCondLst>
                                    <p:cond delay="0"/>
                                  </p:stCondLst>
                                  <p:childTnLst>
                                    <p:set>
                                      <p:cBhvr>
                                        <p:cTn id="264" dur="1" fill="hold">
                                          <p:stCondLst>
                                            <p:cond delay="0"/>
                                          </p:stCondLst>
                                        </p:cTn>
                                        <p:tgtEl>
                                          <p:spTgt spid="162"/>
                                        </p:tgtEl>
                                        <p:attrNameLst>
                                          <p:attrName>style.visibility</p:attrName>
                                        </p:attrNameLst>
                                      </p:cBhvr>
                                      <p:to>
                                        <p:strVal val="visible"/>
                                      </p:to>
                                    </p:set>
                                  </p:childTnLst>
                                </p:cTn>
                              </p:par>
                              <p:par>
                                <p:cTn id="265" presetID="0" presetClass="path" presetSubtype="0" fill="hold" nodeType="withEffect">
                                  <p:stCondLst>
                                    <p:cond delay="0"/>
                                  </p:stCondLst>
                                  <p:childTnLst>
                                    <p:animMotion origin="layout" path="M 0 0 L 0.136022718 0.228383823 E" pathEditMode="relative" rAng="0">
                                      <p:cBhvr additive="base">
                                        <p:cTn id="266" dur="1000" fill="hold">
                                          <p:stCondLst>
                                            <p:cond delay="0"/>
                                          </p:stCondLst>
                                        </p:cTn>
                                        <p:tgtEl>
                                          <p:spTgt spid="162"/>
                                        </p:tgtEl>
                                      </p:cBhvr>
                                      <p:rCtr x="0" y="0"/>
                                    </p:animMotion>
                                  </p:childTnLst>
                                </p:cTn>
                              </p:par>
                              <p:par>
                                <p:cTn id="267" presetID="1" presetClass="exit" presetSubtype="0" fill="hold" nodeType="withEffect">
                                  <p:stCondLst>
                                    <p:cond delay="1000"/>
                                  </p:stCondLst>
                                  <p:childTnLst>
                                    <p:set>
                                      <p:cBhvr>
                                        <p:cTn id="268" dur="1" fill="hold">
                                          <p:stCondLst>
                                            <p:cond delay="0"/>
                                          </p:stCondLst>
                                        </p:cTn>
                                        <p:tgtEl>
                                          <p:spTgt spid="162"/>
                                        </p:tgtEl>
                                        <p:attrNameLst>
                                          <p:attrName>style.visibility</p:attrName>
                                        </p:attrNameLst>
                                      </p:cBhvr>
                                      <p:to>
                                        <p:strVal val="hidden"/>
                                      </p:to>
                                    </p:set>
                                  </p:childTnLst>
                                </p:cTn>
                              </p:par>
                              <p:par>
                                <p:cTn id="269" presetID="1" presetClass="entr" presetSubtype="0" fill="hold" nodeType="withEffect">
                                  <p:stCondLst>
                                    <p:cond delay="0"/>
                                  </p:stCondLst>
                                  <p:childTnLst>
                                    <p:set>
                                      <p:cBhvr>
                                        <p:cTn id="270" dur="1" fill="hold">
                                          <p:stCondLst>
                                            <p:cond delay="0"/>
                                          </p:stCondLst>
                                        </p:cTn>
                                        <p:tgtEl>
                                          <p:spTgt spid="163"/>
                                        </p:tgtEl>
                                        <p:attrNameLst>
                                          <p:attrName>style.visibility</p:attrName>
                                        </p:attrNameLst>
                                      </p:cBhvr>
                                      <p:to>
                                        <p:strVal val="visible"/>
                                      </p:to>
                                    </p:set>
                                  </p:childTnLst>
                                </p:cTn>
                              </p:par>
                              <p:par>
                                <p:cTn id="271" presetID="0" presetClass="path" presetSubtype="0" fill="hold" nodeType="withEffect">
                                  <p:stCondLst>
                                    <p:cond delay="0"/>
                                  </p:stCondLst>
                                  <p:childTnLst>
                                    <p:animMotion origin="layout" path="M 0 0 L 0.127601867 0.121825651 E" pathEditMode="relative" rAng="0">
                                      <p:cBhvr additive="base">
                                        <p:cTn id="272" dur="1000" fill="hold">
                                          <p:stCondLst>
                                            <p:cond delay="0"/>
                                          </p:stCondLst>
                                        </p:cTn>
                                        <p:tgtEl>
                                          <p:spTgt spid="163"/>
                                        </p:tgtEl>
                                      </p:cBhvr>
                                      <p:rCtr x="0" y="0"/>
                                    </p:animMotion>
                                  </p:childTnLst>
                                </p:cTn>
                              </p:par>
                              <p:par>
                                <p:cTn id="273" presetID="1" presetClass="exit" presetSubtype="0" fill="hold" nodeType="withEffect">
                                  <p:stCondLst>
                                    <p:cond delay="1000"/>
                                  </p:stCondLst>
                                  <p:childTnLst>
                                    <p:set>
                                      <p:cBhvr>
                                        <p:cTn id="274" dur="1" fill="hold">
                                          <p:stCondLst>
                                            <p:cond delay="0"/>
                                          </p:stCondLst>
                                        </p:cTn>
                                        <p:tgtEl>
                                          <p:spTgt spid="163"/>
                                        </p:tgtEl>
                                        <p:attrNameLst>
                                          <p:attrName>style.visibility</p:attrName>
                                        </p:attrNameLst>
                                      </p:cBhvr>
                                      <p:to>
                                        <p:strVal val="hidden"/>
                                      </p:to>
                                    </p:set>
                                  </p:childTnLst>
                                </p:cTn>
                              </p:par>
                              <p:par>
                                <p:cTn id="275" presetID="1" presetClass="entr" presetSubtype="0" fill="hold" nodeType="withEffect">
                                  <p:stCondLst>
                                    <p:cond delay="0"/>
                                  </p:stCondLst>
                                  <p:childTnLst>
                                    <p:set>
                                      <p:cBhvr>
                                        <p:cTn id="276" dur="1" fill="hold">
                                          <p:stCondLst>
                                            <p:cond delay="0"/>
                                          </p:stCondLst>
                                        </p:cTn>
                                        <p:tgtEl>
                                          <p:spTgt spid="164"/>
                                        </p:tgtEl>
                                        <p:attrNameLst>
                                          <p:attrName>style.visibility</p:attrName>
                                        </p:attrNameLst>
                                      </p:cBhvr>
                                      <p:to>
                                        <p:strVal val="visible"/>
                                      </p:to>
                                    </p:set>
                                  </p:childTnLst>
                                </p:cTn>
                              </p:par>
                              <p:par>
                                <p:cTn id="277" presetID="0" presetClass="path" presetSubtype="0" fill="hold" nodeType="withEffect">
                                  <p:stCondLst>
                                    <p:cond delay="0"/>
                                  </p:stCondLst>
                                  <p:childTnLst>
                                    <p:animMotion origin="layout" path="M 0 0 L 0.121547519 0.028010951 E" pathEditMode="relative" rAng="0">
                                      <p:cBhvr additive="base">
                                        <p:cTn id="278" dur="1000" fill="hold">
                                          <p:stCondLst>
                                            <p:cond delay="0"/>
                                          </p:stCondLst>
                                        </p:cTn>
                                        <p:tgtEl>
                                          <p:spTgt spid="164"/>
                                        </p:tgtEl>
                                      </p:cBhvr>
                                      <p:rCtr x="0" y="0"/>
                                    </p:animMotion>
                                  </p:childTnLst>
                                </p:cTn>
                              </p:par>
                              <p:par>
                                <p:cTn id="279" presetID="1" presetClass="exit" presetSubtype="0" fill="hold" nodeType="withEffect">
                                  <p:stCondLst>
                                    <p:cond delay="1000"/>
                                  </p:stCondLst>
                                  <p:childTnLst>
                                    <p:set>
                                      <p:cBhvr>
                                        <p:cTn id="280" dur="1" fill="hold">
                                          <p:stCondLst>
                                            <p:cond delay="0"/>
                                          </p:stCondLst>
                                        </p:cTn>
                                        <p:tgtEl>
                                          <p:spTgt spid="164"/>
                                        </p:tgtEl>
                                        <p:attrNameLst>
                                          <p:attrName>style.visibility</p:attrName>
                                        </p:attrNameLst>
                                      </p:cBhvr>
                                      <p:to>
                                        <p:strVal val="hidden"/>
                                      </p:to>
                                    </p:set>
                                  </p:childTnLst>
                                </p:cTn>
                              </p:par>
                              <p:par>
                                <p:cTn id="281" presetID="1" presetClass="entr" presetSubtype="0" fill="hold" nodeType="withEffect">
                                  <p:stCondLst>
                                    <p:cond delay="1100"/>
                                  </p:stCondLst>
                                  <p:childTnLst>
                                    <p:set>
                                      <p:cBhvr>
                                        <p:cTn id="282" dur="1" fill="hold">
                                          <p:stCondLst>
                                            <p:cond delay="0"/>
                                          </p:stCondLst>
                                        </p:cTn>
                                        <p:tgtEl>
                                          <p:spTgt spid="116"/>
                                        </p:tgtEl>
                                        <p:attrNameLst>
                                          <p:attrName>style.visibility</p:attrName>
                                        </p:attrNameLst>
                                      </p:cBhvr>
                                      <p:to>
                                        <p:strVal val="visible"/>
                                      </p:to>
                                    </p:set>
                                  </p:childTnLst>
                                </p:cTn>
                              </p:par>
                              <p:par>
                                <p:cTn id="283" presetID="1" presetClass="entr" presetSubtype="0" fill="hold" nodeType="withEffect">
                                  <p:stCondLst>
                                    <p:cond delay="1100"/>
                                  </p:stCondLst>
                                  <p:childTnLst>
                                    <p:set>
                                      <p:cBhvr>
                                        <p:cTn id="284" dur="1" fill="hold">
                                          <p:stCondLst>
                                            <p:cond delay="0"/>
                                          </p:stCondLst>
                                        </p:cTn>
                                        <p:tgtEl>
                                          <p:spTgt spid="117"/>
                                        </p:tgtEl>
                                        <p:attrNameLst>
                                          <p:attrName>style.visibility</p:attrName>
                                        </p:attrNameLst>
                                      </p:cBhvr>
                                      <p:to>
                                        <p:strVal val="visible"/>
                                      </p:to>
                                    </p:set>
                                  </p:childTnLst>
                                </p:cTn>
                              </p:par>
                              <p:par>
                                <p:cTn id="285" presetID="1" presetClass="entr" presetSubtype="0" fill="hold" nodeType="withEffect">
                                  <p:stCondLst>
                                    <p:cond delay="1100"/>
                                  </p:stCondLst>
                                  <p:childTnLst>
                                    <p:set>
                                      <p:cBhvr>
                                        <p:cTn id="286" dur="1" fill="hold">
                                          <p:stCondLst>
                                            <p:cond delay="0"/>
                                          </p:stCondLst>
                                        </p:cTn>
                                        <p:tgtEl>
                                          <p:spTgt spid="118"/>
                                        </p:tgtEl>
                                        <p:attrNameLst>
                                          <p:attrName>style.visibility</p:attrName>
                                        </p:attrNameLst>
                                      </p:cBhvr>
                                      <p:to>
                                        <p:strVal val="visible"/>
                                      </p:to>
                                    </p:set>
                                  </p:childTnLst>
                                </p:cTn>
                              </p:par>
                              <p:par>
                                <p:cTn id="287" presetID="1" presetClass="entr" presetSubtype="0" fill="hold" nodeType="withEffect">
                                  <p:stCondLst>
                                    <p:cond delay="1100"/>
                                  </p:stCondLst>
                                  <p:childTnLst>
                                    <p:set>
                                      <p:cBhvr>
                                        <p:cTn id="288" dur="1" fill="hold">
                                          <p:stCondLst>
                                            <p:cond delay="0"/>
                                          </p:stCondLst>
                                        </p:cTn>
                                        <p:tgtEl>
                                          <p:spTgt spid="119"/>
                                        </p:tgtEl>
                                        <p:attrNameLst>
                                          <p:attrName>style.visibility</p:attrName>
                                        </p:attrNameLst>
                                      </p:cBhvr>
                                      <p:to>
                                        <p:strVal val="visible"/>
                                      </p:to>
                                    </p:set>
                                  </p:childTnLst>
                                </p:cTn>
                              </p:par>
                              <p:par>
                                <p:cTn id="289" presetID="1" presetClass="entr" presetSubtype="0" fill="hold" nodeType="withEffect">
                                  <p:stCondLst>
                                    <p:cond delay="1100"/>
                                  </p:stCondLst>
                                  <p:childTnLst>
                                    <p:set>
                                      <p:cBhvr>
                                        <p:cTn id="290" dur="1" fill="hold">
                                          <p:stCondLst>
                                            <p:cond delay="0"/>
                                          </p:stCondLst>
                                        </p:cTn>
                                        <p:tgtEl>
                                          <p:spTgt spid="120"/>
                                        </p:tgtEl>
                                        <p:attrNameLst>
                                          <p:attrName>style.visibility</p:attrName>
                                        </p:attrNameLst>
                                      </p:cBhvr>
                                      <p:to>
                                        <p:strVal val="visible"/>
                                      </p:to>
                                    </p:set>
                                  </p:childTnLst>
                                </p:cTn>
                              </p:par>
                              <p:par>
                                <p:cTn id="291" presetID="1" presetClass="entr" presetSubtype="0" fill="hold" nodeType="withEffect">
                                  <p:stCondLst>
                                    <p:cond delay="1100"/>
                                  </p:stCondLst>
                                  <p:childTnLst>
                                    <p:set>
                                      <p:cBhvr>
                                        <p:cTn id="292" dur="1" fill="hold">
                                          <p:stCondLst>
                                            <p:cond delay="0"/>
                                          </p:stCondLst>
                                        </p:cTn>
                                        <p:tgtEl>
                                          <p:spTgt spid="123"/>
                                        </p:tgtEl>
                                        <p:attrNameLst>
                                          <p:attrName>style.visibility</p:attrName>
                                        </p:attrNameLst>
                                      </p:cBhvr>
                                      <p:to>
                                        <p:strVal val="visible"/>
                                      </p:to>
                                    </p:set>
                                  </p:childTnLst>
                                </p:cTn>
                              </p:par>
                              <p:par>
                                <p:cTn id="293" presetID="1" presetClass="entr" presetSubtype="0" fill="hold" nodeType="withEffect">
                                  <p:stCondLst>
                                    <p:cond delay="1100"/>
                                  </p:stCondLst>
                                  <p:childTnLst>
                                    <p:set>
                                      <p:cBhvr>
                                        <p:cTn id="294" dur="1" fill="hold">
                                          <p:stCondLst>
                                            <p:cond delay="0"/>
                                          </p:stCondLst>
                                        </p:cTn>
                                        <p:tgtEl>
                                          <p:spTgt spid="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69AA701-1492-2934-1A10-6DE28593C66C}"/>
              </a:ext>
            </a:extLst>
          </p:cNvPr>
          <p:cNvSpPr txBox="1"/>
          <p:nvPr/>
        </p:nvSpPr>
        <p:spPr>
          <a:xfrm>
            <a:off x="834054" y="485775"/>
            <a:ext cx="1874809" cy="584775"/>
          </a:xfrm>
          <a:prstGeom prst="rect">
            <a:avLst/>
          </a:prstGeom>
          <a:noFill/>
        </p:spPr>
        <p:txBody>
          <a:bodyPr wrap="none" rtlCol="0">
            <a:spAutoFit/>
          </a:bodyPr>
          <a:lstStyle/>
          <a:p>
            <a:r>
              <a:rPr lang="en-US" sz="3200"/>
              <a:t>Pop Quiz!</a:t>
            </a:r>
          </a:p>
        </p:txBody>
      </p:sp>
      <p:pic>
        <p:nvPicPr>
          <p:cNvPr id="4" name="Picture 3">
            <a:extLst>
              <a:ext uri="{FF2B5EF4-FFF2-40B4-BE49-F238E27FC236}">
                <a16:creationId xmlns:a16="http://schemas.microsoft.com/office/drawing/2014/main" id="{F3ECC955-AEF8-52BA-0F81-2B0F8F809A5A}"/>
              </a:ext>
            </a:extLst>
          </p:cNvPr>
          <p:cNvPicPr>
            <a:picLocks noChangeAspect="1"/>
          </p:cNvPicPr>
          <p:nvPr/>
        </p:nvPicPr>
        <p:blipFill>
          <a:blip r:embed="rId2"/>
          <a:stretch>
            <a:fillRect/>
          </a:stretch>
        </p:blipFill>
        <p:spPr>
          <a:xfrm>
            <a:off x="1328534" y="1070550"/>
            <a:ext cx="9702413" cy="5301675"/>
          </a:xfrm>
          <a:prstGeom prst="rect">
            <a:avLst/>
          </a:prstGeom>
        </p:spPr>
      </p:pic>
    </p:spTree>
    <p:extLst>
      <p:ext uri="{BB962C8B-B14F-4D97-AF65-F5344CB8AC3E}">
        <p14:creationId xmlns:p14="http://schemas.microsoft.com/office/powerpoint/2010/main" val="17671781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27FC86-8CA5-60F3-38FC-DE0CD2689638}"/>
              </a:ext>
            </a:extLst>
          </p:cNvPr>
          <p:cNvSpPr txBox="1"/>
          <p:nvPr/>
        </p:nvSpPr>
        <p:spPr>
          <a:xfrm>
            <a:off x="4485939" y="785308"/>
            <a:ext cx="4297202" cy="523220"/>
          </a:xfrm>
          <a:prstGeom prst="rect">
            <a:avLst/>
          </a:prstGeom>
          <a:noFill/>
        </p:spPr>
        <p:txBody>
          <a:bodyPr wrap="none" rtlCol="0">
            <a:spAutoFit/>
          </a:bodyPr>
          <a:lstStyle/>
          <a:p>
            <a:r>
              <a:rPr lang="en-US" sz="2800"/>
              <a:t>Info on Exam 2 and Exam 3</a:t>
            </a:r>
          </a:p>
        </p:txBody>
      </p:sp>
    </p:spTree>
    <p:extLst>
      <p:ext uri="{BB962C8B-B14F-4D97-AF65-F5344CB8AC3E}">
        <p14:creationId xmlns:p14="http://schemas.microsoft.com/office/powerpoint/2010/main" val="1985915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title">
            <a:extLst>
              <a:ext uri="{FF2B5EF4-FFF2-40B4-BE49-F238E27FC236}">
                <a16:creationId xmlns:a16="http://schemas.microsoft.com/office/drawing/2014/main" id="{A09A8BD8-DE37-45B0-BB3E-21BB996E6BF3}"/>
              </a:ext>
            </a:extLst>
          </p:cNvPr>
          <p:cNvSpPr>
            <a:spLocks noGrp="1"/>
          </p:cNvSpPr>
          <p:nvPr/>
        </p:nvSpPr>
        <p:spPr>
          <a:xfrm>
            <a:off x="635000" y="381000"/>
            <a:ext cx="10922000" cy="508000"/>
          </a:xfrm>
          <a:prstGeom prst="rect">
            <a:avLst/>
          </a:prstGeom>
          <a:noFill/>
          <a:ln w="0">
            <a:noFill/>
            <a:prstDash val="solid"/>
          </a:ln>
        </p:spPr>
        <p:txBody>
          <a:bodyPr wrap="none" lIns="0" tIns="0" rIns="0" bIns="0" anchor="ctr">
            <a:normAutofit/>
          </a:bodyPr>
          <a:lstStyle>
            <a:defPPr algn="ctr">
              <a:defRPr sz="3600" b="1">
                <a:solidFill>
                  <a:srgbClr val="25364A"/>
                </a:solidFill>
                <a:latin typeface="Nimbus Sans"/>
                <a:ea typeface="Nimbus Sans"/>
                <a:cs typeface="Nimbus Sans"/>
              </a:defRPr>
            </a:defPPr>
            <a:lvl1pPr algn="ctr">
              <a:defRPr sz="3600" b="1">
                <a:solidFill>
                  <a:srgbClr val="25364A"/>
                </a:solidFill>
                <a:latin typeface="Nimbus Sans"/>
                <a:ea typeface="Nimbus Sans"/>
                <a:cs typeface="Nimbus Sans"/>
              </a:defRPr>
            </a:lvl1pPr>
            <a:lvl2pPr algn="ctr">
              <a:defRPr sz="3600" b="1">
                <a:solidFill>
                  <a:srgbClr val="25364A"/>
                </a:solidFill>
                <a:latin typeface="Nimbus Sans"/>
                <a:ea typeface="Nimbus Sans"/>
                <a:cs typeface="Nimbus Sans"/>
              </a:defRPr>
            </a:lvl2pPr>
            <a:lvl3pPr algn="ctr">
              <a:defRPr sz="3600" b="1">
                <a:solidFill>
                  <a:srgbClr val="25364A"/>
                </a:solidFill>
                <a:latin typeface="Nimbus Sans"/>
                <a:ea typeface="Nimbus Sans"/>
                <a:cs typeface="Nimbus Sans"/>
              </a:defRPr>
            </a:lvl3pPr>
            <a:lvl4pPr algn="ctr">
              <a:defRPr sz="3600" b="1">
                <a:solidFill>
                  <a:srgbClr val="25364A"/>
                </a:solidFill>
                <a:latin typeface="Nimbus Sans"/>
                <a:ea typeface="Nimbus Sans"/>
                <a:cs typeface="Nimbus Sans"/>
              </a:defRPr>
            </a:lvl4pPr>
            <a:lvl5pPr algn="ctr">
              <a:defRPr sz="3600" b="1">
                <a:solidFill>
                  <a:srgbClr val="25364A"/>
                </a:solidFill>
                <a:latin typeface="Nimbus Sans"/>
                <a:ea typeface="Nimbus Sans"/>
                <a:cs typeface="Nimbus Sans"/>
              </a:defRPr>
            </a:lvl5pPr>
            <a:lvl6pPr algn="ctr">
              <a:defRPr sz="3600" b="1">
                <a:solidFill>
                  <a:srgbClr val="25364A"/>
                </a:solidFill>
                <a:latin typeface="Nimbus Sans"/>
                <a:ea typeface="Nimbus Sans"/>
                <a:cs typeface="Nimbus Sans"/>
              </a:defRPr>
            </a:lvl6pPr>
            <a:lvl7pPr algn="ctr">
              <a:defRPr sz="3600" b="1">
                <a:solidFill>
                  <a:srgbClr val="25364A"/>
                </a:solidFill>
                <a:latin typeface="Nimbus Sans"/>
                <a:ea typeface="Nimbus Sans"/>
                <a:cs typeface="Nimbus Sans"/>
              </a:defRPr>
            </a:lvl7pPr>
            <a:lvl8pPr algn="ctr">
              <a:defRPr sz="3600" b="1">
                <a:solidFill>
                  <a:srgbClr val="25364A"/>
                </a:solidFill>
                <a:latin typeface="Nimbus Sans"/>
                <a:ea typeface="Nimbus Sans"/>
                <a:cs typeface="Nimbus Sans"/>
              </a:defRPr>
            </a:lvl8pPr>
            <a:lvl9pPr algn="ctr">
              <a:defRPr sz="3600" b="1">
                <a:solidFill>
                  <a:srgbClr val="25364A"/>
                </a:solidFill>
                <a:latin typeface="Nimbus Sans"/>
                <a:ea typeface="Nimbus Sans"/>
                <a:cs typeface="Nimbus Sans"/>
              </a:defRPr>
            </a:lvl9pPr>
          </a:lstStyle>
          <a:p>
            <a:pPr algn="ctr">
              <a:defRPr sz="3600" b="1">
                <a:solidFill>
                  <a:srgbClr val="25364A"/>
                </a:solidFill>
                <a:latin typeface="Nimbus Sans"/>
                <a:ea typeface="Nimbus Sans"/>
                <a:cs typeface="Nimbus Sans"/>
              </a:defRPr>
            </a:pPr>
            <a:r>
              <a:rPr sz="3000"/>
              <a:t>Backpropagation</a:t>
            </a:r>
          </a:p>
        </p:txBody>
      </p:sp>
      <p:sp>
        <p:nvSpPr>
          <p:cNvPr id="2" name="edge-0-0-0">
            <a:extLst>
              <a:ext uri="{FF2B5EF4-FFF2-40B4-BE49-F238E27FC236}">
                <a16:creationId xmlns:a16="http://schemas.microsoft.com/office/drawing/2014/main" id="{0E8E4DA0-D72C-437F-B766-6D151A00F786}"/>
              </a:ext>
            </a:extLst>
          </p:cNvPr>
          <p:cNvSpPr>
            <a:spLocks noGrp="1"/>
          </p:cNvSpPr>
          <p:nvPr/>
        </p:nvSpPr>
        <p:spPr>
          <a:xfrm flipV="1">
            <a:off x="1590810" y="2868788"/>
            <a:ext cx="1184005" cy="334610"/>
          </a:xfrm>
          <a:prstGeom prst="line">
            <a:avLst/>
          </a:prstGeom>
          <a:noFill/>
          <a:ln w="11906">
            <a:solidFill>
              <a:srgbClr val="A8B4C2"/>
            </a:solidFill>
            <a:prstDash val="solid"/>
          </a:ln>
        </p:spPr>
        <p:txBody>
          <a:bodyPr/>
          <a:lstStyle/>
          <a:p>
            <a:endParaRPr lang="en-US" sz="1500"/>
          </a:p>
        </p:txBody>
      </p:sp>
      <p:sp>
        <p:nvSpPr>
          <p:cNvPr id="3" name="edge-0-1-0">
            <a:extLst>
              <a:ext uri="{FF2B5EF4-FFF2-40B4-BE49-F238E27FC236}">
                <a16:creationId xmlns:a16="http://schemas.microsoft.com/office/drawing/2014/main" id="{6789D896-80CE-4B2F-A5A3-888FAA0EEEFB}"/>
              </a:ext>
            </a:extLst>
          </p:cNvPr>
          <p:cNvSpPr>
            <a:spLocks noGrp="1"/>
          </p:cNvSpPr>
          <p:nvPr/>
        </p:nvSpPr>
        <p:spPr>
          <a:xfrm flipV="1">
            <a:off x="1513540" y="3005782"/>
            <a:ext cx="1338546" cy="1251250"/>
          </a:xfrm>
          <a:prstGeom prst="line">
            <a:avLst/>
          </a:prstGeom>
          <a:noFill/>
          <a:ln w="11906">
            <a:solidFill>
              <a:srgbClr val="A8B4C2"/>
            </a:solidFill>
            <a:prstDash val="solid"/>
          </a:ln>
        </p:spPr>
        <p:txBody>
          <a:bodyPr/>
          <a:lstStyle/>
          <a:p>
            <a:endParaRPr lang="en-US" sz="1500"/>
          </a:p>
        </p:txBody>
      </p:sp>
      <p:sp>
        <p:nvSpPr>
          <p:cNvPr id="4" name="edge-0-0-1">
            <a:extLst>
              <a:ext uri="{FF2B5EF4-FFF2-40B4-BE49-F238E27FC236}">
                <a16:creationId xmlns:a16="http://schemas.microsoft.com/office/drawing/2014/main" id="{1731CB7C-6AD6-46A0-A8C4-5C8749DEEFD5}"/>
              </a:ext>
            </a:extLst>
          </p:cNvPr>
          <p:cNvSpPr>
            <a:spLocks noGrp="1"/>
          </p:cNvSpPr>
          <p:nvPr/>
        </p:nvSpPr>
        <p:spPr>
          <a:xfrm>
            <a:off x="1590810" y="3384726"/>
            <a:ext cx="1184005" cy="334610"/>
          </a:xfrm>
          <a:prstGeom prst="line">
            <a:avLst/>
          </a:prstGeom>
          <a:noFill/>
          <a:ln w="11906">
            <a:solidFill>
              <a:srgbClr val="A8B4C2"/>
            </a:solidFill>
            <a:prstDash val="solid"/>
          </a:ln>
        </p:spPr>
        <p:txBody>
          <a:bodyPr/>
          <a:lstStyle/>
          <a:p>
            <a:endParaRPr lang="en-US" sz="1500"/>
          </a:p>
        </p:txBody>
      </p:sp>
      <p:sp>
        <p:nvSpPr>
          <p:cNvPr id="5" name="edge-0-1-1">
            <a:extLst>
              <a:ext uri="{FF2B5EF4-FFF2-40B4-BE49-F238E27FC236}">
                <a16:creationId xmlns:a16="http://schemas.microsoft.com/office/drawing/2014/main" id="{D2B4D1F2-D2A8-481B-A9A9-D77E773810CB}"/>
              </a:ext>
            </a:extLst>
          </p:cNvPr>
          <p:cNvSpPr>
            <a:spLocks noGrp="1"/>
          </p:cNvSpPr>
          <p:nvPr/>
        </p:nvSpPr>
        <p:spPr>
          <a:xfrm flipV="1">
            <a:off x="1582704" y="3925564"/>
            <a:ext cx="1200218" cy="443558"/>
          </a:xfrm>
          <a:prstGeom prst="line">
            <a:avLst/>
          </a:prstGeom>
          <a:noFill/>
          <a:ln w="11906">
            <a:solidFill>
              <a:srgbClr val="A8B4C2"/>
            </a:solidFill>
            <a:prstDash val="solid"/>
          </a:ln>
        </p:spPr>
        <p:txBody>
          <a:bodyPr/>
          <a:lstStyle/>
          <a:p>
            <a:endParaRPr lang="en-US" sz="1500"/>
          </a:p>
        </p:txBody>
      </p:sp>
      <p:sp>
        <p:nvSpPr>
          <p:cNvPr id="6" name="edge-0-0-2">
            <a:extLst>
              <a:ext uri="{FF2B5EF4-FFF2-40B4-BE49-F238E27FC236}">
                <a16:creationId xmlns:a16="http://schemas.microsoft.com/office/drawing/2014/main" id="{A1524FC7-A29E-4A3A-B81A-8BA12B3CFA63}"/>
              </a:ext>
            </a:extLst>
          </p:cNvPr>
          <p:cNvSpPr>
            <a:spLocks noGrp="1"/>
          </p:cNvSpPr>
          <p:nvPr/>
        </p:nvSpPr>
        <p:spPr>
          <a:xfrm>
            <a:off x="1524284" y="3509651"/>
            <a:ext cx="1317057" cy="1116635"/>
          </a:xfrm>
          <a:prstGeom prst="line">
            <a:avLst/>
          </a:prstGeom>
          <a:noFill/>
          <a:ln w="11906">
            <a:solidFill>
              <a:srgbClr val="A8B4C2"/>
            </a:solidFill>
            <a:prstDash val="solid"/>
          </a:ln>
        </p:spPr>
        <p:txBody>
          <a:bodyPr/>
          <a:lstStyle/>
          <a:p>
            <a:endParaRPr lang="en-US" sz="1500"/>
          </a:p>
        </p:txBody>
      </p:sp>
      <p:sp>
        <p:nvSpPr>
          <p:cNvPr id="7" name="edge-0-1-2">
            <a:extLst>
              <a:ext uri="{FF2B5EF4-FFF2-40B4-BE49-F238E27FC236}">
                <a16:creationId xmlns:a16="http://schemas.microsoft.com/office/drawing/2014/main" id="{CFB56D4C-5595-4847-9BED-72D2BFF9F439}"/>
              </a:ext>
            </a:extLst>
          </p:cNvPr>
          <p:cNvSpPr>
            <a:spLocks noGrp="1"/>
          </p:cNvSpPr>
          <p:nvPr/>
        </p:nvSpPr>
        <p:spPr>
          <a:xfrm>
            <a:off x="1597172" y="4548700"/>
            <a:ext cx="1171282" cy="229164"/>
          </a:xfrm>
          <a:prstGeom prst="line">
            <a:avLst/>
          </a:prstGeom>
          <a:noFill/>
          <a:ln w="11906">
            <a:solidFill>
              <a:srgbClr val="A8B4C2"/>
            </a:solidFill>
            <a:prstDash val="solid"/>
          </a:ln>
        </p:spPr>
        <p:txBody>
          <a:bodyPr/>
          <a:lstStyle/>
          <a:p>
            <a:endParaRPr lang="en-US" sz="1500"/>
          </a:p>
        </p:txBody>
      </p:sp>
      <p:sp>
        <p:nvSpPr>
          <p:cNvPr id="8" name="edge-1-0-0">
            <a:extLst>
              <a:ext uri="{FF2B5EF4-FFF2-40B4-BE49-F238E27FC236}">
                <a16:creationId xmlns:a16="http://schemas.microsoft.com/office/drawing/2014/main" id="{BF414240-1469-40B4-A1BE-F9BAD6511F69}"/>
              </a:ext>
            </a:extLst>
          </p:cNvPr>
          <p:cNvSpPr>
            <a:spLocks noGrp="1"/>
          </p:cNvSpPr>
          <p:nvPr/>
        </p:nvSpPr>
        <p:spPr>
          <a:xfrm>
            <a:off x="3419859" y="2855660"/>
            <a:ext cx="1177158" cy="281494"/>
          </a:xfrm>
          <a:prstGeom prst="line">
            <a:avLst/>
          </a:prstGeom>
          <a:noFill/>
          <a:ln w="11906">
            <a:solidFill>
              <a:srgbClr val="A8B4C2"/>
            </a:solidFill>
            <a:prstDash val="solid"/>
          </a:ln>
        </p:spPr>
        <p:txBody>
          <a:bodyPr/>
          <a:lstStyle/>
          <a:p>
            <a:endParaRPr lang="en-US" sz="1500"/>
          </a:p>
        </p:txBody>
      </p:sp>
      <p:sp>
        <p:nvSpPr>
          <p:cNvPr id="9" name="edge-1-1-0">
            <a:extLst>
              <a:ext uri="{FF2B5EF4-FFF2-40B4-BE49-F238E27FC236}">
                <a16:creationId xmlns:a16="http://schemas.microsoft.com/office/drawing/2014/main" id="{C34E81A1-4C2C-44FF-921C-839C60B974A7}"/>
              </a:ext>
            </a:extLst>
          </p:cNvPr>
          <p:cNvSpPr>
            <a:spLocks noGrp="1"/>
          </p:cNvSpPr>
          <p:nvPr/>
        </p:nvSpPr>
        <p:spPr>
          <a:xfrm flipV="1">
            <a:off x="3412575" y="3318041"/>
            <a:ext cx="1191726" cy="388607"/>
          </a:xfrm>
          <a:prstGeom prst="line">
            <a:avLst/>
          </a:prstGeom>
          <a:noFill/>
          <a:ln w="11906">
            <a:solidFill>
              <a:srgbClr val="A8B4C2"/>
            </a:solidFill>
            <a:prstDash val="solid"/>
          </a:ln>
        </p:spPr>
        <p:txBody>
          <a:bodyPr/>
          <a:lstStyle/>
          <a:p>
            <a:endParaRPr lang="en-US" sz="1500"/>
          </a:p>
        </p:txBody>
      </p:sp>
      <p:sp>
        <p:nvSpPr>
          <p:cNvPr id="10" name="edge-1-2-0">
            <a:extLst>
              <a:ext uri="{FF2B5EF4-FFF2-40B4-BE49-F238E27FC236}">
                <a16:creationId xmlns:a16="http://schemas.microsoft.com/office/drawing/2014/main" id="{F6B2003F-E543-40D6-9DD7-38EA91233615}"/>
              </a:ext>
            </a:extLst>
          </p:cNvPr>
          <p:cNvSpPr>
            <a:spLocks noGrp="1"/>
          </p:cNvSpPr>
          <p:nvPr/>
        </p:nvSpPr>
        <p:spPr>
          <a:xfrm flipV="1">
            <a:off x="3344494" y="3436505"/>
            <a:ext cx="1327888" cy="1183552"/>
          </a:xfrm>
          <a:prstGeom prst="line">
            <a:avLst/>
          </a:prstGeom>
          <a:noFill/>
          <a:ln w="11906">
            <a:solidFill>
              <a:srgbClr val="A8B4C2"/>
            </a:solidFill>
            <a:prstDash val="solid"/>
          </a:ln>
        </p:spPr>
        <p:txBody>
          <a:bodyPr/>
          <a:lstStyle/>
          <a:p>
            <a:endParaRPr lang="en-US" sz="1500"/>
          </a:p>
        </p:txBody>
      </p:sp>
      <p:sp>
        <p:nvSpPr>
          <p:cNvPr id="11" name="edge-1-0-1">
            <a:extLst>
              <a:ext uri="{FF2B5EF4-FFF2-40B4-BE49-F238E27FC236}">
                <a16:creationId xmlns:a16="http://schemas.microsoft.com/office/drawing/2014/main" id="{3FAE2CB0-F144-45EF-A7F0-DE0EDA5516AA}"/>
              </a:ext>
            </a:extLst>
          </p:cNvPr>
          <p:cNvSpPr>
            <a:spLocks noGrp="1"/>
          </p:cNvSpPr>
          <p:nvPr/>
        </p:nvSpPr>
        <p:spPr>
          <a:xfrm>
            <a:off x="3344494" y="2999942"/>
            <a:ext cx="1327888" cy="1183552"/>
          </a:xfrm>
          <a:prstGeom prst="line">
            <a:avLst/>
          </a:prstGeom>
          <a:noFill/>
          <a:ln w="11906">
            <a:solidFill>
              <a:srgbClr val="A8B4C2"/>
            </a:solidFill>
            <a:prstDash val="solid"/>
          </a:ln>
        </p:spPr>
        <p:txBody>
          <a:bodyPr/>
          <a:lstStyle/>
          <a:p>
            <a:endParaRPr lang="en-US" sz="1500"/>
          </a:p>
        </p:txBody>
      </p:sp>
      <p:sp>
        <p:nvSpPr>
          <p:cNvPr id="12" name="edge-1-1-1">
            <a:extLst>
              <a:ext uri="{FF2B5EF4-FFF2-40B4-BE49-F238E27FC236}">
                <a16:creationId xmlns:a16="http://schemas.microsoft.com/office/drawing/2014/main" id="{A10EF95F-7375-4659-AD2C-8E120965F397}"/>
              </a:ext>
            </a:extLst>
          </p:cNvPr>
          <p:cNvSpPr>
            <a:spLocks noGrp="1"/>
          </p:cNvSpPr>
          <p:nvPr/>
        </p:nvSpPr>
        <p:spPr>
          <a:xfrm>
            <a:off x="3412575" y="3913353"/>
            <a:ext cx="1191726" cy="388607"/>
          </a:xfrm>
          <a:prstGeom prst="line">
            <a:avLst/>
          </a:prstGeom>
          <a:noFill/>
          <a:ln w="11906">
            <a:solidFill>
              <a:srgbClr val="A8B4C2"/>
            </a:solidFill>
            <a:prstDash val="solid"/>
          </a:ln>
        </p:spPr>
        <p:txBody>
          <a:bodyPr/>
          <a:lstStyle/>
          <a:p>
            <a:endParaRPr lang="en-US" sz="1500"/>
          </a:p>
        </p:txBody>
      </p:sp>
      <p:sp>
        <p:nvSpPr>
          <p:cNvPr id="13" name="edge-1-2-1">
            <a:extLst>
              <a:ext uri="{FF2B5EF4-FFF2-40B4-BE49-F238E27FC236}">
                <a16:creationId xmlns:a16="http://schemas.microsoft.com/office/drawing/2014/main" id="{EF44C7D8-25DF-4B53-A3C0-E106A800FEA5}"/>
              </a:ext>
            </a:extLst>
          </p:cNvPr>
          <p:cNvSpPr>
            <a:spLocks noGrp="1"/>
          </p:cNvSpPr>
          <p:nvPr/>
        </p:nvSpPr>
        <p:spPr>
          <a:xfrm flipV="1">
            <a:off x="3419859" y="4482847"/>
            <a:ext cx="1177158" cy="281494"/>
          </a:xfrm>
          <a:prstGeom prst="line">
            <a:avLst/>
          </a:prstGeom>
          <a:noFill/>
          <a:ln w="11906">
            <a:solidFill>
              <a:srgbClr val="A8B4C2"/>
            </a:solidFill>
            <a:prstDash val="solid"/>
          </a:ln>
        </p:spPr>
        <p:txBody>
          <a:bodyPr/>
          <a:lstStyle/>
          <a:p>
            <a:endParaRPr lang="en-US" sz="1500"/>
          </a:p>
        </p:txBody>
      </p:sp>
      <p:sp>
        <p:nvSpPr>
          <p:cNvPr id="14" name="edge-2-0-0">
            <a:extLst>
              <a:ext uri="{FF2B5EF4-FFF2-40B4-BE49-F238E27FC236}">
                <a16:creationId xmlns:a16="http://schemas.microsoft.com/office/drawing/2014/main" id="{8C4716A2-02BF-4FED-9148-5EEB954261D7}"/>
              </a:ext>
            </a:extLst>
          </p:cNvPr>
          <p:cNvSpPr>
            <a:spLocks noGrp="1"/>
          </p:cNvSpPr>
          <p:nvPr/>
        </p:nvSpPr>
        <p:spPr>
          <a:xfrm flipV="1">
            <a:off x="5231704" y="2621794"/>
            <a:ext cx="1204719" cy="471412"/>
          </a:xfrm>
          <a:prstGeom prst="line">
            <a:avLst/>
          </a:prstGeom>
          <a:noFill/>
          <a:ln w="11906">
            <a:solidFill>
              <a:srgbClr val="A8B4C2"/>
            </a:solidFill>
            <a:prstDash val="solid"/>
          </a:ln>
        </p:spPr>
        <p:txBody>
          <a:bodyPr/>
          <a:lstStyle/>
          <a:p>
            <a:endParaRPr lang="en-US" sz="1500"/>
          </a:p>
        </p:txBody>
      </p:sp>
      <p:sp>
        <p:nvSpPr>
          <p:cNvPr id="15" name="edge-2-1-0">
            <a:extLst>
              <a:ext uri="{FF2B5EF4-FFF2-40B4-BE49-F238E27FC236}">
                <a16:creationId xmlns:a16="http://schemas.microsoft.com/office/drawing/2014/main" id="{1531275C-24B3-4BD8-82B6-3DE3C112B58A}"/>
              </a:ext>
            </a:extLst>
          </p:cNvPr>
          <p:cNvSpPr>
            <a:spLocks noGrp="1"/>
          </p:cNvSpPr>
          <p:nvPr/>
        </p:nvSpPr>
        <p:spPr>
          <a:xfrm flipV="1">
            <a:off x="5151914" y="2741006"/>
            <a:ext cx="1364298" cy="1423614"/>
          </a:xfrm>
          <a:prstGeom prst="line">
            <a:avLst/>
          </a:prstGeom>
          <a:noFill/>
          <a:ln w="11906">
            <a:solidFill>
              <a:srgbClr val="A8B4C2"/>
            </a:solidFill>
            <a:prstDash val="solid"/>
          </a:ln>
        </p:spPr>
        <p:txBody>
          <a:bodyPr/>
          <a:lstStyle/>
          <a:p>
            <a:endParaRPr lang="en-US" sz="1500"/>
          </a:p>
        </p:txBody>
      </p:sp>
      <p:sp>
        <p:nvSpPr>
          <p:cNvPr id="16" name="edge-2-0-1">
            <a:extLst>
              <a:ext uri="{FF2B5EF4-FFF2-40B4-BE49-F238E27FC236}">
                <a16:creationId xmlns:a16="http://schemas.microsoft.com/office/drawing/2014/main" id="{0FE5C21E-DE02-41AF-BB82-E3744BB7BB8B}"/>
              </a:ext>
            </a:extLst>
          </p:cNvPr>
          <p:cNvSpPr>
            <a:spLocks noGrp="1"/>
          </p:cNvSpPr>
          <p:nvPr/>
        </p:nvSpPr>
        <p:spPr>
          <a:xfrm>
            <a:off x="5253372" y="3243568"/>
            <a:ext cx="1161382" cy="100990"/>
          </a:xfrm>
          <a:prstGeom prst="line">
            <a:avLst/>
          </a:prstGeom>
          <a:noFill/>
          <a:ln w="11906">
            <a:solidFill>
              <a:srgbClr val="A8B4C2"/>
            </a:solidFill>
            <a:prstDash val="solid"/>
          </a:ln>
        </p:spPr>
        <p:txBody>
          <a:bodyPr/>
          <a:lstStyle/>
          <a:p>
            <a:endParaRPr lang="en-US" sz="1500"/>
          </a:p>
        </p:txBody>
      </p:sp>
      <p:sp>
        <p:nvSpPr>
          <p:cNvPr id="17" name="edge-2-1-1">
            <a:extLst>
              <a:ext uri="{FF2B5EF4-FFF2-40B4-BE49-F238E27FC236}">
                <a16:creationId xmlns:a16="http://schemas.microsoft.com/office/drawing/2014/main" id="{C6221421-FFD7-4AC8-8400-0A95DFD3E578}"/>
              </a:ext>
            </a:extLst>
          </p:cNvPr>
          <p:cNvSpPr>
            <a:spLocks noGrp="1"/>
          </p:cNvSpPr>
          <p:nvPr/>
        </p:nvSpPr>
        <p:spPr>
          <a:xfrm flipV="1">
            <a:off x="5211474" y="3537478"/>
            <a:ext cx="1245178" cy="703796"/>
          </a:xfrm>
          <a:prstGeom prst="line">
            <a:avLst/>
          </a:prstGeom>
          <a:noFill/>
          <a:ln w="11906">
            <a:solidFill>
              <a:srgbClr val="A8B4C2"/>
            </a:solidFill>
            <a:prstDash val="solid"/>
          </a:ln>
        </p:spPr>
        <p:txBody>
          <a:bodyPr/>
          <a:lstStyle/>
          <a:p>
            <a:endParaRPr lang="en-US" sz="1500"/>
          </a:p>
        </p:txBody>
      </p:sp>
      <p:sp>
        <p:nvSpPr>
          <p:cNvPr id="18" name="edge-2-0-2">
            <a:extLst>
              <a:ext uri="{FF2B5EF4-FFF2-40B4-BE49-F238E27FC236}">
                <a16:creationId xmlns:a16="http://schemas.microsoft.com/office/drawing/2014/main" id="{22E8D514-0B78-47D2-B320-5D7222F12483}"/>
              </a:ext>
            </a:extLst>
          </p:cNvPr>
          <p:cNvSpPr>
            <a:spLocks noGrp="1"/>
          </p:cNvSpPr>
          <p:nvPr/>
        </p:nvSpPr>
        <p:spPr>
          <a:xfrm>
            <a:off x="5211474" y="3378728"/>
            <a:ext cx="1245178" cy="703796"/>
          </a:xfrm>
          <a:prstGeom prst="line">
            <a:avLst/>
          </a:prstGeom>
          <a:noFill/>
          <a:ln w="11906">
            <a:solidFill>
              <a:srgbClr val="A8B4C2"/>
            </a:solidFill>
            <a:prstDash val="solid"/>
          </a:ln>
        </p:spPr>
        <p:txBody>
          <a:bodyPr/>
          <a:lstStyle/>
          <a:p>
            <a:endParaRPr lang="en-US" sz="1500"/>
          </a:p>
        </p:txBody>
      </p:sp>
      <p:sp>
        <p:nvSpPr>
          <p:cNvPr id="19" name="edge-2-1-2">
            <a:extLst>
              <a:ext uri="{FF2B5EF4-FFF2-40B4-BE49-F238E27FC236}">
                <a16:creationId xmlns:a16="http://schemas.microsoft.com/office/drawing/2014/main" id="{E189BDB9-384C-4553-84F2-0CE413E9296F}"/>
              </a:ext>
            </a:extLst>
          </p:cNvPr>
          <p:cNvSpPr>
            <a:spLocks noGrp="1"/>
          </p:cNvSpPr>
          <p:nvPr/>
        </p:nvSpPr>
        <p:spPr>
          <a:xfrm flipV="1">
            <a:off x="5253372" y="4275443"/>
            <a:ext cx="1161382" cy="100990"/>
          </a:xfrm>
          <a:prstGeom prst="line">
            <a:avLst/>
          </a:prstGeom>
          <a:noFill/>
          <a:ln w="11906">
            <a:solidFill>
              <a:srgbClr val="A8B4C2"/>
            </a:solidFill>
            <a:prstDash val="solid"/>
          </a:ln>
        </p:spPr>
        <p:txBody>
          <a:bodyPr/>
          <a:lstStyle/>
          <a:p>
            <a:endParaRPr lang="en-US" sz="1500"/>
          </a:p>
        </p:txBody>
      </p:sp>
      <p:sp>
        <p:nvSpPr>
          <p:cNvPr id="20" name="edge-2-0-3">
            <a:extLst>
              <a:ext uri="{FF2B5EF4-FFF2-40B4-BE49-F238E27FC236}">
                <a16:creationId xmlns:a16="http://schemas.microsoft.com/office/drawing/2014/main" id="{5F94E3DF-7D5C-4328-AA8C-50A524C51445}"/>
              </a:ext>
            </a:extLst>
          </p:cNvPr>
          <p:cNvSpPr>
            <a:spLocks noGrp="1"/>
          </p:cNvSpPr>
          <p:nvPr/>
        </p:nvSpPr>
        <p:spPr>
          <a:xfrm>
            <a:off x="5151914" y="3455381"/>
            <a:ext cx="1364298" cy="1423614"/>
          </a:xfrm>
          <a:prstGeom prst="line">
            <a:avLst/>
          </a:prstGeom>
          <a:noFill/>
          <a:ln w="11906">
            <a:solidFill>
              <a:srgbClr val="A8B4C2"/>
            </a:solidFill>
            <a:prstDash val="solid"/>
          </a:ln>
        </p:spPr>
        <p:txBody>
          <a:bodyPr/>
          <a:lstStyle/>
          <a:p>
            <a:endParaRPr lang="en-US" sz="1500"/>
          </a:p>
        </p:txBody>
      </p:sp>
      <p:sp>
        <p:nvSpPr>
          <p:cNvPr id="21" name="edge-2-1-3">
            <a:extLst>
              <a:ext uri="{FF2B5EF4-FFF2-40B4-BE49-F238E27FC236}">
                <a16:creationId xmlns:a16="http://schemas.microsoft.com/office/drawing/2014/main" id="{FD3E91CF-49D6-4E0E-B46C-5AA2555E6707}"/>
              </a:ext>
            </a:extLst>
          </p:cNvPr>
          <p:cNvSpPr>
            <a:spLocks noGrp="1"/>
          </p:cNvSpPr>
          <p:nvPr/>
        </p:nvSpPr>
        <p:spPr>
          <a:xfrm>
            <a:off x="5231704" y="4526794"/>
            <a:ext cx="1204719" cy="471412"/>
          </a:xfrm>
          <a:prstGeom prst="line">
            <a:avLst/>
          </a:prstGeom>
          <a:noFill/>
          <a:ln w="11906">
            <a:solidFill>
              <a:srgbClr val="A8B4C2"/>
            </a:solidFill>
            <a:prstDash val="solid"/>
          </a:ln>
        </p:spPr>
        <p:txBody>
          <a:bodyPr/>
          <a:lstStyle/>
          <a:p>
            <a:endParaRPr lang="en-US" sz="1500"/>
          </a:p>
        </p:txBody>
      </p:sp>
      <p:sp>
        <p:nvSpPr>
          <p:cNvPr id="22" name="edge-3-0-0">
            <a:extLst>
              <a:ext uri="{FF2B5EF4-FFF2-40B4-BE49-F238E27FC236}">
                <a16:creationId xmlns:a16="http://schemas.microsoft.com/office/drawing/2014/main" id="{12E6F21F-2AC9-4BE4-836B-26DFC075D88F}"/>
              </a:ext>
            </a:extLst>
          </p:cNvPr>
          <p:cNvSpPr>
            <a:spLocks noGrp="1"/>
          </p:cNvSpPr>
          <p:nvPr/>
        </p:nvSpPr>
        <p:spPr>
          <a:xfrm flipV="1">
            <a:off x="7077676" y="2263850"/>
            <a:ext cx="1560898" cy="195113"/>
          </a:xfrm>
          <a:prstGeom prst="line">
            <a:avLst/>
          </a:prstGeom>
          <a:noFill/>
          <a:ln w="11906">
            <a:solidFill>
              <a:srgbClr val="A8B4C2"/>
            </a:solidFill>
            <a:prstDash val="solid"/>
          </a:ln>
        </p:spPr>
        <p:txBody>
          <a:bodyPr/>
          <a:lstStyle/>
          <a:p>
            <a:endParaRPr lang="en-US" sz="1500"/>
          </a:p>
        </p:txBody>
      </p:sp>
      <p:sp>
        <p:nvSpPr>
          <p:cNvPr id="23" name="edge-3-1-0">
            <a:extLst>
              <a:ext uri="{FF2B5EF4-FFF2-40B4-BE49-F238E27FC236}">
                <a16:creationId xmlns:a16="http://schemas.microsoft.com/office/drawing/2014/main" id="{8BFE3CBF-9003-47F2-8F59-777330DE5668}"/>
              </a:ext>
            </a:extLst>
          </p:cNvPr>
          <p:cNvSpPr>
            <a:spLocks noGrp="1"/>
          </p:cNvSpPr>
          <p:nvPr/>
        </p:nvSpPr>
        <p:spPr>
          <a:xfrm flipV="1">
            <a:off x="7042910" y="2375804"/>
            <a:ext cx="1630430" cy="844330"/>
          </a:xfrm>
          <a:prstGeom prst="line">
            <a:avLst/>
          </a:prstGeom>
          <a:noFill/>
          <a:ln w="11906">
            <a:solidFill>
              <a:srgbClr val="A8B4C2"/>
            </a:solidFill>
            <a:prstDash val="solid"/>
          </a:ln>
        </p:spPr>
        <p:txBody>
          <a:bodyPr/>
          <a:lstStyle/>
          <a:p>
            <a:endParaRPr lang="en-US" sz="1500"/>
          </a:p>
        </p:txBody>
      </p:sp>
      <p:sp>
        <p:nvSpPr>
          <p:cNvPr id="24" name="edge-3-2-0">
            <a:extLst>
              <a:ext uri="{FF2B5EF4-FFF2-40B4-BE49-F238E27FC236}">
                <a16:creationId xmlns:a16="http://schemas.microsoft.com/office/drawing/2014/main" id="{0FC6F9EF-DB16-4F17-9C1B-6734F38CCAAF}"/>
              </a:ext>
            </a:extLst>
          </p:cNvPr>
          <p:cNvSpPr>
            <a:spLocks noGrp="1"/>
          </p:cNvSpPr>
          <p:nvPr/>
        </p:nvSpPr>
        <p:spPr>
          <a:xfrm flipV="1">
            <a:off x="6993354" y="2446972"/>
            <a:ext cx="1729543" cy="1575120"/>
          </a:xfrm>
          <a:prstGeom prst="line">
            <a:avLst/>
          </a:prstGeom>
          <a:noFill/>
          <a:ln w="11906">
            <a:solidFill>
              <a:srgbClr val="A8B4C2"/>
            </a:solidFill>
            <a:prstDash val="solid"/>
          </a:ln>
        </p:spPr>
        <p:txBody>
          <a:bodyPr/>
          <a:lstStyle/>
          <a:p>
            <a:endParaRPr lang="en-US" sz="1500"/>
          </a:p>
        </p:txBody>
      </p:sp>
      <p:sp>
        <p:nvSpPr>
          <p:cNvPr id="25" name="edge-3-3-0">
            <a:extLst>
              <a:ext uri="{FF2B5EF4-FFF2-40B4-BE49-F238E27FC236}">
                <a16:creationId xmlns:a16="http://schemas.microsoft.com/office/drawing/2014/main" id="{078CF754-DAF2-4945-8FCF-26B9EAD5B186}"/>
              </a:ext>
            </a:extLst>
          </p:cNvPr>
          <p:cNvSpPr>
            <a:spLocks noGrp="1"/>
          </p:cNvSpPr>
          <p:nvPr/>
        </p:nvSpPr>
        <p:spPr>
          <a:xfrm flipV="1">
            <a:off x="6949787" y="2487010"/>
            <a:ext cx="1816676" cy="2368168"/>
          </a:xfrm>
          <a:prstGeom prst="line">
            <a:avLst/>
          </a:prstGeom>
          <a:noFill/>
          <a:ln w="11906">
            <a:solidFill>
              <a:srgbClr val="A8B4C2"/>
            </a:solidFill>
            <a:prstDash val="solid"/>
          </a:ln>
        </p:spPr>
        <p:txBody>
          <a:bodyPr/>
          <a:lstStyle/>
          <a:p>
            <a:endParaRPr lang="en-US" sz="1500"/>
          </a:p>
        </p:txBody>
      </p:sp>
      <p:sp>
        <p:nvSpPr>
          <p:cNvPr id="26" name="edge-3-0-1">
            <a:extLst>
              <a:ext uri="{FF2B5EF4-FFF2-40B4-BE49-F238E27FC236}">
                <a16:creationId xmlns:a16="http://schemas.microsoft.com/office/drawing/2014/main" id="{F921D564-E0DB-4439-A015-B7B1B03DD076}"/>
              </a:ext>
            </a:extLst>
          </p:cNvPr>
          <p:cNvSpPr>
            <a:spLocks noGrp="1"/>
          </p:cNvSpPr>
          <p:nvPr/>
        </p:nvSpPr>
        <p:spPr>
          <a:xfrm>
            <a:off x="7071615" y="2575699"/>
            <a:ext cx="1573021" cy="365166"/>
          </a:xfrm>
          <a:prstGeom prst="line">
            <a:avLst/>
          </a:prstGeom>
          <a:noFill/>
          <a:ln w="11906">
            <a:solidFill>
              <a:srgbClr val="A8B4C2"/>
            </a:solidFill>
            <a:prstDash val="solid"/>
          </a:ln>
        </p:spPr>
        <p:txBody>
          <a:bodyPr/>
          <a:lstStyle/>
          <a:p>
            <a:endParaRPr lang="en-US" sz="1500"/>
          </a:p>
        </p:txBody>
      </p:sp>
      <p:sp>
        <p:nvSpPr>
          <p:cNvPr id="27" name="edge-3-1-1">
            <a:extLst>
              <a:ext uri="{FF2B5EF4-FFF2-40B4-BE49-F238E27FC236}">
                <a16:creationId xmlns:a16="http://schemas.microsoft.com/office/drawing/2014/main" id="{9EE937B2-3C54-4EB1-9186-4EF646EBE545}"/>
              </a:ext>
            </a:extLst>
          </p:cNvPr>
          <p:cNvSpPr>
            <a:spLocks noGrp="1"/>
          </p:cNvSpPr>
          <p:nvPr/>
        </p:nvSpPr>
        <p:spPr>
          <a:xfrm flipV="1">
            <a:off x="7076027" y="3069150"/>
            <a:ext cx="1564198" cy="251389"/>
          </a:xfrm>
          <a:prstGeom prst="line">
            <a:avLst/>
          </a:prstGeom>
          <a:noFill/>
          <a:ln w="11906">
            <a:solidFill>
              <a:srgbClr val="A8B4C2"/>
            </a:solidFill>
            <a:prstDash val="solid"/>
          </a:ln>
        </p:spPr>
        <p:txBody>
          <a:bodyPr/>
          <a:lstStyle/>
          <a:p>
            <a:endParaRPr lang="en-US" sz="1500"/>
          </a:p>
        </p:txBody>
      </p:sp>
      <p:sp>
        <p:nvSpPr>
          <p:cNvPr id="28" name="edge-3-2-1">
            <a:extLst>
              <a:ext uri="{FF2B5EF4-FFF2-40B4-BE49-F238E27FC236}">
                <a16:creationId xmlns:a16="http://schemas.microsoft.com/office/drawing/2014/main" id="{E509152F-0CC9-4125-924B-7B7BFE00F0C6}"/>
              </a:ext>
            </a:extLst>
          </p:cNvPr>
          <p:cNvSpPr>
            <a:spLocks noGrp="1"/>
          </p:cNvSpPr>
          <p:nvPr/>
        </p:nvSpPr>
        <p:spPr>
          <a:xfrm flipV="1">
            <a:off x="7038543" y="3177709"/>
            <a:ext cx="1639165" cy="907395"/>
          </a:xfrm>
          <a:prstGeom prst="line">
            <a:avLst/>
          </a:prstGeom>
          <a:noFill/>
          <a:ln w="11906">
            <a:solidFill>
              <a:srgbClr val="A8B4C2"/>
            </a:solidFill>
            <a:prstDash val="solid"/>
          </a:ln>
        </p:spPr>
        <p:txBody>
          <a:bodyPr/>
          <a:lstStyle/>
          <a:p>
            <a:endParaRPr lang="en-US" sz="1500"/>
          </a:p>
        </p:txBody>
      </p:sp>
      <p:sp>
        <p:nvSpPr>
          <p:cNvPr id="29" name="edge-3-3-1">
            <a:extLst>
              <a:ext uri="{FF2B5EF4-FFF2-40B4-BE49-F238E27FC236}">
                <a16:creationId xmlns:a16="http://schemas.microsoft.com/office/drawing/2014/main" id="{DB6E46FA-8878-4CC9-BFD2-A0370145B546}"/>
              </a:ext>
            </a:extLst>
          </p:cNvPr>
          <p:cNvSpPr>
            <a:spLocks noGrp="1"/>
          </p:cNvSpPr>
          <p:nvPr/>
        </p:nvSpPr>
        <p:spPr>
          <a:xfrm flipV="1">
            <a:off x="6989004" y="3245407"/>
            <a:ext cx="1738244" cy="1645123"/>
          </a:xfrm>
          <a:prstGeom prst="line">
            <a:avLst/>
          </a:prstGeom>
          <a:noFill/>
          <a:ln w="11906">
            <a:solidFill>
              <a:srgbClr val="A8B4C2"/>
            </a:solidFill>
            <a:prstDash val="solid"/>
          </a:ln>
        </p:spPr>
        <p:txBody>
          <a:bodyPr/>
          <a:lstStyle/>
          <a:p>
            <a:endParaRPr lang="en-US" sz="1500"/>
          </a:p>
        </p:txBody>
      </p:sp>
      <p:sp>
        <p:nvSpPr>
          <p:cNvPr id="30" name="edge-3-0-2">
            <a:extLst>
              <a:ext uri="{FF2B5EF4-FFF2-40B4-BE49-F238E27FC236}">
                <a16:creationId xmlns:a16="http://schemas.microsoft.com/office/drawing/2014/main" id="{4CFADBB8-AE26-4604-B537-A53D4A139579}"/>
              </a:ext>
            </a:extLst>
          </p:cNvPr>
          <p:cNvSpPr>
            <a:spLocks noGrp="1"/>
          </p:cNvSpPr>
          <p:nvPr/>
        </p:nvSpPr>
        <p:spPr>
          <a:xfrm>
            <a:off x="7034091" y="2669564"/>
            <a:ext cx="1648069" cy="971183"/>
          </a:xfrm>
          <a:prstGeom prst="line">
            <a:avLst/>
          </a:prstGeom>
          <a:noFill/>
          <a:ln w="11906">
            <a:solidFill>
              <a:srgbClr val="A8B4C2"/>
            </a:solidFill>
            <a:prstDash val="solid"/>
          </a:ln>
        </p:spPr>
        <p:txBody>
          <a:bodyPr/>
          <a:lstStyle/>
          <a:p>
            <a:endParaRPr lang="en-US" sz="1500"/>
          </a:p>
        </p:txBody>
      </p:sp>
      <p:sp>
        <p:nvSpPr>
          <p:cNvPr id="31" name="edge-3-1-2">
            <a:extLst>
              <a:ext uri="{FF2B5EF4-FFF2-40B4-BE49-F238E27FC236}">
                <a16:creationId xmlns:a16="http://schemas.microsoft.com/office/drawing/2014/main" id="{0574D537-C2FB-49C4-BC57-0B5A45ABA155}"/>
              </a:ext>
            </a:extLst>
          </p:cNvPr>
          <p:cNvSpPr>
            <a:spLocks noGrp="1"/>
          </p:cNvSpPr>
          <p:nvPr/>
        </p:nvSpPr>
        <p:spPr>
          <a:xfrm>
            <a:off x="7073999" y="3437695"/>
            <a:ext cx="1568253" cy="308049"/>
          </a:xfrm>
          <a:prstGeom prst="line">
            <a:avLst/>
          </a:prstGeom>
          <a:noFill/>
          <a:ln w="11906">
            <a:solidFill>
              <a:srgbClr val="A8B4C2"/>
            </a:solidFill>
            <a:prstDash val="solid"/>
          </a:ln>
        </p:spPr>
        <p:txBody>
          <a:bodyPr/>
          <a:lstStyle/>
          <a:p>
            <a:endParaRPr lang="en-US" sz="1500"/>
          </a:p>
        </p:txBody>
      </p:sp>
      <p:sp>
        <p:nvSpPr>
          <p:cNvPr id="32" name="edge-3-2-2">
            <a:extLst>
              <a:ext uri="{FF2B5EF4-FFF2-40B4-BE49-F238E27FC236}">
                <a16:creationId xmlns:a16="http://schemas.microsoft.com/office/drawing/2014/main" id="{F44AC577-B2F4-46B9-992C-EE80D4EB8410}"/>
              </a:ext>
            </a:extLst>
          </p:cNvPr>
          <p:cNvSpPr>
            <a:spLocks noGrp="1"/>
          </p:cNvSpPr>
          <p:nvPr/>
        </p:nvSpPr>
        <p:spPr>
          <a:xfrm flipV="1">
            <a:off x="7073999" y="3874257"/>
            <a:ext cx="1568253" cy="308049"/>
          </a:xfrm>
          <a:prstGeom prst="line">
            <a:avLst/>
          </a:prstGeom>
          <a:noFill/>
          <a:ln w="11906">
            <a:solidFill>
              <a:srgbClr val="A8B4C2"/>
            </a:solidFill>
            <a:prstDash val="solid"/>
          </a:ln>
        </p:spPr>
        <p:txBody>
          <a:bodyPr/>
          <a:lstStyle/>
          <a:p>
            <a:endParaRPr lang="en-US" sz="1500"/>
          </a:p>
        </p:txBody>
      </p:sp>
      <p:sp>
        <p:nvSpPr>
          <p:cNvPr id="33" name="edge-3-3-2">
            <a:extLst>
              <a:ext uri="{FF2B5EF4-FFF2-40B4-BE49-F238E27FC236}">
                <a16:creationId xmlns:a16="http://schemas.microsoft.com/office/drawing/2014/main" id="{47FC6D26-5B58-40F2-ADF4-8C866C8FA875}"/>
              </a:ext>
            </a:extLst>
          </p:cNvPr>
          <p:cNvSpPr>
            <a:spLocks noGrp="1"/>
          </p:cNvSpPr>
          <p:nvPr/>
        </p:nvSpPr>
        <p:spPr>
          <a:xfrm flipV="1">
            <a:off x="7034091" y="3979252"/>
            <a:ext cx="1648069" cy="971183"/>
          </a:xfrm>
          <a:prstGeom prst="line">
            <a:avLst/>
          </a:prstGeom>
          <a:noFill/>
          <a:ln w="11906">
            <a:solidFill>
              <a:srgbClr val="A8B4C2"/>
            </a:solidFill>
            <a:prstDash val="solid"/>
          </a:ln>
        </p:spPr>
        <p:txBody>
          <a:bodyPr/>
          <a:lstStyle/>
          <a:p>
            <a:endParaRPr lang="en-US" sz="1500"/>
          </a:p>
        </p:txBody>
      </p:sp>
      <p:sp>
        <p:nvSpPr>
          <p:cNvPr id="34" name="edge-3-0-3">
            <a:extLst>
              <a:ext uri="{FF2B5EF4-FFF2-40B4-BE49-F238E27FC236}">
                <a16:creationId xmlns:a16="http://schemas.microsoft.com/office/drawing/2014/main" id="{561D89F1-CF9A-43EC-86C3-C7383324FC2E}"/>
              </a:ext>
            </a:extLst>
          </p:cNvPr>
          <p:cNvSpPr>
            <a:spLocks noGrp="1"/>
          </p:cNvSpPr>
          <p:nvPr/>
        </p:nvSpPr>
        <p:spPr>
          <a:xfrm>
            <a:off x="6989004" y="2729469"/>
            <a:ext cx="1738244" cy="1645123"/>
          </a:xfrm>
          <a:prstGeom prst="line">
            <a:avLst/>
          </a:prstGeom>
          <a:noFill/>
          <a:ln w="11906">
            <a:solidFill>
              <a:srgbClr val="A8B4C2"/>
            </a:solidFill>
            <a:prstDash val="solid"/>
          </a:ln>
        </p:spPr>
        <p:txBody>
          <a:bodyPr/>
          <a:lstStyle/>
          <a:p>
            <a:endParaRPr lang="en-US" sz="1500"/>
          </a:p>
        </p:txBody>
      </p:sp>
      <p:sp>
        <p:nvSpPr>
          <p:cNvPr id="35" name="edge-3-1-3">
            <a:extLst>
              <a:ext uri="{FF2B5EF4-FFF2-40B4-BE49-F238E27FC236}">
                <a16:creationId xmlns:a16="http://schemas.microsoft.com/office/drawing/2014/main" id="{5CB389ED-E197-419C-95D6-D55DC40ECDB7}"/>
              </a:ext>
            </a:extLst>
          </p:cNvPr>
          <p:cNvSpPr>
            <a:spLocks noGrp="1"/>
          </p:cNvSpPr>
          <p:nvPr/>
        </p:nvSpPr>
        <p:spPr>
          <a:xfrm>
            <a:off x="7038543" y="3534897"/>
            <a:ext cx="1639165" cy="907395"/>
          </a:xfrm>
          <a:prstGeom prst="line">
            <a:avLst/>
          </a:prstGeom>
          <a:noFill/>
          <a:ln w="11906">
            <a:solidFill>
              <a:srgbClr val="A8B4C2"/>
            </a:solidFill>
            <a:prstDash val="solid"/>
          </a:ln>
        </p:spPr>
        <p:txBody>
          <a:bodyPr/>
          <a:lstStyle/>
          <a:p>
            <a:endParaRPr lang="en-US" sz="1500"/>
          </a:p>
        </p:txBody>
      </p:sp>
      <p:sp>
        <p:nvSpPr>
          <p:cNvPr id="36" name="edge-3-2-3">
            <a:extLst>
              <a:ext uri="{FF2B5EF4-FFF2-40B4-BE49-F238E27FC236}">
                <a16:creationId xmlns:a16="http://schemas.microsoft.com/office/drawing/2014/main" id="{3BFD26BB-5088-4F06-A003-90FFF7C7BA29}"/>
              </a:ext>
            </a:extLst>
          </p:cNvPr>
          <p:cNvSpPr>
            <a:spLocks noGrp="1"/>
          </p:cNvSpPr>
          <p:nvPr/>
        </p:nvSpPr>
        <p:spPr>
          <a:xfrm>
            <a:off x="7076027" y="4299462"/>
            <a:ext cx="1564198" cy="251389"/>
          </a:xfrm>
          <a:prstGeom prst="line">
            <a:avLst/>
          </a:prstGeom>
          <a:noFill/>
          <a:ln w="11906">
            <a:solidFill>
              <a:srgbClr val="A8B4C2"/>
            </a:solidFill>
            <a:prstDash val="solid"/>
          </a:ln>
        </p:spPr>
        <p:txBody>
          <a:bodyPr/>
          <a:lstStyle/>
          <a:p>
            <a:endParaRPr lang="en-US" sz="1500"/>
          </a:p>
        </p:txBody>
      </p:sp>
      <p:sp>
        <p:nvSpPr>
          <p:cNvPr id="37" name="edge-3-3-3">
            <a:extLst>
              <a:ext uri="{FF2B5EF4-FFF2-40B4-BE49-F238E27FC236}">
                <a16:creationId xmlns:a16="http://schemas.microsoft.com/office/drawing/2014/main" id="{D7255FF1-1632-49CC-890A-EAC3A09765B8}"/>
              </a:ext>
            </a:extLst>
          </p:cNvPr>
          <p:cNvSpPr>
            <a:spLocks noGrp="1"/>
          </p:cNvSpPr>
          <p:nvPr/>
        </p:nvSpPr>
        <p:spPr>
          <a:xfrm flipV="1">
            <a:off x="7071615" y="4679136"/>
            <a:ext cx="1573021" cy="365166"/>
          </a:xfrm>
          <a:prstGeom prst="line">
            <a:avLst/>
          </a:prstGeom>
          <a:noFill/>
          <a:ln w="11906">
            <a:solidFill>
              <a:srgbClr val="A8B4C2"/>
            </a:solidFill>
            <a:prstDash val="solid"/>
          </a:ln>
        </p:spPr>
        <p:txBody>
          <a:bodyPr/>
          <a:lstStyle/>
          <a:p>
            <a:endParaRPr lang="en-US" sz="1500"/>
          </a:p>
        </p:txBody>
      </p:sp>
      <p:sp>
        <p:nvSpPr>
          <p:cNvPr id="38" name="edge-3-0-4">
            <a:extLst>
              <a:ext uri="{FF2B5EF4-FFF2-40B4-BE49-F238E27FC236}">
                <a16:creationId xmlns:a16="http://schemas.microsoft.com/office/drawing/2014/main" id="{38F55F2A-D789-4210-A27C-7819AD1A4415}"/>
              </a:ext>
            </a:extLst>
          </p:cNvPr>
          <p:cNvSpPr>
            <a:spLocks noGrp="1"/>
          </p:cNvSpPr>
          <p:nvPr/>
        </p:nvSpPr>
        <p:spPr>
          <a:xfrm>
            <a:off x="6949787" y="2764823"/>
            <a:ext cx="1816676" cy="2368168"/>
          </a:xfrm>
          <a:prstGeom prst="line">
            <a:avLst/>
          </a:prstGeom>
          <a:noFill/>
          <a:ln w="11906">
            <a:solidFill>
              <a:srgbClr val="A8B4C2"/>
            </a:solidFill>
            <a:prstDash val="solid"/>
          </a:ln>
        </p:spPr>
        <p:txBody>
          <a:bodyPr/>
          <a:lstStyle/>
          <a:p>
            <a:endParaRPr lang="en-US" sz="1500"/>
          </a:p>
        </p:txBody>
      </p:sp>
      <p:sp>
        <p:nvSpPr>
          <p:cNvPr id="39" name="edge-3-1-4">
            <a:extLst>
              <a:ext uri="{FF2B5EF4-FFF2-40B4-BE49-F238E27FC236}">
                <a16:creationId xmlns:a16="http://schemas.microsoft.com/office/drawing/2014/main" id="{D4AB405D-2B49-454F-B5FC-C9535BBE2657}"/>
              </a:ext>
            </a:extLst>
          </p:cNvPr>
          <p:cNvSpPr>
            <a:spLocks noGrp="1"/>
          </p:cNvSpPr>
          <p:nvPr/>
        </p:nvSpPr>
        <p:spPr>
          <a:xfrm>
            <a:off x="6993354" y="3597909"/>
            <a:ext cx="1729543" cy="1575120"/>
          </a:xfrm>
          <a:prstGeom prst="line">
            <a:avLst/>
          </a:prstGeom>
          <a:noFill/>
          <a:ln w="11906">
            <a:solidFill>
              <a:srgbClr val="A8B4C2"/>
            </a:solidFill>
            <a:prstDash val="solid"/>
          </a:ln>
        </p:spPr>
        <p:txBody>
          <a:bodyPr/>
          <a:lstStyle/>
          <a:p>
            <a:endParaRPr lang="en-US" sz="1500"/>
          </a:p>
        </p:txBody>
      </p:sp>
      <p:sp>
        <p:nvSpPr>
          <p:cNvPr id="40" name="edge-3-2-4">
            <a:extLst>
              <a:ext uri="{FF2B5EF4-FFF2-40B4-BE49-F238E27FC236}">
                <a16:creationId xmlns:a16="http://schemas.microsoft.com/office/drawing/2014/main" id="{AE5F6D5A-41EC-4105-9A89-A7513C7CC253}"/>
              </a:ext>
            </a:extLst>
          </p:cNvPr>
          <p:cNvSpPr>
            <a:spLocks noGrp="1"/>
          </p:cNvSpPr>
          <p:nvPr/>
        </p:nvSpPr>
        <p:spPr>
          <a:xfrm>
            <a:off x="7042910" y="4399867"/>
            <a:ext cx="1630430" cy="844330"/>
          </a:xfrm>
          <a:prstGeom prst="line">
            <a:avLst/>
          </a:prstGeom>
          <a:noFill/>
          <a:ln w="11906">
            <a:solidFill>
              <a:srgbClr val="A8B4C2"/>
            </a:solidFill>
            <a:prstDash val="solid"/>
          </a:ln>
        </p:spPr>
        <p:txBody>
          <a:bodyPr/>
          <a:lstStyle/>
          <a:p>
            <a:endParaRPr lang="en-US" sz="1500"/>
          </a:p>
        </p:txBody>
      </p:sp>
      <p:sp>
        <p:nvSpPr>
          <p:cNvPr id="41" name="edge-3-3-4">
            <a:extLst>
              <a:ext uri="{FF2B5EF4-FFF2-40B4-BE49-F238E27FC236}">
                <a16:creationId xmlns:a16="http://schemas.microsoft.com/office/drawing/2014/main" id="{C08A96CA-B8BC-4B0B-AE72-0D174B33B0BD}"/>
              </a:ext>
            </a:extLst>
          </p:cNvPr>
          <p:cNvSpPr>
            <a:spLocks noGrp="1"/>
          </p:cNvSpPr>
          <p:nvPr/>
        </p:nvSpPr>
        <p:spPr>
          <a:xfrm>
            <a:off x="7077676" y="5161038"/>
            <a:ext cx="1560898" cy="195113"/>
          </a:xfrm>
          <a:prstGeom prst="line">
            <a:avLst/>
          </a:prstGeom>
          <a:noFill/>
          <a:ln w="11906">
            <a:solidFill>
              <a:srgbClr val="A8B4C2"/>
            </a:solidFill>
            <a:prstDash val="solid"/>
          </a:ln>
        </p:spPr>
        <p:txBody>
          <a:bodyPr/>
          <a:lstStyle/>
          <a:p>
            <a:endParaRPr lang="en-US" sz="1500"/>
          </a:p>
        </p:txBody>
      </p:sp>
      <p:sp>
        <p:nvSpPr>
          <p:cNvPr id="42" name="neuron-0-0">
            <a:extLst>
              <a:ext uri="{FF2B5EF4-FFF2-40B4-BE49-F238E27FC236}">
                <a16:creationId xmlns:a16="http://schemas.microsoft.com/office/drawing/2014/main" id="{F10D81A8-11C3-4858-8BFE-01393EF9A48E}"/>
              </a:ext>
            </a:extLst>
          </p:cNvPr>
          <p:cNvSpPr>
            <a:spLocks noGrp="1"/>
          </p:cNvSpPr>
          <p:nvPr/>
        </p:nvSpPr>
        <p:spPr>
          <a:xfrm>
            <a:off x="936625" y="2960688"/>
            <a:ext cx="666750" cy="666750"/>
          </a:xfrm>
          <a:prstGeom prst="ellipse">
            <a:avLst/>
          </a:prstGeom>
          <a:solidFill>
            <a:srgbClr val="DCECF4"/>
          </a:solidFill>
          <a:ln w="14288">
            <a:solidFill>
              <a:srgbClr val="34495E"/>
            </a:solidFill>
            <a:prstDash val="solid"/>
          </a:ln>
        </p:spPr>
        <p:txBody>
          <a:bodyPr/>
          <a:lstStyle/>
          <a:p>
            <a:endParaRPr lang="en-US" sz="1500"/>
          </a:p>
        </p:txBody>
      </p:sp>
      <p:sp>
        <p:nvSpPr>
          <p:cNvPr id="43" name="neuron-0-1">
            <a:extLst>
              <a:ext uri="{FF2B5EF4-FFF2-40B4-BE49-F238E27FC236}">
                <a16:creationId xmlns:a16="http://schemas.microsoft.com/office/drawing/2014/main" id="{A75115D6-6370-4417-9912-64CCBDBB1988}"/>
              </a:ext>
            </a:extLst>
          </p:cNvPr>
          <p:cNvSpPr>
            <a:spLocks noGrp="1"/>
          </p:cNvSpPr>
          <p:nvPr/>
        </p:nvSpPr>
        <p:spPr>
          <a:xfrm>
            <a:off x="936625" y="4151313"/>
            <a:ext cx="666750" cy="666750"/>
          </a:xfrm>
          <a:prstGeom prst="ellipse">
            <a:avLst/>
          </a:prstGeom>
          <a:solidFill>
            <a:srgbClr val="DCECF4"/>
          </a:solidFill>
          <a:ln w="14288">
            <a:solidFill>
              <a:srgbClr val="34495E"/>
            </a:solidFill>
            <a:prstDash val="solid"/>
          </a:ln>
        </p:spPr>
        <p:txBody>
          <a:bodyPr/>
          <a:lstStyle/>
          <a:p>
            <a:endParaRPr lang="en-US" sz="1500"/>
          </a:p>
        </p:txBody>
      </p:sp>
      <p:sp>
        <p:nvSpPr>
          <p:cNvPr id="44" name="neuron-1-0">
            <a:extLst>
              <a:ext uri="{FF2B5EF4-FFF2-40B4-BE49-F238E27FC236}">
                <a16:creationId xmlns:a16="http://schemas.microsoft.com/office/drawing/2014/main" id="{F472895B-E6DF-458A-AA8D-08C0556F4B31}"/>
              </a:ext>
            </a:extLst>
          </p:cNvPr>
          <p:cNvSpPr>
            <a:spLocks noGrp="1"/>
          </p:cNvSpPr>
          <p:nvPr/>
        </p:nvSpPr>
        <p:spPr>
          <a:xfrm>
            <a:off x="2762250" y="2444750"/>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45" name="neuron-1-1">
            <a:extLst>
              <a:ext uri="{FF2B5EF4-FFF2-40B4-BE49-F238E27FC236}">
                <a16:creationId xmlns:a16="http://schemas.microsoft.com/office/drawing/2014/main" id="{28BB27BA-F701-405F-8EAA-85188AD71543}"/>
              </a:ext>
            </a:extLst>
          </p:cNvPr>
          <p:cNvSpPr>
            <a:spLocks noGrp="1"/>
          </p:cNvSpPr>
          <p:nvPr/>
        </p:nvSpPr>
        <p:spPr>
          <a:xfrm>
            <a:off x="2762250" y="3476625"/>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46" name="neuron-1-2">
            <a:extLst>
              <a:ext uri="{FF2B5EF4-FFF2-40B4-BE49-F238E27FC236}">
                <a16:creationId xmlns:a16="http://schemas.microsoft.com/office/drawing/2014/main" id="{9E69C2B6-21C2-47EC-B6C5-6B205C1E975E}"/>
              </a:ext>
            </a:extLst>
          </p:cNvPr>
          <p:cNvSpPr>
            <a:spLocks noGrp="1"/>
          </p:cNvSpPr>
          <p:nvPr/>
        </p:nvSpPr>
        <p:spPr>
          <a:xfrm>
            <a:off x="2762250" y="4508500"/>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47" name="neuron-2-0">
            <a:extLst>
              <a:ext uri="{FF2B5EF4-FFF2-40B4-BE49-F238E27FC236}">
                <a16:creationId xmlns:a16="http://schemas.microsoft.com/office/drawing/2014/main" id="{D6029830-72B9-4CF6-B026-EE2D0F96FB9E}"/>
              </a:ext>
            </a:extLst>
          </p:cNvPr>
          <p:cNvSpPr>
            <a:spLocks noGrp="1"/>
          </p:cNvSpPr>
          <p:nvPr/>
        </p:nvSpPr>
        <p:spPr>
          <a:xfrm>
            <a:off x="4587875" y="2881313"/>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48" name="neuron-2-1">
            <a:extLst>
              <a:ext uri="{FF2B5EF4-FFF2-40B4-BE49-F238E27FC236}">
                <a16:creationId xmlns:a16="http://schemas.microsoft.com/office/drawing/2014/main" id="{E1E3E717-F2A7-4B04-BF5A-1A814329BE21}"/>
              </a:ext>
            </a:extLst>
          </p:cNvPr>
          <p:cNvSpPr>
            <a:spLocks noGrp="1"/>
          </p:cNvSpPr>
          <p:nvPr/>
        </p:nvSpPr>
        <p:spPr>
          <a:xfrm>
            <a:off x="4587875" y="4071938"/>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49" name="neuron-3-0">
            <a:extLst>
              <a:ext uri="{FF2B5EF4-FFF2-40B4-BE49-F238E27FC236}">
                <a16:creationId xmlns:a16="http://schemas.microsoft.com/office/drawing/2014/main" id="{CECDDAEF-8595-4CA2-8918-569D36F60474}"/>
              </a:ext>
            </a:extLst>
          </p:cNvPr>
          <p:cNvSpPr>
            <a:spLocks noGrp="1"/>
          </p:cNvSpPr>
          <p:nvPr/>
        </p:nvSpPr>
        <p:spPr>
          <a:xfrm>
            <a:off x="6413500" y="2166938"/>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50" name="neuron-3-1">
            <a:extLst>
              <a:ext uri="{FF2B5EF4-FFF2-40B4-BE49-F238E27FC236}">
                <a16:creationId xmlns:a16="http://schemas.microsoft.com/office/drawing/2014/main" id="{658320CA-4099-4982-9A5F-73E41F6802CD}"/>
              </a:ext>
            </a:extLst>
          </p:cNvPr>
          <p:cNvSpPr>
            <a:spLocks noGrp="1"/>
          </p:cNvSpPr>
          <p:nvPr/>
        </p:nvSpPr>
        <p:spPr>
          <a:xfrm>
            <a:off x="6413500" y="3040063"/>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51" name="neuron-3-2">
            <a:extLst>
              <a:ext uri="{FF2B5EF4-FFF2-40B4-BE49-F238E27FC236}">
                <a16:creationId xmlns:a16="http://schemas.microsoft.com/office/drawing/2014/main" id="{3994A3C0-C2BF-4D19-BCDD-95C7408002EB}"/>
              </a:ext>
            </a:extLst>
          </p:cNvPr>
          <p:cNvSpPr>
            <a:spLocks noGrp="1"/>
          </p:cNvSpPr>
          <p:nvPr/>
        </p:nvSpPr>
        <p:spPr>
          <a:xfrm>
            <a:off x="6413500" y="3913188"/>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52" name="neuron-3-3">
            <a:extLst>
              <a:ext uri="{FF2B5EF4-FFF2-40B4-BE49-F238E27FC236}">
                <a16:creationId xmlns:a16="http://schemas.microsoft.com/office/drawing/2014/main" id="{25BAF737-F313-474C-9857-8E0BBE606552}"/>
              </a:ext>
            </a:extLst>
          </p:cNvPr>
          <p:cNvSpPr>
            <a:spLocks noGrp="1"/>
          </p:cNvSpPr>
          <p:nvPr/>
        </p:nvSpPr>
        <p:spPr>
          <a:xfrm>
            <a:off x="6413500" y="4786313"/>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53" name="neuron-4-0">
            <a:extLst>
              <a:ext uri="{FF2B5EF4-FFF2-40B4-BE49-F238E27FC236}">
                <a16:creationId xmlns:a16="http://schemas.microsoft.com/office/drawing/2014/main" id="{D3FE2F5F-4C87-444E-AA8F-4B06CA96A3CE}"/>
              </a:ext>
            </a:extLst>
          </p:cNvPr>
          <p:cNvSpPr>
            <a:spLocks noGrp="1"/>
          </p:cNvSpPr>
          <p:nvPr/>
        </p:nvSpPr>
        <p:spPr>
          <a:xfrm>
            <a:off x="8636000" y="18891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54" name="neuron-4-1">
            <a:extLst>
              <a:ext uri="{FF2B5EF4-FFF2-40B4-BE49-F238E27FC236}">
                <a16:creationId xmlns:a16="http://schemas.microsoft.com/office/drawing/2014/main" id="{609B7C0B-7B9E-4D9C-B9B6-4972D569F933}"/>
              </a:ext>
            </a:extLst>
          </p:cNvPr>
          <p:cNvSpPr>
            <a:spLocks noGrp="1"/>
          </p:cNvSpPr>
          <p:nvPr/>
        </p:nvSpPr>
        <p:spPr>
          <a:xfrm>
            <a:off x="8636000" y="268287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55" name="neuron-4-2">
            <a:extLst>
              <a:ext uri="{FF2B5EF4-FFF2-40B4-BE49-F238E27FC236}">
                <a16:creationId xmlns:a16="http://schemas.microsoft.com/office/drawing/2014/main" id="{9659C08C-7CF4-4AF3-81DE-1C524E6D10C7}"/>
              </a:ext>
            </a:extLst>
          </p:cNvPr>
          <p:cNvSpPr>
            <a:spLocks noGrp="1"/>
          </p:cNvSpPr>
          <p:nvPr/>
        </p:nvSpPr>
        <p:spPr>
          <a:xfrm>
            <a:off x="8636000" y="34766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56" name="neuron-4-3">
            <a:extLst>
              <a:ext uri="{FF2B5EF4-FFF2-40B4-BE49-F238E27FC236}">
                <a16:creationId xmlns:a16="http://schemas.microsoft.com/office/drawing/2014/main" id="{42D16077-6236-4583-9D65-06F07C6C4312}"/>
              </a:ext>
            </a:extLst>
          </p:cNvPr>
          <p:cNvSpPr>
            <a:spLocks noGrp="1"/>
          </p:cNvSpPr>
          <p:nvPr/>
        </p:nvSpPr>
        <p:spPr>
          <a:xfrm>
            <a:off x="8636000" y="427037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57" name="neuron-4-4">
            <a:extLst>
              <a:ext uri="{FF2B5EF4-FFF2-40B4-BE49-F238E27FC236}">
                <a16:creationId xmlns:a16="http://schemas.microsoft.com/office/drawing/2014/main" id="{16C7A8F8-1CDA-463A-BB12-5D5989769D75}"/>
              </a:ext>
            </a:extLst>
          </p:cNvPr>
          <p:cNvSpPr>
            <a:spLocks noGrp="1"/>
          </p:cNvSpPr>
          <p:nvPr/>
        </p:nvSpPr>
        <p:spPr>
          <a:xfrm>
            <a:off x="8636000" y="50641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58" name="input-label-0">
            <a:extLst>
              <a:ext uri="{FF2B5EF4-FFF2-40B4-BE49-F238E27FC236}">
                <a16:creationId xmlns:a16="http://schemas.microsoft.com/office/drawing/2014/main" id="{ED6557D6-089B-4BE8-BFB2-9CE60754D4A1}"/>
              </a:ext>
            </a:extLst>
          </p:cNvPr>
          <p:cNvSpPr>
            <a:spLocks noGrp="1"/>
          </p:cNvSpPr>
          <p:nvPr/>
        </p:nvSpPr>
        <p:spPr>
          <a:xfrm>
            <a:off x="79375" y="2976563"/>
            <a:ext cx="714375" cy="635000"/>
          </a:xfrm>
          <a:prstGeom prst="rect">
            <a:avLst/>
          </a:prstGeom>
          <a:noFill/>
          <a:ln w="0">
            <a:noFill/>
            <a:prstDash val="solid"/>
          </a:ln>
        </p:spPr>
        <p:txBody>
          <a:bodyPr wrap="none" lIns="0" tIns="0" rIns="0" bIns="0" anchor="ctr">
            <a:normAutofit/>
          </a:bodyPr>
          <a:lstStyle>
            <a:defPPr algn="ctr">
              <a:defRPr sz="3900" b="0">
                <a:solidFill>
                  <a:srgbClr val="25364A"/>
                </a:solidFill>
                <a:latin typeface="Nimbus Sans"/>
                <a:ea typeface="Nimbus Sans"/>
                <a:cs typeface="Nimbus Sans"/>
              </a:defRPr>
            </a:defPPr>
            <a:lvl1pPr algn="ctr">
              <a:defRPr sz="3900" b="0">
                <a:solidFill>
                  <a:srgbClr val="25364A"/>
                </a:solidFill>
                <a:latin typeface="Nimbus Sans"/>
                <a:ea typeface="Nimbus Sans"/>
                <a:cs typeface="Nimbus Sans"/>
              </a:defRPr>
            </a:lvl1pPr>
            <a:lvl2pPr algn="ctr">
              <a:defRPr sz="3900" b="0">
                <a:solidFill>
                  <a:srgbClr val="25364A"/>
                </a:solidFill>
                <a:latin typeface="Nimbus Sans"/>
                <a:ea typeface="Nimbus Sans"/>
                <a:cs typeface="Nimbus Sans"/>
              </a:defRPr>
            </a:lvl2pPr>
            <a:lvl3pPr algn="ctr">
              <a:defRPr sz="3900" b="0">
                <a:solidFill>
                  <a:srgbClr val="25364A"/>
                </a:solidFill>
                <a:latin typeface="Nimbus Sans"/>
                <a:ea typeface="Nimbus Sans"/>
                <a:cs typeface="Nimbus Sans"/>
              </a:defRPr>
            </a:lvl3pPr>
            <a:lvl4pPr algn="ctr">
              <a:defRPr sz="3900" b="0">
                <a:solidFill>
                  <a:srgbClr val="25364A"/>
                </a:solidFill>
                <a:latin typeface="Nimbus Sans"/>
                <a:ea typeface="Nimbus Sans"/>
                <a:cs typeface="Nimbus Sans"/>
              </a:defRPr>
            </a:lvl4pPr>
            <a:lvl5pPr algn="ctr">
              <a:defRPr sz="3900" b="0">
                <a:solidFill>
                  <a:srgbClr val="25364A"/>
                </a:solidFill>
                <a:latin typeface="Nimbus Sans"/>
                <a:ea typeface="Nimbus Sans"/>
                <a:cs typeface="Nimbus Sans"/>
              </a:defRPr>
            </a:lvl5pPr>
            <a:lvl6pPr algn="ctr">
              <a:defRPr sz="3900" b="0">
                <a:solidFill>
                  <a:srgbClr val="25364A"/>
                </a:solidFill>
                <a:latin typeface="Nimbus Sans"/>
                <a:ea typeface="Nimbus Sans"/>
                <a:cs typeface="Nimbus Sans"/>
              </a:defRPr>
            </a:lvl6pPr>
            <a:lvl7pPr algn="ctr">
              <a:defRPr sz="3900" b="0">
                <a:solidFill>
                  <a:srgbClr val="25364A"/>
                </a:solidFill>
                <a:latin typeface="Nimbus Sans"/>
                <a:ea typeface="Nimbus Sans"/>
                <a:cs typeface="Nimbus Sans"/>
              </a:defRPr>
            </a:lvl7pPr>
            <a:lvl8pPr algn="ctr">
              <a:defRPr sz="3900" b="0">
                <a:solidFill>
                  <a:srgbClr val="25364A"/>
                </a:solidFill>
                <a:latin typeface="Nimbus Sans"/>
                <a:ea typeface="Nimbus Sans"/>
                <a:cs typeface="Nimbus Sans"/>
              </a:defRPr>
            </a:lvl8pPr>
            <a:lvl9pPr algn="ctr">
              <a:defRPr sz="3900" b="0">
                <a:solidFill>
                  <a:srgbClr val="25364A"/>
                </a:solidFill>
                <a:latin typeface="Nimbus Sans"/>
                <a:ea typeface="Nimbus Sans"/>
                <a:cs typeface="Nimbus Sans"/>
              </a:defRPr>
            </a:lvl9pPr>
          </a:lstStyle>
          <a:p>
            <a:pPr algn="ctr">
              <a:defRPr sz="3900" b="0">
                <a:solidFill>
                  <a:srgbClr val="25364A"/>
                </a:solidFill>
                <a:latin typeface="Nimbus Sans"/>
                <a:ea typeface="Nimbus Sans"/>
                <a:cs typeface="Nimbus Sans"/>
              </a:defRPr>
            </a:pPr>
            <a:r>
              <a:rPr sz="3250"/>
              <a:t>F1</a:t>
            </a:r>
          </a:p>
        </p:txBody>
      </p:sp>
      <p:sp>
        <p:nvSpPr>
          <p:cNvPr id="59" name="input-label-1">
            <a:extLst>
              <a:ext uri="{FF2B5EF4-FFF2-40B4-BE49-F238E27FC236}">
                <a16:creationId xmlns:a16="http://schemas.microsoft.com/office/drawing/2014/main" id="{A4C7377A-93C5-4BA9-8E05-C5508122F88D}"/>
              </a:ext>
            </a:extLst>
          </p:cNvPr>
          <p:cNvSpPr>
            <a:spLocks noGrp="1"/>
          </p:cNvSpPr>
          <p:nvPr/>
        </p:nvSpPr>
        <p:spPr>
          <a:xfrm>
            <a:off x="79375" y="4167188"/>
            <a:ext cx="714375" cy="635000"/>
          </a:xfrm>
          <a:prstGeom prst="rect">
            <a:avLst/>
          </a:prstGeom>
          <a:noFill/>
          <a:ln w="0">
            <a:noFill/>
            <a:prstDash val="solid"/>
          </a:ln>
        </p:spPr>
        <p:txBody>
          <a:bodyPr wrap="none" lIns="0" tIns="0" rIns="0" bIns="0" anchor="ctr">
            <a:normAutofit/>
          </a:bodyPr>
          <a:lstStyle>
            <a:defPPr algn="ctr">
              <a:defRPr sz="3900" b="0">
                <a:solidFill>
                  <a:srgbClr val="25364A"/>
                </a:solidFill>
                <a:latin typeface="Nimbus Sans"/>
                <a:ea typeface="Nimbus Sans"/>
                <a:cs typeface="Nimbus Sans"/>
              </a:defRPr>
            </a:defPPr>
            <a:lvl1pPr algn="ctr">
              <a:defRPr sz="3900" b="0">
                <a:solidFill>
                  <a:srgbClr val="25364A"/>
                </a:solidFill>
                <a:latin typeface="Nimbus Sans"/>
                <a:ea typeface="Nimbus Sans"/>
                <a:cs typeface="Nimbus Sans"/>
              </a:defRPr>
            </a:lvl1pPr>
            <a:lvl2pPr algn="ctr">
              <a:defRPr sz="3900" b="0">
                <a:solidFill>
                  <a:srgbClr val="25364A"/>
                </a:solidFill>
                <a:latin typeface="Nimbus Sans"/>
                <a:ea typeface="Nimbus Sans"/>
                <a:cs typeface="Nimbus Sans"/>
              </a:defRPr>
            </a:lvl2pPr>
            <a:lvl3pPr algn="ctr">
              <a:defRPr sz="3900" b="0">
                <a:solidFill>
                  <a:srgbClr val="25364A"/>
                </a:solidFill>
                <a:latin typeface="Nimbus Sans"/>
                <a:ea typeface="Nimbus Sans"/>
                <a:cs typeface="Nimbus Sans"/>
              </a:defRPr>
            </a:lvl3pPr>
            <a:lvl4pPr algn="ctr">
              <a:defRPr sz="3900" b="0">
                <a:solidFill>
                  <a:srgbClr val="25364A"/>
                </a:solidFill>
                <a:latin typeface="Nimbus Sans"/>
                <a:ea typeface="Nimbus Sans"/>
                <a:cs typeface="Nimbus Sans"/>
              </a:defRPr>
            </a:lvl4pPr>
            <a:lvl5pPr algn="ctr">
              <a:defRPr sz="3900" b="0">
                <a:solidFill>
                  <a:srgbClr val="25364A"/>
                </a:solidFill>
                <a:latin typeface="Nimbus Sans"/>
                <a:ea typeface="Nimbus Sans"/>
                <a:cs typeface="Nimbus Sans"/>
              </a:defRPr>
            </a:lvl5pPr>
            <a:lvl6pPr algn="ctr">
              <a:defRPr sz="3900" b="0">
                <a:solidFill>
                  <a:srgbClr val="25364A"/>
                </a:solidFill>
                <a:latin typeface="Nimbus Sans"/>
                <a:ea typeface="Nimbus Sans"/>
                <a:cs typeface="Nimbus Sans"/>
              </a:defRPr>
            </a:lvl6pPr>
            <a:lvl7pPr algn="ctr">
              <a:defRPr sz="3900" b="0">
                <a:solidFill>
                  <a:srgbClr val="25364A"/>
                </a:solidFill>
                <a:latin typeface="Nimbus Sans"/>
                <a:ea typeface="Nimbus Sans"/>
                <a:cs typeface="Nimbus Sans"/>
              </a:defRPr>
            </a:lvl7pPr>
            <a:lvl8pPr algn="ctr">
              <a:defRPr sz="3900" b="0">
                <a:solidFill>
                  <a:srgbClr val="25364A"/>
                </a:solidFill>
                <a:latin typeface="Nimbus Sans"/>
                <a:ea typeface="Nimbus Sans"/>
                <a:cs typeface="Nimbus Sans"/>
              </a:defRPr>
            </a:lvl8pPr>
            <a:lvl9pPr algn="ctr">
              <a:defRPr sz="3900" b="0">
                <a:solidFill>
                  <a:srgbClr val="25364A"/>
                </a:solidFill>
                <a:latin typeface="Nimbus Sans"/>
                <a:ea typeface="Nimbus Sans"/>
                <a:cs typeface="Nimbus Sans"/>
              </a:defRPr>
            </a:lvl9pPr>
          </a:lstStyle>
          <a:p>
            <a:pPr algn="ctr">
              <a:defRPr sz="3900" b="0">
                <a:solidFill>
                  <a:srgbClr val="25364A"/>
                </a:solidFill>
                <a:latin typeface="Nimbus Sans"/>
                <a:ea typeface="Nimbus Sans"/>
                <a:cs typeface="Nimbus Sans"/>
              </a:defRPr>
            </a:pPr>
            <a:r>
              <a:rPr sz="3250"/>
              <a:t>F2</a:t>
            </a:r>
          </a:p>
        </p:txBody>
      </p:sp>
      <p:sp>
        <p:nvSpPr>
          <p:cNvPr id="60" name="output-label-0">
            <a:extLst>
              <a:ext uri="{FF2B5EF4-FFF2-40B4-BE49-F238E27FC236}">
                <a16:creationId xmlns:a16="http://schemas.microsoft.com/office/drawing/2014/main" id="{98058ADC-186B-4906-A3DF-649833BE67CB}"/>
              </a:ext>
            </a:extLst>
          </p:cNvPr>
          <p:cNvSpPr>
            <a:spLocks noGrp="1"/>
          </p:cNvSpPr>
          <p:nvPr/>
        </p:nvSpPr>
        <p:spPr>
          <a:xfrm>
            <a:off x="10675938" y="1905000"/>
            <a:ext cx="1349375" cy="635000"/>
          </a:xfrm>
          <a:prstGeom prst="rect">
            <a:avLst/>
          </a:prstGeom>
          <a:noFill/>
          <a:ln w="0">
            <a:noFill/>
            <a:prstDash val="solid"/>
          </a:ln>
        </p:spPr>
        <p:txBody>
          <a:bodyPr wrap="none" lIns="0" tIns="0" rIns="0" bIns="0" anchor="ctr">
            <a:normAutofit/>
          </a:bodyPr>
          <a:lstStyle>
            <a:defPPr algn="ctr">
              <a:defRPr sz="3750" b="0">
                <a:solidFill>
                  <a:srgbClr val="25364A"/>
                </a:solidFill>
                <a:latin typeface="Nimbus Sans"/>
                <a:ea typeface="Nimbus Sans"/>
                <a:cs typeface="Nimbus Sans"/>
              </a:defRPr>
            </a:defPPr>
            <a:lvl1pPr algn="ctr">
              <a:defRPr sz="3750" b="0">
                <a:solidFill>
                  <a:srgbClr val="25364A"/>
                </a:solidFill>
                <a:latin typeface="Nimbus Sans"/>
                <a:ea typeface="Nimbus Sans"/>
                <a:cs typeface="Nimbus Sans"/>
              </a:defRPr>
            </a:lvl1pPr>
            <a:lvl2pPr algn="ctr">
              <a:defRPr sz="3750" b="0">
                <a:solidFill>
                  <a:srgbClr val="25364A"/>
                </a:solidFill>
                <a:latin typeface="Nimbus Sans"/>
                <a:ea typeface="Nimbus Sans"/>
                <a:cs typeface="Nimbus Sans"/>
              </a:defRPr>
            </a:lvl2pPr>
            <a:lvl3pPr algn="ctr">
              <a:defRPr sz="3750" b="0">
                <a:solidFill>
                  <a:srgbClr val="25364A"/>
                </a:solidFill>
                <a:latin typeface="Nimbus Sans"/>
                <a:ea typeface="Nimbus Sans"/>
                <a:cs typeface="Nimbus Sans"/>
              </a:defRPr>
            </a:lvl3pPr>
            <a:lvl4pPr algn="ctr">
              <a:defRPr sz="3750" b="0">
                <a:solidFill>
                  <a:srgbClr val="25364A"/>
                </a:solidFill>
                <a:latin typeface="Nimbus Sans"/>
                <a:ea typeface="Nimbus Sans"/>
                <a:cs typeface="Nimbus Sans"/>
              </a:defRPr>
            </a:lvl4pPr>
            <a:lvl5pPr algn="ctr">
              <a:defRPr sz="3750" b="0">
                <a:solidFill>
                  <a:srgbClr val="25364A"/>
                </a:solidFill>
                <a:latin typeface="Nimbus Sans"/>
                <a:ea typeface="Nimbus Sans"/>
                <a:cs typeface="Nimbus Sans"/>
              </a:defRPr>
            </a:lvl5pPr>
            <a:lvl6pPr algn="ctr">
              <a:defRPr sz="3750" b="0">
                <a:solidFill>
                  <a:srgbClr val="25364A"/>
                </a:solidFill>
                <a:latin typeface="Nimbus Sans"/>
                <a:ea typeface="Nimbus Sans"/>
                <a:cs typeface="Nimbus Sans"/>
              </a:defRPr>
            </a:lvl6pPr>
            <a:lvl7pPr algn="ctr">
              <a:defRPr sz="3750" b="0">
                <a:solidFill>
                  <a:srgbClr val="25364A"/>
                </a:solidFill>
                <a:latin typeface="Nimbus Sans"/>
                <a:ea typeface="Nimbus Sans"/>
                <a:cs typeface="Nimbus Sans"/>
              </a:defRPr>
            </a:lvl7pPr>
            <a:lvl8pPr algn="ctr">
              <a:defRPr sz="3750" b="0">
                <a:solidFill>
                  <a:srgbClr val="25364A"/>
                </a:solidFill>
                <a:latin typeface="Nimbus Sans"/>
                <a:ea typeface="Nimbus Sans"/>
                <a:cs typeface="Nimbus Sans"/>
              </a:defRPr>
            </a:lvl8pPr>
            <a:lvl9pPr algn="ctr">
              <a:defRPr sz="3750" b="0">
                <a:solidFill>
                  <a:srgbClr val="25364A"/>
                </a:solidFill>
                <a:latin typeface="Nimbus Sans"/>
                <a:ea typeface="Nimbus Sans"/>
                <a:cs typeface="Nimbus Sans"/>
              </a:defRPr>
            </a:lvl9pPr>
          </a:lstStyle>
          <a:p>
            <a:pPr algn="ctr">
              <a:defRPr sz="3750" b="0">
                <a:solidFill>
                  <a:srgbClr val="25364A"/>
                </a:solidFill>
                <a:latin typeface="Nimbus Sans"/>
                <a:ea typeface="Nimbus Sans"/>
                <a:cs typeface="Nimbus Sans"/>
              </a:defRPr>
            </a:pPr>
            <a:r>
              <a:rPr sz="3125"/>
              <a:t>done</a:t>
            </a:r>
          </a:p>
        </p:txBody>
      </p:sp>
      <p:sp>
        <p:nvSpPr>
          <p:cNvPr id="61" name="desired-0">
            <a:extLst>
              <a:ext uri="{FF2B5EF4-FFF2-40B4-BE49-F238E27FC236}">
                <a16:creationId xmlns:a16="http://schemas.microsoft.com/office/drawing/2014/main" id="{F5CD5BE7-6563-424C-BCB2-4DD718A7CDCF}"/>
              </a:ext>
            </a:extLst>
          </p:cNvPr>
          <p:cNvSpPr>
            <a:spLocks noGrp="1"/>
          </p:cNvSpPr>
          <p:nvPr/>
        </p:nvSpPr>
        <p:spPr>
          <a:xfrm>
            <a:off x="9667875" y="1984375"/>
            <a:ext cx="587375" cy="476250"/>
          </a:xfrm>
          <a:prstGeom prst="rect">
            <a:avLst/>
          </a:prstGeom>
          <a:noFill/>
          <a:ln w="0">
            <a:noFill/>
            <a:prstDash val="solid"/>
          </a:ln>
        </p:spPr>
        <p:txBody>
          <a:bodyPr wrap="none" lIns="0" tIns="0" rIns="0" bIns="0" anchor="ctr">
            <a:normAutofit/>
          </a:bodyPr>
          <a:lstStyle>
            <a:defPPr algn="ctr">
              <a:defRPr sz="3450" b="1">
                <a:solidFill>
                  <a:srgbClr val="526479"/>
                </a:solidFill>
                <a:latin typeface="Nimbus Sans"/>
                <a:ea typeface="Nimbus Sans"/>
                <a:cs typeface="Nimbus Sans"/>
              </a:defRPr>
            </a:defPPr>
            <a:lvl1pPr algn="ctr">
              <a:defRPr sz="3450" b="1">
                <a:solidFill>
                  <a:srgbClr val="526479"/>
                </a:solidFill>
                <a:latin typeface="Nimbus Sans"/>
                <a:ea typeface="Nimbus Sans"/>
                <a:cs typeface="Nimbus Sans"/>
              </a:defRPr>
            </a:lvl1pPr>
            <a:lvl2pPr algn="ctr">
              <a:defRPr sz="3450" b="1">
                <a:solidFill>
                  <a:srgbClr val="526479"/>
                </a:solidFill>
                <a:latin typeface="Nimbus Sans"/>
                <a:ea typeface="Nimbus Sans"/>
                <a:cs typeface="Nimbus Sans"/>
              </a:defRPr>
            </a:lvl2pPr>
            <a:lvl3pPr algn="ctr">
              <a:defRPr sz="3450" b="1">
                <a:solidFill>
                  <a:srgbClr val="526479"/>
                </a:solidFill>
                <a:latin typeface="Nimbus Sans"/>
                <a:ea typeface="Nimbus Sans"/>
                <a:cs typeface="Nimbus Sans"/>
              </a:defRPr>
            </a:lvl3pPr>
            <a:lvl4pPr algn="ctr">
              <a:defRPr sz="3450" b="1">
                <a:solidFill>
                  <a:srgbClr val="526479"/>
                </a:solidFill>
                <a:latin typeface="Nimbus Sans"/>
                <a:ea typeface="Nimbus Sans"/>
                <a:cs typeface="Nimbus Sans"/>
              </a:defRPr>
            </a:lvl4pPr>
            <a:lvl5pPr algn="ctr">
              <a:defRPr sz="3450" b="1">
                <a:solidFill>
                  <a:srgbClr val="526479"/>
                </a:solidFill>
                <a:latin typeface="Nimbus Sans"/>
                <a:ea typeface="Nimbus Sans"/>
                <a:cs typeface="Nimbus Sans"/>
              </a:defRPr>
            </a:lvl5pPr>
            <a:lvl6pPr algn="ctr">
              <a:defRPr sz="3450" b="1">
                <a:solidFill>
                  <a:srgbClr val="526479"/>
                </a:solidFill>
                <a:latin typeface="Nimbus Sans"/>
                <a:ea typeface="Nimbus Sans"/>
                <a:cs typeface="Nimbus Sans"/>
              </a:defRPr>
            </a:lvl6pPr>
            <a:lvl7pPr algn="ctr">
              <a:defRPr sz="3450" b="1">
                <a:solidFill>
                  <a:srgbClr val="526479"/>
                </a:solidFill>
                <a:latin typeface="Nimbus Sans"/>
                <a:ea typeface="Nimbus Sans"/>
                <a:cs typeface="Nimbus Sans"/>
              </a:defRPr>
            </a:lvl7pPr>
            <a:lvl8pPr algn="ctr">
              <a:defRPr sz="3450" b="1">
                <a:solidFill>
                  <a:srgbClr val="526479"/>
                </a:solidFill>
                <a:latin typeface="Nimbus Sans"/>
                <a:ea typeface="Nimbus Sans"/>
                <a:cs typeface="Nimbus Sans"/>
              </a:defRPr>
            </a:lvl8pPr>
            <a:lvl9pPr algn="ctr">
              <a:defRPr sz="3450" b="1">
                <a:solidFill>
                  <a:srgbClr val="526479"/>
                </a:solidFill>
                <a:latin typeface="Nimbus Sans"/>
                <a:ea typeface="Nimbus Sans"/>
                <a:cs typeface="Nimbus Sans"/>
              </a:defRPr>
            </a:lvl9pPr>
          </a:lstStyle>
          <a:p>
            <a:pPr algn="ctr">
              <a:defRPr sz="3450" b="1">
                <a:solidFill>
                  <a:srgbClr val="526479"/>
                </a:solidFill>
                <a:latin typeface="Nimbus Sans"/>
                <a:ea typeface="Nimbus Sans"/>
                <a:cs typeface="Nimbus Sans"/>
              </a:defRPr>
            </a:pPr>
            <a:r>
              <a:rPr sz="2875"/>
              <a:t>0</a:t>
            </a:r>
          </a:p>
        </p:txBody>
      </p:sp>
      <p:sp>
        <p:nvSpPr>
          <p:cNvPr id="62" name="output-label-1">
            <a:extLst>
              <a:ext uri="{FF2B5EF4-FFF2-40B4-BE49-F238E27FC236}">
                <a16:creationId xmlns:a16="http://schemas.microsoft.com/office/drawing/2014/main" id="{9281862F-A8F4-43E2-8789-84581DC8D74E}"/>
              </a:ext>
            </a:extLst>
          </p:cNvPr>
          <p:cNvSpPr>
            <a:spLocks noGrp="1"/>
          </p:cNvSpPr>
          <p:nvPr/>
        </p:nvSpPr>
        <p:spPr>
          <a:xfrm>
            <a:off x="10675938" y="2698750"/>
            <a:ext cx="1349375" cy="635000"/>
          </a:xfrm>
          <a:prstGeom prst="rect">
            <a:avLst/>
          </a:prstGeom>
          <a:noFill/>
          <a:ln w="0">
            <a:noFill/>
            <a:prstDash val="solid"/>
          </a:ln>
        </p:spPr>
        <p:txBody>
          <a:bodyPr wrap="none" lIns="0" tIns="0" rIns="0" bIns="0" anchor="ctr">
            <a:normAutofit/>
          </a:bodyPr>
          <a:lstStyle>
            <a:defPPr algn="ctr">
              <a:defRPr sz="3750" b="0">
                <a:solidFill>
                  <a:srgbClr val="25364A"/>
                </a:solidFill>
                <a:latin typeface="Nimbus Sans"/>
                <a:ea typeface="Nimbus Sans"/>
                <a:cs typeface="Nimbus Sans"/>
              </a:defRPr>
            </a:defPPr>
            <a:lvl1pPr algn="ctr">
              <a:defRPr sz="3750" b="0">
                <a:solidFill>
                  <a:srgbClr val="25364A"/>
                </a:solidFill>
                <a:latin typeface="Nimbus Sans"/>
                <a:ea typeface="Nimbus Sans"/>
                <a:cs typeface="Nimbus Sans"/>
              </a:defRPr>
            </a:lvl1pPr>
            <a:lvl2pPr algn="ctr">
              <a:defRPr sz="3750" b="0">
                <a:solidFill>
                  <a:srgbClr val="25364A"/>
                </a:solidFill>
                <a:latin typeface="Nimbus Sans"/>
                <a:ea typeface="Nimbus Sans"/>
                <a:cs typeface="Nimbus Sans"/>
              </a:defRPr>
            </a:lvl2pPr>
            <a:lvl3pPr algn="ctr">
              <a:defRPr sz="3750" b="0">
                <a:solidFill>
                  <a:srgbClr val="25364A"/>
                </a:solidFill>
                <a:latin typeface="Nimbus Sans"/>
                <a:ea typeface="Nimbus Sans"/>
                <a:cs typeface="Nimbus Sans"/>
              </a:defRPr>
            </a:lvl3pPr>
            <a:lvl4pPr algn="ctr">
              <a:defRPr sz="3750" b="0">
                <a:solidFill>
                  <a:srgbClr val="25364A"/>
                </a:solidFill>
                <a:latin typeface="Nimbus Sans"/>
                <a:ea typeface="Nimbus Sans"/>
                <a:cs typeface="Nimbus Sans"/>
              </a:defRPr>
            </a:lvl4pPr>
            <a:lvl5pPr algn="ctr">
              <a:defRPr sz="3750" b="0">
                <a:solidFill>
                  <a:srgbClr val="25364A"/>
                </a:solidFill>
                <a:latin typeface="Nimbus Sans"/>
                <a:ea typeface="Nimbus Sans"/>
                <a:cs typeface="Nimbus Sans"/>
              </a:defRPr>
            </a:lvl5pPr>
            <a:lvl6pPr algn="ctr">
              <a:defRPr sz="3750" b="0">
                <a:solidFill>
                  <a:srgbClr val="25364A"/>
                </a:solidFill>
                <a:latin typeface="Nimbus Sans"/>
                <a:ea typeface="Nimbus Sans"/>
                <a:cs typeface="Nimbus Sans"/>
              </a:defRPr>
            </a:lvl6pPr>
            <a:lvl7pPr algn="ctr">
              <a:defRPr sz="3750" b="0">
                <a:solidFill>
                  <a:srgbClr val="25364A"/>
                </a:solidFill>
                <a:latin typeface="Nimbus Sans"/>
                <a:ea typeface="Nimbus Sans"/>
                <a:cs typeface="Nimbus Sans"/>
              </a:defRPr>
            </a:lvl7pPr>
            <a:lvl8pPr algn="ctr">
              <a:defRPr sz="3750" b="0">
                <a:solidFill>
                  <a:srgbClr val="25364A"/>
                </a:solidFill>
                <a:latin typeface="Nimbus Sans"/>
                <a:ea typeface="Nimbus Sans"/>
                <a:cs typeface="Nimbus Sans"/>
              </a:defRPr>
            </a:lvl8pPr>
            <a:lvl9pPr algn="ctr">
              <a:defRPr sz="3750" b="0">
                <a:solidFill>
                  <a:srgbClr val="25364A"/>
                </a:solidFill>
                <a:latin typeface="Nimbus Sans"/>
                <a:ea typeface="Nimbus Sans"/>
                <a:cs typeface="Nimbus Sans"/>
              </a:defRPr>
            </a:lvl9pPr>
          </a:lstStyle>
          <a:p>
            <a:pPr algn="ctr">
              <a:defRPr sz="3750" b="0">
                <a:solidFill>
                  <a:srgbClr val="25364A"/>
                </a:solidFill>
                <a:latin typeface="Nimbus Sans"/>
                <a:ea typeface="Nimbus Sans"/>
                <a:cs typeface="Nimbus Sans"/>
              </a:defRPr>
            </a:pPr>
            <a:r>
              <a:rPr sz="3125"/>
              <a:t>dune</a:t>
            </a:r>
          </a:p>
        </p:txBody>
      </p:sp>
      <p:sp>
        <p:nvSpPr>
          <p:cNvPr id="63" name="desired-1">
            <a:extLst>
              <a:ext uri="{FF2B5EF4-FFF2-40B4-BE49-F238E27FC236}">
                <a16:creationId xmlns:a16="http://schemas.microsoft.com/office/drawing/2014/main" id="{6094BFAE-076C-4FD7-87CB-E74EB95D2EAF}"/>
              </a:ext>
            </a:extLst>
          </p:cNvPr>
          <p:cNvSpPr>
            <a:spLocks noGrp="1"/>
          </p:cNvSpPr>
          <p:nvPr/>
        </p:nvSpPr>
        <p:spPr>
          <a:xfrm>
            <a:off x="9667875" y="2778125"/>
            <a:ext cx="587375" cy="476250"/>
          </a:xfrm>
          <a:prstGeom prst="rect">
            <a:avLst/>
          </a:prstGeom>
          <a:noFill/>
          <a:ln w="0">
            <a:noFill/>
            <a:prstDash val="solid"/>
          </a:ln>
        </p:spPr>
        <p:txBody>
          <a:bodyPr wrap="none" lIns="0" tIns="0" rIns="0" bIns="0" anchor="ctr">
            <a:normAutofit/>
          </a:bodyPr>
          <a:lstStyle>
            <a:defPPr algn="ctr">
              <a:defRPr sz="3450" b="1">
                <a:solidFill>
                  <a:srgbClr val="526479"/>
                </a:solidFill>
                <a:latin typeface="Nimbus Sans"/>
                <a:ea typeface="Nimbus Sans"/>
                <a:cs typeface="Nimbus Sans"/>
              </a:defRPr>
            </a:defPPr>
            <a:lvl1pPr algn="ctr">
              <a:defRPr sz="3450" b="1">
                <a:solidFill>
                  <a:srgbClr val="526479"/>
                </a:solidFill>
                <a:latin typeface="Nimbus Sans"/>
                <a:ea typeface="Nimbus Sans"/>
                <a:cs typeface="Nimbus Sans"/>
              </a:defRPr>
            </a:lvl1pPr>
            <a:lvl2pPr algn="ctr">
              <a:defRPr sz="3450" b="1">
                <a:solidFill>
                  <a:srgbClr val="526479"/>
                </a:solidFill>
                <a:latin typeface="Nimbus Sans"/>
                <a:ea typeface="Nimbus Sans"/>
                <a:cs typeface="Nimbus Sans"/>
              </a:defRPr>
            </a:lvl2pPr>
            <a:lvl3pPr algn="ctr">
              <a:defRPr sz="3450" b="1">
                <a:solidFill>
                  <a:srgbClr val="526479"/>
                </a:solidFill>
                <a:latin typeface="Nimbus Sans"/>
                <a:ea typeface="Nimbus Sans"/>
                <a:cs typeface="Nimbus Sans"/>
              </a:defRPr>
            </a:lvl3pPr>
            <a:lvl4pPr algn="ctr">
              <a:defRPr sz="3450" b="1">
                <a:solidFill>
                  <a:srgbClr val="526479"/>
                </a:solidFill>
                <a:latin typeface="Nimbus Sans"/>
                <a:ea typeface="Nimbus Sans"/>
                <a:cs typeface="Nimbus Sans"/>
              </a:defRPr>
            </a:lvl4pPr>
            <a:lvl5pPr algn="ctr">
              <a:defRPr sz="3450" b="1">
                <a:solidFill>
                  <a:srgbClr val="526479"/>
                </a:solidFill>
                <a:latin typeface="Nimbus Sans"/>
                <a:ea typeface="Nimbus Sans"/>
                <a:cs typeface="Nimbus Sans"/>
              </a:defRPr>
            </a:lvl5pPr>
            <a:lvl6pPr algn="ctr">
              <a:defRPr sz="3450" b="1">
                <a:solidFill>
                  <a:srgbClr val="526479"/>
                </a:solidFill>
                <a:latin typeface="Nimbus Sans"/>
                <a:ea typeface="Nimbus Sans"/>
                <a:cs typeface="Nimbus Sans"/>
              </a:defRPr>
            </a:lvl6pPr>
            <a:lvl7pPr algn="ctr">
              <a:defRPr sz="3450" b="1">
                <a:solidFill>
                  <a:srgbClr val="526479"/>
                </a:solidFill>
                <a:latin typeface="Nimbus Sans"/>
                <a:ea typeface="Nimbus Sans"/>
                <a:cs typeface="Nimbus Sans"/>
              </a:defRPr>
            </a:lvl7pPr>
            <a:lvl8pPr algn="ctr">
              <a:defRPr sz="3450" b="1">
                <a:solidFill>
                  <a:srgbClr val="526479"/>
                </a:solidFill>
                <a:latin typeface="Nimbus Sans"/>
                <a:ea typeface="Nimbus Sans"/>
                <a:cs typeface="Nimbus Sans"/>
              </a:defRPr>
            </a:lvl8pPr>
            <a:lvl9pPr algn="ctr">
              <a:defRPr sz="3450" b="1">
                <a:solidFill>
                  <a:srgbClr val="526479"/>
                </a:solidFill>
                <a:latin typeface="Nimbus Sans"/>
                <a:ea typeface="Nimbus Sans"/>
                <a:cs typeface="Nimbus Sans"/>
              </a:defRPr>
            </a:lvl9pPr>
          </a:lstStyle>
          <a:p>
            <a:pPr algn="ctr">
              <a:defRPr sz="3450" b="1">
                <a:solidFill>
                  <a:srgbClr val="526479"/>
                </a:solidFill>
                <a:latin typeface="Nimbus Sans"/>
                <a:ea typeface="Nimbus Sans"/>
                <a:cs typeface="Nimbus Sans"/>
              </a:defRPr>
            </a:pPr>
            <a:r>
              <a:rPr sz="2875"/>
              <a:t>0</a:t>
            </a:r>
          </a:p>
        </p:txBody>
      </p:sp>
      <p:sp>
        <p:nvSpPr>
          <p:cNvPr id="64" name="output-label-2">
            <a:extLst>
              <a:ext uri="{FF2B5EF4-FFF2-40B4-BE49-F238E27FC236}">
                <a16:creationId xmlns:a16="http://schemas.microsoft.com/office/drawing/2014/main" id="{BBD9F516-C6A9-4C79-88F8-F4F02D41B421}"/>
              </a:ext>
            </a:extLst>
          </p:cNvPr>
          <p:cNvSpPr>
            <a:spLocks noGrp="1"/>
          </p:cNvSpPr>
          <p:nvPr/>
        </p:nvSpPr>
        <p:spPr>
          <a:xfrm>
            <a:off x="10675938" y="3492500"/>
            <a:ext cx="1349375" cy="635000"/>
          </a:xfrm>
          <a:prstGeom prst="rect">
            <a:avLst/>
          </a:prstGeom>
          <a:noFill/>
          <a:ln w="0">
            <a:noFill/>
            <a:prstDash val="solid"/>
          </a:ln>
        </p:spPr>
        <p:txBody>
          <a:bodyPr wrap="none" lIns="0" tIns="0" rIns="0" bIns="0" anchor="ctr">
            <a:normAutofit/>
          </a:bodyPr>
          <a:lstStyle>
            <a:defPPr algn="ctr">
              <a:defRPr sz="3750" b="0">
                <a:solidFill>
                  <a:srgbClr val="25364A"/>
                </a:solidFill>
                <a:latin typeface="Nimbus Sans"/>
                <a:ea typeface="Nimbus Sans"/>
                <a:cs typeface="Nimbus Sans"/>
              </a:defRPr>
            </a:defPPr>
            <a:lvl1pPr algn="ctr">
              <a:defRPr sz="3750" b="0">
                <a:solidFill>
                  <a:srgbClr val="25364A"/>
                </a:solidFill>
                <a:latin typeface="Nimbus Sans"/>
                <a:ea typeface="Nimbus Sans"/>
                <a:cs typeface="Nimbus Sans"/>
              </a:defRPr>
            </a:lvl1pPr>
            <a:lvl2pPr algn="ctr">
              <a:defRPr sz="3750" b="0">
                <a:solidFill>
                  <a:srgbClr val="25364A"/>
                </a:solidFill>
                <a:latin typeface="Nimbus Sans"/>
                <a:ea typeface="Nimbus Sans"/>
                <a:cs typeface="Nimbus Sans"/>
              </a:defRPr>
            </a:lvl2pPr>
            <a:lvl3pPr algn="ctr">
              <a:defRPr sz="3750" b="0">
                <a:solidFill>
                  <a:srgbClr val="25364A"/>
                </a:solidFill>
                <a:latin typeface="Nimbus Sans"/>
                <a:ea typeface="Nimbus Sans"/>
                <a:cs typeface="Nimbus Sans"/>
              </a:defRPr>
            </a:lvl3pPr>
            <a:lvl4pPr algn="ctr">
              <a:defRPr sz="3750" b="0">
                <a:solidFill>
                  <a:srgbClr val="25364A"/>
                </a:solidFill>
                <a:latin typeface="Nimbus Sans"/>
                <a:ea typeface="Nimbus Sans"/>
                <a:cs typeface="Nimbus Sans"/>
              </a:defRPr>
            </a:lvl4pPr>
            <a:lvl5pPr algn="ctr">
              <a:defRPr sz="3750" b="0">
                <a:solidFill>
                  <a:srgbClr val="25364A"/>
                </a:solidFill>
                <a:latin typeface="Nimbus Sans"/>
                <a:ea typeface="Nimbus Sans"/>
                <a:cs typeface="Nimbus Sans"/>
              </a:defRPr>
            </a:lvl5pPr>
            <a:lvl6pPr algn="ctr">
              <a:defRPr sz="3750" b="0">
                <a:solidFill>
                  <a:srgbClr val="25364A"/>
                </a:solidFill>
                <a:latin typeface="Nimbus Sans"/>
                <a:ea typeface="Nimbus Sans"/>
                <a:cs typeface="Nimbus Sans"/>
              </a:defRPr>
            </a:lvl6pPr>
            <a:lvl7pPr algn="ctr">
              <a:defRPr sz="3750" b="0">
                <a:solidFill>
                  <a:srgbClr val="25364A"/>
                </a:solidFill>
                <a:latin typeface="Nimbus Sans"/>
                <a:ea typeface="Nimbus Sans"/>
                <a:cs typeface="Nimbus Sans"/>
              </a:defRPr>
            </a:lvl7pPr>
            <a:lvl8pPr algn="ctr">
              <a:defRPr sz="3750" b="0">
                <a:solidFill>
                  <a:srgbClr val="25364A"/>
                </a:solidFill>
                <a:latin typeface="Nimbus Sans"/>
                <a:ea typeface="Nimbus Sans"/>
                <a:cs typeface="Nimbus Sans"/>
              </a:defRPr>
            </a:lvl8pPr>
            <a:lvl9pPr algn="ctr">
              <a:defRPr sz="3750" b="0">
                <a:solidFill>
                  <a:srgbClr val="25364A"/>
                </a:solidFill>
                <a:latin typeface="Nimbus Sans"/>
                <a:ea typeface="Nimbus Sans"/>
                <a:cs typeface="Nimbus Sans"/>
              </a:defRPr>
            </a:lvl9pPr>
          </a:lstStyle>
          <a:p>
            <a:pPr algn="ctr">
              <a:defRPr sz="3750" b="0">
                <a:solidFill>
                  <a:srgbClr val="25364A"/>
                </a:solidFill>
                <a:latin typeface="Nimbus Sans"/>
                <a:ea typeface="Nimbus Sans"/>
                <a:cs typeface="Nimbus Sans"/>
              </a:defRPr>
            </a:pPr>
            <a:r>
              <a:rPr sz="3125"/>
              <a:t>dean</a:t>
            </a:r>
          </a:p>
        </p:txBody>
      </p:sp>
      <p:sp>
        <p:nvSpPr>
          <p:cNvPr id="65" name="desired-2">
            <a:extLst>
              <a:ext uri="{FF2B5EF4-FFF2-40B4-BE49-F238E27FC236}">
                <a16:creationId xmlns:a16="http://schemas.microsoft.com/office/drawing/2014/main" id="{0DD93C85-D806-43AC-A8D4-3DA3273DA44B}"/>
              </a:ext>
            </a:extLst>
          </p:cNvPr>
          <p:cNvSpPr>
            <a:spLocks noGrp="1"/>
          </p:cNvSpPr>
          <p:nvPr/>
        </p:nvSpPr>
        <p:spPr>
          <a:xfrm>
            <a:off x="9667875" y="3571875"/>
            <a:ext cx="587375" cy="476250"/>
          </a:xfrm>
          <a:prstGeom prst="rect">
            <a:avLst/>
          </a:prstGeom>
          <a:noFill/>
          <a:ln w="0">
            <a:noFill/>
            <a:prstDash val="solid"/>
          </a:ln>
        </p:spPr>
        <p:txBody>
          <a:bodyPr wrap="none" lIns="0" tIns="0" rIns="0" bIns="0" anchor="ctr">
            <a:normAutofit/>
          </a:bodyPr>
          <a:lstStyle>
            <a:defPPr algn="ctr">
              <a:defRPr sz="3450" b="1">
                <a:solidFill>
                  <a:srgbClr val="A23C61"/>
                </a:solidFill>
                <a:latin typeface="Nimbus Sans"/>
                <a:ea typeface="Nimbus Sans"/>
                <a:cs typeface="Nimbus Sans"/>
              </a:defRPr>
            </a:defPPr>
            <a:lvl1pPr algn="ctr">
              <a:defRPr sz="3450" b="1">
                <a:solidFill>
                  <a:srgbClr val="A23C61"/>
                </a:solidFill>
                <a:latin typeface="Nimbus Sans"/>
                <a:ea typeface="Nimbus Sans"/>
                <a:cs typeface="Nimbus Sans"/>
              </a:defRPr>
            </a:lvl1pPr>
            <a:lvl2pPr algn="ctr">
              <a:defRPr sz="3450" b="1">
                <a:solidFill>
                  <a:srgbClr val="A23C61"/>
                </a:solidFill>
                <a:latin typeface="Nimbus Sans"/>
                <a:ea typeface="Nimbus Sans"/>
                <a:cs typeface="Nimbus Sans"/>
              </a:defRPr>
            </a:lvl2pPr>
            <a:lvl3pPr algn="ctr">
              <a:defRPr sz="3450" b="1">
                <a:solidFill>
                  <a:srgbClr val="A23C61"/>
                </a:solidFill>
                <a:latin typeface="Nimbus Sans"/>
                <a:ea typeface="Nimbus Sans"/>
                <a:cs typeface="Nimbus Sans"/>
              </a:defRPr>
            </a:lvl3pPr>
            <a:lvl4pPr algn="ctr">
              <a:defRPr sz="3450" b="1">
                <a:solidFill>
                  <a:srgbClr val="A23C61"/>
                </a:solidFill>
                <a:latin typeface="Nimbus Sans"/>
                <a:ea typeface="Nimbus Sans"/>
                <a:cs typeface="Nimbus Sans"/>
              </a:defRPr>
            </a:lvl4pPr>
            <a:lvl5pPr algn="ctr">
              <a:defRPr sz="3450" b="1">
                <a:solidFill>
                  <a:srgbClr val="A23C61"/>
                </a:solidFill>
                <a:latin typeface="Nimbus Sans"/>
                <a:ea typeface="Nimbus Sans"/>
                <a:cs typeface="Nimbus Sans"/>
              </a:defRPr>
            </a:lvl5pPr>
            <a:lvl6pPr algn="ctr">
              <a:defRPr sz="3450" b="1">
                <a:solidFill>
                  <a:srgbClr val="A23C61"/>
                </a:solidFill>
                <a:latin typeface="Nimbus Sans"/>
                <a:ea typeface="Nimbus Sans"/>
                <a:cs typeface="Nimbus Sans"/>
              </a:defRPr>
            </a:lvl6pPr>
            <a:lvl7pPr algn="ctr">
              <a:defRPr sz="3450" b="1">
                <a:solidFill>
                  <a:srgbClr val="A23C61"/>
                </a:solidFill>
                <a:latin typeface="Nimbus Sans"/>
                <a:ea typeface="Nimbus Sans"/>
                <a:cs typeface="Nimbus Sans"/>
              </a:defRPr>
            </a:lvl7pPr>
            <a:lvl8pPr algn="ctr">
              <a:defRPr sz="3450" b="1">
                <a:solidFill>
                  <a:srgbClr val="A23C61"/>
                </a:solidFill>
                <a:latin typeface="Nimbus Sans"/>
                <a:ea typeface="Nimbus Sans"/>
                <a:cs typeface="Nimbus Sans"/>
              </a:defRPr>
            </a:lvl8pPr>
            <a:lvl9pPr algn="ctr">
              <a:defRPr sz="3450" b="1">
                <a:solidFill>
                  <a:srgbClr val="A23C61"/>
                </a:solidFill>
                <a:latin typeface="Nimbus Sans"/>
                <a:ea typeface="Nimbus Sans"/>
                <a:cs typeface="Nimbus Sans"/>
              </a:defRPr>
            </a:lvl9pPr>
          </a:lstStyle>
          <a:p>
            <a:pPr algn="ctr">
              <a:defRPr sz="3450" b="1">
                <a:solidFill>
                  <a:srgbClr val="A23C61"/>
                </a:solidFill>
                <a:latin typeface="Nimbus Sans"/>
                <a:ea typeface="Nimbus Sans"/>
                <a:cs typeface="Nimbus Sans"/>
              </a:defRPr>
            </a:pPr>
            <a:r>
              <a:rPr sz="2875"/>
              <a:t>1</a:t>
            </a:r>
          </a:p>
        </p:txBody>
      </p:sp>
      <p:sp>
        <p:nvSpPr>
          <p:cNvPr id="66" name="output-label-3">
            <a:extLst>
              <a:ext uri="{FF2B5EF4-FFF2-40B4-BE49-F238E27FC236}">
                <a16:creationId xmlns:a16="http://schemas.microsoft.com/office/drawing/2014/main" id="{7D7870DF-2907-45EB-9911-5F3D99E8A6E4}"/>
              </a:ext>
            </a:extLst>
          </p:cNvPr>
          <p:cNvSpPr>
            <a:spLocks noGrp="1"/>
          </p:cNvSpPr>
          <p:nvPr/>
        </p:nvSpPr>
        <p:spPr>
          <a:xfrm>
            <a:off x="10675938" y="4286250"/>
            <a:ext cx="1349375" cy="635000"/>
          </a:xfrm>
          <a:prstGeom prst="rect">
            <a:avLst/>
          </a:prstGeom>
          <a:noFill/>
          <a:ln w="0">
            <a:noFill/>
            <a:prstDash val="solid"/>
          </a:ln>
        </p:spPr>
        <p:txBody>
          <a:bodyPr wrap="none" lIns="0" tIns="0" rIns="0" bIns="0" anchor="ctr">
            <a:normAutofit/>
          </a:bodyPr>
          <a:lstStyle>
            <a:defPPr algn="ctr">
              <a:defRPr sz="3750" b="0">
                <a:solidFill>
                  <a:srgbClr val="25364A"/>
                </a:solidFill>
                <a:latin typeface="Nimbus Sans"/>
                <a:ea typeface="Nimbus Sans"/>
                <a:cs typeface="Nimbus Sans"/>
              </a:defRPr>
            </a:defPPr>
            <a:lvl1pPr algn="ctr">
              <a:defRPr sz="3750" b="0">
                <a:solidFill>
                  <a:srgbClr val="25364A"/>
                </a:solidFill>
                <a:latin typeface="Nimbus Sans"/>
                <a:ea typeface="Nimbus Sans"/>
                <a:cs typeface="Nimbus Sans"/>
              </a:defRPr>
            </a:lvl1pPr>
            <a:lvl2pPr algn="ctr">
              <a:defRPr sz="3750" b="0">
                <a:solidFill>
                  <a:srgbClr val="25364A"/>
                </a:solidFill>
                <a:latin typeface="Nimbus Sans"/>
                <a:ea typeface="Nimbus Sans"/>
                <a:cs typeface="Nimbus Sans"/>
              </a:defRPr>
            </a:lvl2pPr>
            <a:lvl3pPr algn="ctr">
              <a:defRPr sz="3750" b="0">
                <a:solidFill>
                  <a:srgbClr val="25364A"/>
                </a:solidFill>
                <a:latin typeface="Nimbus Sans"/>
                <a:ea typeface="Nimbus Sans"/>
                <a:cs typeface="Nimbus Sans"/>
              </a:defRPr>
            </a:lvl3pPr>
            <a:lvl4pPr algn="ctr">
              <a:defRPr sz="3750" b="0">
                <a:solidFill>
                  <a:srgbClr val="25364A"/>
                </a:solidFill>
                <a:latin typeface="Nimbus Sans"/>
                <a:ea typeface="Nimbus Sans"/>
                <a:cs typeface="Nimbus Sans"/>
              </a:defRPr>
            </a:lvl4pPr>
            <a:lvl5pPr algn="ctr">
              <a:defRPr sz="3750" b="0">
                <a:solidFill>
                  <a:srgbClr val="25364A"/>
                </a:solidFill>
                <a:latin typeface="Nimbus Sans"/>
                <a:ea typeface="Nimbus Sans"/>
                <a:cs typeface="Nimbus Sans"/>
              </a:defRPr>
            </a:lvl5pPr>
            <a:lvl6pPr algn="ctr">
              <a:defRPr sz="3750" b="0">
                <a:solidFill>
                  <a:srgbClr val="25364A"/>
                </a:solidFill>
                <a:latin typeface="Nimbus Sans"/>
                <a:ea typeface="Nimbus Sans"/>
                <a:cs typeface="Nimbus Sans"/>
              </a:defRPr>
            </a:lvl6pPr>
            <a:lvl7pPr algn="ctr">
              <a:defRPr sz="3750" b="0">
                <a:solidFill>
                  <a:srgbClr val="25364A"/>
                </a:solidFill>
                <a:latin typeface="Nimbus Sans"/>
                <a:ea typeface="Nimbus Sans"/>
                <a:cs typeface="Nimbus Sans"/>
              </a:defRPr>
            </a:lvl7pPr>
            <a:lvl8pPr algn="ctr">
              <a:defRPr sz="3750" b="0">
                <a:solidFill>
                  <a:srgbClr val="25364A"/>
                </a:solidFill>
                <a:latin typeface="Nimbus Sans"/>
                <a:ea typeface="Nimbus Sans"/>
                <a:cs typeface="Nimbus Sans"/>
              </a:defRPr>
            </a:lvl8pPr>
            <a:lvl9pPr algn="ctr">
              <a:defRPr sz="3750" b="0">
                <a:solidFill>
                  <a:srgbClr val="25364A"/>
                </a:solidFill>
                <a:latin typeface="Nimbus Sans"/>
                <a:ea typeface="Nimbus Sans"/>
                <a:cs typeface="Nimbus Sans"/>
              </a:defRPr>
            </a:lvl9pPr>
          </a:lstStyle>
          <a:p>
            <a:pPr algn="ctr">
              <a:defRPr sz="3750" b="0">
                <a:solidFill>
                  <a:srgbClr val="25364A"/>
                </a:solidFill>
                <a:latin typeface="Nimbus Sans"/>
                <a:ea typeface="Nimbus Sans"/>
                <a:cs typeface="Nimbus Sans"/>
              </a:defRPr>
            </a:pPr>
            <a:r>
              <a:rPr sz="3125"/>
              <a:t>Don</a:t>
            </a:r>
          </a:p>
        </p:txBody>
      </p:sp>
      <p:sp>
        <p:nvSpPr>
          <p:cNvPr id="67" name="desired-3">
            <a:extLst>
              <a:ext uri="{FF2B5EF4-FFF2-40B4-BE49-F238E27FC236}">
                <a16:creationId xmlns:a16="http://schemas.microsoft.com/office/drawing/2014/main" id="{17B952CF-9FD9-41DB-A63A-A7EE74C27132}"/>
              </a:ext>
            </a:extLst>
          </p:cNvPr>
          <p:cNvSpPr>
            <a:spLocks noGrp="1"/>
          </p:cNvSpPr>
          <p:nvPr/>
        </p:nvSpPr>
        <p:spPr>
          <a:xfrm>
            <a:off x="9667875" y="4365625"/>
            <a:ext cx="587375" cy="476250"/>
          </a:xfrm>
          <a:prstGeom prst="rect">
            <a:avLst/>
          </a:prstGeom>
          <a:noFill/>
          <a:ln w="0">
            <a:noFill/>
            <a:prstDash val="solid"/>
          </a:ln>
        </p:spPr>
        <p:txBody>
          <a:bodyPr wrap="none" lIns="0" tIns="0" rIns="0" bIns="0" anchor="ctr">
            <a:normAutofit/>
          </a:bodyPr>
          <a:lstStyle>
            <a:defPPr algn="ctr">
              <a:defRPr sz="3450" b="1">
                <a:solidFill>
                  <a:srgbClr val="526479"/>
                </a:solidFill>
                <a:latin typeface="Nimbus Sans"/>
                <a:ea typeface="Nimbus Sans"/>
                <a:cs typeface="Nimbus Sans"/>
              </a:defRPr>
            </a:defPPr>
            <a:lvl1pPr algn="ctr">
              <a:defRPr sz="3450" b="1">
                <a:solidFill>
                  <a:srgbClr val="526479"/>
                </a:solidFill>
                <a:latin typeface="Nimbus Sans"/>
                <a:ea typeface="Nimbus Sans"/>
                <a:cs typeface="Nimbus Sans"/>
              </a:defRPr>
            </a:lvl1pPr>
            <a:lvl2pPr algn="ctr">
              <a:defRPr sz="3450" b="1">
                <a:solidFill>
                  <a:srgbClr val="526479"/>
                </a:solidFill>
                <a:latin typeface="Nimbus Sans"/>
                <a:ea typeface="Nimbus Sans"/>
                <a:cs typeface="Nimbus Sans"/>
              </a:defRPr>
            </a:lvl2pPr>
            <a:lvl3pPr algn="ctr">
              <a:defRPr sz="3450" b="1">
                <a:solidFill>
                  <a:srgbClr val="526479"/>
                </a:solidFill>
                <a:latin typeface="Nimbus Sans"/>
                <a:ea typeface="Nimbus Sans"/>
                <a:cs typeface="Nimbus Sans"/>
              </a:defRPr>
            </a:lvl3pPr>
            <a:lvl4pPr algn="ctr">
              <a:defRPr sz="3450" b="1">
                <a:solidFill>
                  <a:srgbClr val="526479"/>
                </a:solidFill>
                <a:latin typeface="Nimbus Sans"/>
                <a:ea typeface="Nimbus Sans"/>
                <a:cs typeface="Nimbus Sans"/>
              </a:defRPr>
            </a:lvl4pPr>
            <a:lvl5pPr algn="ctr">
              <a:defRPr sz="3450" b="1">
                <a:solidFill>
                  <a:srgbClr val="526479"/>
                </a:solidFill>
                <a:latin typeface="Nimbus Sans"/>
                <a:ea typeface="Nimbus Sans"/>
                <a:cs typeface="Nimbus Sans"/>
              </a:defRPr>
            </a:lvl5pPr>
            <a:lvl6pPr algn="ctr">
              <a:defRPr sz="3450" b="1">
                <a:solidFill>
                  <a:srgbClr val="526479"/>
                </a:solidFill>
                <a:latin typeface="Nimbus Sans"/>
                <a:ea typeface="Nimbus Sans"/>
                <a:cs typeface="Nimbus Sans"/>
              </a:defRPr>
            </a:lvl6pPr>
            <a:lvl7pPr algn="ctr">
              <a:defRPr sz="3450" b="1">
                <a:solidFill>
                  <a:srgbClr val="526479"/>
                </a:solidFill>
                <a:latin typeface="Nimbus Sans"/>
                <a:ea typeface="Nimbus Sans"/>
                <a:cs typeface="Nimbus Sans"/>
              </a:defRPr>
            </a:lvl7pPr>
            <a:lvl8pPr algn="ctr">
              <a:defRPr sz="3450" b="1">
                <a:solidFill>
                  <a:srgbClr val="526479"/>
                </a:solidFill>
                <a:latin typeface="Nimbus Sans"/>
                <a:ea typeface="Nimbus Sans"/>
                <a:cs typeface="Nimbus Sans"/>
              </a:defRPr>
            </a:lvl8pPr>
            <a:lvl9pPr algn="ctr">
              <a:defRPr sz="3450" b="1">
                <a:solidFill>
                  <a:srgbClr val="526479"/>
                </a:solidFill>
                <a:latin typeface="Nimbus Sans"/>
                <a:ea typeface="Nimbus Sans"/>
                <a:cs typeface="Nimbus Sans"/>
              </a:defRPr>
            </a:lvl9pPr>
          </a:lstStyle>
          <a:p>
            <a:pPr algn="ctr">
              <a:defRPr sz="3450" b="1">
                <a:solidFill>
                  <a:srgbClr val="526479"/>
                </a:solidFill>
                <a:latin typeface="Nimbus Sans"/>
                <a:ea typeface="Nimbus Sans"/>
                <a:cs typeface="Nimbus Sans"/>
              </a:defRPr>
            </a:pPr>
            <a:r>
              <a:rPr sz="2875"/>
              <a:t>0</a:t>
            </a:r>
          </a:p>
        </p:txBody>
      </p:sp>
      <p:sp>
        <p:nvSpPr>
          <p:cNvPr id="68" name="output-label-4">
            <a:extLst>
              <a:ext uri="{FF2B5EF4-FFF2-40B4-BE49-F238E27FC236}">
                <a16:creationId xmlns:a16="http://schemas.microsoft.com/office/drawing/2014/main" id="{CFADE8A9-D17A-4E2F-BD8E-B48F854CEC1B}"/>
              </a:ext>
            </a:extLst>
          </p:cNvPr>
          <p:cNvSpPr>
            <a:spLocks noGrp="1"/>
          </p:cNvSpPr>
          <p:nvPr/>
        </p:nvSpPr>
        <p:spPr>
          <a:xfrm>
            <a:off x="10675938" y="5080000"/>
            <a:ext cx="1349375" cy="635000"/>
          </a:xfrm>
          <a:prstGeom prst="rect">
            <a:avLst/>
          </a:prstGeom>
          <a:noFill/>
          <a:ln w="0">
            <a:noFill/>
            <a:prstDash val="solid"/>
          </a:ln>
        </p:spPr>
        <p:txBody>
          <a:bodyPr wrap="none" lIns="0" tIns="0" rIns="0" bIns="0" anchor="ctr">
            <a:normAutofit/>
          </a:bodyPr>
          <a:lstStyle>
            <a:defPPr algn="ctr">
              <a:defRPr sz="3750" b="0">
                <a:solidFill>
                  <a:srgbClr val="25364A"/>
                </a:solidFill>
                <a:latin typeface="Nimbus Sans"/>
                <a:ea typeface="Nimbus Sans"/>
                <a:cs typeface="Nimbus Sans"/>
              </a:defRPr>
            </a:defPPr>
            <a:lvl1pPr algn="ctr">
              <a:defRPr sz="3750" b="0">
                <a:solidFill>
                  <a:srgbClr val="25364A"/>
                </a:solidFill>
                <a:latin typeface="Nimbus Sans"/>
                <a:ea typeface="Nimbus Sans"/>
                <a:cs typeface="Nimbus Sans"/>
              </a:defRPr>
            </a:lvl1pPr>
            <a:lvl2pPr algn="ctr">
              <a:defRPr sz="3750" b="0">
                <a:solidFill>
                  <a:srgbClr val="25364A"/>
                </a:solidFill>
                <a:latin typeface="Nimbus Sans"/>
                <a:ea typeface="Nimbus Sans"/>
                <a:cs typeface="Nimbus Sans"/>
              </a:defRPr>
            </a:lvl2pPr>
            <a:lvl3pPr algn="ctr">
              <a:defRPr sz="3750" b="0">
                <a:solidFill>
                  <a:srgbClr val="25364A"/>
                </a:solidFill>
                <a:latin typeface="Nimbus Sans"/>
                <a:ea typeface="Nimbus Sans"/>
                <a:cs typeface="Nimbus Sans"/>
              </a:defRPr>
            </a:lvl3pPr>
            <a:lvl4pPr algn="ctr">
              <a:defRPr sz="3750" b="0">
                <a:solidFill>
                  <a:srgbClr val="25364A"/>
                </a:solidFill>
                <a:latin typeface="Nimbus Sans"/>
                <a:ea typeface="Nimbus Sans"/>
                <a:cs typeface="Nimbus Sans"/>
              </a:defRPr>
            </a:lvl4pPr>
            <a:lvl5pPr algn="ctr">
              <a:defRPr sz="3750" b="0">
                <a:solidFill>
                  <a:srgbClr val="25364A"/>
                </a:solidFill>
                <a:latin typeface="Nimbus Sans"/>
                <a:ea typeface="Nimbus Sans"/>
                <a:cs typeface="Nimbus Sans"/>
              </a:defRPr>
            </a:lvl5pPr>
            <a:lvl6pPr algn="ctr">
              <a:defRPr sz="3750" b="0">
                <a:solidFill>
                  <a:srgbClr val="25364A"/>
                </a:solidFill>
                <a:latin typeface="Nimbus Sans"/>
                <a:ea typeface="Nimbus Sans"/>
                <a:cs typeface="Nimbus Sans"/>
              </a:defRPr>
            </a:lvl6pPr>
            <a:lvl7pPr algn="ctr">
              <a:defRPr sz="3750" b="0">
                <a:solidFill>
                  <a:srgbClr val="25364A"/>
                </a:solidFill>
                <a:latin typeface="Nimbus Sans"/>
                <a:ea typeface="Nimbus Sans"/>
                <a:cs typeface="Nimbus Sans"/>
              </a:defRPr>
            </a:lvl7pPr>
            <a:lvl8pPr algn="ctr">
              <a:defRPr sz="3750" b="0">
                <a:solidFill>
                  <a:srgbClr val="25364A"/>
                </a:solidFill>
                <a:latin typeface="Nimbus Sans"/>
                <a:ea typeface="Nimbus Sans"/>
                <a:cs typeface="Nimbus Sans"/>
              </a:defRPr>
            </a:lvl8pPr>
            <a:lvl9pPr algn="ctr">
              <a:defRPr sz="3750" b="0">
                <a:solidFill>
                  <a:srgbClr val="25364A"/>
                </a:solidFill>
                <a:latin typeface="Nimbus Sans"/>
                <a:ea typeface="Nimbus Sans"/>
                <a:cs typeface="Nimbus Sans"/>
              </a:defRPr>
            </a:lvl9pPr>
          </a:lstStyle>
          <a:p>
            <a:pPr algn="ctr">
              <a:defRPr sz="3750" b="0">
                <a:solidFill>
                  <a:srgbClr val="25364A"/>
                </a:solidFill>
                <a:latin typeface="Nimbus Sans"/>
                <a:ea typeface="Nimbus Sans"/>
                <a:cs typeface="Nimbus Sans"/>
              </a:defRPr>
            </a:pPr>
            <a:r>
              <a:rPr sz="3125"/>
              <a:t>Dan</a:t>
            </a:r>
          </a:p>
        </p:txBody>
      </p:sp>
      <p:sp>
        <p:nvSpPr>
          <p:cNvPr id="69" name="desired-4">
            <a:extLst>
              <a:ext uri="{FF2B5EF4-FFF2-40B4-BE49-F238E27FC236}">
                <a16:creationId xmlns:a16="http://schemas.microsoft.com/office/drawing/2014/main" id="{84BF0DA1-E3C0-42B6-BEB2-3FCF54018013}"/>
              </a:ext>
            </a:extLst>
          </p:cNvPr>
          <p:cNvSpPr>
            <a:spLocks noGrp="1"/>
          </p:cNvSpPr>
          <p:nvPr/>
        </p:nvSpPr>
        <p:spPr>
          <a:xfrm>
            <a:off x="9667875" y="5159375"/>
            <a:ext cx="587375" cy="476250"/>
          </a:xfrm>
          <a:prstGeom prst="rect">
            <a:avLst/>
          </a:prstGeom>
          <a:noFill/>
          <a:ln w="0">
            <a:noFill/>
            <a:prstDash val="solid"/>
          </a:ln>
        </p:spPr>
        <p:txBody>
          <a:bodyPr wrap="none" lIns="0" tIns="0" rIns="0" bIns="0" anchor="ctr">
            <a:normAutofit/>
          </a:bodyPr>
          <a:lstStyle>
            <a:defPPr algn="ctr">
              <a:defRPr sz="3450" b="1">
                <a:solidFill>
                  <a:srgbClr val="526479"/>
                </a:solidFill>
                <a:latin typeface="Nimbus Sans"/>
                <a:ea typeface="Nimbus Sans"/>
                <a:cs typeface="Nimbus Sans"/>
              </a:defRPr>
            </a:defPPr>
            <a:lvl1pPr algn="ctr">
              <a:defRPr sz="3450" b="1">
                <a:solidFill>
                  <a:srgbClr val="526479"/>
                </a:solidFill>
                <a:latin typeface="Nimbus Sans"/>
                <a:ea typeface="Nimbus Sans"/>
                <a:cs typeface="Nimbus Sans"/>
              </a:defRPr>
            </a:lvl1pPr>
            <a:lvl2pPr algn="ctr">
              <a:defRPr sz="3450" b="1">
                <a:solidFill>
                  <a:srgbClr val="526479"/>
                </a:solidFill>
                <a:latin typeface="Nimbus Sans"/>
                <a:ea typeface="Nimbus Sans"/>
                <a:cs typeface="Nimbus Sans"/>
              </a:defRPr>
            </a:lvl2pPr>
            <a:lvl3pPr algn="ctr">
              <a:defRPr sz="3450" b="1">
                <a:solidFill>
                  <a:srgbClr val="526479"/>
                </a:solidFill>
                <a:latin typeface="Nimbus Sans"/>
                <a:ea typeface="Nimbus Sans"/>
                <a:cs typeface="Nimbus Sans"/>
              </a:defRPr>
            </a:lvl3pPr>
            <a:lvl4pPr algn="ctr">
              <a:defRPr sz="3450" b="1">
                <a:solidFill>
                  <a:srgbClr val="526479"/>
                </a:solidFill>
                <a:latin typeface="Nimbus Sans"/>
                <a:ea typeface="Nimbus Sans"/>
                <a:cs typeface="Nimbus Sans"/>
              </a:defRPr>
            </a:lvl4pPr>
            <a:lvl5pPr algn="ctr">
              <a:defRPr sz="3450" b="1">
                <a:solidFill>
                  <a:srgbClr val="526479"/>
                </a:solidFill>
                <a:latin typeface="Nimbus Sans"/>
                <a:ea typeface="Nimbus Sans"/>
                <a:cs typeface="Nimbus Sans"/>
              </a:defRPr>
            </a:lvl5pPr>
            <a:lvl6pPr algn="ctr">
              <a:defRPr sz="3450" b="1">
                <a:solidFill>
                  <a:srgbClr val="526479"/>
                </a:solidFill>
                <a:latin typeface="Nimbus Sans"/>
                <a:ea typeface="Nimbus Sans"/>
                <a:cs typeface="Nimbus Sans"/>
              </a:defRPr>
            </a:lvl6pPr>
            <a:lvl7pPr algn="ctr">
              <a:defRPr sz="3450" b="1">
                <a:solidFill>
                  <a:srgbClr val="526479"/>
                </a:solidFill>
                <a:latin typeface="Nimbus Sans"/>
                <a:ea typeface="Nimbus Sans"/>
                <a:cs typeface="Nimbus Sans"/>
              </a:defRPr>
            </a:lvl7pPr>
            <a:lvl8pPr algn="ctr">
              <a:defRPr sz="3450" b="1">
                <a:solidFill>
                  <a:srgbClr val="526479"/>
                </a:solidFill>
                <a:latin typeface="Nimbus Sans"/>
                <a:ea typeface="Nimbus Sans"/>
                <a:cs typeface="Nimbus Sans"/>
              </a:defRPr>
            </a:lvl8pPr>
            <a:lvl9pPr algn="ctr">
              <a:defRPr sz="3450" b="1">
                <a:solidFill>
                  <a:srgbClr val="526479"/>
                </a:solidFill>
                <a:latin typeface="Nimbus Sans"/>
                <a:ea typeface="Nimbus Sans"/>
                <a:cs typeface="Nimbus Sans"/>
              </a:defRPr>
            </a:lvl9pPr>
          </a:lstStyle>
          <a:p>
            <a:pPr algn="ctr">
              <a:defRPr sz="3450" b="1">
                <a:solidFill>
                  <a:srgbClr val="526479"/>
                </a:solidFill>
                <a:latin typeface="Nimbus Sans"/>
                <a:ea typeface="Nimbus Sans"/>
                <a:cs typeface="Nimbus Sans"/>
              </a:defRPr>
            </a:pPr>
            <a:r>
              <a:rPr sz="2875"/>
              <a:t>0</a:t>
            </a:r>
          </a:p>
        </p:txBody>
      </p:sp>
      <p:sp>
        <p:nvSpPr>
          <p:cNvPr id="70" name="computed-heading">
            <a:extLst>
              <a:ext uri="{FF2B5EF4-FFF2-40B4-BE49-F238E27FC236}">
                <a16:creationId xmlns:a16="http://schemas.microsoft.com/office/drawing/2014/main" id="{A6FA287E-7478-4AB8-A852-1D6CD55D3177}"/>
              </a:ext>
            </a:extLst>
          </p:cNvPr>
          <p:cNvSpPr>
            <a:spLocks noGrp="1"/>
          </p:cNvSpPr>
          <p:nvPr/>
        </p:nvSpPr>
        <p:spPr>
          <a:xfrm>
            <a:off x="8255000" y="1285875"/>
            <a:ext cx="1428750" cy="555625"/>
          </a:xfrm>
          <a:prstGeom prst="rect">
            <a:avLst/>
          </a:prstGeom>
          <a:noFill/>
          <a:ln w="0">
            <a:noFill/>
            <a:prstDash val="solid"/>
          </a:ln>
        </p:spPr>
        <p:txBody>
          <a:bodyPr wrap="none" lIns="0" tIns="0" rIns="0" bIns="0" anchor="ctr">
            <a:normAutofit/>
          </a:bodyPr>
          <a:lstStyle>
            <a:defPPr algn="ctr">
              <a:defRPr sz="2025" b="1">
                <a:solidFill>
                  <a:srgbClr val="37624D"/>
                </a:solidFill>
                <a:latin typeface="Nimbus Sans"/>
                <a:ea typeface="Nimbus Sans"/>
                <a:cs typeface="Nimbus Sans"/>
              </a:defRPr>
            </a:defPPr>
            <a:lvl1pPr algn="ctr">
              <a:defRPr sz="2025" b="1">
                <a:solidFill>
                  <a:srgbClr val="37624D"/>
                </a:solidFill>
                <a:latin typeface="Nimbus Sans"/>
                <a:ea typeface="Nimbus Sans"/>
                <a:cs typeface="Nimbus Sans"/>
              </a:defRPr>
            </a:lvl1pPr>
            <a:lvl2pPr algn="ctr">
              <a:defRPr sz="2025" b="1">
                <a:solidFill>
                  <a:srgbClr val="37624D"/>
                </a:solidFill>
                <a:latin typeface="Nimbus Sans"/>
                <a:ea typeface="Nimbus Sans"/>
                <a:cs typeface="Nimbus Sans"/>
              </a:defRPr>
            </a:lvl2pPr>
            <a:lvl3pPr algn="ctr">
              <a:defRPr sz="2025" b="1">
                <a:solidFill>
                  <a:srgbClr val="37624D"/>
                </a:solidFill>
                <a:latin typeface="Nimbus Sans"/>
                <a:ea typeface="Nimbus Sans"/>
                <a:cs typeface="Nimbus Sans"/>
              </a:defRPr>
            </a:lvl3pPr>
            <a:lvl4pPr algn="ctr">
              <a:defRPr sz="2025" b="1">
                <a:solidFill>
                  <a:srgbClr val="37624D"/>
                </a:solidFill>
                <a:latin typeface="Nimbus Sans"/>
                <a:ea typeface="Nimbus Sans"/>
                <a:cs typeface="Nimbus Sans"/>
              </a:defRPr>
            </a:lvl4pPr>
            <a:lvl5pPr algn="ctr">
              <a:defRPr sz="2025" b="1">
                <a:solidFill>
                  <a:srgbClr val="37624D"/>
                </a:solidFill>
                <a:latin typeface="Nimbus Sans"/>
                <a:ea typeface="Nimbus Sans"/>
                <a:cs typeface="Nimbus Sans"/>
              </a:defRPr>
            </a:lvl5pPr>
            <a:lvl6pPr algn="ctr">
              <a:defRPr sz="2025" b="1">
                <a:solidFill>
                  <a:srgbClr val="37624D"/>
                </a:solidFill>
                <a:latin typeface="Nimbus Sans"/>
                <a:ea typeface="Nimbus Sans"/>
                <a:cs typeface="Nimbus Sans"/>
              </a:defRPr>
            </a:lvl6pPr>
            <a:lvl7pPr algn="ctr">
              <a:defRPr sz="2025" b="1">
                <a:solidFill>
                  <a:srgbClr val="37624D"/>
                </a:solidFill>
                <a:latin typeface="Nimbus Sans"/>
                <a:ea typeface="Nimbus Sans"/>
                <a:cs typeface="Nimbus Sans"/>
              </a:defRPr>
            </a:lvl7pPr>
            <a:lvl8pPr algn="ctr">
              <a:defRPr sz="2025" b="1">
                <a:solidFill>
                  <a:srgbClr val="37624D"/>
                </a:solidFill>
                <a:latin typeface="Nimbus Sans"/>
                <a:ea typeface="Nimbus Sans"/>
                <a:cs typeface="Nimbus Sans"/>
              </a:defRPr>
            </a:lvl8pPr>
            <a:lvl9pPr algn="ctr">
              <a:defRPr sz="2025" b="1">
                <a:solidFill>
                  <a:srgbClr val="37624D"/>
                </a:solidFill>
                <a:latin typeface="Nimbus Sans"/>
                <a:ea typeface="Nimbus Sans"/>
                <a:cs typeface="Nimbus Sans"/>
              </a:defRPr>
            </a:lvl9pPr>
          </a:lstStyle>
          <a:p>
            <a:pPr algn="ctr">
              <a:defRPr sz="2025" b="1">
                <a:solidFill>
                  <a:srgbClr val="37624D"/>
                </a:solidFill>
                <a:latin typeface="Nimbus Sans"/>
                <a:ea typeface="Nimbus Sans"/>
                <a:cs typeface="Nimbus Sans"/>
              </a:defRPr>
            </a:pPr>
            <a:r>
              <a:rPr sz="1687"/>
              <a:t>Computed</a:t>
            </a:r>
          </a:p>
          <a:p>
            <a:pPr algn="ctr">
              <a:defRPr sz="2025" b="1">
                <a:solidFill>
                  <a:srgbClr val="37624D"/>
                </a:solidFill>
                <a:latin typeface="Nimbus Sans"/>
                <a:ea typeface="Nimbus Sans"/>
                <a:cs typeface="Nimbus Sans"/>
              </a:defRPr>
            </a:pPr>
            <a:r>
              <a:rPr sz="1687"/>
              <a:t>Output</a:t>
            </a:r>
          </a:p>
        </p:txBody>
      </p:sp>
      <p:sp>
        <p:nvSpPr>
          <p:cNvPr id="71" name="desired-heading">
            <a:extLst>
              <a:ext uri="{FF2B5EF4-FFF2-40B4-BE49-F238E27FC236}">
                <a16:creationId xmlns:a16="http://schemas.microsoft.com/office/drawing/2014/main" id="{FA5D0003-02EF-409E-917E-308231BFACC9}"/>
              </a:ext>
            </a:extLst>
          </p:cNvPr>
          <p:cNvSpPr>
            <a:spLocks noGrp="1"/>
          </p:cNvSpPr>
          <p:nvPr/>
        </p:nvSpPr>
        <p:spPr>
          <a:xfrm>
            <a:off x="9326563" y="1285875"/>
            <a:ext cx="1270000" cy="555625"/>
          </a:xfrm>
          <a:prstGeom prst="rect">
            <a:avLst/>
          </a:prstGeom>
          <a:noFill/>
          <a:ln w="0">
            <a:noFill/>
            <a:prstDash val="solid"/>
          </a:ln>
        </p:spPr>
        <p:txBody>
          <a:bodyPr wrap="none" lIns="0" tIns="0" rIns="0" bIns="0" anchor="ctr">
            <a:normAutofit/>
          </a:bodyPr>
          <a:lstStyle>
            <a:defPPr algn="ctr">
              <a:defRPr sz="2025" b="1">
                <a:solidFill>
                  <a:srgbClr val="A23C61"/>
                </a:solidFill>
                <a:latin typeface="Nimbus Sans"/>
                <a:ea typeface="Nimbus Sans"/>
                <a:cs typeface="Nimbus Sans"/>
              </a:defRPr>
            </a:defPPr>
            <a:lvl1pPr algn="ctr">
              <a:defRPr sz="2025" b="1">
                <a:solidFill>
                  <a:srgbClr val="A23C61"/>
                </a:solidFill>
                <a:latin typeface="Nimbus Sans"/>
                <a:ea typeface="Nimbus Sans"/>
                <a:cs typeface="Nimbus Sans"/>
              </a:defRPr>
            </a:lvl1pPr>
            <a:lvl2pPr algn="ctr">
              <a:defRPr sz="2025" b="1">
                <a:solidFill>
                  <a:srgbClr val="A23C61"/>
                </a:solidFill>
                <a:latin typeface="Nimbus Sans"/>
                <a:ea typeface="Nimbus Sans"/>
                <a:cs typeface="Nimbus Sans"/>
              </a:defRPr>
            </a:lvl2pPr>
            <a:lvl3pPr algn="ctr">
              <a:defRPr sz="2025" b="1">
                <a:solidFill>
                  <a:srgbClr val="A23C61"/>
                </a:solidFill>
                <a:latin typeface="Nimbus Sans"/>
                <a:ea typeface="Nimbus Sans"/>
                <a:cs typeface="Nimbus Sans"/>
              </a:defRPr>
            </a:lvl3pPr>
            <a:lvl4pPr algn="ctr">
              <a:defRPr sz="2025" b="1">
                <a:solidFill>
                  <a:srgbClr val="A23C61"/>
                </a:solidFill>
                <a:latin typeface="Nimbus Sans"/>
                <a:ea typeface="Nimbus Sans"/>
                <a:cs typeface="Nimbus Sans"/>
              </a:defRPr>
            </a:lvl4pPr>
            <a:lvl5pPr algn="ctr">
              <a:defRPr sz="2025" b="1">
                <a:solidFill>
                  <a:srgbClr val="A23C61"/>
                </a:solidFill>
                <a:latin typeface="Nimbus Sans"/>
                <a:ea typeface="Nimbus Sans"/>
                <a:cs typeface="Nimbus Sans"/>
              </a:defRPr>
            </a:lvl5pPr>
            <a:lvl6pPr algn="ctr">
              <a:defRPr sz="2025" b="1">
                <a:solidFill>
                  <a:srgbClr val="A23C61"/>
                </a:solidFill>
                <a:latin typeface="Nimbus Sans"/>
                <a:ea typeface="Nimbus Sans"/>
                <a:cs typeface="Nimbus Sans"/>
              </a:defRPr>
            </a:lvl6pPr>
            <a:lvl7pPr algn="ctr">
              <a:defRPr sz="2025" b="1">
                <a:solidFill>
                  <a:srgbClr val="A23C61"/>
                </a:solidFill>
                <a:latin typeface="Nimbus Sans"/>
                <a:ea typeface="Nimbus Sans"/>
                <a:cs typeface="Nimbus Sans"/>
              </a:defRPr>
            </a:lvl7pPr>
            <a:lvl8pPr algn="ctr">
              <a:defRPr sz="2025" b="1">
                <a:solidFill>
                  <a:srgbClr val="A23C61"/>
                </a:solidFill>
                <a:latin typeface="Nimbus Sans"/>
                <a:ea typeface="Nimbus Sans"/>
                <a:cs typeface="Nimbus Sans"/>
              </a:defRPr>
            </a:lvl8pPr>
            <a:lvl9pPr algn="ctr">
              <a:defRPr sz="2025" b="1">
                <a:solidFill>
                  <a:srgbClr val="A23C61"/>
                </a:solidFill>
                <a:latin typeface="Nimbus Sans"/>
                <a:ea typeface="Nimbus Sans"/>
                <a:cs typeface="Nimbus Sans"/>
              </a:defRPr>
            </a:lvl9pPr>
          </a:lstStyle>
          <a:p>
            <a:pPr algn="ctr">
              <a:defRPr sz="2025" b="1">
                <a:solidFill>
                  <a:srgbClr val="A23C61"/>
                </a:solidFill>
                <a:latin typeface="Nimbus Sans"/>
                <a:ea typeface="Nimbus Sans"/>
                <a:cs typeface="Nimbus Sans"/>
              </a:defRPr>
            </a:pPr>
            <a:r>
              <a:rPr sz="1687"/>
              <a:t>Desired</a:t>
            </a:r>
          </a:p>
          <a:p>
            <a:pPr algn="ctr">
              <a:defRPr sz="2025" b="1">
                <a:solidFill>
                  <a:srgbClr val="A23C61"/>
                </a:solidFill>
                <a:latin typeface="Nimbus Sans"/>
                <a:ea typeface="Nimbus Sans"/>
                <a:cs typeface="Nimbus Sans"/>
              </a:defRPr>
            </a:pPr>
            <a:r>
              <a:rPr sz="1687"/>
              <a:t>Output</a:t>
            </a:r>
          </a:p>
        </p:txBody>
      </p:sp>
      <p:sp>
        <p:nvSpPr>
          <p:cNvPr id="72" name="weight-0-0-0">
            <a:extLst>
              <a:ext uri="{FF2B5EF4-FFF2-40B4-BE49-F238E27FC236}">
                <a16:creationId xmlns:a16="http://schemas.microsoft.com/office/drawing/2014/main" id="{7A3140D4-DCEA-4897-8FA6-77E7EAD7E303}"/>
              </a:ext>
            </a:extLst>
          </p:cNvPr>
          <p:cNvSpPr>
            <a:spLocks noGrp="1"/>
          </p:cNvSpPr>
          <p:nvPr/>
        </p:nvSpPr>
        <p:spPr>
          <a:xfrm>
            <a:off x="1891505" y="2922744"/>
            <a:ext cx="682625"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236C7A"/>
                </a:solidFill>
                <a:latin typeface="Nimbus Sans"/>
                <a:ea typeface="Nimbus Sans"/>
                <a:cs typeface="Nimbus Sans"/>
              </a:defRPr>
            </a:defPPr>
            <a:lvl1pPr algn="ctr">
              <a:defRPr sz="1350" b="1">
                <a:solidFill>
                  <a:srgbClr val="236C7A"/>
                </a:solidFill>
                <a:latin typeface="Nimbus Sans"/>
                <a:ea typeface="Nimbus Sans"/>
                <a:cs typeface="Nimbus Sans"/>
              </a:defRPr>
            </a:lvl1pPr>
            <a:lvl2pPr algn="ctr">
              <a:defRPr sz="1350" b="1">
                <a:solidFill>
                  <a:srgbClr val="236C7A"/>
                </a:solidFill>
                <a:latin typeface="Nimbus Sans"/>
                <a:ea typeface="Nimbus Sans"/>
                <a:cs typeface="Nimbus Sans"/>
              </a:defRPr>
            </a:lvl2pPr>
            <a:lvl3pPr algn="ctr">
              <a:defRPr sz="1350" b="1">
                <a:solidFill>
                  <a:srgbClr val="236C7A"/>
                </a:solidFill>
                <a:latin typeface="Nimbus Sans"/>
                <a:ea typeface="Nimbus Sans"/>
                <a:cs typeface="Nimbus Sans"/>
              </a:defRPr>
            </a:lvl3pPr>
            <a:lvl4pPr algn="ctr">
              <a:defRPr sz="1350" b="1">
                <a:solidFill>
                  <a:srgbClr val="236C7A"/>
                </a:solidFill>
                <a:latin typeface="Nimbus Sans"/>
                <a:ea typeface="Nimbus Sans"/>
                <a:cs typeface="Nimbus Sans"/>
              </a:defRPr>
            </a:lvl4pPr>
            <a:lvl5pPr algn="ctr">
              <a:defRPr sz="1350" b="1">
                <a:solidFill>
                  <a:srgbClr val="236C7A"/>
                </a:solidFill>
                <a:latin typeface="Nimbus Sans"/>
                <a:ea typeface="Nimbus Sans"/>
                <a:cs typeface="Nimbus Sans"/>
              </a:defRPr>
            </a:lvl5pPr>
            <a:lvl6pPr algn="ctr">
              <a:defRPr sz="1350" b="1">
                <a:solidFill>
                  <a:srgbClr val="236C7A"/>
                </a:solidFill>
                <a:latin typeface="Nimbus Sans"/>
                <a:ea typeface="Nimbus Sans"/>
                <a:cs typeface="Nimbus Sans"/>
              </a:defRPr>
            </a:lvl6pPr>
            <a:lvl7pPr algn="ctr">
              <a:defRPr sz="1350" b="1">
                <a:solidFill>
                  <a:srgbClr val="236C7A"/>
                </a:solidFill>
                <a:latin typeface="Nimbus Sans"/>
                <a:ea typeface="Nimbus Sans"/>
                <a:cs typeface="Nimbus Sans"/>
              </a:defRPr>
            </a:lvl7pPr>
            <a:lvl8pPr algn="ctr">
              <a:defRPr sz="1350" b="1">
                <a:solidFill>
                  <a:srgbClr val="236C7A"/>
                </a:solidFill>
                <a:latin typeface="Nimbus Sans"/>
                <a:ea typeface="Nimbus Sans"/>
                <a:cs typeface="Nimbus Sans"/>
              </a:defRPr>
            </a:lvl8pPr>
            <a:lvl9pPr algn="ctr">
              <a:defRPr sz="1350" b="1">
                <a:solidFill>
                  <a:srgbClr val="236C7A"/>
                </a:solidFill>
                <a:latin typeface="Nimbus Sans"/>
                <a:ea typeface="Nimbus Sans"/>
                <a:cs typeface="Nimbus Sans"/>
              </a:defRPr>
            </a:lvl9pPr>
          </a:lstStyle>
          <a:p>
            <a:pPr algn="ctr">
              <a:defRPr sz="1350" b="1">
                <a:solidFill>
                  <a:srgbClr val="236C7A"/>
                </a:solidFill>
                <a:latin typeface="Nimbus Sans"/>
                <a:ea typeface="Nimbus Sans"/>
                <a:cs typeface="Nimbus Sans"/>
              </a:defRPr>
            </a:pPr>
            <a:r>
              <a:rPr sz="1125"/>
              <a:t>+0.005</a:t>
            </a:r>
          </a:p>
        </p:txBody>
      </p:sp>
      <p:sp>
        <p:nvSpPr>
          <p:cNvPr id="73" name="weight-0-1-0">
            <a:extLst>
              <a:ext uri="{FF2B5EF4-FFF2-40B4-BE49-F238E27FC236}">
                <a16:creationId xmlns:a16="http://schemas.microsoft.com/office/drawing/2014/main" id="{6C178409-D032-41F3-8CA0-375D943362E8}"/>
              </a:ext>
            </a:extLst>
          </p:cNvPr>
          <p:cNvSpPr>
            <a:spLocks noGrp="1"/>
          </p:cNvSpPr>
          <p:nvPr/>
        </p:nvSpPr>
        <p:spPr>
          <a:xfrm>
            <a:off x="1648067" y="3713006"/>
            <a:ext cx="682625"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9A5065"/>
                </a:solidFill>
                <a:latin typeface="Nimbus Sans"/>
                <a:ea typeface="Nimbus Sans"/>
                <a:cs typeface="Nimbus Sans"/>
              </a:defRPr>
            </a:defPPr>
            <a:lvl1pPr algn="ctr">
              <a:defRPr sz="1350" b="1">
                <a:solidFill>
                  <a:srgbClr val="9A5065"/>
                </a:solidFill>
                <a:latin typeface="Nimbus Sans"/>
                <a:ea typeface="Nimbus Sans"/>
                <a:cs typeface="Nimbus Sans"/>
              </a:defRPr>
            </a:lvl1pPr>
            <a:lvl2pPr algn="ctr">
              <a:defRPr sz="1350" b="1">
                <a:solidFill>
                  <a:srgbClr val="9A5065"/>
                </a:solidFill>
                <a:latin typeface="Nimbus Sans"/>
                <a:ea typeface="Nimbus Sans"/>
                <a:cs typeface="Nimbus Sans"/>
              </a:defRPr>
            </a:lvl2pPr>
            <a:lvl3pPr algn="ctr">
              <a:defRPr sz="1350" b="1">
                <a:solidFill>
                  <a:srgbClr val="9A5065"/>
                </a:solidFill>
                <a:latin typeface="Nimbus Sans"/>
                <a:ea typeface="Nimbus Sans"/>
                <a:cs typeface="Nimbus Sans"/>
              </a:defRPr>
            </a:lvl3pPr>
            <a:lvl4pPr algn="ctr">
              <a:defRPr sz="1350" b="1">
                <a:solidFill>
                  <a:srgbClr val="9A5065"/>
                </a:solidFill>
                <a:latin typeface="Nimbus Sans"/>
                <a:ea typeface="Nimbus Sans"/>
                <a:cs typeface="Nimbus Sans"/>
              </a:defRPr>
            </a:lvl4pPr>
            <a:lvl5pPr algn="ctr">
              <a:defRPr sz="1350" b="1">
                <a:solidFill>
                  <a:srgbClr val="9A5065"/>
                </a:solidFill>
                <a:latin typeface="Nimbus Sans"/>
                <a:ea typeface="Nimbus Sans"/>
                <a:cs typeface="Nimbus Sans"/>
              </a:defRPr>
            </a:lvl5pPr>
            <a:lvl6pPr algn="ctr">
              <a:defRPr sz="1350" b="1">
                <a:solidFill>
                  <a:srgbClr val="9A5065"/>
                </a:solidFill>
                <a:latin typeface="Nimbus Sans"/>
                <a:ea typeface="Nimbus Sans"/>
                <a:cs typeface="Nimbus Sans"/>
              </a:defRPr>
            </a:lvl6pPr>
            <a:lvl7pPr algn="ctr">
              <a:defRPr sz="1350" b="1">
                <a:solidFill>
                  <a:srgbClr val="9A5065"/>
                </a:solidFill>
                <a:latin typeface="Nimbus Sans"/>
                <a:ea typeface="Nimbus Sans"/>
                <a:cs typeface="Nimbus Sans"/>
              </a:defRPr>
            </a:lvl7pPr>
            <a:lvl8pPr algn="ctr">
              <a:defRPr sz="1350" b="1">
                <a:solidFill>
                  <a:srgbClr val="9A5065"/>
                </a:solidFill>
                <a:latin typeface="Nimbus Sans"/>
                <a:ea typeface="Nimbus Sans"/>
                <a:cs typeface="Nimbus Sans"/>
              </a:defRPr>
            </a:lvl8pPr>
            <a:lvl9pPr algn="ctr">
              <a:defRPr sz="1350" b="1">
                <a:solidFill>
                  <a:srgbClr val="9A5065"/>
                </a:solidFill>
                <a:latin typeface="Nimbus Sans"/>
                <a:ea typeface="Nimbus Sans"/>
                <a:cs typeface="Nimbus Sans"/>
              </a:defRPr>
            </a:lvl9pPr>
          </a:lstStyle>
          <a:p>
            <a:pPr algn="ctr">
              <a:defRPr sz="1350" b="1">
                <a:solidFill>
                  <a:srgbClr val="9A5065"/>
                </a:solidFill>
                <a:latin typeface="Nimbus Sans"/>
                <a:ea typeface="Nimbus Sans"/>
                <a:cs typeface="Nimbus Sans"/>
              </a:defRPr>
            </a:pPr>
            <a:r>
              <a:rPr sz="1125"/>
              <a:t>−0.001</a:t>
            </a:r>
          </a:p>
        </p:txBody>
      </p:sp>
      <p:sp>
        <p:nvSpPr>
          <p:cNvPr id="74" name="weight-0-0-1">
            <a:extLst>
              <a:ext uri="{FF2B5EF4-FFF2-40B4-BE49-F238E27FC236}">
                <a16:creationId xmlns:a16="http://schemas.microsoft.com/office/drawing/2014/main" id="{0818A703-C854-41E8-9ACC-A99912ECEA11}"/>
              </a:ext>
            </a:extLst>
          </p:cNvPr>
          <p:cNvSpPr>
            <a:spLocks noGrp="1"/>
          </p:cNvSpPr>
          <p:nvPr/>
        </p:nvSpPr>
        <p:spPr>
          <a:xfrm>
            <a:off x="1851743" y="3455708"/>
            <a:ext cx="682625"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236C7A"/>
                </a:solidFill>
                <a:latin typeface="Nimbus Sans"/>
                <a:ea typeface="Nimbus Sans"/>
                <a:cs typeface="Nimbus Sans"/>
              </a:defRPr>
            </a:defPPr>
            <a:lvl1pPr algn="ctr">
              <a:defRPr sz="1350" b="1">
                <a:solidFill>
                  <a:srgbClr val="236C7A"/>
                </a:solidFill>
                <a:latin typeface="Nimbus Sans"/>
                <a:ea typeface="Nimbus Sans"/>
                <a:cs typeface="Nimbus Sans"/>
              </a:defRPr>
            </a:lvl1pPr>
            <a:lvl2pPr algn="ctr">
              <a:defRPr sz="1350" b="1">
                <a:solidFill>
                  <a:srgbClr val="236C7A"/>
                </a:solidFill>
                <a:latin typeface="Nimbus Sans"/>
                <a:ea typeface="Nimbus Sans"/>
                <a:cs typeface="Nimbus Sans"/>
              </a:defRPr>
            </a:lvl2pPr>
            <a:lvl3pPr algn="ctr">
              <a:defRPr sz="1350" b="1">
                <a:solidFill>
                  <a:srgbClr val="236C7A"/>
                </a:solidFill>
                <a:latin typeface="Nimbus Sans"/>
                <a:ea typeface="Nimbus Sans"/>
                <a:cs typeface="Nimbus Sans"/>
              </a:defRPr>
            </a:lvl3pPr>
            <a:lvl4pPr algn="ctr">
              <a:defRPr sz="1350" b="1">
                <a:solidFill>
                  <a:srgbClr val="236C7A"/>
                </a:solidFill>
                <a:latin typeface="Nimbus Sans"/>
                <a:ea typeface="Nimbus Sans"/>
                <a:cs typeface="Nimbus Sans"/>
              </a:defRPr>
            </a:lvl4pPr>
            <a:lvl5pPr algn="ctr">
              <a:defRPr sz="1350" b="1">
                <a:solidFill>
                  <a:srgbClr val="236C7A"/>
                </a:solidFill>
                <a:latin typeface="Nimbus Sans"/>
                <a:ea typeface="Nimbus Sans"/>
                <a:cs typeface="Nimbus Sans"/>
              </a:defRPr>
            </a:lvl5pPr>
            <a:lvl6pPr algn="ctr">
              <a:defRPr sz="1350" b="1">
                <a:solidFill>
                  <a:srgbClr val="236C7A"/>
                </a:solidFill>
                <a:latin typeface="Nimbus Sans"/>
                <a:ea typeface="Nimbus Sans"/>
                <a:cs typeface="Nimbus Sans"/>
              </a:defRPr>
            </a:lvl6pPr>
            <a:lvl7pPr algn="ctr">
              <a:defRPr sz="1350" b="1">
                <a:solidFill>
                  <a:srgbClr val="236C7A"/>
                </a:solidFill>
                <a:latin typeface="Nimbus Sans"/>
                <a:ea typeface="Nimbus Sans"/>
                <a:cs typeface="Nimbus Sans"/>
              </a:defRPr>
            </a:lvl7pPr>
            <a:lvl8pPr algn="ctr">
              <a:defRPr sz="1350" b="1">
                <a:solidFill>
                  <a:srgbClr val="236C7A"/>
                </a:solidFill>
                <a:latin typeface="Nimbus Sans"/>
                <a:ea typeface="Nimbus Sans"/>
                <a:cs typeface="Nimbus Sans"/>
              </a:defRPr>
            </a:lvl8pPr>
            <a:lvl9pPr algn="ctr">
              <a:defRPr sz="1350" b="1">
                <a:solidFill>
                  <a:srgbClr val="236C7A"/>
                </a:solidFill>
                <a:latin typeface="Nimbus Sans"/>
                <a:ea typeface="Nimbus Sans"/>
                <a:cs typeface="Nimbus Sans"/>
              </a:defRPr>
            </a:lvl9pPr>
          </a:lstStyle>
          <a:p>
            <a:pPr algn="ctr">
              <a:defRPr sz="1350" b="1">
                <a:solidFill>
                  <a:srgbClr val="236C7A"/>
                </a:solidFill>
                <a:latin typeface="Nimbus Sans"/>
                <a:ea typeface="Nimbus Sans"/>
                <a:cs typeface="Nimbus Sans"/>
              </a:defRPr>
            </a:pPr>
            <a:r>
              <a:rPr sz="1125"/>
              <a:t>+0.002</a:t>
            </a:r>
          </a:p>
        </p:txBody>
      </p:sp>
      <p:sp>
        <p:nvSpPr>
          <p:cNvPr id="75" name="weight-0-1-1">
            <a:extLst>
              <a:ext uri="{FF2B5EF4-FFF2-40B4-BE49-F238E27FC236}">
                <a16:creationId xmlns:a16="http://schemas.microsoft.com/office/drawing/2014/main" id="{5AF5EBDD-EA10-4DA6-B21D-8EBA50333AC0}"/>
              </a:ext>
            </a:extLst>
          </p:cNvPr>
          <p:cNvSpPr>
            <a:spLocks noGrp="1"/>
          </p:cNvSpPr>
          <p:nvPr/>
        </p:nvSpPr>
        <p:spPr>
          <a:xfrm>
            <a:off x="1966152" y="4002059"/>
            <a:ext cx="682625"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236C7A"/>
                </a:solidFill>
                <a:latin typeface="Nimbus Sans"/>
                <a:ea typeface="Nimbus Sans"/>
                <a:cs typeface="Nimbus Sans"/>
              </a:defRPr>
            </a:defPPr>
            <a:lvl1pPr algn="ctr">
              <a:defRPr sz="1350" b="1">
                <a:solidFill>
                  <a:srgbClr val="236C7A"/>
                </a:solidFill>
                <a:latin typeface="Nimbus Sans"/>
                <a:ea typeface="Nimbus Sans"/>
                <a:cs typeface="Nimbus Sans"/>
              </a:defRPr>
            </a:lvl1pPr>
            <a:lvl2pPr algn="ctr">
              <a:defRPr sz="1350" b="1">
                <a:solidFill>
                  <a:srgbClr val="236C7A"/>
                </a:solidFill>
                <a:latin typeface="Nimbus Sans"/>
                <a:ea typeface="Nimbus Sans"/>
                <a:cs typeface="Nimbus Sans"/>
              </a:defRPr>
            </a:lvl2pPr>
            <a:lvl3pPr algn="ctr">
              <a:defRPr sz="1350" b="1">
                <a:solidFill>
                  <a:srgbClr val="236C7A"/>
                </a:solidFill>
                <a:latin typeface="Nimbus Sans"/>
                <a:ea typeface="Nimbus Sans"/>
                <a:cs typeface="Nimbus Sans"/>
              </a:defRPr>
            </a:lvl3pPr>
            <a:lvl4pPr algn="ctr">
              <a:defRPr sz="1350" b="1">
                <a:solidFill>
                  <a:srgbClr val="236C7A"/>
                </a:solidFill>
                <a:latin typeface="Nimbus Sans"/>
                <a:ea typeface="Nimbus Sans"/>
                <a:cs typeface="Nimbus Sans"/>
              </a:defRPr>
            </a:lvl4pPr>
            <a:lvl5pPr algn="ctr">
              <a:defRPr sz="1350" b="1">
                <a:solidFill>
                  <a:srgbClr val="236C7A"/>
                </a:solidFill>
                <a:latin typeface="Nimbus Sans"/>
                <a:ea typeface="Nimbus Sans"/>
                <a:cs typeface="Nimbus Sans"/>
              </a:defRPr>
            </a:lvl5pPr>
            <a:lvl6pPr algn="ctr">
              <a:defRPr sz="1350" b="1">
                <a:solidFill>
                  <a:srgbClr val="236C7A"/>
                </a:solidFill>
                <a:latin typeface="Nimbus Sans"/>
                <a:ea typeface="Nimbus Sans"/>
                <a:cs typeface="Nimbus Sans"/>
              </a:defRPr>
            </a:lvl6pPr>
            <a:lvl7pPr algn="ctr">
              <a:defRPr sz="1350" b="1">
                <a:solidFill>
                  <a:srgbClr val="236C7A"/>
                </a:solidFill>
                <a:latin typeface="Nimbus Sans"/>
                <a:ea typeface="Nimbus Sans"/>
                <a:cs typeface="Nimbus Sans"/>
              </a:defRPr>
            </a:lvl7pPr>
            <a:lvl8pPr algn="ctr">
              <a:defRPr sz="1350" b="1">
                <a:solidFill>
                  <a:srgbClr val="236C7A"/>
                </a:solidFill>
                <a:latin typeface="Nimbus Sans"/>
                <a:ea typeface="Nimbus Sans"/>
                <a:cs typeface="Nimbus Sans"/>
              </a:defRPr>
            </a:lvl8pPr>
            <a:lvl9pPr algn="ctr">
              <a:defRPr sz="1350" b="1">
                <a:solidFill>
                  <a:srgbClr val="236C7A"/>
                </a:solidFill>
                <a:latin typeface="Nimbus Sans"/>
                <a:ea typeface="Nimbus Sans"/>
                <a:cs typeface="Nimbus Sans"/>
              </a:defRPr>
            </a:lvl9pPr>
          </a:lstStyle>
          <a:p>
            <a:pPr algn="ctr">
              <a:defRPr sz="1350" b="1">
                <a:solidFill>
                  <a:srgbClr val="236C7A"/>
                </a:solidFill>
                <a:latin typeface="Nimbus Sans"/>
                <a:ea typeface="Nimbus Sans"/>
                <a:cs typeface="Nimbus Sans"/>
              </a:defRPr>
            </a:pPr>
            <a:r>
              <a:rPr sz="1125"/>
              <a:t>+0.003</a:t>
            </a:r>
          </a:p>
        </p:txBody>
      </p:sp>
      <p:sp>
        <p:nvSpPr>
          <p:cNvPr id="76" name="weight-0-0-2">
            <a:extLst>
              <a:ext uri="{FF2B5EF4-FFF2-40B4-BE49-F238E27FC236}">
                <a16:creationId xmlns:a16="http://schemas.microsoft.com/office/drawing/2014/main" id="{6437A4A1-0ED1-4C3A-86ED-C3486C9FC3FF}"/>
              </a:ext>
            </a:extLst>
          </p:cNvPr>
          <p:cNvSpPr>
            <a:spLocks noGrp="1"/>
          </p:cNvSpPr>
          <p:nvPr/>
        </p:nvSpPr>
        <p:spPr>
          <a:xfrm>
            <a:off x="2178011" y="4254053"/>
            <a:ext cx="682625"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9A5065"/>
                </a:solidFill>
                <a:latin typeface="Nimbus Sans"/>
                <a:ea typeface="Nimbus Sans"/>
                <a:cs typeface="Nimbus Sans"/>
              </a:defRPr>
            </a:defPPr>
            <a:lvl1pPr algn="ctr">
              <a:defRPr sz="1350" b="1">
                <a:solidFill>
                  <a:srgbClr val="9A5065"/>
                </a:solidFill>
                <a:latin typeface="Nimbus Sans"/>
                <a:ea typeface="Nimbus Sans"/>
                <a:cs typeface="Nimbus Sans"/>
              </a:defRPr>
            </a:lvl1pPr>
            <a:lvl2pPr algn="ctr">
              <a:defRPr sz="1350" b="1">
                <a:solidFill>
                  <a:srgbClr val="9A5065"/>
                </a:solidFill>
                <a:latin typeface="Nimbus Sans"/>
                <a:ea typeface="Nimbus Sans"/>
                <a:cs typeface="Nimbus Sans"/>
              </a:defRPr>
            </a:lvl2pPr>
            <a:lvl3pPr algn="ctr">
              <a:defRPr sz="1350" b="1">
                <a:solidFill>
                  <a:srgbClr val="9A5065"/>
                </a:solidFill>
                <a:latin typeface="Nimbus Sans"/>
                <a:ea typeface="Nimbus Sans"/>
                <a:cs typeface="Nimbus Sans"/>
              </a:defRPr>
            </a:lvl3pPr>
            <a:lvl4pPr algn="ctr">
              <a:defRPr sz="1350" b="1">
                <a:solidFill>
                  <a:srgbClr val="9A5065"/>
                </a:solidFill>
                <a:latin typeface="Nimbus Sans"/>
                <a:ea typeface="Nimbus Sans"/>
                <a:cs typeface="Nimbus Sans"/>
              </a:defRPr>
            </a:lvl4pPr>
            <a:lvl5pPr algn="ctr">
              <a:defRPr sz="1350" b="1">
                <a:solidFill>
                  <a:srgbClr val="9A5065"/>
                </a:solidFill>
                <a:latin typeface="Nimbus Sans"/>
                <a:ea typeface="Nimbus Sans"/>
                <a:cs typeface="Nimbus Sans"/>
              </a:defRPr>
            </a:lvl5pPr>
            <a:lvl6pPr algn="ctr">
              <a:defRPr sz="1350" b="1">
                <a:solidFill>
                  <a:srgbClr val="9A5065"/>
                </a:solidFill>
                <a:latin typeface="Nimbus Sans"/>
                <a:ea typeface="Nimbus Sans"/>
                <a:cs typeface="Nimbus Sans"/>
              </a:defRPr>
            </a:lvl6pPr>
            <a:lvl7pPr algn="ctr">
              <a:defRPr sz="1350" b="1">
                <a:solidFill>
                  <a:srgbClr val="9A5065"/>
                </a:solidFill>
                <a:latin typeface="Nimbus Sans"/>
                <a:ea typeface="Nimbus Sans"/>
                <a:cs typeface="Nimbus Sans"/>
              </a:defRPr>
            </a:lvl7pPr>
            <a:lvl8pPr algn="ctr">
              <a:defRPr sz="1350" b="1">
                <a:solidFill>
                  <a:srgbClr val="9A5065"/>
                </a:solidFill>
                <a:latin typeface="Nimbus Sans"/>
                <a:ea typeface="Nimbus Sans"/>
                <a:cs typeface="Nimbus Sans"/>
              </a:defRPr>
            </a:lvl8pPr>
            <a:lvl9pPr algn="ctr">
              <a:defRPr sz="1350" b="1">
                <a:solidFill>
                  <a:srgbClr val="9A5065"/>
                </a:solidFill>
                <a:latin typeface="Nimbus Sans"/>
                <a:ea typeface="Nimbus Sans"/>
                <a:cs typeface="Nimbus Sans"/>
              </a:defRPr>
            </a:lvl9pPr>
          </a:lstStyle>
          <a:p>
            <a:pPr algn="ctr">
              <a:defRPr sz="1350" b="1">
                <a:solidFill>
                  <a:srgbClr val="9A5065"/>
                </a:solidFill>
                <a:latin typeface="Nimbus Sans"/>
                <a:ea typeface="Nimbus Sans"/>
                <a:cs typeface="Nimbus Sans"/>
              </a:defRPr>
            </a:pPr>
            <a:r>
              <a:rPr sz="1125"/>
              <a:t>−0.004</a:t>
            </a:r>
          </a:p>
        </p:txBody>
      </p:sp>
      <p:sp>
        <p:nvSpPr>
          <p:cNvPr id="77" name="weight-0-1-2">
            <a:extLst>
              <a:ext uri="{FF2B5EF4-FFF2-40B4-BE49-F238E27FC236}">
                <a16:creationId xmlns:a16="http://schemas.microsoft.com/office/drawing/2014/main" id="{D97E2F6A-90A5-4F8B-8ADF-CB8F3CE63149}"/>
              </a:ext>
            </a:extLst>
          </p:cNvPr>
          <p:cNvSpPr>
            <a:spLocks noGrp="1"/>
          </p:cNvSpPr>
          <p:nvPr/>
        </p:nvSpPr>
        <p:spPr>
          <a:xfrm>
            <a:off x="1794020" y="4554774"/>
            <a:ext cx="682625"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236C7A"/>
                </a:solidFill>
                <a:latin typeface="Nimbus Sans"/>
                <a:ea typeface="Nimbus Sans"/>
                <a:cs typeface="Nimbus Sans"/>
              </a:defRPr>
            </a:defPPr>
            <a:lvl1pPr algn="ctr">
              <a:defRPr sz="1350" b="1">
                <a:solidFill>
                  <a:srgbClr val="236C7A"/>
                </a:solidFill>
                <a:latin typeface="Nimbus Sans"/>
                <a:ea typeface="Nimbus Sans"/>
                <a:cs typeface="Nimbus Sans"/>
              </a:defRPr>
            </a:lvl1pPr>
            <a:lvl2pPr algn="ctr">
              <a:defRPr sz="1350" b="1">
                <a:solidFill>
                  <a:srgbClr val="236C7A"/>
                </a:solidFill>
                <a:latin typeface="Nimbus Sans"/>
                <a:ea typeface="Nimbus Sans"/>
                <a:cs typeface="Nimbus Sans"/>
              </a:defRPr>
            </a:lvl2pPr>
            <a:lvl3pPr algn="ctr">
              <a:defRPr sz="1350" b="1">
                <a:solidFill>
                  <a:srgbClr val="236C7A"/>
                </a:solidFill>
                <a:latin typeface="Nimbus Sans"/>
                <a:ea typeface="Nimbus Sans"/>
                <a:cs typeface="Nimbus Sans"/>
              </a:defRPr>
            </a:lvl3pPr>
            <a:lvl4pPr algn="ctr">
              <a:defRPr sz="1350" b="1">
                <a:solidFill>
                  <a:srgbClr val="236C7A"/>
                </a:solidFill>
                <a:latin typeface="Nimbus Sans"/>
                <a:ea typeface="Nimbus Sans"/>
                <a:cs typeface="Nimbus Sans"/>
              </a:defRPr>
            </a:lvl4pPr>
            <a:lvl5pPr algn="ctr">
              <a:defRPr sz="1350" b="1">
                <a:solidFill>
                  <a:srgbClr val="236C7A"/>
                </a:solidFill>
                <a:latin typeface="Nimbus Sans"/>
                <a:ea typeface="Nimbus Sans"/>
                <a:cs typeface="Nimbus Sans"/>
              </a:defRPr>
            </a:lvl5pPr>
            <a:lvl6pPr algn="ctr">
              <a:defRPr sz="1350" b="1">
                <a:solidFill>
                  <a:srgbClr val="236C7A"/>
                </a:solidFill>
                <a:latin typeface="Nimbus Sans"/>
                <a:ea typeface="Nimbus Sans"/>
                <a:cs typeface="Nimbus Sans"/>
              </a:defRPr>
            </a:lvl6pPr>
            <a:lvl7pPr algn="ctr">
              <a:defRPr sz="1350" b="1">
                <a:solidFill>
                  <a:srgbClr val="236C7A"/>
                </a:solidFill>
                <a:latin typeface="Nimbus Sans"/>
                <a:ea typeface="Nimbus Sans"/>
                <a:cs typeface="Nimbus Sans"/>
              </a:defRPr>
            </a:lvl7pPr>
            <a:lvl8pPr algn="ctr">
              <a:defRPr sz="1350" b="1">
                <a:solidFill>
                  <a:srgbClr val="236C7A"/>
                </a:solidFill>
                <a:latin typeface="Nimbus Sans"/>
                <a:ea typeface="Nimbus Sans"/>
                <a:cs typeface="Nimbus Sans"/>
              </a:defRPr>
            </a:lvl8pPr>
            <a:lvl9pPr algn="ctr">
              <a:defRPr sz="1350" b="1">
                <a:solidFill>
                  <a:srgbClr val="236C7A"/>
                </a:solidFill>
                <a:latin typeface="Nimbus Sans"/>
                <a:ea typeface="Nimbus Sans"/>
                <a:cs typeface="Nimbus Sans"/>
              </a:defRPr>
            </a:lvl9pPr>
          </a:lstStyle>
          <a:p>
            <a:pPr algn="ctr">
              <a:defRPr sz="1350" b="1">
                <a:solidFill>
                  <a:srgbClr val="236C7A"/>
                </a:solidFill>
                <a:latin typeface="Nimbus Sans"/>
                <a:ea typeface="Nimbus Sans"/>
                <a:cs typeface="Nimbus Sans"/>
              </a:defRPr>
            </a:pPr>
            <a:r>
              <a:rPr sz="1125"/>
              <a:t>+0.002</a:t>
            </a:r>
          </a:p>
        </p:txBody>
      </p:sp>
      <p:sp>
        <p:nvSpPr>
          <p:cNvPr id="78" name="weight-1-0-0">
            <a:extLst>
              <a:ext uri="{FF2B5EF4-FFF2-40B4-BE49-F238E27FC236}">
                <a16:creationId xmlns:a16="http://schemas.microsoft.com/office/drawing/2014/main" id="{2D0AB6F6-5E4B-4AD0-BE4C-C2232C1C649A}"/>
              </a:ext>
            </a:extLst>
          </p:cNvPr>
          <p:cNvSpPr>
            <a:spLocks noGrp="1"/>
          </p:cNvSpPr>
          <p:nvPr/>
        </p:nvSpPr>
        <p:spPr>
          <a:xfrm>
            <a:off x="3707680" y="2897395"/>
            <a:ext cx="60325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9A5065"/>
                </a:solidFill>
                <a:latin typeface="Nimbus Sans"/>
                <a:ea typeface="Nimbus Sans"/>
                <a:cs typeface="Nimbus Sans"/>
              </a:defRPr>
            </a:defPPr>
            <a:lvl1pPr algn="ctr">
              <a:defRPr sz="1350" b="1">
                <a:solidFill>
                  <a:srgbClr val="9A5065"/>
                </a:solidFill>
                <a:latin typeface="Nimbus Sans"/>
                <a:ea typeface="Nimbus Sans"/>
                <a:cs typeface="Nimbus Sans"/>
              </a:defRPr>
            </a:lvl1pPr>
            <a:lvl2pPr algn="ctr">
              <a:defRPr sz="1350" b="1">
                <a:solidFill>
                  <a:srgbClr val="9A5065"/>
                </a:solidFill>
                <a:latin typeface="Nimbus Sans"/>
                <a:ea typeface="Nimbus Sans"/>
                <a:cs typeface="Nimbus Sans"/>
              </a:defRPr>
            </a:lvl2pPr>
            <a:lvl3pPr algn="ctr">
              <a:defRPr sz="1350" b="1">
                <a:solidFill>
                  <a:srgbClr val="9A5065"/>
                </a:solidFill>
                <a:latin typeface="Nimbus Sans"/>
                <a:ea typeface="Nimbus Sans"/>
                <a:cs typeface="Nimbus Sans"/>
              </a:defRPr>
            </a:lvl3pPr>
            <a:lvl4pPr algn="ctr">
              <a:defRPr sz="1350" b="1">
                <a:solidFill>
                  <a:srgbClr val="9A5065"/>
                </a:solidFill>
                <a:latin typeface="Nimbus Sans"/>
                <a:ea typeface="Nimbus Sans"/>
                <a:cs typeface="Nimbus Sans"/>
              </a:defRPr>
            </a:lvl4pPr>
            <a:lvl5pPr algn="ctr">
              <a:defRPr sz="1350" b="1">
                <a:solidFill>
                  <a:srgbClr val="9A5065"/>
                </a:solidFill>
                <a:latin typeface="Nimbus Sans"/>
                <a:ea typeface="Nimbus Sans"/>
                <a:cs typeface="Nimbus Sans"/>
              </a:defRPr>
            </a:lvl5pPr>
            <a:lvl6pPr algn="ctr">
              <a:defRPr sz="1350" b="1">
                <a:solidFill>
                  <a:srgbClr val="9A5065"/>
                </a:solidFill>
                <a:latin typeface="Nimbus Sans"/>
                <a:ea typeface="Nimbus Sans"/>
                <a:cs typeface="Nimbus Sans"/>
              </a:defRPr>
            </a:lvl6pPr>
            <a:lvl7pPr algn="ctr">
              <a:defRPr sz="1350" b="1">
                <a:solidFill>
                  <a:srgbClr val="9A5065"/>
                </a:solidFill>
                <a:latin typeface="Nimbus Sans"/>
                <a:ea typeface="Nimbus Sans"/>
                <a:cs typeface="Nimbus Sans"/>
              </a:defRPr>
            </a:lvl7pPr>
            <a:lvl8pPr algn="ctr">
              <a:defRPr sz="1350" b="1">
                <a:solidFill>
                  <a:srgbClr val="9A5065"/>
                </a:solidFill>
                <a:latin typeface="Nimbus Sans"/>
                <a:ea typeface="Nimbus Sans"/>
                <a:cs typeface="Nimbus Sans"/>
              </a:defRPr>
            </a:lvl8pPr>
            <a:lvl9pPr algn="ctr">
              <a:defRPr sz="1350" b="1">
                <a:solidFill>
                  <a:srgbClr val="9A5065"/>
                </a:solidFill>
                <a:latin typeface="Nimbus Sans"/>
                <a:ea typeface="Nimbus Sans"/>
                <a:cs typeface="Nimbus Sans"/>
              </a:defRPr>
            </a:lvl9pPr>
          </a:lstStyle>
          <a:p>
            <a:pPr algn="ctr">
              <a:defRPr sz="1350" b="1">
                <a:solidFill>
                  <a:srgbClr val="9A5065"/>
                </a:solidFill>
                <a:latin typeface="Nimbus Sans"/>
                <a:ea typeface="Nimbus Sans"/>
                <a:cs typeface="Nimbus Sans"/>
              </a:defRPr>
            </a:pPr>
            <a:r>
              <a:rPr sz="1125"/>
              <a:t>−0.4</a:t>
            </a:r>
          </a:p>
        </p:txBody>
      </p:sp>
      <p:sp>
        <p:nvSpPr>
          <p:cNvPr id="79" name="weight-1-1-0">
            <a:extLst>
              <a:ext uri="{FF2B5EF4-FFF2-40B4-BE49-F238E27FC236}">
                <a16:creationId xmlns:a16="http://schemas.microsoft.com/office/drawing/2014/main" id="{11DCC490-2101-449C-B568-D948F44261EB}"/>
              </a:ext>
            </a:extLst>
          </p:cNvPr>
          <p:cNvSpPr>
            <a:spLocks noGrp="1"/>
          </p:cNvSpPr>
          <p:nvPr/>
        </p:nvSpPr>
        <p:spPr>
          <a:xfrm>
            <a:off x="3696547" y="3416473"/>
            <a:ext cx="60325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236C7A"/>
                </a:solidFill>
                <a:latin typeface="Nimbus Sans"/>
                <a:ea typeface="Nimbus Sans"/>
                <a:cs typeface="Nimbus Sans"/>
              </a:defRPr>
            </a:defPPr>
            <a:lvl1pPr algn="ctr">
              <a:defRPr sz="1350" b="1">
                <a:solidFill>
                  <a:srgbClr val="236C7A"/>
                </a:solidFill>
                <a:latin typeface="Nimbus Sans"/>
                <a:ea typeface="Nimbus Sans"/>
                <a:cs typeface="Nimbus Sans"/>
              </a:defRPr>
            </a:lvl1pPr>
            <a:lvl2pPr algn="ctr">
              <a:defRPr sz="1350" b="1">
                <a:solidFill>
                  <a:srgbClr val="236C7A"/>
                </a:solidFill>
                <a:latin typeface="Nimbus Sans"/>
                <a:ea typeface="Nimbus Sans"/>
                <a:cs typeface="Nimbus Sans"/>
              </a:defRPr>
            </a:lvl2pPr>
            <a:lvl3pPr algn="ctr">
              <a:defRPr sz="1350" b="1">
                <a:solidFill>
                  <a:srgbClr val="236C7A"/>
                </a:solidFill>
                <a:latin typeface="Nimbus Sans"/>
                <a:ea typeface="Nimbus Sans"/>
                <a:cs typeface="Nimbus Sans"/>
              </a:defRPr>
            </a:lvl3pPr>
            <a:lvl4pPr algn="ctr">
              <a:defRPr sz="1350" b="1">
                <a:solidFill>
                  <a:srgbClr val="236C7A"/>
                </a:solidFill>
                <a:latin typeface="Nimbus Sans"/>
                <a:ea typeface="Nimbus Sans"/>
                <a:cs typeface="Nimbus Sans"/>
              </a:defRPr>
            </a:lvl4pPr>
            <a:lvl5pPr algn="ctr">
              <a:defRPr sz="1350" b="1">
                <a:solidFill>
                  <a:srgbClr val="236C7A"/>
                </a:solidFill>
                <a:latin typeface="Nimbus Sans"/>
                <a:ea typeface="Nimbus Sans"/>
                <a:cs typeface="Nimbus Sans"/>
              </a:defRPr>
            </a:lvl5pPr>
            <a:lvl6pPr algn="ctr">
              <a:defRPr sz="1350" b="1">
                <a:solidFill>
                  <a:srgbClr val="236C7A"/>
                </a:solidFill>
                <a:latin typeface="Nimbus Sans"/>
                <a:ea typeface="Nimbus Sans"/>
                <a:cs typeface="Nimbus Sans"/>
              </a:defRPr>
            </a:lvl6pPr>
            <a:lvl7pPr algn="ctr">
              <a:defRPr sz="1350" b="1">
                <a:solidFill>
                  <a:srgbClr val="236C7A"/>
                </a:solidFill>
                <a:latin typeface="Nimbus Sans"/>
                <a:ea typeface="Nimbus Sans"/>
                <a:cs typeface="Nimbus Sans"/>
              </a:defRPr>
            </a:lvl7pPr>
            <a:lvl8pPr algn="ctr">
              <a:defRPr sz="1350" b="1">
                <a:solidFill>
                  <a:srgbClr val="236C7A"/>
                </a:solidFill>
                <a:latin typeface="Nimbus Sans"/>
                <a:ea typeface="Nimbus Sans"/>
                <a:cs typeface="Nimbus Sans"/>
              </a:defRPr>
            </a:lvl8pPr>
            <a:lvl9pPr algn="ctr">
              <a:defRPr sz="1350" b="1">
                <a:solidFill>
                  <a:srgbClr val="236C7A"/>
                </a:solidFill>
                <a:latin typeface="Nimbus Sans"/>
                <a:ea typeface="Nimbus Sans"/>
                <a:cs typeface="Nimbus Sans"/>
              </a:defRPr>
            </a:lvl9pPr>
          </a:lstStyle>
          <a:p>
            <a:pPr algn="ctr">
              <a:defRPr sz="1350" b="1">
                <a:solidFill>
                  <a:srgbClr val="236C7A"/>
                </a:solidFill>
                <a:latin typeface="Nimbus Sans"/>
                <a:ea typeface="Nimbus Sans"/>
                <a:cs typeface="Nimbus Sans"/>
              </a:defRPr>
            </a:pPr>
            <a:r>
              <a:rPr sz="1125"/>
              <a:t>+0.6</a:t>
            </a:r>
          </a:p>
        </p:txBody>
      </p:sp>
      <p:sp>
        <p:nvSpPr>
          <p:cNvPr id="80" name="weight-1-2-0">
            <a:extLst>
              <a:ext uri="{FF2B5EF4-FFF2-40B4-BE49-F238E27FC236}">
                <a16:creationId xmlns:a16="http://schemas.microsoft.com/office/drawing/2014/main" id="{2E455661-F7F5-49E0-AC00-3F37303F8CB1}"/>
              </a:ext>
            </a:extLst>
          </p:cNvPr>
          <p:cNvSpPr>
            <a:spLocks noGrp="1"/>
          </p:cNvSpPr>
          <p:nvPr/>
        </p:nvSpPr>
        <p:spPr>
          <a:xfrm>
            <a:off x="3312830" y="4280221"/>
            <a:ext cx="60325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236C7A"/>
                </a:solidFill>
                <a:latin typeface="Nimbus Sans"/>
                <a:ea typeface="Nimbus Sans"/>
                <a:cs typeface="Nimbus Sans"/>
              </a:defRPr>
            </a:defPPr>
            <a:lvl1pPr algn="ctr">
              <a:defRPr sz="1350" b="1">
                <a:solidFill>
                  <a:srgbClr val="236C7A"/>
                </a:solidFill>
                <a:latin typeface="Nimbus Sans"/>
                <a:ea typeface="Nimbus Sans"/>
                <a:cs typeface="Nimbus Sans"/>
              </a:defRPr>
            </a:lvl1pPr>
            <a:lvl2pPr algn="ctr">
              <a:defRPr sz="1350" b="1">
                <a:solidFill>
                  <a:srgbClr val="236C7A"/>
                </a:solidFill>
                <a:latin typeface="Nimbus Sans"/>
                <a:ea typeface="Nimbus Sans"/>
                <a:cs typeface="Nimbus Sans"/>
              </a:defRPr>
            </a:lvl2pPr>
            <a:lvl3pPr algn="ctr">
              <a:defRPr sz="1350" b="1">
                <a:solidFill>
                  <a:srgbClr val="236C7A"/>
                </a:solidFill>
                <a:latin typeface="Nimbus Sans"/>
                <a:ea typeface="Nimbus Sans"/>
                <a:cs typeface="Nimbus Sans"/>
              </a:defRPr>
            </a:lvl3pPr>
            <a:lvl4pPr algn="ctr">
              <a:defRPr sz="1350" b="1">
                <a:solidFill>
                  <a:srgbClr val="236C7A"/>
                </a:solidFill>
                <a:latin typeface="Nimbus Sans"/>
                <a:ea typeface="Nimbus Sans"/>
                <a:cs typeface="Nimbus Sans"/>
              </a:defRPr>
            </a:lvl4pPr>
            <a:lvl5pPr algn="ctr">
              <a:defRPr sz="1350" b="1">
                <a:solidFill>
                  <a:srgbClr val="236C7A"/>
                </a:solidFill>
                <a:latin typeface="Nimbus Sans"/>
                <a:ea typeface="Nimbus Sans"/>
                <a:cs typeface="Nimbus Sans"/>
              </a:defRPr>
            </a:lvl5pPr>
            <a:lvl6pPr algn="ctr">
              <a:defRPr sz="1350" b="1">
                <a:solidFill>
                  <a:srgbClr val="236C7A"/>
                </a:solidFill>
                <a:latin typeface="Nimbus Sans"/>
                <a:ea typeface="Nimbus Sans"/>
                <a:cs typeface="Nimbus Sans"/>
              </a:defRPr>
            </a:lvl6pPr>
            <a:lvl7pPr algn="ctr">
              <a:defRPr sz="1350" b="1">
                <a:solidFill>
                  <a:srgbClr val="236C7A"/>
                </a:solidFill>
                <a:latin typeface="Nimbus Sans"/>
                <a:ea typeface="Nimbus Sans"/>
                <a:cs typeface="Nimbus Sans"/>
              </a:defRPr>
            </a:lvl7pPr>
            <a:lvl8pPr algn="ctr">
              <a:defRPr sz="1350" b="1">
                <a:solidFill>
                  <a:srgbClr val="236C7A"/>
                </a:solidFill>
                <a:latin typeface="Nimbus Sans"/>
                <a:ea typeface="Nimbus Sans"/>
                <a:cs typeface="Nimbus Sans"/>
              </a:defRPr>
            </a:lvl8pPr>
            <a:lvl9pPr algn="ctr">
              <a:defRPr sz="1350" b="1">
                <a:solidFill>
                  <a:srgbClr val="236C7A"/>
                </a:solidFill>
                <a:latin typeface="Nimbus Sans"/>
                <a:ea typeface="Nimbus Sans"/>
                <a:cs typeface="Nimbus Sans"/>
              </a:defRPr>
            </a:lvl9pPr>
          </a:lstStyle>
          <a:p>
            <a:pPr algn="ctr">
              <a:defRPr sz="1350" b="1">
                <a:solidFill>
                  <a:srgbClr val="236C7A"/>
                </a:solidFill>
                <a:latin typeface="Nimbus Sans"/>
                <a:ea typeface="Nimbus Sans"/>
                <a:cs typeface="Nimbus Sans"/>
              </a:defRPr>
            </a:pPr>
            <a:r>
              <a:rPr sz="1125"/>
              <a:t>+0.5</a:t>
            </a:r>
          </a:p>
        </p:txBody>
      </p:sp>
      <p:sp>
        <p:nvSpPr>
          <p:cNvPr id="81" name="weight-1-0-1">
            <a:extLst>
              <a:ext uri="{FF2B5EF4-FFF2-40B4-BE49-F238E27FC236}">
                <a16:creationId xmlns:a16="http://schemas.microsoft.com/office/drawing/2014/main" id="{59C40481-3FF3-4B8D-952B-BFDCE138D1C9}"/>
              </a:ext>
            </a:extLst>
          </p:cNvPr>
          <p:cNvSpPr>
            <a:spLocks noGrp="1"/>
          </p:cNvSpPr>
          <p:nvPr/>
        </p:nvSpPr>
        <p:spPr>
          <a:xfrm>
            <a:off x="3993005" y="3747585"/>
            <a:ext cx="60325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9A5065"/>
                </a:solidFill>
                <a:latin typeface="Nimbus Sans"/>
                <a:ea typeface="Nimbus Sans"/>
                <a:cs typeface="Nimbus Sans"/>
              </a:defRPr>
            </a:defPPr>
            <a:lvl1pPr algn="ctr">
              <a:defRPr sz="1350" b="1">
                <a:solidFill>
                  <a:srgbClr val="9A5065"/>
                </a:solidFill>
                <a:latin typeface="Nimbus Sans"/>
                <a:ea typeface="Nimbus Sans"/>
                <a:cs typeface="Nimbus Sans"/>
              </a:defRPr>
            </a:lvl1pPr>
            <a:lvl2pPr algn="ctr">
              <a:defRPr sz="1350" b="1">
                <a:solidFill>
                  <a:srgbClr val="9A5065"/>
                </a:solidFill>
                <a:latin typeface="Nimbus Sans"/>
                <a:ea typeface="Nimbus Sans"/>
                <a:cs typeface="Nimbus Sans"/>
              </a:defRPr>
            </a:lvl2pPr>
            <a:lvl3pPr algn="ctr">
              <a:defRPr sz="1350" b="1">
                <a:solidFill>
                  <a:srgbClr val="9A5065"/>
                </a:solidFill>
                <a:latin typeface="Nimbus Sans"/>
                <a:ea typeface="Nimbus Sans"/>
                <a:cs typeface="Nimbus Sans"/>
              </a:defRPr>
            </a:lvl3pPr>
            <a:lvl4pPr algn="ctr">
              <a:defRPr sz="1350" b="1">
                <a:solidFill>
                  <a:srgbClr val="9A5065"/>
                </a:solidFill>
                <a:latin typeface="Nimbus Sans"/>
                <a:ea typeface="Nimbus Sans"/>
                <a:cs typeface="Nimbus Sans"/>
              </a:defRPr>
            </a:lvl4pPr>
            <a:lvl5pPr algn="ctr">
              <a:defRPr sz="1350" b="1">
                <a:solidFill>
                  <a:srgbClr val="9A5065"/>
                </a:solidFill>
                <a:latin typeface="Nimbus Sans"/>
                <a:ea typeface="Nimbus Sans"/>
                <a:cs typeface="Nimbus Sans"/>
              </a:defRPr>
            </a:lvl5pPr>
            <a:lvl6pPr algn="ctr">
              <a:defRPr sz="1350" b="1">
                <a:solidFill>
                  <a:srgbClr val="9A5065"/>
                </a:solidFill>
                <a:latin typeface="Nimbus Sans"/>
                <a:ea typeface="Nimbus Sans"/>
                <a:cs typeface="Nimbus Sans"/>
              </a:defRPr>
            </a:lvl6pPr>
            <a:lvl7pPr algn="ctr">
              <a:defRPr sz="1350" b="1">
                <a:solidFill>
                  <a:srgbClr val="9A5065"/>
                </a:solidFill>
                <a:latin typeface="Nimbus Sans"/>
                <a:ea typeface="Nimbus Sans"/>
                <a:cs typeface="Nimbus Sans"/>
              </a:defRPr>
            </a:lvl7pPr>
            <a:lvl8pPr algn="ctr">
              <a:defRPr sz="1350" b="1">
                <a:solidFill>
                  <a:srgbClr val="9A5065"/>
                </a:solidFill>
                <a:latin typeface="Nimbus Sans"/>
                <a:ea typeface="Nimbus Sans"/>
                <a:cs typeface="Nimbus Sans"/>
              </a:defRPr>
            </a:lvl8pPr>
            <a:lvl9pPr algn="ctr">
              <a:defRPr sz="1350" b="1">
                <a:solidFill>
                  <a:srgbClr val="9A5065"/>
                </a:solidFill>
                <a:latin typeface="Nimbus Sans"/>
                <a:ea typeface="Nimbus Sans"/>
                <a:cs typeface="Nimbus Sans"/>
              </a:defRPr>
            </a:lvl9pPr>
          </a:lstStyle>
          <a:p>
            <a:pPr algn="ctr">
              <a:defRPr sz="1350" b="1">
                <a:solidFill>
                  <a:srgbClr val="9A5065"/>
                </a:solidFill>
                <a:latin typeface="Nimbus Sans"/>
                <a:ea typeface="Nimbus Sans"/>
                <a:cs typeface="Nimbus Sans"/>
              </a:defRPr>
            </a:pPr>
            <a:r>
              <a:rPr sz="1125"/>
              <a:t>−0.2</a:t>
            </a:r>
          </a:p>
        </p:txBody>
      </p:sp>
      <p:sp>
        <p:nvSpPr>
          <p:cNvPr id="82" name="weight-1-1-1">
            <a:extLst>
              <a:ext uri="{FF2B5EF4-FFF2-40B4-BE49-F238E27FC236}">
                <a16:creationId xmlns:a16="http://schemas.microsoft.com/office/drawing/2014/main" id="{BF45F98F-48C0-4AA1-A2F7-C85A92DDAF7A}"/>
              </a:ext>
            </a:extLst>
          </p:cNvPr>
          <p:cNvSpPr>
            <a:spLocks noGrp="1"/>
          </p:cNvSpPr>
          <p:nvPr/>
        </p:nvSpPr>
        <p:spPr>
          <a:xfrm>
            <a:off x="3717087" y="4011788"/>
            <a:ext cx="60325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9A5065"/>
                </a:solidFill>
                <a:latin typeface="Nimbus Sans"/>
                <a:ea typeface="Nimbus Sans"/>
                <a:cs typeface="Nimbus Sans"/>
              </a:defRPr>
            </a:defPPr>
            <a:lvl1pPr algn="ctr">
              <a:defRPr sz="1350" b="1">
                <a:solidFill>
                  <a:srgbClr val="9A5065"/>
                </a:solidFill>
                <a:latin typeface="Nimbus Sans"/>
                <a:ea typeface="Nimbus Sans"/>
                <a:cs typeface="Nimbus Sans"/>
              </a:defRPr>
            </a:lvl1pPr>
            <a:lvl2pPr algn="ctr">
              <a:defRPr sz="1350" b="1">
                <a:solidFill>
                  <a:srgbClr val="9A5065"/>
                </a:solidFill>
                <a:latin typeface="Nimbus Sans"/>
                <a:ea typeface="Nimbus Sans"/>
                <a:cs typeface="Nimbus Sans"/>
              </a:defRPr>
            </a:lvl2pPr>
            <a:lvl3pPr algn="ctr">
              <a:defRPr sz="1350" b="1">
                <a:solidFill>
                  <a:srgbClr val="9A5065"/>
                </a:solidFill>
                <a:latin typeface="Nimbus Sans"/>
                <a:ea typeface="Nimbus Sans"/>
                <a:cs typeface="Nimbus Sans"/>
              </a:defRPr>
            </a:lvl3pPr>
            <a:lvl4pPr algn="ctr">
              <a:defRPr sz="1350" b="1">
                <a:solidFill>
                  <a:srgbClr val="9A5065"/>
                </a:solidFill>
                <a:latin typeface="Nimbus Sans"/>
                <a:ea typeface="Nimbus Sans"/>
                <a:cs typeface="Nimbus Sans"/>
              </a:defRPr>
            </a:lvl4pPr>
            <a:lvl5pPr algn="ctr">
              <a:defRPr sz="1350" b="1">
                <a:solidFill>
                  <a:srgbClr val="9A5065"/>
                </a:solidFill>
                <a:latin typeface="Nimbus Sans"/>
                <a:ea typeface="Nimbus Sans"/>
                <a:cs typeface="Nimbus Sans"/>
              </a:defRPr>
            </a:lvl5pPr>
            <a:lvl6pPr algn="ctr">
              <a:defRPr sz="1350" b="1">
                <a:solidFill>
                  <a:srgbClr val="9A5065"/>
                </a:solidFill>
                <a:latin typeface="Nimbus Sans"/>
                <a:ea typeface="Nimbus Sans"/>
                <a:cs typeface="Nimbus Sans"/>
              </a:defRPr>
            </a:lvl6pPr>
            <a:lvl7pPr algn="ctr">
              <a:defRPr sz="1350" b="1">
                <a:solidFill>
                  <a:srgbClr val="9A5065"/>
                </a:solidFill>
                <a:latin typeface="Nimbus Sans"/>
                <a:ea typeface="Nimbus Sans"/>
                <a:cs typeface="Nimbus Sans"/>
              </a:defRPr>
            </a:lvl7pPr>
            <a:lvl8pPr algn="ctr">
              <a:defRPr sz="1350" b="1">
                <a:solidFill>
                  <a:srgbClr val="9A5065"/>
                </a:solidFill>
                <a:latin typeface="Nimbus Sans"/>
                <a:ea typeface="Nimbus Sans"/>
                <a:cs typeface="Nimbus Sans"/>
              </a:defRPr>
            </a:lvl8pPr>
            <a:lvl9pPr algn="ctr">
              <a:defRPr sz="1350" b="1">
                <a:solidFill>
                  <a:srgbClr val="9A5065"/>
                </a:solidFill>
                <a:latin typeface="Nimbus Sans"/>
                <a:ea typeface="Nimbus Sans"/>
                <a:cs typeface="Nimbus Sans"/>
              </a:defRPr>
            </a:lvl9pPr>
          </a:lstStyle>
          <a:p>
            <a:pPr algn="ctr">
              <a:defRPr sz="1350" b="1">
                <a:solidFill>
                  <a:srgbClr val="9A5065"/>
                </a:solidFill>
                <a:latin typeface="Nimbus Sans"/>
                <a:ea typeface="Nimbus Sans"/>
                <a:cs typeface="Nimbus Sans"/>
              </a:defRPr>
            </a:pPr>
            <a:r>
              <a:rPr sz="1125"/>
              <a:t>−0.7</a:t>
            </a:r>
          </a:p>
        </p:txBody>
      </p:sp>
      <p:sp>
        <p:nvSpPr>
          <p:cNvPr id="83" name="weight-1-2-1">
            <a:extLst>
              <a:ext uri="{FF2B5EF4-FFF2-40B4-BE49-F238E27FC236}">
                <a16:creationId xmlns:a16="http://schemas.microsoft.com/office/drawing/2014/main" id="{04FCE532-A335-4516-A329-C41355DB74CA}"/>
              </a:ext>
            </a:extLst>
          </p:cNvPr>
          <p:cNvSpPr>
            <a:spLocks noGrp="1"/>
          </p:cNvSpPr>
          <p:nvPr/>
        </p:nvSpPr>
        <p:spPr>
          <a:xfrm>
            <a:off x="3666813" y="4533940"/>
            <a:ext cx="60325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9A5065"/>
                </a:solidFill>
                <a:latin typeface="Nimbus Sans"/>
                <a:ea typeface="Nimbus Sans"/>
                <a:cs typeface="Nimbus Sans"/>
              </a:defRPr>
            </a:defPPr>
            <a:lvl1pPr algn="ctr">
              <a:defRPr sz="1350" b="1">
                <a:solidFill>
                  <a:srgbClr val="9A5065"/>
                </a:solidFill>
                <a:latin typeface="Nimbus Sans"/>
                <a:ea typeface="Nimbus Sans"/>
                <a:cs typeface="Nimbus Sans"/>
              </a:defRPr>
            </a:lvl1pPr>
            <a:lvl2pPr algn="ctr">
              <a:defRPr sz="1350" b="1">
                <a:solidFill>
                  <a:srgbClr val="9A5065"/>
                </a:solidFill>
                <a:latin typeface="Nimbus Sans"/>
                <a:ea typeface="Nimbus Sans"/>
                <a:cs typeface="Nimbus Sans"/>
              </a:defRPr>
            </a:lvl2pPr>
            <a:lvl3pPr algn="ctr">
              <a:defRPr sz="1350" b="1">
                <a:solidFill>
                  <a:srgbClr val="9A5065"/>
                </a:solidFill>
                <a:latin typeface="Nimbus Sans"/>
                <a:ea typeface="Nimbus Sans"/>
                <a:cs typeface="Nimbus Sans"/>
              </a:defRPr>
            </a:lvl3pPr>
            <a:lvl4pPr algn="ctr">
              <a:defRPr sz="1350" b="1">
                <a:solidFill>
                  <a:srgbClr val="9A5065"/>
                </a:solidFill>
                <a:latin typeface="Nimbus Sans"/>
                <a:ea typeface="Nimbus Sans"/>
                <a:cs typeface="Nimbus Sans"/>
              </a:defRPr>
            </a:lvl4pPr>
            <a:lvl5pPr algn="ctr">
              <a:defRPr sz="1350" b="1">
                <a:solidFill>
                  <a:srgbClr val="9A5065"/>
                </a:solidFill>
                <a:latin typeface="Nimbus Sans"/>
                <a:ea typeface="Nimbus Sans"/>
                <a:cs typeface="Nimbus Sans"/>
              </a:defRPr>
            </a:lvl5pPr>
            <a:lvl6pPr algn="ctr">
              <a:defRPr sz="1350" b="1">
                <a:solidFill>
                  <a:srgbClr val="9A5065"/>
                </a:solidFill>
                <a:latin typeface="Nimbus Sans"/>
                <a:ea typeface="Nimbus Sans"/>
                <a:cs typeface="Nimbus Sans"/>
              </a:defRPr>
            </a:lvl6pPr>
            <a:lvl7pPr algn="ctr">
              <a:defRPr sz="1350" b="1">
                <a:solidFill>
                  <a:srgbClr val="9A5065"/>
                </a:solidFill>
                <a:latin typeface="Nimbus Sans"/>
                <a:ea typeface="Nimbus Sans"/>
                <a:cs typeface="Nimbus Sans"/>
              </a:defRPr>
            </a:lvl7pPr>
            <a:lvl8pPr algn="ctr">
              <a:defRPr sz="1350" b="1">
                <a:solidFill>
                  <a:srgbClr val="9A5065"/>
                </a:solidFill>
                <a:latin typeface="Nimbus Sans"/>
                <a:ea typeface="Nimbus Sans"/>
                <a:cs typeface="Nimbus Sans"/>
              </a:defRPr>
            </a:lvl8pPr>
            <a:lvl9pPr algn="ctr">
              <a:defRPr sz="1350" b="1">
                <a:solidFill>
                  <a:srgbClr val="9A5065"/>
                </a:solidFill>
                <a:latin typeface="Nimbus Sans"/>
                <a:ea typeface="Nimbus Sans"/>
                <a:cs typeface="Nimbus Sans"/>
              </a:defRPr>
            </a:lvl9pPr>
          </a:lstStyle>
          <a:p>
            <a:pPr algn="ctr">
              <a:defRPr sz="1350" b="1">
                <a:solidFill>
                  <a:srgbClr val="9A5065"/>
                </a:solidFill>
                <a:latin typeface="Nimbus Sans"/>
                <a:ea typeface="Nimbus Sans"/>
                <a:cs typeface="Nimbus Sans"/>
              </a:defRPr>
            </a:pPr>
            <a:r>
              <a:rPr sz="1125"/>
              <a:t>−0.5</a:t>
            </a:r>
          </a:p>
        </p:txBody>
      </p:sp>
      <p:sp>
        <p:nvSpPr>
          <p:cNvPr id="84" name="weight-2-0-0">
            <a:extLst>
              <a:ext uri="{FF2B5EF4-FFF2-40B4-BE49-F238E27FC236}">
                <a16:creationId xmlns:a16="http://schemas.microsoft.com/office/drawing/2014/main" id="{87203D2F-1D27-4DEA-81B6-F48A5EEA0F3E}"/>
              </a:ext>
            </a:extLst>
          </p:cNvPr>
          <p:cNvSpPr>
            <a:spLocks noGrp="1"/>
          </p:cNvSpPr>
          <p:nvPr/>
        </p:nvSpPr>
        <p:spPr>
          <a:xfrm>
            <a:off x="5506061" y="2787239"/>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236C7A"/>
                </a:solidFill>
                <a:latin typeface="Nimbus Sans"/>
                <a:ea typeface="Nimbus Sans"/>
                <a:cs typeface="Nimbus Sans"/>
              </a:defRPr>
            </a:defPPr>
            <a:lvl1pPr algn="ctr">
              <a:defRPr sz="1350" b="1">
                <a:solidFill>
                  <a:srgbClr val="236C7A"/>
                </a:solidFill>
                <a:latin typeface="Nimbus Sans"/>
                <a:ea typeface="Nimbus Sans"/>
                <a:cs typeface="Nimbus Sans"/>
              </a:defRPr>
            </a:lvl1pPr>
            <a:lvl2pPr algn="ctr">
              <a:defRPr sz="1350" b="1">
                <a:solidFill>
                  <a:srgbClr val="236C7A"/>
                </a:solidFill>
                <a:latin typeface="Nimbus Sans"/>
                <a:ea typeface="Nimbus Sans"/>
                <a:cs typeface="Nimbus Sans"/>
              </a:defRPr>
            </a:lvl2pPr>
            <a:lvl3pPr algn="ctr">
              <a:defRPr sz="1350" b="1">
                <a:solidFill>
                  <a:srgbClr val="236C7A"/>
                </a:solidFill>
                <a:latin typeface="Nimbus Sans"/>
                <a:ea typeface="Nimbus Sans"/>
                <a:cs typeface="Nimbus Sans"/>
              </a:defRPr>
            </a:lvl3pPr>
            <a:lvl4pPr algn="ctr">
              <a:defRPr sz="1350" b="1">
                <a:solidFill>
                  <a:srgbClr val="236C7A"/>
                </a:solidFill>
                <a:latin typeface="Nimbus Sans"/>
                <a:ea typeface="Nimbus Sans"/>
                <a:cs typeface="Nimbus Sans"/>
              </a:defRPr>
            </a:lvl4pPr>
            <a:lvl5pPr algn="ctr">
              <a:defRPr sz="1350" b="1">
                <a:solidFill>
                  <a:srgbClr val="236C7A"/>
                </a:solidFill>
                <a:latin typeface="Nimbus Sans"/>
                <a:ea typeface="Nimbus Sans"/>
                <a:cs typeface="Nimbus Sans"/>
              </a:defRPr>
            </a:lvl5pPr>
            <a:lvl6pPr algn="ctr">
              <a:defRPr sz="1350" b="1">
                <a:solidFill>
                  <a:srgbClr val="236C7A"/>
                </a:solidFill>
                <a:latin typeface="Nimbus Sans"/>
                <a:ea typeface="Nimbus Sans"/>
                <a:cs typeface="Nimbus Sans"/>
              </a:defRPr>
            </a:lvl6pPr>
            <a:lvl7pPr algn="ctr">
              <a:defRPr sz="1350" b="1">
                <a:solidFill>
                  <a:srgbClr val="236C7A"/>
                </a:solidFill>
                <a:latin typeface="Nimbus Sans"/>
                <a:ea typeface="Nimbus Sans"/>
                <a:cs typeface="Nimbus Sans"/>
              </a:defRPr>
            </a:lvl7pPr>
            <a:lvl8pPr algn="ctr">
              <a:defRPr sz="1350" b="1">
                <a:solidFill>
                  <a:srgbClr val="236C7A"/>
                </a:solidFill>
                <a:latin typeface="Nimbus Sans"/>
                <a:ea typeface="Nimbus Sans"/>
                <a:cs typeface="Nimbus Sans"/>
              </a:defRPr>
            </a:lvl8pPr>
            <a:lvl9pPr algn="ctr">
              <a:defRPr sz="1350" b="1">
                <a:solidFill>
                  <a:srgbClr val="236C7A"/>
                </a:solidFill>
                <a:latin typeface="Nimbus Sans"/>
                <a:ea typeface="Nimbus Sans"/>
                <a:cs typeface="Nimbus Sans"/>
              </a:defRPr>
            </a:lvl9pPr>
          </a:lstStyle>
          <a:p>
            <a:pPr algn="ctr">
              <a:defRPr sz="1350" b="1">
                <a:solidFill>
                  <a:srgbClr val="236C7A"/>
                </a:solidFill>
                <a:latin typeface="Nimbus Sans"/>
                <a:ea typeface="Nimbus Sans"/>
                <a:cs typeface="Nimbus Sans"/>
              </a:defRPr>
            </a:pPr>
            <a:r>
              <a:rPr sz="1125"/>
              <a:t>+0.5</a:t>
            </a:r>
          </a:p>
        </p:txBody>
      </p:sp>
      <p:sp>
        <p:nvSpPr>
          <p:cNvPr id="85" name="weight-2-1-0">
            <a:extLst>
              <a:ext uri="{FF2B5EF4-FFF2-40B4-BE49-F238E27FC236}">
                <a16:creationId xmlns:a16="http://schemas.microsoft.com/office/drawing/2014/main" id="{5B98063A-8BC6-4501-8E38-72DE75F6DB34}"/>
              </a:ext>
            </a:extLst>
          </p:cNvPr>
          <p:cNvSpPr>
            <a:spLocks noGrp="1"/>
          </p:cNvSpPr>
          <p:nvPr/>
        </p:nvSpPr>
        <p:spPr>
          <a:xfrm>
            <a:off x="6079432" y="2832513"/>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236C7A"/>
                </a:solidFill>
                <a:latin typeface="Nimbus Sans"/>
                <a:ea typeface="Nimbus Sans"/>
                <a:cs typeface="Nimbus Sans"/>
              </a:defRPr>
            </a:defPPr>
            <a:lvl1pPr algn="ctr">
              <a:defRPr sz="1350" b="1">
                <a:solidFill>
                  <a:srgbClr val="236C7A"/>
                </a:solidFill>
                <a:latin typeface="Nimbus Sans"/>
                <a:ea typeface="Nimbus Sans"/>
                <a:cs typeface="Nimbus Sans"/>
              </a:defRPr>
            </a:lvl1pPr>
            <a:lvl2pPr algn="ctr">
              <a:defRPr sz="1350" b="1">
                <a:solidFill>
                  <a:srgbClr val="236C7A"/>
                </a:solidFill>
                <a:latin typeface="Nimbus Sans"/>
                <a:ea typeface="Nimbus Sans"/>
                <a:cs typeface="Nimbus Sans"/>
              </a:defRPr>
            </a:lvl2pPr>
            <a:lvl3pPr algn="ctr">
              <a:defRPr sz="1350" b="1">
                <a:solidFill>
                  <a:srgbClr val="236C7A"/>
                </a:solidFill>
                <a:latin typeface="Nimbus Sans"/>
                <a:ea typeface="Nimbus Sans"/>
                <a:cs typeface="Nimbus Sans"/>
              </a:defRPr>
            </a:lvl3pPr>
            <a:lvl4pPr algn="ctr">
              <a:defRPr sz="1350" b="1">
                <a:solidFill>
                  <a:srgbClr val="236C7A"/>
                </a:solidFill>
                <a:latin typeface="Nimbus Sans"/>
                <a:ea typeface="Nimbus Sans"/>
                <a:cs typeface="Nimbus Sans"/>
              </a:defRPr>
            </a:lvl4pPr>
            <a:lvl5pPr algn="ctr">
              <a:defRPr sz="1350" b="1">
                <a:solidFill>
                  <a:srgbClr val="236C7A"/>
                </a:solidFill>
                <a:latin typeface="Nimbus Sans"/>
                <a:ea typeface="Nimbus Sans"/>
                <a:cs typeface="Nimbus Sans"/>
              </a:defRPr>
            </a:lvl5pPr>
            <a:lvl6pPr algn="ctr">
              <a:defRPr sz="1350" b="1">
                <a:solidFill>
                  <a:srgbClr val="236C7A"/>
                </a:solidFill>
                <a:latin typeface="Nimbus Sans"/>
                <a:ea typeface="Nimbus Sans"/>
                <a:cs typeface="Nimbus Sans"/>
              </a:defRPr>
            </a:lvl6pPr>
            <a:lvl7pPr algn="ctr">
              <a:defRPr sz="1350" b="1">
                <a:solidFill>
                  <a:srgbClr val="236C7A"/>
                </a:solidFill>
                <a:latin typeface="Nimbus Sans"/>
                <a:ea typeface="Nimbus Sans"/>
                <a:cs typeface="Nimbus Sans"/>
              </a:defRPr>
            </a:lvl7pPr>
            <a:lvl8pPr algn="ctr">
              <a:defRPr sz="1350" b="1">
                <a:solidFill>
                  <a:srgbClr val="236C7A"/>
                </a:solidFill>
                <a:latin typeface="Nimbus Sans"/>
                <a:ea typeface="Nimbus Sans"/>
                <a:cs typeface="Nimbus Sans"/>
              </a:defRPr>
            </a:lvl8pPr>
            <a:lvl9pPr algn="ctr">
              <a:defRPr sz="1350" b="1">
                <a:solidFill>
                  <a:srgbClr val="236C7A"/>
                </a:solidFill>
                <a:latin typeface="Nimbus Sans"/>
                <a:ea typeface="Nimbus Sans"/>
                <a:cs typeface="Nimbus Sans"/>
              </a:defRPr>
            </a:lvl9pPr>
          </a:lstStyle>
          <a:p>
            <a:pPr algn="ctr">
              <a:defRPr sz="1350" b="1">
                <a:solidFill>
                  <a:srgbClr val="236C7A"/>
                </a:solidFill>
                <a:latin typeface="Nimbus Sans"/>
                <a:ea typeface="Nimbus Sans"/>
                <a:cs typeface="Nimbus Sans"/>
              </a:defRPr>
            </a:pPr>
            <a:r>
              <a:rPr sz="1125"/>
              <a:t>+0.2</a:t>
            </a:r>
          </a:p>
        </p:txBody>
      </p:sp>
      <p:sp>
        <p:nvSpPr>
          <p:cNvPr id="86" name="weight-2-0-1">
            <a:extLst>
              <a:ext uri="{FF2B5EF4-FFF2-40B4-BE49-F238E27FC236}">
                <a16:creationId xmlns:a16="http://schemas.microsoft.com/office/drawing/2014/main" id="{E6AA1C3F-22ED-494E-BC4A-826A9D5ACADD}"/>
              </a:ext>
            </a:extLst>
          </p:cNvPr>
          <p:cNvSpPr>
            <a:spLocks noGrp="1"/>
          </p:cNvSpPr>
          <p:nvPr/>
        </p:nvSpPr>
        <p:spPr>
          <a:xfrm>
            <a:off x="5419543" y="3180886"/>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236C7A"/>
                </a:solidFill>
                <a:latin typeface="Nimbus Sans"/>
                <a:ea typeface="Nimbus Sans"/>
                <a:cs typeface="Nimbus Sans"/>
              </a:defRPr>
            </a:defPPr>
            <a:lvl1pPr algn="ctr">
              <a:defRPr sz="1350" b="1">
                <a:solidFill>
                  <a:srgbClr val="236C7A"/>
                </a:solidFill>
                <a:latin typeface="Nimbus Sans"/>
                <a:ea typeface="Nimbus Sans"/>
                <a:cs typeface="Nimbus Sans"/>
              </a:defRPr>
            </a:lvl1pPr>
            <a:lvl2pPr algn="ctr">
              <a:defRPr sz="1350" b="1">
                <a:solidFill>
                  <a:srgbClr val="236C7A"/>
                </a:solidFill>
                <a:latin typeface="Nimbus Sans"/>
                <a:ea typeface="Nimbus Sans"/>
                <a:cs typeface="Nimbus Sans"/>
              </a:defRPr>
            </a:lvl2pPr>
            <a:lvl3pPr algn="ctr">
              <a:defRPr sz="1350" b="1">
                <a:solidFill>
                  <a:srgbClr val="236C7A"/>
                </a:solidFill>
                <a:latin typeface="Nimbus Sans"/>
                <a:ea typeface="Nimbus Sans"/>
                <a:cs typeface="Nimbus Sans"/>
              </a:defRPr>
            </a:lvl3pPr>
            <a:lvl4pPr algn="ctr">
              <a:defRPr sz="1350" b="1">
                <a:solidFill>
                  <a:srgbClr val="236C7A"/>
                </a:solidFill>
                <a:latin typeface="Nimbus Sans"/>
                <a:ea typeface="Nimbus Sans"/>
                <a:cs typeface="Nimbus Sans"/>
              </a:defRPr>
            </a:lvl4pPr>
            <a:lvl5pPr algn="ctr">
              <a:defRPr sz="1350" b="1">
                <a:solidFill>
                  <a:srgbClr val="236C7A"/>
                </a:solidFill>
                <a:latin typeface="Nimbus Sans"/>
                <a:ea typeface="Nimbus Sans"/>
                <a:cs typeface="Nimbus Sans"/>
              </a:defRPr>
            </a:lvl5pPr>
            <a:lvl6pPr algn="ctr">
              <a:defRPr sz="1350" b="1">
                <a:solidFill>
                  <a:srgbClr val="236C7A"/>
                </a:solidFill>
                <a:latin typeface="Nimbus Sans"/>
                <a:ea typeface="Nimbus Sans"/>
                <a:cs typeface="Nimbus Sans"/>
              </a:defRPr>
            </a:lvl6pPr>
            <a:lvl7pPr algn="ctr">
              <a:defRPr sz="1350" b="1">
                <a:solidFill>
                  <a:srgbClr val="236C7A"/>
                </a:solidFill>
                <a:latin typeface="Nimbus Sans"/>
                <a:ea typeface="Nimbus Sans"/>
                <a:cs typeface="Nimbus Sans"/>
              </a:defRPr>
            </a:lvl7pPr>
            <a:lvl8pPr algn="ctr">
              <a:defRPr sz="1350" b="1">
                <a:solidFill>
                  <a:srgbClr val="236C7A"/>
                </a:solidFill>
                <a:latin typeface="Nimbus Sans"/>
                <a:ea typeface="Nimbus Sans"/>
                <a:cs typeface="Nimbus Sans"/>
              </a:defRPr>
            </a:lvl8pPr>
            <a:lvl9pPr algn="ctr">
              <a:defRPr sz="1350" b="1">
                <a:solidFill>
                  <a:srgbClr val="236C7A"/>
                </a:solidFill>
                <a:latin typeface="Nimbus Sans"/>
                <a:ea typeface="Nimbus Sans"/>
                <a:cs typeface="Nimbus Sans"/>
              </a:defRPr>
            </a:lvl9pPr>
          </a:lstStyle>
          <a:p>
            <a:pPr algn="ctr">
              <a:defRPr sz="1350" b="1">
                <a:solidFill>
                  <a:srgbClr val="236C7A"/>
                </a:solidFill>
                <a:latin typeface="Nimbus Sans"/>
                <a:ea typeface="Nimbus Sans"/>
                <a:cs typeface="Nimbus Sans"/>
              </a:defRPr>
            </a:pPr>
            <a:r>
              <a:rPr sz="1125"/>
              <a:t>+0.4</a:t>
            </a:r>
          </a:p>
        </p:txBody>
      </p:sp>
      <p:sp>
        <p:nvSpPr>
          <p:cNvPr id="87" name="weight-2-1-1">
            <a:extLst>
              <a:ext uri="{FF2B5EF4-FFF2-40B4-BE49-F238E27FC236}">
                <a16:creationId xmlns:a16="http://schemas.microsoft.com/office/drawing/2014/main" id="{475B24F0-46E8-43E7-B982-46E2BCDDC803}"/>
              </a:ext>
            </a:extLst>
          </p:cNvPr>
          <p:cNvSpPr>
            <a:spLocks noGrp="1"/>
          </p:cNvSpPr>
          <p:nvPr/>
        </p:nvSpPr>
        <p:spPr>
          <a:xfrm>
            <a:off x="5723528" y="3709068"/>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236C7A"/>
                </a:solidFill>
                <a:latin typeface="Nimbus Sans"/>
                <a:ea typeface="Nimbus Sans"/>
                <a:cs typeface="Nimbus Sans"/>
              </a:defRPr>
            </a:defPPr>
            <a:lvl1pPr algn="ctr">
              <a:defRPr sz="1350" b="1">
                <a:solidFill>
                  <a:srgbClr val="236C7A"/>
                </a:solidFill>
                <a:latin typeface="Nimbus Sans"/>
                <a:ea typeface="Nimbus Sans"/>
                <a:cs typeface="Nimbus Sans"/>
              </a:defRPr>
            </a:lvl1pPr>
            <a:lvl2pPr algn="ctr">
              <a:defRPr sz="1350" b="1">
                <a:solidFill>
                  <a:srgbClr val="236C7A"/>
                </a:solidFill>
                <a:latin typeface="Nimbus Sans"/>
                <a:ea typeface="Nimbus Sans"/>
                <a:cs typeface="Nimbus Sans"/>
              </a:defRPr>
            </a:lvl2pPr>
            <a:lvl3pPr algn="ctr">
              <a:defRPr sz="1350" b="1">
                <a:solidFill>
                  <a:srgbClr val="236C7A"/>
                </a:solidFill>
                <a:latin typeface="Nimbus Sans"/>
                <a:ea typeface="Nimbus Sans"/>
                <a:cs typeface="Nimbus Sans"/>
              </a:defRPr>
            </a:lvl3pPr>
            <a:lvl4pPr algn="ctr">
              <a:defRPr sz="1350" b="1">
                <a:solidFill>
                  <a:srgbClr val="236C7A"/>
                </a:solidFill>
                <a:latin typeface="Nimbus Sans"/>
                <a:ea typeface="Nimbus Sans"/>
                <a:cs typeface="Nimbus Sans"/>
              </a:defRPr>
            </a:lvl4pPr>
            <a:lvl5pPr algn="ctr">
              <a:defRPr sz="1350" b="1">
                <a:solidFill>
                  <a:srgbClr val="236C7A"/>
                </a:solidFill>
                <a:latin typeface="Nimbus Sans"/>
                <a:ea typeface="Nimbus Sans"/>
                <a:cs typeface="Nimbus Sans"/>
              </a:defRPr>
            </a:lvl5pPr>
            <a:lvl6pPr algn="ctr">
              <a:defRPr sz="1350" b="1">
                <a:solidFill>
                  <a:srgbClr val="236C7A"/>
                </a:solidFill>
                <a:latin typeface="Nimbus Sans"/>
                <a:ea typeface="Nimbus Sans"/>
                <a:cs typeface="Nimbus Sans"/>
              </a:defRPr>
            </a:lvl6pPr>
            <a:lvl7pPr algn="ctr">
              <a:defRPr sz="1350" b="1">
                <a:solidFill>
                  <a:srgbClr val="236C7A"/>
                </a:solidFill>
                <a:latin typeface="Nimbus Sans"/>
                <a:ea typeface="Nimbus Sans"/>
                <a:cs typeface="Nimbus Sans"/>
              </a:defRPr>
            </a:lvl7pPr>
            <a:lvl8pPr algn="ctr">
              <a:defRPr sz="1350" b="1">
                <a:solidFill>
                  <a:srgbClr val="236C7A"/>
                </a:solidFill>
                <a:latin typeface="Nimbus Sans"/>
                <a:ea typeface="Nimbus Sans"/>
                <a:cs typeface="Nimbus Sans"/>
              </a:defRPr>
            </a:lvl8pPr>
            <a:lvl9pPr algn="ctr">
              <a:defRPr sz="1350" b="1">
                <a:solidFill>
                  <a:srgbClr val="236C7A"/>
                </a:solidFill>
                <a:latin typeface="Nimbus Sans"/>
                <a:ea typeface="Nimbus Sans"/>
                <a:cs typeface="Nimbus Sans"/>
              </a:defRPr>
            </a:lvl9pPr>
          </a:lstStyle>
          <a:p>
            <a:pPr algn="ctr">
              <a:defRPr sz="1350" b="1">
                <a:solidFill>
                  <a:srgbClr val="236C7A"/>
                </a:solidFill>
                <a:latin typeface="Nimbus Sans"/>
                <a:ea typeface="Nimbus Sans"/>
                <a:cs typeface="Nimbus Sans"/>
              </a:defRPr>
            </a:pPr>
            <a:r>
              <a:rPr sz="1125"/>
              <a:t>+0.7</a:t>
            </a:r>
          </a:p>
        </p:txBody>
      </p:sp>
      <p:sp>
        <p:nvSpPr>
          <p:cNvPr id="88" name="weight-2-0-2">
            <a:extLst>
              <a:ext uri="{FF2B5EF4-FFF2-40B4-BE49-F238E27FC236}">
                <a16:creationId xmlns:a16="http://schemas.microsoft.com/office/drawing/2014/main" id="{8ACF09EB-0735-4F7D-AB46-33FDFE5662EA}"/>
              </a:ext>
            </a:extLst>
          </p:cNvPr>
          <p:cNvSpPr>
            <a:spLocks noGrp="1"/>
          </p:cNvSpPr>
          <p:nvPr/>
        </p:nvSpPr>
        <p:spPr>
          <a:xfrm>
            <a:off x="5304045" y="3475397"/>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236C7A"/>
                </a:solidFill>
                <a:latin typeface="Nimbus Sans"/>
                <a:ea typeface="Nimbus Sans"/>
                <a:cs typeface="Nimbus Sans"/>
              </a:defRPr>
            </a:defPPr>
            <a:lvl1pPr algn="ctr">
              <a:defRPr sz="1350" b="1">
                <a:solidFill>
                  <a:srgbClr val="236C7A"/>
                </a:solidFill>
                <a:latin typeface="Nimbus Sans"/>
                <a:ea typeface="Nimbus Sans"/>
                <a:cs typeface="Nimbus Sans"/>
              </a:defRPr>
            </a:lvl1pPr>
            <a:lvl2pPr algn="ctr">
              <a:defRPr sz="1350" b="1">
                <a:solidFill>
                  <a:srgbClr val="236C7A"/>
                </a:solidFill>
                <a:latin typeface="Nimbus Sans"/>
                <a:ea typeface="Nimbus Sans"/>
                <a:cs typeface="Nimbus Sans"/>
              </a:defRPr>
            </a:lvl2pPr>
            <a:lvl3pPr algn="ctr">
              <a:defRPr sz="1350" b="1">
                <a:solidFill>
                  <a:srgbClr val="236C7A"/>
                </a:solidFill>
                <a:latin typeface="Nimbus Sans"/>
                <a:ea typeface="Nimbus Sans"/>
                <a:cs typeface="Nimbus Sans"/>
              </a:defRPr>
            </a:lvl3pPr>
            <a:lvl4pPr algn="ctr">
              <a:defRPr sz="1350" b="1">
                <a:solidFill>
                  <a:srgbClr val="236C7A"/>
                </a:solidFill>
                <a:latin typeface="Nimbus Sans"/>
                <a:ea typeface="Nimbus Sans"/>
                <a:cs typeface="Nimbus Sans"/>
              </a:defRPr>
            </a:lvl4pPr>
            <a:lvl5pPr algn="ctr">
              <a:defRPr sz="1350" b="1">
                <a:solidFill>
                  <a:srgbClr val="236C7A"/>
                </a:solidFill>
                <a:latin typeface="Nimbus Sans"/>
                <a:ea typeface="Nimbus Sans"/>
                <a:cs typeface="Nimbus Sans"/>
              </a:defRPr>
            </a:lvl5pPr>
            <a:lvl6pPr algn="ctr">
              <a:defRPr sz="1350" b="1">
                <a:solidFill>
                  <a:srgbClr val="236C7A"/>
                </a:solidFill>
                <a:latin typeface="Nimbus Sans"/>
                <a:ea typeface="Nimbus Sans"/>
                <a:cs typeface="Nimbus Sans"/>
              </a:defRPr>
            </a:lvl6pPr>
            <a:lvl7pPr algn="ctr">
              <a:defRPr sz="1350" b="1">
                <a:solidFill>
                  <a:srgbClr val="236C7A"/>
                </a:solidFill>
                <a:latin typeface="Nimbus Sans"/>
                <a:ea typeface="Nimbus Sans"/>
                <a:cs typeface="Nimbus Sans"/>
              </a:defRPr>
            </a:lvl7pPr>
            <a:lvl8pPr algn="ctr">
              <a:defRPr sz="1350" b="1">
                <a:solidFill>
                  <a:srgbClr val="236C7A"/>
                </a:solidFill>
                <a:latin typeface="Nimbus Sans"/>
                <a:ea typeface="Nimbus Sans"/>
                <a:cs typeface="Nimbus Sans"/>
              </a:defRPr>
            </a:lvl8pPr>
            <a:lvl9pPr algn="ctr">
              <a:defRPr sz="1350" b="1">
                <a:solidFill>
                  <a:srgbClr val="236C7A"/>
                </a:solidFill>
                <a:latin typeface="Nimbus Sans"/>
                <a:ea typeface="Nimbus Sans"/>
                <a:cs typeface="Nimbus Sans"/>
              </a:defRPr>
            </a:lvl9pPr>
          </a:lstStyle>
          <a:p>
            <a:pPr algn="ctr">
              <a:defRPr sz="1350" b="1">
                <a:solidFill>
                  <a:srgbClr val="236C7A"/>
                </a:solidFill>
                <a:latin typeface="Nimbus Sans"/>
                <a:ea typeface="Nimbus Sans"/>
                <a:cs typeface="Nimbus Sans"/>
              </a:defRPr>
            </a:pPr>
            <a:r>
              <a:rPr sz="1125"/>
              <a:t>+0.4</a:t>
            </a:r>
          </a:p>
        </p:txBody>
      </p:sp>
      <p:sp>
        <p:nvSpPr>
          <p:cNvPr id="89" name="weight-2-1-2">
            <a:extLst>
              <a:ext uri="{FF2B5EF4-FFF2-40B4-BE49-F238E27FC236}">
                <a16:creationId xmlns:a16="http://schemas.microsoft.com/office/drawing/2014/main" id="{6E95A71F-1C2D-4906-996D-3534CB6A9920}"/>
              </a:ext>
            </a:extLst>
          </p:cNvPr>
          <p:cNvSpPr>
            <a:spLocks noGrp="1"/>
          </p:cNvSpPr>
          <p:nvPr/>
        </p:nvSpPr>
        <p:spPr>
          <a:xfrm>
            <a:off x="5574343" y="4227216"/>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236C7A"/>
                </a:solidFill>
                <a:latin typeface="Nimbus Sans"/>
                <a:ea typeface="Nimbus Sans"/>
                <a:cs typeface="Nimbus Sans"/>
              </a:defRPr>
            </a:defPPr>
            <a:lvl1pPr algn="ctr">
              <a:defRPr sz="1350" b="1">
                <a:solidFill>
                  <a:srgbClr val="236C7A"/>
                </a:solidFill>
                <a:latin typeface="Nimbus Sans"/>
                <a:ea typeface="Nimbus Sans"/>
                <a:cs typeface="Nimbus Sans"/>
              </a:defRPr>
            </a:lvl1pPr>
            <a:lvl2pPr algn="ctr">
              <a:defRPr sz="1350" b="1">
                <a:solidFill>
                  <a:srgbClr val="236C7A"/>
                </a:solidFill>
                <a:latin typeface="Nimbus Sans"/>
                <a:ea typeface="Nimbus Sans"/>
                <a:cs typeface="Nimbus Sans"/>
              </a:defRPr>
            </a:lvl2pPr>
            <a:lvl3pPr algn="ctr">
              <a:defRPr sz="1350" b="1">
                <a:solidFill>
                  <a:srgbClr val="236C7A"/>
                </a:solidFill>
                <a:latin typeface="Nimbus Sans"/>
                <a:ea typeface="Nimbus Sans"/>
                <a:cs typeface="Nimbus Sans"/>
              </a:defRPr>
            </a:lvl3pPr>
            <a:lvl4pPr algn="ctr">
              <a:defRPr sz="1350" b="1">
                <a:solidFill>
                  <a:srgbClr val="236C7A"/>
                </a:solidFill>
                <a:latin typeface="Nimbus Sans"/>
                <a:ea typeface="Nimbus Sans"/>
                <a:cs typeface="Nimbus Sans"/>
              </a:defRPr>
            </a:lvl4pPr>
            <a:lvl5pPr algn="ctr">
              <a:defRPr sz="1350" b="1">
                <a:solidFill>
                  <a:srgbClr val="236C7A"/>
                </a:solidFill>
                <a:latin typeface="Nimbus Sans"/>
                <a:ea typeface="Nimbus Sans"/>
                <a:cs typeface="Nimbus Sans"/>
              </a:defRPr>
            </a:lvl5pPr>
            <a:lvl6pPr algn="ctr">
              <a:defRPr sz="1350" b="1">
                <a:solidFill>
                  <a:srgbClr val="236C7A"/>
                </a:solidFill>
                <a:latin typeface="Nimbus Sans"/>
                <a:ea typeface="Nimbus Sans"/>
                <a:cs typeface="Nimbus Sans"/>
              </a:defRPr>
            </a:lvl6pPr>
            <a:lvl7pPr algn="ctr">
              <a:defRPr sz="1350" b="1">
                <a:solidFill>
                  <a:srgbClr val="236C7A"/>
                </a:solidFill>
                <a:latin typeface="Nimbus Sans"/>
                <a:ea typeface="Nimbus Sans"/>
                <a:cs typeface="Nimbus Sans"/>
              </a:defRPr>
            </a:lvl7pPr>
            <a:lvl8pPr algn="ctr">
              <a:defRPr sz="1350" b="1">
                <a:solidFill>
                  <a:srgbClr val="236C7A"/>
                </a:solidFill>
                <a:latin typeface="Nimbus Sans"/>
                <a:ea typeface="Nimbus Sans"/>
                <a:cs typeface="Nimbus Sans"/>
              </a:defRPr>
            </a:lvl8pPr>
            <a:lvl9pPr algn="ctr">
              <a:defRPr sz="1350" b="1">
                <a:solidFill>
                  <a:srgbClr val="236C7A"/>
                </a:solidFill>
                <a:latin typeface="Nimbus Sans"/>
                <a:ea typeface="Nimbus Sans"/>
                <a:cs typeface="Nimbus Sans"/>
              </a:defRPr>
            </a:lvl9pPr>
          </a:lstStyle>
          <a:p>
            <a:pPr algn="ctr">
              <a:defRPr sz="1350" b="1">
                <a:solidFill>
                  <a:srgbClr val="236C7A"/>
                </a:solidFill>
                <a:latin typeface="Nimbus Sans"/>
                <a:ea typeface="Nimbus Sans"/>
                <a:cs typeface="Nimbus Sans"/>
              </a:defRPr>
            </a:pPr>
            <a:r>
              <a:rPr sz="1125"/>
              <a:t>+0.7</a:t>
            </a:r>
          </a:p>
        </p:txBody>
      </p:sp>
      <p:sp>
        <p:nvSpPr>
          <p:cNvPr id="90" name="weight-2-0-3">
            <a:extLst>
              <a:ext uri="{FF2B5EF4-FFF2-40B4-BE49-F238E27FC236}">
                <a16:creationId xmlns:a16="http://schemas.microsoft.com/office/drawing/2014/main" id="{2A79AE65-D264-4A0B-8826-5A903A574D5D}"/>
              </a:ext>
            </a:extLst>
          </p:cNvPr>
          <p:cNvSpPr>
            <a:spLocks noGrp="1"/>
          </p:cNvSpPr>
          <p:nvPr/>
        </p:nvSpPr>
        <p:spPr>
          <a:xfrm>
            <a:off x="5492744" y="3976854"/>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9A5065"/>
                </a:solidFill>
                <a:latin typeface="Nimbus Sans"/>
                <a:ea typeface="Nimbus Sans"/>
                <a:cs typeface="Nimbus Sans"/>
              </a:defRPr>
            </a:defPPr>
            <a:lvl1pPr algn="ctr">
              <a:defRPr sz="1350" b="1">
                <a:solidFill>
                  <a:srgbClr val="9A5065"/>
                </a:solidFill>
                <a:latin typeface="Nimbus Sans"/>
                <a:ea typeface="Nimbus Sans"/>
                <a:cs typeface="Nimbus Sans"/>
              </a:defRPr>
            </a:lvl1pPr>
            <a:lvl2pPr algn="ctr">
              <a:defRPr sz="1350" b="1">
                <a:solidFill>
                  <a:srgbClr val="9A5065"/>
                </a:solidFill>
                <a:latin typeface="Nimbus Sans"/>
                <a:ea typeface="Nimbus Sans"/>
                <a:cs typeface="Nimbus Sans"/>
              </a:defRPr>
            </a:lvl2pPr>
            <a:lvl3pPr algn="ctr">
              <a:defRPr sz="1350" b="1">
                <a:solidFill>
                  <a:srgbClr val="9A5065"/>
                </a:solidFill>
                <a:latin typeface="Nimbus Sans"/>
                <a:ea typeface="Nimbus Sans"/>
                <a:cs typeface="Nimbus Sans"/>
              </a:defRPr>
            </a:lvl3pPr>
            <a:lvl4pPr algn="ctr">
              <a:defRPr sz="1350" b="1">
                <a:solidFill>
                  <a:srgbClr val="9A5065"/>
                </a:solidFill>
                <a:latin typeface="Nimbus Sans"/>
                <a:ea typeface="Nimbus Sans"/>
                <a:cs typeface="Nimbus Sans"/>
              </a:defRPr>
            </a:lvl4pPr>
            <a:lvl5pPr algn="ctr">
              <a:defRPr sz="1350" b="1">
                <a:solidFill>
                  <a:srgbClr val="9A5065"/>
                </a:solidFill>
                <a:latin typeface="Nimbus Sans"/>
                <a:ea typeface="Nimbus Sans"/>
                <a:cs typeface="Nimbus Sans"/>
              </a:defRPr>
            </a:lvl5pPr>
            <a:lvl6pPr algn="ctr">
              <a:defRPr sz="1350" b="1">
                <a:solidFill>
                  <a:srgbClr val="9A5065"/>
                </a:solidFill>
                <a:latin typeface="Nimbus Sans"/>
                <a:ea typeface="Nimbus Sans"/>
                <a:cs typeface="Nimbus Sans"/>
              </a:defRPr>
            </a:lvl6pPr>
            <a:lvl7pPr algn="ctr">
              <a:defRPr sz="1350" b="1">
                <a:solidFill>
                  <a:srgbClr val="9A5065"/>
                </a:solidFill>
                <a:latin typeface="Nimbus Sans"/>
                <a:ea typeface="Nimbus Sans"/>
                <a:cs typeface="Nimbus Sans"/>
              </a:defRPr>
            </a:lvl7pPr>
            <a:lvl8pPr algn="ctr">
              <a:defRPr sz="1350" b="1">
                <a:solidFill>
                  <a:srgbClr val="9A5065"/>
                </a:solidFill>
                <a:latin typeface="Nimbus Sans"/>
                <a:ea typeface="Nimbus Sans"/>
                <a:cs typeface="Nimbus Sans"/>
              </a:defRPr>
            </a:lvl8pPr>
            <a:lvl9pPr algn="ctr">
              <a:defRPr sz="1350" b="1">
                <a:solidFill>
                  <a:srgbClr val="9A5065"/>
                </a:solidFill>
                <a:latin typeface="Nimbus Sans"/>
                <a:ea typeface="Nimbus Sans"/>
                <a:cs typeface="Nimbus Sans"/>
              </a:defRPr>
            </a:lvl9pPr>
          </a:lstStyle>
          <a:p>
            <a:pPr algn="ctr">
              <a:defRPr sz="1350" b="1">
                <a:solidFill>
                  <a:srgbClr val="9A5065"/>
                </a:solidFill>
                <a:latin typeface="Nimbus Sans"/>
                <a:ea typeface="Nimbus Sans"/>
                <a:cs typeface="Nimbus Sans"/>
              </a:defRPr>
            </a:pPr>
            <a:r>
              <a:rPr sz="1125"/>
              <a:t>−0.2</a:t>
            </a:r>
          </a:p>
        </p:txBody>
      </p:sp>
      <p:sp>
        <p:nvSpPr>
          <p:cNvPr id="91" name="weight-2-1-3">
            <a:extLst>
              <a:ext uri="{FF2B5EF4-FFF2-40B4-BE49-F238E27FC236}">
                <a16:creationId xmlns:a16="http://schemas.microsoft.com/office/drawing/2014/main" id="{254E9550-C5FB-41E6-B415-A4FE974EFC95}"/>
              </a:ext>
            </a:extLst>
          </p:cNvPr>
          <p:cNvSpPr>
            <a:spLocks noGrp="1"/>
          </p:cNvSpPr>
          <p:nvPr/>
        </p:nvSpPr>
        <p:spPr>
          <a:xfrm>
            <a:off x="5615496" y="4677147"/>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236C7A"/>
                </a:solidFill>
                <a:latin typeface="Nimbus Sans"/>
                <a:ea typeface="Nimbus Sans"/>
                <a:cs typeface="Nimbus Sans"/>
              </a:defRPr>
            </a:defPPr>
            <a:lvl1pPr algn="ctr">
              <a:defRPr sz="1350" b="1">
                <a:solidFill>
                  <a:srgbClr val="236C7A"/>
                </a:solidFill>
                <a:latin typeface="Nimbus Sans"/>
                <a:ea typeface="Nimbus Sans"/>
                <a:cs typeface="Nimbus Sans"/>
              </a:defRPr>
            </a:lvl1pPr>
            <a:lvl2pPr algn="ctr">
              <a:defRPr sz="1350" b="1">
                <a:solidFill>
                  <a:srgbClr val="236C7A"/>
                </a:solidFill>
                <a:latin typeface="Nimbus Sans"/>
                <a:ea typeface="Nimbus Sans"/>
                <a:cs typeface="Nimbus Sans"/>
              </a:defRPr>
            </a:lvl2pPr>
            <a:lvl3pPr algn="ctr">
              <a:defRPr sz="1350" b="1">
                <a:solidFill>
                  <a:srgbClr val="236C7A"/>
                </a:solidFill>
                <a:latin typeface="Nimbus Sans"/>
                <a:ea typeface="Nimbus Sans"/>
                <a:cs typeface="Nimbus Sans"/>
              </a:defRPr>
            </a:lvl3pPr>
            <a:lvl4pPr algn="ctr">
              <a:defRPr sz="1350" b="1">
                <a:solidFill>
                  <a:srgbClr val="236C7A"/>
                </a:solidFill>
                <a:latin typeface="Nimbus Sans"/>
                <a:ea typeface="Nimbus Sans"/>
                <a:cs typeface="Nimbus Sans"/>
              </a:defRPr>
            </a:lvl4pPr>
            <a:lvl5pPr algn="ctr">
              <a:defRPr sz="1350" b="1">
                <a:solidFill>
                  <a:srgbClr val="236C7A"/>
                </a:solidFill>
                <a:latin typeface="Nimbus Sans"/>
                <a:ea typeface="Nimbus Sans"/>
                <a:cs typeface="Nimbus Sans"/>
              </a:defRPr>
            </a:lvl5pPr>
            <a:lvl6pPr algn="ctr">
              <a:defRPr sz="1350" b="1">
                <a:solidFill>
                  <a:srgbClr val="236C7A"/>
                </a:solidFill>
                <a:latin typeface="Nimbus Sans"/>
                <a:ea typeface="Nimbus Sans"/>
                <a:cs typeface="Nimbus Sans"/>
              </a:defRPr>
            </a:lvl6pPr>
            <a:lvl7pPr algn="ctr">
              <a:defRPr sz="1350" b="1">
                <a:solidFill>
                  <a:srgbClr val="236C7A"/>
                </a:solidFill>
                <a:latin typeface="Nimbus Sans"/>
                <a:ea typeface="Nimbus Sans"/>
                <a:cs typeface="Nimbus Sans"/>
              </a:defRPr>
            </a:lvl7pPr>
            <a:lvl8pPr algn="ctr">
              <a:defRPr sz="1350" b="1">
                <a:solidFill>
                  <a:srgbClr val="236C7A"/>
                </a:solidFill>
                <a:latin typeface="Nimbus Sans"/>
                <a:ea typeface="Nimbus Sans"/>
                <a:cs typeface="Nimbus Sans"/>
              </a:defRPr>
            </a:lvl8pPr>
            <a:lvl9pPr algn="ctr">
              <a:defRPr sz="1350" b="1">
                <a:solidFill>
                  <a:srgbClr val="236C7A"/>
                </a:solidFill>
                <a:latin typeface="Nimbus Sans"/>
                <a:ea typeface="Nimbus Sans"/>
                <a:cs typeface="Nimbus Sans"/>
              </a:defRPr>
            </a:lvl9pPr>
          </a:lstStyle>
          <a:p>
            <a:pPr algn="ctr">
              <a:defRPr sz="1350" b="1">
                <a:solidFill>
                  <a:srgbClr val="236C7A"/>
                </a:solidFill>
                <a:latin typeface="Nimbus Sans"/>
                <a:ea typeface="Nimbus Sans"/>
                <a:cs typeface="Nimbus Sans"/>
              </a:defRPr>
            </a:pPr>
            <a:r>
              <a:rPr sz="1125"/>
              <a:t>+0.3</a:t>
            </a:r>
          </a:p>
        </p:txBody>
      </p:sp>
      <p:sp>
        <p:nvSpPr>
          <p:cNvPr id="92" name="weight-3-0-0">
            <a:extLst>
              <a:ext uri="{FF2B5EF4-FFF2-40B4-BE49-F238E27FC236}">
                <a16:creationId xmlns:a16="http://schemas.microsoft.com/office/drawing/2014/main" id="{B250200D-CDA0-4BA0-B628-FCA17AD0DB46}"/>
              </a:ext>
            </a:extLst>
          </p:cNvPr>
          <p:cNvSpPr>
            <a:spLocks noGrp="1"/>
          </p:cNvSpPr>
          <p:nvPr/>
        </p:nvSpPr>
        <p:spPr>
          <a:xfrm>
            <a:off x="7225738" y="2309486"/>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236C7A"/>
                </a:solidFill>
                <a:latin typeface="Nimbus Sans"/>
                <a:ea typeface="Nimbus Sans"/>
                <a:cs typeface="Nimbus Sans"/>
              </a:defRPr>
            </a:defPPr>
            <a:lvl1pPr algn="ctr">
              <a:defRPr sz="1350" b="1">
                <a:solidFill>
                  <a:srgbClr val="236C7A"/>
                </a:solidFill>
                <a:latin typeface="Nimbus Sans"/>
                <a:ea typeface="Nimbus Sans"/>
                <a:cs typeface="Nimbus Sans"/>
              </a:defRPr>
            </a:lvl1pPr>
            <a:lvl2pPr algn="ctr">
              <a:defRPr sz="1350" b="1">
                <a:solidFill>
                  <a:srgbClr val="236C7A"/>
                </a:solidFill>
                <a:latin typeface="Nimbus Sans"/>
                <a:ea typeface="Nimbus Sans"/>
                <a:cs typeface="Nimbus Sans"/>
              </a:defRPr>
            </a:lvl2pPr>
            <a:lvl3pPr algn="ctr">
              <a:defRPr sz="1350" b="1">
                <a:solidFill>
                  <a:srgbClr val="236C7A"/>
                </a:solidFill>
                <a:latin typeface="Nimbus Sans"/>
                <a:ea typeface="Nimbus Sans"/>
                <a:cs typeface="Nimbus Sans"/>
              </a:defRPr>
            </a:lvl3pPr>
            <a:lvl4pPr algn="ctr">
              <a:defRPr sz="1350" b="1">
                <a:solidFill>
                  <a:srgbClr val="236C7A"/>
                </a:solidFill>
                <a:latin typeface="Nimbus Sans"/>
                <a:ea typeface="Nimbus Sans"/>
                <a:cs typeface="Nimbus Sans"/>
              </a:defRPr>
            </a:lvl4pPr>
            <a:lvl5pPr algn="ctr">
              <a:defRPr sz="1350" b="1">
                <a:solidFill>
                  <a:srgbClr val="236C7A"/>
                </a:solidFill>
                <a:latin typeface="Nimbus Sans"/>
                <a:ea typeface="Nimbus Sans"/>
                <a:cs typeface="Nimbus Sans"/>
              </a:defRPr>
            </a:lvl5pPr>
            <a:lvl6pPr algn="ctr">
              <a:defRPr sz="1350" b="1">
                <a:solidFill>
                  <a:srgbClr val="236C7A"/>
                </a:solidFill>
                <a:latin typeface="Nimbus Sans"/>
                <a:ea typeface="Nimbus Sans"/>
                <a:cs typeface="Nimbus Sans"/>
              </a:defRPr>
            </a:lvl6pPr>
            <a:lvl7pPr algn="ctr">
              <a:defRPr sz="1350" b="1">
                <a:solidFill>
                  <a:srgbClr val="236C7A"/>
                </a:solidFill>
                <a:latin typeface="Nimbus Sans"/>
                <a:ea typeface="Nimbus Sans"/>
                <a:cs typeface="Nimbus Sans"/>
              </a:defRPr>
            </a:lvl7pPr>
            <a:lvl8pPr algn="ctr">
              <a:defRPr sz="1350" b="1">
                <a:solidFill>
                  <a:srgbClr val="236C7A"/>
                </a:solidFill>
                <a:latin typeface="Nimbus Sans"/>
                <a:ea typeface="Nimbus Sans"/>
                <a:cs typeface="Nimbus Sans"/>
              </a:defRPr>
            </a:lvl8pPr>
            <a:lvl9pPr algn="ctr">
              <a:defRPr sz="1350" b="1">
                <a:solidFill>
                  <a:srgbClr val="236C7A"/>
                </a:solidFill>
                <a:latin typeface="Nimbus Sans"/>
                <a:ea typeface="Nimbus Sans"/>
                <a:cs typeface="Nimbus Sans"/>
              </a:defRPr>
            </a:lvl9pPr>
          </a:lstStyle>
          <a:p>
            <a:pPr algn="ctr">
              <a:defRPr sz="1350" b="1">
                <a:solidFill>
                  <a:srgbClr val="236C7A"/>
                </a:solidFill>
                <a:latin typeface="Nimbus Sans"/>
                <a:ea typeface="Nimbus Sans"/>
                <a:cs typeface="Nimbus Sans"/>
              </a:defRPr>
            </a:pPr>
            <a:r>
              <a:rPr sz="1125"/>
              <a:t>+0.1</a:t>
            </a:r>
          </a:p>
        </p:txBody>
      </p:sp>
      <p:sp>
        <p:nvSpPr>
          <p:cNvPr id="93" name="weight-3-1-0">
            <a:extLst>
              <a:ext uri="{FF2B5EF4-FFF2-40B4-BE49-F238E27FC236}">
                <a16:creationId xmlns:a16="http://schemas.microsoft.com/office/drawing/2014/main" id="{3033362B-EB7B-4BAC-9461-3610188CAA42}"/>
              </a:ext>
            </a:extLst>
          </p:cNvPr>
          <p:cNvSpPr>
            <a:spLocks noGrp="1"/>
          </p:cNvSpPr>
          <p:nvPr/>
        </p:nvSpPr>
        <p:spPr>
          <a:xfrm>
            <a:off x="7858753" y="2566889"/>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236C7A"/>
                </a:solidFill>
                <a:latin typeface="Nimbus Sans"/>
                <a:ea typeface="Nimbus Sans"/>
                <a:cs typeface="Nimbus Sans"/>
              </a:defRPr>
            </a:defPPr>
            <a:lvl1pPr algn="ctr">
              <a:defRPr sz="1350" b="1">
                <a:solidFill>
                  <a:srgbClr val="236C7A"/>
                </a:solidFill>
                <a:latin typeface="Nimbus Sans"/>
                <a:ea typeface="Nimbus Sans"/>
                <a:cs typeface="Nimbus Sans"/>
              </a:defRPr>
            </a:lvl1pPr>
            <a:lvl2pPr algn="ctr">
              <a:defRPr sz="1350" b="1">
                <a:solidFill>
                  <a:srgbClr val="236C7A"/>
                </a:solidFill>
                <a:latin typeface="Nimbus Sans"/>
                <a:ea typeface="Nimbus Sans"/>
                <a:cs typeface="Nimbus Sans"/>
              </a:defRPr>
            </a:lvl2pPr>
            <a:lvl3pPr algn="ctr">
              <a:defRPr sz="1350" b="1">
                <a:solidFill>
                  <a:srgbClr val="236C7A"/>
                </a:solidFill>
                <a:latin typeface="Nimbus Sans"/>
                <a:ea typeface="Nimbus Sans"/>
                <a:cs typeface="Nimbus Sans"/>
              </a:defRPr>
            </a:lvl3pPr>
            <a:lvl4pPr algn="ctr">
              <a:defRPr sz="1350" b="1">
                <a:solidFill>
                  <a:srgbClr val="236C7A"/>
                </a:solidFill>
                <a:latin typeface="Nimbus Sans"/>
                <a:ea typeface="Nimbus Sans"/>
                <a:cs typeface="Nimbus Sans"/>
              </a:defRPr>
            </a:lvl4pPr>
            <a:lvl5pPr algn="ctr">
              <a:defRPr sz="1350" b="1">
                <a:solidFill>
                  <a:srgbClr val="236C7A"/>
                </a:solidFill>
                <a:latin typeface="Nimbus Sans"/>
                <a:ea typeface="Nimbus Sans"/>
                <a:cs typeface="Nimbus Sans"/>
              </a:defRPr>
            </a:lvl5pPr>
            <a:lvl6pPr algn="ctr">
              <a:defRPr sz="1350" b="1">
                <a:solidFill>
                  <a:srgbClr val="236C7A"/>
                </a:solidFill>
                <a:latin typeface="Nimbus Sans"/>
                <a:ea typeface="Nimbus Sans"/>
                <a:cs typeface="Nimbus Sans"/>
              </a:defRPr>
            </a:lvl6pPr>
            <a:lvl7pPr algn="ctr">
              <a:defRPr sz="1350" b="1">
                <a:solidFill>
                  <a:srgbClr val="236C7A"/>
                </a:solidFill>
                <a:latin typeface="Nimbus Sans"/>
                <a:ea typeface="Nimbus Sans"/>
                <a:cs typeface="Nimbus Sans"/>
              </a:defRPr>
            </a:lvl7pPr>
            <a:lvl8pPr algn="ctr">
              <a:defRPr sz="1350" b="1">
                <a:solidFill>
                  <a:srgbClr val="236C7A"/>
                </a:solidFill>
                <a:latin typeface="Nimbus Sans"/>
                <a:ea typeface="Nimbus Sans"/>
                <a:cs typeface="Nimbus Sans"/>
              </a:defRPr>
            </a:lvl8pPr>
            <a:lvl9pPr algn="ctr">
              <a:defRPr sz="1350" b="1">
                <a:solidFill>
                  <a:srgbClr val="236C7A"/>
                </a:solidFill>
                <a:latin typeface="Nimbus Sans"/>
                <a:ea typeface="Nimbus Sans"/>
                <a:cs typeface="Nimbus Sans"/>
              </a:defRPr>
            </a:lvl9pPr>
          </a:lstStyle>
          <a:p>
            <a:pPr algn="ctr">
              <a:defRPr sz="1350" b="1">
                <a:solidFill>
                  <a:srgbClr val="236C7A"/>
                </a:solidFill>
                <a:latin typeface="Nimbus Sans"/>
                <a:ea typeface="Nimbus Sans"/>
                <a:cs typeface="Nimbus Sans"/>
              </a:defRPr>
            </a:pPr>
            <a:r>
              <a:rPr sz="1125"/>
              <a:t>+0.6</a:t>
            </a:r>
          </a:p>
        </p:txBody>
      </p:sp>
      <p:sp>
        <p:nvSpPr>
          <p:cNvPr id="94" name="weight-3-2-0">
            <a:extLst>
              <a:ext uri="{FF2B5EF4-FFF2-40B4-BE49-F238E27FC236}">
                <a16:creationId xmlns:a16="http://schemas.microsoft.com/office/drawing/2014/main" id="{B8FA1DF0-B99A-44F9-B5EB-46EFABBEC8F2}"/>
              </a:ext>
            </a:extLst>
          </p:cNvPr>
          <p:cNvSpPr>
            <a:spLocks noGrp="1"/>
          </p:cNvSpPr>
          <p:nvPr/>
        </p:nvSpPr>
        <p:spPr>
          <a:xfrm>
            <a:off x="7898471" y="2867248"/>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9A5065"/>
                </a:solidFill>
                <a:latin typeface="Nimbus Sans"/>
                <a:ea typeface="Nimbus Sans"/>
                <a:cs typeface="Nimbus Sans"/>
              </a:defRPr>
            </a:defPPr>
            <a:lvl1pPr algn="ctr">
              <a:defRPr sz="1350" b="1">
                <a:solidFill>
                  <a:srgbClr val="9A5065"/>
                </a:solidFill>
                <a:latin typeface="Nimbus Sans"/>
                <a:ea typeface="Nimbus Sans"/>
                <a:cs typeface="Nimbus Sans"/>
              </a:defRPr>
            </a:lvl1pPr>
            <a:lvl2pPr algn="ctr">
              <a:defRPr sz="1350" b="1">
                <a:solidFill>
                  <a:srgbClr val="9A5065"/>
                </a:solidFill>
                <a:latin typeface="Nimbus Sans"/>
                <a:ea typeface="Nimbus Sans"/>
                <a:cs typeface="Nimbus Sans"/>
              </a:defRPr>
            </a:lvl2pPr>
            <a:lvl3pPr algn="ctr">
              <a:defRPr sz="1350" b="1">
                <a:solidFill>
                  <a:srgbClr val="9A5065"/>
                </a:solidFill>
                <a:latin typeface="Nimbus Sans"/>
                <a:ea typeface="Nimbus Sans"/>
                <a:cs typeface="Nimbus Sans"/>
              </a:defRPr>
            </a:lvl3pPr>
            <a:lvl4pPr algn="ctr">
              <a:defRPr sz="1350" b="1">
                <a:solidFill>
                  <a:srgbClr val="9A5065"/>
                </a:solidFill>
                <a:latin typeface="Nimbus Sans"/>
                <a:ea typeface="Nimbus Sans"/>
                <a:cs typeface="Nimbus Sans"/>
              </a:defRPr>
            </a:lvl4pPr>
            <a:lvl5pPr algn="ctr">
              <a:defRPr sz="1350" b="1">
                <a:solidFill>
                  <a:srgbClr val="9A5065"/>
                </a:solidFill>
                <a:latin typeface="Nimbus Sans"/>
                <a:ea typeface="Nimbus Sans"/>
                <a:cs typeface="Nimbus Sans"/>
              </a:defRPr>
            </a:lvl5pPr>
            <a:lvl6pPr algn="ctr">
              <a:defRPr sz="1350" b="1">
                <a:solidFill>
                  <a:srgbClr val="9A5065"/>
                </a:solidFill>
                <a:latin typeface="Nimbus Sans"/>
                <a:ea typeface="Nimbus Sans"/>
                <a:cs typeface="Nimbus Sans"/>
              </a:defRPr>
            </a:lvl6pPr>
            <a:lvl7pPr algn="ctr">
              <a:defRPr sz="1350" b="1">
                <a:solidFill>
                  <a:srgbClr val="9A5065"/>
                </a:solidFill>
                <a:latin typeface="Nimbus Sans"/>
                <a:ea typeface="Nimbus Sans"/>
                <a:cs typeface="Nimbus Sans"/>
              </a:defRPr>
            </a:lvl7pPr>
            <a:lvl8pPr algn="ctr">
              <a:defRPr sz="1350" b="1">
                <a:solidFill>
                  <a:srgbClr val="9A5065"/>
                </a:solidFill>
                <a:latin typeface="Nimbus Sans"/>
                <a:ea typeface="Nimbus Sans"/>
                <a:cs typeface="Nimbus Sans"/>
              </a:defRPr>
            </a:lvl8pPr>
            <a:lvl9pPr algn="ctr">
              <a:defRPr sz="1350" b="1">
                <a:solidFill>
                  <a:srgbClr val="9A5065"/>
                </a:solidFill>
                <a:latin typeface="Nimbus Sans"/>
                <a:ea typeface="Nimbus Sans"/>
                <a:cs typeface="Nimbus Sans"/>
              </a:defRPr>
            </a:lvl9pPr>
          </a:lstStyle>
          <a:p>
            <a:pPr algn="ctr">
              <a:defRPr sz="1350" b="1">
                <a:solidFill>
                  <a:srgbClr val="9A5065"/>
                </a:solidFill>
                <a:latin typeface="Nimbus Sans"/>
                <a:ea typeface="Nimbus Sans"/>
                <a:cs typeface="Nimbus Sans"/>
              </a:defRPr>
            </a:pPr>
            <a:r>
              <a:rPr sz="1125"/>
              <a:t>−0.1</a:t>
            </a:r>
          </a:p>
        </p:txBody>
      </p:sp>
      <p:sp>
        <p:nvSpPr>
          <p:cNvPr id="95" name="weight-3-3-0">
            <a:extLst>
              <a:ext uri="{FF2B5EF4-FFF2-40B4-BE49-F238E27FC236}">
                <a16:creationId xmlns:a16="http://schemas.microsoft.com/office/drawing/2014/main" id="{DF39DC38-341E-4979-B487-CC5A3EB34BAD}"/>
              </a:ext>
            </a:extLst>
          </p:cNvPr>
          <p:cNvSpPr>
            <a:spLocks noGrp="1"/>
          </p:cNvSpPr>
          <p:nvPr/>
        </p:nvSpPr>
        <p:spPr>
          <a:xfrm>
            <a:off x="7865123" y="3231646"/>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9A5065"/>
                </a:solidFill>
                <a:latin typeface="Nimbus Sans"/>
                <a:ea typeface="Nimbus Sans"/>
                <a:cs typeface="Nimbus Sans"/>
              </a:defRPr>
            </a:defPPr>
            <a:lvl1pPr algn="ctr">
              <a:defRPr sz="1350" b="1">
                <a:solidFill>
                  <a:srgbClr val="9A5065"/>
                </a:solidFill>
                <a:latin typeface="Nimbus Sans"/>
                <a:ea typeface="Nimbus Sans"/>
                <a:cs typeface="Nimbus Sans"/>
              </a:defRPr>
            </a:lvl1pPr>
            <a:lvl2pPr algn="ctr">
              <a:defRPr sz="1350" b="1">
                <a:solidFill>
                  <a:srgbClr val="9A5065"/>
                </a:solidFill>
                <a:latin typeface="Nimbus Sans"/>
                <a:ea typeface="Nimbus Sans"/>
                <a:cs typeface="Nimbus Sans"/>
              </a:defRPr>
            </a:lvl2pPr>
            <a:lvl3pPr algn="ctr">
              <a:defRPr sz="1350" b="1">
                <a:solidFill>
                  <a:srgbClr val="9A5065"/>
                </a:solidFill>
                <a:latin typeface="Nimbus Sans"/>
                <a:ea typeface="Nimbus Sans"/>
                <a:cs typeface="Nimbus Sans"/>
              </a:defRPr>
            </a:lvl3pPr>
            <a:lvl4pPr algn="ctr">
              <a:defRPr sz="1350" b="1">
                <a:solidFill>
                  <a:srgbClr val="9A5065"/>
                </a:solidFill>
                <a:latin typeface="Nimbus Sans"/>
                <a:ea typeface="Nimbus Sans"/>
                <a:cs typeface="Nimbus Sans"/>
              </a:defRPr>
            </a:lvl4pPr>
            <a:lvl5pPr algn="ctr">
              <a:defRPr sz="1350" b="1">
                <a:solidFill>
                  <a:srgbClr val="9A5065"/>
                </a:solidFill>
                <a:latin typeface="Nimbus Sans"/>
                <a:ea typeface="Nimbus Sans"/>
                <a:cs typeface="Nimbus Sans"/>
              </a:defRPr>
            </a:lvl5pPr>
            <a:lvl6pPr algn="ctr">
              <a:defRPr sz="1350" b="1">
                <a:solidFill>
                  <a:srgbClr val="9A5065"/>
                </a:solidFill>
                <a:latin typeface="Nimbus Sans"/>
                <a:ea typeface="Nimbus Sans"/>
                <a:cs typeface="Nimbus Sans"/>
              </a:defRPr>
            </a:lvl6pPr>
            <a:lvl7pPr algn="ctr">
              <a:defRPr sz="1350" b="1">
                <a:solidFill>
                  <a:srgbClr val="9A5065"/>
                </a:solidFill>
                <a:latin typeface="Nimbus Sans"/>
                <a:ea typeface="Nimbus Sans"/>
                <a:cs typeface="Nimbus Sans"/>
              </a:defRPr>
            </a:lvl7pPr>
            <a:lvl8pPr algn="ctr">
              <a:defRPr sz="1350" b="1">
                <a:solidFill>
                  <a:srgbClr val="9A5065"/>
                </a:solidFill>
                <a:latin typeface="Nimbus Sans"/>
                <a:ea typeface="Nimbus Sans"/>
                <a:cs typeface="Nimbus Sans"/>
              </a:defRPr>
            </a:lvl8pPr>
            <a:lvl9pPr algn="ctr">
              <a:defRPr sz="1350" b="1">
                <a:solidFill>
                  <a:srgbClr val="9A5065"/>
                </a:solidFill>
                <a:latin typeface="Nimbus Sans"/>
                <a:ea typeface="Nimbus Sans"/>
                <a:cs typeface="Nimbus Sans"/>
              </a:defRPr>
            </a:lvl9pPr>
          </a:lstStyle>
          <a:p>
            <a:pPr algn="ctr">
              <a:defRPr sz="1350" b="1">
                <a:solidFill>
                  <a:srgbClr val="9A5065"/>
                </a:solidFill>
                <a:latin typeface="Nimbus Sans"/>
                <a:ea typeface="Nimbus Sans"/>
                <a:cs typeface="Nimbus Sans"/>
              </a:defRPr>
            </a:pPr>
            <a:r>
              <a:rPr sz="1125"/>
              <a:t>−0.5</a:t>
            </a:r>
          </a:p>
        </p:txBody>
      </p:sp>
      <p:sp>
        <p:nvSpPr>
          <p:cNvPr id="96" name="weight-3-0-1">
            <a:extLst>
              <a:ext uri="{FF2B5EF4-FFF2-40B4-BE49-F238E27FC236}">
                <a16:creationId xmlns:a16="http://schemas.microsoft.com/office/drawing/2014/main" id="{FE622B92-7485-4547-8DE3-5B4830D769BE}"/>
              </a:ext>
            </a:extLst>
          </p:cNvPr>
          <p:cNvSpPr>
            <a:spLocks noGrp="1"/>
          </p:cNvSpPr>
          <p:nvPr/>
        </p:nvSpPr>
        <p:spPr>
          <a:xfrm>
            <a:off x="7313904" y="2591690"/>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9A5065"/>
                </a:solidFill>
                <a:latin typeface="Nimbus Sans"/>
                <a:ea typeface="Nimbus Sans"/>
                <a:cs typeface="Nimbus Sans"/>
              </a:defRPr>
            </a:defPPr>
            <a:lvl1pPr algn="ctr">
              <a:defRPr sz="1350" b="1">
                <a:solidFill>
                  <a:srgbClr val="9A5065"/>
                </a:solidFill>
                <a:latin typeface="Nimbus Sans"/>
                <a:ea typeface="Nimbus Sans"/>
                <a:cs typeface="Nimbus Sans"/>
              </a:defRPr>
            </a:lvl1pPr>
            <a:lvl2pPr algn="ctr">
              <a:defRPr sz="1350" b="1">
                <a:solidFill>
                  <a:srgbClr val="9A5065"/>
                </a:solidFill>
                <a:latin typeface="Nimbus Sans"/>
                <a:ea typeface="Nimbus Sans"/>
                <a:cs typeface="Nimbus Sans"/>
              </a:defRPr>
            </a:lvl2pPr>
            <a:lvl3pPr algn="ctr">
              <a:defRPr sz="1350" b="1">
                <a:solidFill>
                  <a:srgbClr val="9A5065"/>
                </a:solidFill>
                <a:latin typeface="Nimbus Sans"/>
                <a:ea typeface="Nimbus Sans"/>
                <a:cs typeface="Nimbus Sans"/>
              </a:defRPr>
            </a:lvl3pPr>
            <a:lvl4pPr algn="ctr">
              <a:defRPr sz="1350" b="1">
                <a:solidFill>
                  <a:srgbClr val="9A5065"/>
                </a:solidFill>
                <a:latin typeface="Nimbus Sans"/>
                <a:ea typeface="Nimbus Sans"/>
                <a:cs typeface="Nimbus Sans"/>
              </a:defRPr>
            </a:lvl4pPr>
            <a:lvl5pPr algn="ctr">
              <a:defRPr sz="1350" b="1">
                <a:solidFill>
                  <a:srgbClr val="9A5065"/>
                </a:solidFill>
                <a:latin typeface="Nimbus Sans"/>
                <a:ea typeface="Nimbus Sans"/>
                <a:cs typeface="Nimbus Sans"/>
              </a:defRPr>
            </a:lvl5pPr>
            <a:lvl6pPr algn="ctr">
              <a:defRPr sz="1350" b="1">
                <a:solidFill>
                  <a:srgbClr val="9A5065"/>
                </a:solidFill>
                <a:latin typeface="Nimbus Sans"/>
                <a:ea typeface="Nimbus Sans"/>
                <a:cs typeface="Nimbus Sans"/>
              </a:defRPr>
            </a:lvl6pPr>
            <a:lvl7pPr algn="ctr">
              <a:defRPr sz="1350" b="1">
                <a:solidFill>
                  <a:srgbClr val="9A5065"/>
                </a:solidFill>
                <a:latin typeface="Nimbus Sans"/>
                <a:ea typeface="Nimbus Sans"/>
                <a:cs typeface="Nimbus Sans"/>
              </a:defRPr>
            </a:lvl7pPr>
            <a:lvl8pPr algn="ctr">
              <a:defRPr sz="1350" b="1">
                <a:solidFill>
                  <a:srgbClr val="9A5065"/>
                </a:solidFill>
                <a:latin typeface="Nimbus Sans"/>
                <a:ea typeface="Nimbus Sans"/>
                <a:cs typeface="Nimbus Sans"/>
              </a:defRPr>
            </a:lvl8pPr>
            <a:lvl9pPr algn="ctr">
              <a:defRPr sz="1350" b="1">
                <a:solidFill>
                  <a:srgbClr val="9A5065"/>
                </a:solidFill>
                <a:latin typeface="Nimbus Sans"/>
                <a:ea typeface="Nimbus Sans"/>
                <a:cs typeface="Nimbus Sans"/>
              </a:defRPr>
            </a:lvl9pPr>
          </a:lstStyle>
          <a:p>
            <a:pPr algn="ctr">
              <a:defRPr sz="1350" b="1">
                <a:solidFill>
                  <a:srgbClr val="9A5065"/>
                </a:solidFill>
                <a:latin typeface="Nimbus Sans"/>
                <a:ea typeface="Nimbus Sans"/>
                <a:cs typeface="Nimbus Sans"/>
              </a:defRPr>
            </a:pPr>
            <a:r>
              <a:rPr sz="1125"/>
              <a:t>−0.2</a:t>
            </a:r>
          </a:p>
        </p:txBody>
      </p:sp>
      <p:sp>
        <p:nvSpPr>
          <p:cNvPr id="97" name="weight-3-1-1">
            <a:extLst>
              <a:ext uri="{FF2B5EF4-FFF2-40B4-BE49-F238E27FC236}">
                <a16:creationId xmlns:a16="http://schemas.microsoft.com/office/drawing/2014/main" id="{BDD77544-9292-45B2-9EF0-0532C1F72179}"/>
              </a:ext>
            </a:extLst>
          </p:cNvPr>
          <p:cNvSpPr>
            <a:spLocks noGrp="1"/>
          </p:cNvSpPr>
          <p:nvPr/>
        </p:nvSpPr>
        <p:spPr>
          <a:xfrm>
            <a:off x="7172584" y="3164980"/>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236C7A"/>
                </a:solidFill>
                <a:latin typeface="Nimbus Sans"/>
                <a:ea typeface="Nimbus Sans"/>
                <a:cs typeface="Nimbus Sans"/>
              </a:defRPr>
            </a:defPPr>
            <a:lvl1pPr algn="ctr">
              <a:defRPr sz="1350" b="1">
                <a:solidFill>
                  <a:srgbClr val="236C7A"/>
                </a:solidFill>
                <a:latin typeface="Nimbus Sans"/>
                <a:ea typeface="Nimbus Sans"/>
                <a:cs typeface="Nimbus Sans"/>
              </a:defRPr>
            </a:lvl1pPr>
            <a:lvl2pPr algn="ctr">
              <a:defRPr sz="1350" b="1">
                <a:solidFill>
                  <a:srgbClr val="236C7A"/>
                </a:solidFill>
                <a:latin typeface="Nimbus Sans"/>
                <a:ea typeface="Nimbus Sans"/>
                <a:cs typeface="Nimbus Sans"/>
              </a:defRPr>
            </a:lvl2pPr>
            <a:lvl3pPr algn="ctr">
              <a:defRPr sz="1350" b="1">
                <a:solidFill>
                  <a:srgbClr val="236C7A"/>
                </a:solidFill>
                <a:latin typeface="Nimbus Sans"/>
                <a:ea typeface="Nimbus Sans"/>
                <a:cs typeface="Nimbus Sans"/>
              </a:defRPr>
            </a:lvl3pPr>
            <a:lvl4pPr algn="ctr">
              <a:defRPr sz="1350" b="1">
                <a:solidFill>
                  <a:srgbClr val="236C7A"/>
                </a:solidFill>
                <a:latin typeface="Nimbus Sans"/>
                <a:ea typeface="Nimbus Sans"/>
                <a:cs typeface="Nimbus Sans"/>
              </a:defRPr>
            </a:lvl4pPr>
            <a:lvl5pPr algn="ctr">
              <a:defRPr sz="1350" b="1">
                <a:solidFill>
                  <a:srgbClr val="236C7A"/>
                </a:solidFill>
                <a:latin typeface="Nimbus Sans"/>
                <a:ea typeface="Nimbus Sans"/>
                <a:cs typeface="Nimbus Sans"/>
              </a:defRPr>
            </a:lvl5pPr>
            <a:lvl6pPr algn="ctr">
              <a:defRPr sz="1350" b="1">
                <a:solidFill>
                  <a:srgbClr val="236C7A"/>
                </a:solidFill>
                <a:latin typeface="Nimbus Sans"/>
                <a:ea typeface="Nimbus Sans"/>
                <a:cs typeface="Nimbus Sans"/>
              </a:defRPr>
            </a:lvl6pPr>
            <a:lvl7pPr algn="ctr">
              <a:defRPr sz="1350" b="1">
                <a:solidFill>
                  <a:srgbClr val="236C7A"/>
                </a:solidFill>
                <a:latin typeface="Nimbus Sans"/>
                <a:ea typeface="Nimbus Sans"/>
                <a:cs typeface="Nimbus Sans"/>
              </a:defRPr>
            </a:lvl7pPr>
            <a:lvl8pPr algn="ctr">
              <a:defRPr sz="1350" b="1">
                <a:solidFill>
                  <a:srgbClr val="236C7A"/>
                </a:solidFill>
                <a:latin typeface="Nimbus Sans"/>
                <a:ea typeface="Nimbus Sans"/>
                <a:cs typeface="Nimbus Sans"/>
              </a:defRPr>
            </a:lvl8pPr>
            <a:lvl9pPr algn="ctr">
              <a:defRPr sz="1350" b="1">
                <a:solidFill>
                  <a:srgbClr val="236C7A"/>
                </a:solidFill>
                <a:latin typeface="Nimbus Sans"/>
                <a:ea typeface="Nimbus Sans"/>
                <a:cs typeface="Nimbus Sans"/>
              </a:defRPr>
            </a:lvl9pPr>
          </a:lstStyle>
          <a:p>
            <a:pPr algn="ctr">
              <a:defRPr sz="1350" b="1">
                <a:solidFill>
                  <a:srgbClr val="236C7A"/>
                </a:solidFill>
                <a:latin typeface="Nimbus Sans"/>
                <a:ea typeface="Nimbus Sans"/>
                <a:cs typeface="Nimbus Sans"/>
              </a:defRPr>
            </a:pPr>
            <a:r>
              <a:rPr sz="1125"/>
              <a:t>+0.8</a:t>
            </a:r>
          </a:p>
        </p:txBody>
      </p:sp>
      <p:sp>
        <p:nvSpPr>
          <p:cNvPr id="98" name="weight-3-2-1">
            <a:extLst>
              <a:ext uri="{FF2B5EF4-FFF2-40B4-BE49-F238E27FC236}">
                <a16:creationId xmlns:a16="http://schemas.microsoft.com/office/drawing/2014/main" id="{E2A5651C-4937-4B37-910F-E0C7CF4D9B93}"/>
              </a:ext>
            </a:extLst>
          </p:cNvPr>
          <p:cNvSpPr>
            <a:spLocks noGrp="1"/>
          </p:cNvSpPr>
          <p:nvPr/>
        </p:nvSpPr>
        <p:spPr>
          <a:xfrm>
            <a:off x="7320755" y="3689054"/>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236C7A"/>
                </a:solidFill>
                <a:latin typeface="Nimbus Sans"/>
                <a:ea typeface="Nimbus Sans"/>
                <a:cs typeface="Nimbus Sans"/>
              </a:defRPr>
            </a:defPPr>
            <a:lvl1pPr algn="ctr">
              <a:defRPr sz="1350" b="1">
                <a:solidFill>
                  <a:srgbClr val="236C7A"/>
                </a:solidFill>
                <a:latin typeface="Nimbus Sans"/>
                <a:ea typeface="Nimbus Sans"/>
                <a:cs typeface="Nimbus Sans"/>
              </a:defRPr>
            </a:lvl1pPr>
            <a:lvl2pPr algn="ctr">
              <a:defRPr sz="1350" b="1">
                <a:solidFill>
                  <a:srgbClr val="236C7A"/>
                </a:solidFill>
                <a:latin typeface="Nimbus Sans"/>
                <a:ea typeface="Nimbus Sans"/>
                <a:cs typeface="Nimbus Sans"/>
              </a:defRPr>
            </a:lvl2pPr>
            <a:lvl3pPr algn="ctr">
              <a:defRPr sz="1350" b="1">
                <a:solidFill>
                  <a:srgbClr val="236C7A"/>
                </a:solidFill>
                <a:latin typeface="Nimbus Sans"/>
                <a:ea typeface="Nimbus Sans"/>
                <a:cs typeface="Nimbus Sans"/>
              </a:defRPr>
            </a:lvl3pPr>
            <a:lvl4pPr algn="ctr">
              <a:defRPr sz="1350" b="1">
                <a:solidFill>
                  <a:srgbClr val="236C7A"/>
                </a:solidFill>
                <a:latin typeface="Nimbus Sans"/>
                <a:ea typeface="Nimbus Sans"/>
                <a:cs typeface="Nimbus Sans"/>
              </a:defRPr>
            </a:lvl4pPr>
            <a:lvl5pPr algn="ctr">
              <a:defRPr sz="1350" b="1">
                <a:solidFill>
                  <a:srgbClr val="236C7A"/>
                </a:solidFill>
                <a:latin typeface="Nimbus Sans"/>
                <a:ea typeface="Nimbus Sans"/>
                <a:cs typeface="Nimbus Sans"/>
              </a:defRPr>
            </a:lvl5pPr>
            <a:lvl6pPr algn="ctr">
              <a:defRPr sz="1350" b="1">
                <a:solidFill>
                  <a:srgbClr val="236C7A"/>
                </a:solidFill>
                <a:latin typeface="Nimbus Sans"/>
                <a:ea typeface="Nimbus Sans"/>
                <a:cs typeface="Nimbus Sans"/>
              </a:defRPr>
            </a:lvl6pPr>
            <a:lvl7pPr algn="ctr">
              <a:defRPr sz="1350" b="1">
                <a:solidFill>
                  <a:srgbClr val="236C7A"/>
                </a:solidFill>
                <a:latin typeface="Nimbus Sans"/>
                <a:ea typeface="Nimbus Sans"/>
                <a:cs typeface="Nimbus Sans"/>
              </a:defRPr>
            </a:lvl7pPr>
            <a:lvl8pPr algn="ctr">
              <a:defRPr sz="1350" b="1">
                <a:solidFill>
                  <a:srgbClr val="236C7A"/>
                </a:solidFill>
                <a:latin typeface="Nimbus Sans"/>
                <a:ea typeface="Nimbus Sans"/>
                <a:cs typeface="Nimbus Sans"/>
              </a:defRPr>
            </a:lvl8pPr>
            <a:lvl9pPr algn="ctr">
              <a:defRPr sz="1350" b="1">
                <a:solidFill>
                  <a:srgbClr val="236C7A"/>
                </a:solidFill>
                <a:latin typeface="Nimbus Sans"/>
                <a:ea typeface="Nimbus Sans"/>
                <a:cs typeface="Nimbus Sans"/>
              </a:defRPr>
            </a:lvl9pPr>
          </a:lstStyle>
          <a:p>
            <a:pPr algn="ctr">
              <a:defRPr sz="1350" b="1">
                <a:solidFill>
                  <a:srgbClr val="236C7A"/>
                </a:solidFill>
                <a:latin typeface="Nimbus Sans"/>
                <a:ea typeface="Nimbus Sans"/>
                <a:cs typeface="Nimbus Sans"/>
              </a:defRPr>
            </a:pPr>
            <a:r>
              <a:rPr sz="1125"/>
              <a:t>+0.2</a:t>
            </a:r>
          </a:p>
        </p:txBody>
      </p:sp>
      <p:sp>
        <p:nvSpPr>
          <p:cNvPr id="99" name="weight-3-3-1">
            <a:extLst>
              <a:ext uri="{FF2B5EF4-FFF2-40B4-BE49-F238E27FC236}">
                <a16:creationId xmlns:a16="http://schemas.microsoft.com/office/drawing/2014/main" id="{B9AF3DDD-A081-4C59-BB08-A9FB1BED15D8}"/>
              </a:ext>
            </a:extLst>
          </p:cNvPr>
          <p:cNvSpPr>
            <a:spLocks noGrp="1"/>
          </p:cNvSpPr>
          <p:nvPr/>
        </p:nvSpPr>
        <p:spPr>
          <a:xfrm>
            <a:off x="7323134" y="4234688"/>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9A5065"/>
                </a:solidFill>
                <a:latin typeface="Nimbus Sans"/>
                <a:ea typeface="Nimbus Sans"/>
                <a:cs typeface="Nimbus Sans"/>
              </a:defRPr>
            </a:defPPr>
            <a:lvl1pPr algn="ctr">
              <a:defRPr sz="1350" b="1">
                <a:solidFill>
                  <a:srgbClr val="9A5065"/>
                </a:solidFill>
                <a:latin typeface="Nimbus Sans"/>
                <a:ea typeface="Nimbus Sans"/>
                <a:cs typeface="Nimbus Sans"/>
              </a:defRPr>
            </a:lvl1pPr>
            <a:lvl2pPr algn="ctr">
              <a:defRPr sz="1350" b="1">
                <a:solidFill>
                  <a:srgbClr val="9A5065"/>
                </a:solidFill>
                <a:latin typeface="Nimbus Sans"/>
                <a:ea typeface="Nimbus Sans"/>
                <a:cs typeface="Nimbus Sans"/>
              </a:defRPr>
            </a:lvl2pPr>
            <a:lvl3pPr algn="ctr">
              <a:defRPr sz="1350" b="1">
                <a:solidFill>
                  <a:srgbClr val="9A5065"/>
                </a:solidFill>
                <a:latin typeface="Nimbus Sans"/>
                <a:ea typeface="Nimbus Sans"/>
                <a:cs typeface="Nimbus Sans"/>
              </a:defRPr>
            </a:lvl3pPr>
            <a:lvl4pPr algn="ctr">
              <a:defRPr sz="1350" b="1">
                <a:solidFill>
                  <a:srgbClr val="9A5065"/>
                </a:solidFill>
                <a:latin typeface="Nimbus Sans"/>
                <a:ea typeface="Nimbus Sans"/>
                <a:cs typeface="Nimbus Sans"/>
              </a:defRPr>
            </a:lvl4pPr>
            <a:lvl5pPr algn="ctr">
              <a:defRPr sz="1350" b="1">
                <a:solidFill>
                  <a:srgbClr val="9A5065"/>
                </a:solidFill>
                <a:latin typeface="Nimbus Sans"/>
                <a:ea typeface="Nimbus Sans"/>
                <a:cs typeface="Nimbus Sans"/>
              </a:defRPr>
            </a:lvl5pPr>
            <a:lvl6pPr algn="ctr">
              <a:defRPr sz="1350" b="1">
                <a:solidFill>
                  <a:srgbClr val="9A5065"/>
                </a:solidFill>
                <a:latin typeface="Nimbus Sans"/>
                <a:ea typeface="Nimbus Sans"/>
                <a:cs typeface="Nimbus Sans"/>
              </a:defRPr>
            </a:lvl6pPr>
            <a:lvl7pPr algn="ctr">
              <a:defRPr sz="1350" b="1">
                <a:solidFill>
                  <a:srgbClr val="9A5065"/>
                </a:solidFill>
                <a:latin typeface="Nimbus Sans"/>
                <a:ea typeface="Nimbus Sans"/>
                <a:cs typeface="Nimbus Sans"/>
              </a:defRPr>
            </a:lvl7pPr>
            <a:lvl8pPr algn="ctr">
              <a:defRPr sz="1350" b="1">
                <a:solidFill>
                  <a:srgbClr val="9A5065"/>
                </a:solidFill>
                <a:latin typeface="Nimbus Sans"/>
                <a:ea typeface="Nimbus Sans"/>
                <a:cs typeface="Nimbus Sans"/>
              </a:defRPr>
            </a:lvl8pPr>
            <a:lvl9pPr algn="ctr">
              <a:defRPr sz="1350" b="1">
                <a:solidFill>
                  <a:srgbClr val="9A5065"/>
                </a:solidFill>
                <a:latin typeface="Nimbus Sans"/>
                <a:ea typeface="Nimbus Sans"/>
                <a:cs typeface="Nimbus Sans"/>
              </a:defRPr>
            </a:lvl9pPr>
          </a:lstStyle>
          <a:p>
            <a:pPr algn="ctr">
              <a:defRPr sz="1350" b="1">
                <a:solidFill>
                  <a:srgbClr val="9A5065"/>
                </a:solidFill>
                <a:latin typeface="Nimbus Sans"/>
                <a:ea typeface="Nimbus Sans"/>
                <a:cs typeface="Nimbus Sans"/>
              </a:defRPr>
            </a:pPr>
            <a:r>
              <a:rPr sz="1125"/>
              <a:t>−0.3</a:t>
            </a:r>
          </a:p>
        </p:txBody>
      </p:sp>
      <p:sp>
        <p:nvSpPr>
          <p:cNvPr id="100" name="weight-3-0-2">
            <a:extLst>
              <a:ext uri="{FF2B5EF4-FFF2-40B4-BE49-F238E27FC236}">
                <a16:creationId xmlns:a16="http://schemas.microsoft.com/office/drawing/2014/main" id="{77ED5A31-C638-4F05-880A-091FD2621E78}"/>
              </a:ext>
            </a:extLst>
          </p:cNvPr>
          <p:cNvSpPr>
            <a:spLocks noGrp="1"/>
          </p:cNvSpPr>
          <p:nvPr/>
        </p:nvSpPr>
        <p:spPr>
          <a:xfrm>
            <a:off x="7234370" y="2838046"/>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236C7A"/>
                </a:solidFill>
                <a:latin typeface="Nimbus Sans"/>
                <a:ea typeface="Nimbus Sans"/>
                <a:cs typeface="Nimbus Sans"/>
              </a:defRPr>
            </a:defPPr>
            <a:lvl1pPr algn="ctr">
              <a:defRPr sz="1350" b="1">
                <a:solidFill>
                  <a:srgbClr val="236C7A"/>
                </a:solidFill>
                <a:latin typeface="Nimbus Sans"/>
                <a:ea typeface="Nimbus Sans"/>
                <a:cs typeface="Nimbus Sans"/>
              </a:defRPr>
            </a:lvl1pPr>
            <a:lvl2pPr algn="ctr">
              <a:defRPr sz="1350" b="1">
                <a:solidFill>
                  <a:srgbClr val="236C7A"/>
                </a:solidFill>
                <a:latin typeface="Nimbus Sans"/>
                <a:ea typeface="Nimbus Sans"/>
                <a:cs typeface="Nimbus Sans"/>
              </a:defRPr>
            </a:lvl2pPr>
            <a:lvl3pPr algn="ctr">
              <a:defRPr sz="1350" b="1">
                <a:solidFill>
                  <a:srgbClr val="236C7A"/>
                </a:solidFill>
                <a:latin typeface="Nimbus Sans"/>
                <a:ea typeface="Nimbus Sans"/>
                <a:cs typeface="Nimbus Sans"/>
              </a:defRPr>
            </a:lvl3pPr>
            <a:lvl4pPr algn="ctr">
              <a:defRPr sz="1350" b="1">
                <a:solidFill>
                  <a:srgbClr val="236C7A"/>
                </a:solidFill>
                <a:latin typeface="Nimbus Sans"/>
                <a:ea typeface="Nimbus Sans"/>
                <a:cs typeface="Nimbus Sans"/>
              </a:defRPr>
            </a:lvl4pPr>
            <a:lvl5pPr algn="ctr">
              <a:defRPr sz="1350" b="1">
                <a:solidFill>
                  <a:srgbClr val="236C7A"/>
                </a:solidFill>
                <a:latin typeface="Nimbus Sans"/>
                <a:ea typeface="Nimbus Sans"/>
                <a:cs typeface="Nimbus Sans"/>
              </a:defRPr>
            </a:lvl5pPr>
            <a:lvl6pPr algn="ctr">
              <a:defRPr sz="1350" b="1">
                <a:solidFill>
                  <a:srgbClr val="236C7A"/>
                </a:solidFill>
                <a:latin typeface="Nimbus Sans"/>
                <a:ea typeface="Nimbus Sans"/>
                <a:cs typeface="Nimbus Sans"/>
              </a:defRPr>
            </a:lvl6pPr>
            <a:lvl7pPr algn="ctr">
              <a:defRPr sz="1350" b="1">
                <a:solidFill>
                  <a:srgbClr val="236C7A"/>
                </a:solidFill>
                <a:latin typeface="Nimbus Sans"/>
                <a:ea typeface="Nimbus Sans"/>
                <a:cs typeface="Nimbus Sans"/>
              </a:defRPr>
            </a:lvl7pPr>
            <a:lvl8pPr algn="ctr">
              <a:defRPr sz="1350" b="1">
                <a:solidFill>
                  <a:srgbClr val="236C7A"/>
                </a:solidFill>
                <a:latin typeface="Nimbus Sans"/>
                <a:ea typeface="Nimbus Sans"/>
                <a:cs typeface="Nimbus Sans"/>
              </a:defRPr>
            </a:lvl8pPr>
            <a:lvl9pPr algn="ctr">
              <a:defRPr sz="1350" b="1">
                <a:solidFill>
                  <a:srgbClr val="236C7A"/>
                </a:solidFill>
                <a:latin typeface="Nimbus Sans"/>
                <a:ea typeface="Nimbus Sans"/>
                <a:cs typeface="Nimbus Sans"/>
              </a:defRPr>
            </a:lvl9pPr>
          </a:lstStyle>
          <a:p>
            <a:pPr algn="ctr">
              <a:defRPr sz="1350" b="1">
                <a:solidFill>
                  <a:srgbClr val="236C7A"/>
                </a:solidFill>
                <a:latin typeface="Nimbus Sans"/>
                <a:ea typeface="Nimbus Sans"/>
                <a:cs typeface="Nimbus Sans"/>
              </a:defRPr>
            </a:pPr>
            <a:r>
              <a:rPr sz="1125"/>
              <a:t>+0.1</a:t>
            </a:r>
          </a:p>
        </p:txBody>
      </p:sp>
      <p:sp>
        <p:nvSpPr>
          <p:cNvPr id="101" name="weight-3-1-2">
            <a:extLst>
              <a:ext uri="{FF2B5EF4-FFF2-40B4-BE49-F238E27FC236}">
                <a16:creationId xmlns:a16="http://schemas.microsoft.com/office/drawing/2014/main" id="{9E5A5BC7-AB32-47C1-A6C1-13F02BF8A556}"/>
              </a:ext>
            </a:extLst>
          </p:cNvPr>
          <p:cNvSpPr>
            <a:spLocks noGrp="1"/>
          </p:cNvSpPr>
          <p:nvPr/>
        </p:nvSpPr>
        <p:spPr>
          <a:xfrm>
            <a:off x="7932678" y="3557038"/>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236C7A"/>
                </a:solidFill>
                <a:latin typeface="Nimbus Sans"/>
                <a:ea typeface="Nimbus Sans"/>
                <a:cs typeface="Nimbus Sans"/>
              </a:defRPr>
            </a:defPPr>
            <a:lvl1pPr algn="ctr">
              <a:defRPr sz="1350" b="1">
                <a:solidFill>
                  <a:srgbClr val="236C7A"/>
                </a:solidFill>
                <a:latin typeface="Nimbus Sans"/>
                <a:ea typeface="Nimbus Sans"/>
                <a:cs typeface="Nimbus Sans"/>
              </a:defRPr>
            </a:lvl1pPr>
            <a:lvl2pPr algn="ctr">
              <a:defRPr sz="1350" b="1">
                <a:solidFill>
                  <a:srgbClr val="236C7A"/>
                </a:solidFill>
                <a:latin typeface="Nimbus Sans"/>
                <a:ea typeface="Nimbus Sans"/>
                <a:cs typeface="Nimbus Sans"/>
              </a:defRPr>
            </a:lvl2pPr>
            <a:lvl3pPr algn="ctr">
              <a:defRPr sz="1350" b="1">
                <a:solidFill>
                  <a:srgbClr val="236C7A"/>
                </a:solidFill>
                <a:latin typeface="Nimbus Sans"/>
                <a:ea typeface="Nimbus Sans"/>
                <a:cs typeface="Nimbus Sans"/>
              </a:defRPr>
            </a:lvl3pPr>
            <a:lvl4pPr algn="ctr">
              <a:defRPr sz="1350" b="1">
                <a:solidFill>
                  <a:srgbClr val="236C7A"/>
                </a:solidFill>
                <a:latin typeface="Nimbus Sans"/>
                <a:ea typeface="Nimbus Sans"/>
                <a:cs typeface="Nimbus Sans"/>
              </a:defRPr>
            </a:lvl4pPr>
            <a:lvl5pPr algn="ctr">
              <a:defRPr sz="1350" b="1">
                <a:solidFill>
                  <a:srgbClr val="236C7A"/>
                </a:solidFill>
                <a:latin typeface="Nimbus Sans"/>
                <a:ea typeface="Nimbus Sans"/>
                <a:cs typeface="Nimbus Sans"/>
              </a:defRPr>
            </a:lvl5pPr>
            <a:lvl6pPr algn="ctr">
              <a:defRPr sz="1350" b="1">
                <a:solidFill>
                  <a:srgbClr val="236C7A"/>
                </a:solidFill>
                <a:latin typeface="Nimbus Sans"/>
                <a:ea typeface="Nimbus Sans"/>
                <a:cs typeface="Nimbus Sans"/>
              </a:defRPr>
            </a:lvl6pPr>
            <a:lvl7pPr algn="ctr">
              <a:defRPr sz="1350" b="1">
                <a:solidFill>
                  <a:srgbClr val="236C7A"/>
                </a:solidFill>
                <a:latin typeface="Nimbus Sans"/>
                <a:ea typeface="Nimbus Sans"/>
                <a:cs typeface="Nimbus Sans"/>
              </a:defRPr>
            </a:lvl7pPr>
            <a:lvl8pPr algn="ctr">
              <a:defRPr sz="1350" b="1">
                <a:solidFill>
                  <a:srgbClr val="236C7A"/>
                </a:solidFill>
                <a:latin typeface="Nimbus Sans"/>
                <a:ea typeface="Nimbus Sans"/>
                <a:cs typeface="Nimbus Sans"/>
              </a:defRPr>
            </a:lvl8pPr>
            <a:lvl9pPr algn="ctr">
              <a:defRPr sz="1350" b="1">
                <a:solidFill>
                  <a:srgbClr val="236C7A"/>
                </a:solidFill>
                <a:latin typeface="Nimbus Sans"/>
                <a:ea typeface="Nimbus Sans"/>
                <a:cs typeface="Nimbus Sans"/>
              </a:defRPr>
            </a:lvl9pPr>
          </a:lstStyle>
          <a:p>
            <a:pPr algn="ctr">
              <a:defRPr sz="1350" b="1">
                <a:solidFill>
                  <a:srgbClr val="236C7A"/>
                </a:solidFill>
                <a:latin typeface="Nimbus Sans"/>
                <a:ea typeface="Nimbus Sans"/>
                <a:cs typeface="Nimbus Sans"/>
              </a:defRPr>
            </a:pPr>
            <a:r>
              <a:rPr sz="1125"/>
              <a:t>+0.4</a:t>
            </a:r>
          </a:p>
        </p:txBody>
      </p:sp>
      <p:sp>
        <p:nvSpPr>
          <p:cNvPr id="102" name="weight-3-2-2">
            <a:extLst>
              <a:ext uri="{FF2B5EF4-FFF2-40B4-BE49-F238E27FC236}">
                <a16:creationId xmlns:a16="http://schemas.microsoft.com/office/drawing/2014/main" id="{EE2F8666-46DC-46CF-8CF5-167ED097131A}"/>
              </a:ext>
            </a:extLst>
          </p:cNvPr>
          <p:cNvSpPr>
            <a:spLocks noGrp="1"/>
          </p:cNvSpPr>
          <p:nvPr/>
        </p:nvSpPr>
        <p:spPr>
          <a:xfrm>
            <a:off x="7402710" y="3968626"/>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236C7A"/>
                </a:solidFill>
                <a:latin typeface="Nimbus Sans"/>
                <a:ea typeface="Nimbus Sans"/>
                <a:cs typeface="Nimbus Sans"/>
              </a:defRPr>
            </a:defPPr>
            <a:lvl1pPr algn="ctr">
              <a:defRPr sz="1350" b="1">
                <a:solidFill>
                  <a:srgbClr val="236C7A"/>
                </a:solidFill>
                <a:latin typeface="Nimbus Sans"/>
                <a:ea typeface="Nimbus Sans"/>
                <a:cs typeface="Nimbus Sans"/>
              </a:defRPr>
            </a:lvl1pPr>
            <a:lvl2pPr algn="ctr">
              <a:defRPr sz="1350" b="1">
                <a:solidFill>
                  <a:srgbClr val="236C7A"/>
                </a:solidFill>
                <a:latin typeface="Nimbus Sans"/>
                <a:ea typeface="Nimbus Sans"/>
                <a:cs typeface="Nimbus Sans"/>
              </a:defRPr>
            </a:lvl2pPr>
            <a:lvl3pPr algn="ctr">
              <a:defRPr sz="1350" b="1">
                <a:solidFill>
                  <a:srgbClr val="236C7A"/>
                </a:solidFill>
                <a:latin typeface="Nimbus Sans"/>
                <a:ea typeface="Nimbus Sans"/>
                <a:cs typeface="Nimbus Sans"/>
              </a:defRPr>
            </a:lvl3pPr>
            <a:lvl4pPr algn="ctr">
              <a:defRPr sz="1350" b="1">
                <a:solidFill>
                  <a:srgbClr val="236C7A"/>
                </a:solidFill>
                <a:latin typeface="Nimbus Sans"/>
                <a:ea typeface="Nimbus Sans"/>
                <a:cs typeface="Nimbus Sans"/>
              </a:defRPr>
            </a:lvl4pPr>
            <a:lvl5pPr algn="ctr">
              <a:defRPr sz="1350" b="1">
                <a:solidFill>
                  <a:srgbClr val="236C7A"/>
                </a:solidFill>
                <a:latin typeface="Nimbus Sans"/>
                <a:ea typeface="Nimbus Sans"/>
                <a:cs typeface="Nimbus Sans"/>
              </a:defRPr>
            </a:lvl5pPr>
            <a:lvl6pPr algn="ctr">
              <a:defRPr sz="1350" b="1">
                <a:solidFill>
                  <a:srgbClr val="236C7A"/>
                </a:solidFill>
                <a:latin typeface="Nimbus Sans"/>
                <a:ea typeface="Nimbus Sans"/>
                <a:cs typeface="Nimbus Sans"/>
              </a:defRPr>
            </a:lvl6pPr>
            <a:lvl7pPr algn="ctr">
              <a:defRPr sz="1350" b="1">
                <a:solidFill>
                  <a:srgbClr val="236C7A"/>
                </a:solidFill>
                <a:latin typeface="Nimbus Sans"/>
                <a:ea typeface="Nimbus Sans"/>
                <a:cs typeface="Nimbus Sans"/>
              </a:defRPr>
            </a:lvl7pPr>
            <a:lvl8pPr algn="ctr">
              <a:defRPr sz="1350" b="1">
                <a:solidFill>
                  <a:srgbClr val="236C7A"/>
                </a:solidFill>
                <a:latin typeface="Nimbus Sans"/>
                <a:ea typeface="Nimbus Sans"/>
                <a:cs typeface="Nimbus Sans"/>
              </a:defRPr>
            </a:lvl8pPr>
            <a:lvl9pPr algn="ctr">
              <a:defRPr sz="1350" b="1">
                <a:solidFill>
                  <a:srgbClr val="236C7A"/>
                </a:solidFill>
                <a:latin typeface="Nimbus Sans"/>
                <a:ea typeface="Nimbus Sans"/>
                <a:cs typeface="Nimbus Sans"/>
              </a:defRPr>
            </a:lvl9pPr>
          </a:lstStyle>
          <a:p>
            <a:pPr algn="ctr">
              <a:defRPr sz="1350" b="1">
                <a:solidFill>
                  <a:srgbClr val="236C7A"/>
                </a:solidFill>
                <a:latin typeface="Nimbus Sans"/>
                <a:ea typeface="Nimbus Sans"/>
                <a:cs typeface="Nimbus Sans"/>
              </a:defRPr>
            </a:pPr>
            <a:r>
              <a:rPr sz="1125"/>
              <a:t>+0.2</a:t>
            </a:r>
          </a:p>
        </p:txBody>
      </p:sp>
      <p:sp>
        <p:nvSpPr>
          <p:cNvPr id="103" name="weight-3-3-2">
            <a:extLst>
              <a:ext uri="{FF2B5EF4-FFF2-40B4-BE49-F238E27FC236}">
                <a16:creationId xmlns:a16="http://schemas.microsoft.com/office/drawing/2014/main" id="{EC406903-1312-4D86-91CC-92AB05824D8D}"/>
              </a:ext>
            </a:extLst>
          </p:cNvPr>
          <p:cNvSpPr>
            <a:spLocks noGrp="1"/>
          </p:cNvSpPr>
          <p:nvPr/>
        </p:nvSpPr>
        <p:spPr>
          <a:xfrm>
            <a:off x="7348463" y="4516284"/>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236C7A"/>
                </a:solidFill>
                <a:latin typeface="Nimbus Sans"/>
                <a:ea typeface="Nimbus Sans"/>
                <a:cs typeface="Nimbus Sans"/>
              </a:defRPr>
            </a:defPPr>
            <a:lvl1pPr algn="ctr">
              <a:defRPr sz="1350" b="1">
                <a:solidFill>
                  <a:srgbClr val="236C7A"/>
                </a:solidFill>
                <a:latin typeface="Nimbus Sans"/>
                <a:ea typeface="Nimbus Sans"/>
                <a:cs typeface="Nimbus Sans"/>
              </a:defRPr>
            </a:lvl1pPr>
            <a:lvl2pPr algn="ctr">
              <a:defRPr sz="1350" b="1">
                <a:solidFill>
                  <a:srgbClr val="236C7A"/>
                </a:solidFill>
                <a:latin typeface="Nimbus Sans"/>
                <a:ea typeface="Nimbus Sans"/>
                <a:cs typeface="Nimbus Sans"/>
              </a:defRPr>
            </a:lvl2pPr>
            <a:lvl3pPr algn="ctr">
              <a:defRPr sz="1350" b="1">
                <a:solidFill>
                  <a:srgbClr val="236C7A"/>
                </a:solidFill>
                <a:latin typeface="Nimbus Sans"/>
                <a:ea typeface="Nimbus Sans"/>
                <a:cs typeface="Nimbus Sans"/>
              </a:defRPr>
            </a:lvl3pPr>
            <a:lvl4pPr algn="ctr">
              <a:defRPr sz="1350" b="1">
                <a:solidFill>
                  <a:srgbClr val="236C7A"/>
                </a:solidFill>
                <a:latin typeface="Nimbus Sans"/>
                <a:ea typeface="Nimbus Sans"/>
                <a:cs typeface="Nimbus Sans"/>
              </a:defRPr>
            </a:lvl4pPr>
            <a:lvl5pPr algn="ctr">
              <a:defRPr sz="1350" b="1">
                <a:solidFill>
                  <a:srgbClr val="236C7A"/>
                </a:solidFill>
                <a:latin typeface="Nimbus Sans"/>
                <a:ea typeface="Nimbus Sans"/>
                <a:cs typeface="Nimbus Sans"/>
              </a:defRPr>
            </a:lvl5pPr>
            <a:lvl6pPr algn="ctr">
              <a:defRPr sz="1350" b="1">
                <a:solidFill>
                  <a:srgbClr val="236C7A"/>
                </a:solidFill>
                <a:latin typeface="Nimbus Sans"/>
                <a:ea typeface="Nimbus Sans"/>
                <a:cs typeface="Nimbus Sans"/>
              </a:defRPr>
            </a:lvl6pPr>
            <a:lvl7pPr algn="ctr">
              <a:defRPr sz="1350" b="1">
                <a:solidFill>
                  <a:srgbClr val="236C7A"/>
                </a:solidFill>
                <a:latin typeface="Nimbus Sans"/>
                <a:ea typeface="Nimbus Sans"/>
                <a:cs typeface="Nimbus Sans"/>
              </a:defRPr>
            </a:lvl7pPr>
            <a:lvl8pPr algn="ctr">
              <a:defRPr sz="1350" b="1">
                <a:solidFill>
                  <a:srgbClr val="236C7A"/>
                </a:solidFill>
                <a:latin typeface="Nimbus Sans"/>
                <a:ea typeface="Nimbus Sans"/>
                <a:cs typeface="Nimbus Sans"/>
              </a:defRPr>
            </a:lvl8pPr>
            <a:lvl9pPr algn="ctr">
              <a:defRPr sz="1350" b="1">
                <a:solidFill>
                  <a:srgbClr val="236C7A"/>
                </a:solidFill>
                <a:latin typeface="Nimbus Sans"/>
                <a:ea typeface="Nimbus Sans"/>
                <a:cs typeface="Nimbus Sans"/>
              </a:defRPr>
            </a:lvl9pPr>
          </a:lstStyle>
          <a:p>
            <a:pPr algn="ctr">
              <a:defRPr sz="1350" b="1">
                <a:solidFill>
                  <a:srgbClr val="236C7A"/>
                </a:solidFill>
                <a:latin typeface="Nimbus Sans"/>
                <a:ea typeface="Nimbus Sans"/>
                <a:cs typeface="Nimbus Sans"/>
              </a:defRPr>
            </a:pPr>
            <a:r>
              <a:rPr sz="1125"/>
              <a:t>+0.1</a:t>
            </a:r>
          </a:p>
        </p:txBody>
      </p:sp>
      <p:sp>
        <p:nvSpPr>
          <p:cNvPr id="104" name="weight-3-0-3">
            <a:extLst>
              <a:ext uri="{FF2B5EF4-FFF2-40B4-BE49-F238E27FC236}">
                <a16:creationId xmlns:a16="http://schemas.microsoft.com/office/drawing/2014/main" id="{DC2BCAB5-8D4A-4C2B-9B0A-48BDA0403CA6}"/>
              </a:ext>
            </a:extLst>
          </p:cNvPr>
          <p:cNvSpPr>
            <a:spLocks noGrp="1"/>
          </p:cNvSpPr>
          <p:nvPr/>
        </p:nvSpPr>
        <p:spPr>
          <a:xfrm>
            <a:off x="8028297" y="3854261"/>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9A5065"/>
                </a:solidFill>
                <a:latin typeface="Nimbus Sans"/>
                <a:ea typeface="Nimbus Sans"/>
                <a:cs typeface="Nimbus Sans"/>
              </a:defRPr>
            </a:defPPr>
            <a:lvl1pPr algn="ctr">
              <a:defRPr sz="1350" b="1">
                <a:solidFill>
                  <a:srgbClr val="9A5065"/>
                </a:solidFill>
                <a:latin typeface="Nimbus Sans"/>
                <a:ea typeface="Nimbus Sans"/>
                <a:cs typeface="Nimbus Sans"/>
              </a:defRPr>
            </a:lvl1pPr>
            <a:lvl2pPr algn="ctr">
              <a:defRPr sz="1350" b="1">
                <a:solidFill>
                  <a:srgbClr val="9A5065"/>
                </a:solidFill>
                <a:latin typeface="Nimbus Sans"/>
                <a:ea typeface="Nimbus Sans"/>
                <a:cs typeface="Nimbus Sans"/>
              </a:defRPr>
            </a:lvl2pPr>
            <a:lvl3pPr algn="ctr">
              <a:defRPr sz="1350" b="1">
                <a:solidFill>
                  <a:srgbClr val="9A5065"/>
                </a:solidFill>
                <a:latin typeface="Nimbus Sans"/>
                <a:ea typeface="Nimbus Sans"/>
                <a:cs typeface="Nimbus Sans"/>
              </a:defRPr>
            </a:lvl3pPr>
            <a:lvl4pPr algn="ctr">
              <a:defRPr sz="1350" b="1">
                <a:solidFill>
                  <a:srgbClr val="9A5065"/>
                </a:solidFill>
                <a:latin typeface="Nimbus Sans"/>
                <a:ea typeface="Nimbus Sans"/>
                <a:cs typeface="Nimbus Sans"/>
              </a:defRPr>
            </a:lvl4pPr>
            <a:lvl5pPr algn="ctr">
              <a:defRPr sz="1350" b="1">
                <a:solidFill>
                  <a:srgbClr val="9A5065"/>
                </a:solidFill>
                <a:latin typeface="Nimbus Sans"/>
                <a:ea typeface="Nimbus Sans"/>
                <a:cs typeface="Nimbus Sans"/>
              </a:defRPr>
            </a:lvl5pPr>
            <a:lvl6pPr algn="ctr">
              <a:defRPr sz="1350" b="1">
                <a:solidFill>
                  <a:srgbClr val="9A5065"/>
                </a:solidFill>
                <a:latin typeface="Nimbus Sans"/>
                <a:ea typeface="Nimbus Sans"/>
                <a:cs typeface="Nimbus Sans"/>
              </a:defRPr>
            </a:lvl6pPr>
            <a:lvl7pPr algn="ctr">
              <a:defRPr sz="1350" b="1">
                <a:solidFill>
                  <a:srgbClr val="9A5065"/>
                </a:solidFill>
                <a:latin typeface="Nimbus Sans"/>
                <a:ea typeface="Nimbus Sans"/>
                <a:cs typeface="Nimbus Sans"/>
              </a:defRPr>
            </a:lvl7pPr>
            <a:lvl8pPr algn="ctr">
              <a:defRPr sz="1350" b="1">
                <a:solidFill>
                  <a:srgbClr val="9A5065"/>
                </a:solidFill>
                <a:latin typeface="Nimbus Sans"/>
                <a:ea typeface="Nimbus Sans"/>
                <a:cs typeface="Nimbus Sans"/>
              </a:defRPr>
            </a:lvl8pPr>
            <a:lvl9pPr algn="ctr">
              <a:defRPr sz="1350" b="1">
                <a:solidFill>
                  <a:srgbClr val="9A5065"/>
                </a:solidFill>
                <a:latin typeface="Nimbus Sans"/>
                <a:ea typeface="Nimbus Sans"/>
                <a:cs typeface="Nimbus Sans"/>
              </a:defRPr>
            </a:lvl9pPr>
          </a:lstStyle>
          <a:p>
            <a:pPr algn="ctr">
              <a:defRPr sz="1350" b="1">
                <a:solidFill>
                  <a:srgbClr val="9A5065"/>
                </a:solidFill>
                <a:latin typeface="Nimbus Sans"/>
                <a:ea typeface="Nimbus Sans"/>
                <a:cs typeface="Nimbus Sans"/>
              </a:defRPr>
            </a:pPr>
            <a:r>
              <a:rPr sz="1125"/>
              <a:t>−0.5</a:t>
            </a:r>
          </a:p>
        </p:txBody>
      </p:sp>
      <p:sp>
        <p:nvSpPr>
          <p:cNvPr id="105" name="weight-3-1-3">
            <a:extLst>
              <a:ext uri="{FF2B5EF4-FFF2-40B4-BE49-F238E27FC236}">
                <a16:creationId xmlns:a16="http://schemas.microsoft.com/office/drawing/2014/main" id="{83D48BEA-7D22-4C91-8FC7-3361FC96A91E}"/>
              </a:ext>
            </a:extLst>
          </p:cNvPr>
          <p:cNvSpPr>
            <a:spLocks noGrp="1"/>
          </p:cNvSpPr>
          <p:nvPr/>
        </p:nvSpPr>
        <p:spPr>
          <a:xfrm>
            <a:off x="8044429" y="4133115"/>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9A5065"/>
                </a:solidFill>
                <a:latin typeface="Nimbus Sans"/>
                <a:ea typeface="Nimbus Sans"/>
                <a:cs typeface="Nimbus Sans"/>
              </a:defRPr>
            </a:defPPr>
            <a:lvl1pPr algn="ctr">
              <a:defRPr sz="1350" b="1">
                <a:solidFill>
                  <a:srgbClr val="9A5065"/>
                </a:solidFill>
                <a:latin typeface="Nimbus Sans"/>
                <a:ea typeface="Nimbus Sans"/>
                <a:cs typeface="Nimbus Sans"/>
              </a:defRPr>
            </a:lvl1pPr>
            <a:lvl2pPr algn="ctr">
              <a:defRPr sz="1350" b="1">
                <a:solidFill>
                  <a:srgbClr val="9A5065"/>
                </a:solidFill>
                <a:latin typeface="Nimbus Sans"/>
                <a:ea typeface="Nimbus Sans"/>
                <a:cs typeface="Nimbus Sans"/>
              </a:defRPr>
            </a:lvl2pPr>
            <a:lvl3pPr algn="ctr">
              <a:defRPr sz="1350" b="1">
                <a:solidFill>
                  <a:srgbClr val="9A5065"/>
                </a:solidFill>
                <a:latin typeface="Nimbus Sans"/>
                <a:ea typeface="Nimbus Sans"/>
                <a:cs typeface="Nimbus Sans"/>
              </a:defRPr>
            </a:lvl3pPr>
            <a:lvl4pPr algn="ctr">
              <a:defRPr sz="1350" b="1">
                <a:solidFill>
                  <a:srgbClr val="9A5065"/>
                </a:solidFill>
                <a:latin typeface="Nimbus Sans"/>
                <a:ea typeface="Nimbus Sans"/>
                <a:cs typeface="Nimbus Sans"/>
              </a:defRPr>
            </a:lvl4pPr>
            <a:lvl5pPr algn="ctr">
              <a:defRPr sz="1350" b="1">
                <a:solidFill>
                  <a:srgbClr val="9A5065"/>
                </a:solidFill>
                <a:latin typeface="Nimbus Sans"/>
                <a:ea typeface="Nimbus Sans"/>
                <a:cs typeface="Nimbus Sans"/>
              </a:defRPr>
            </a:lvl5pPr>
            <a:lvl6pPr algn="ctr">
              <a:defRPr sz="1350" b="1">
                <a:solidFill>
                  <a:srgbClr val="9A5065"/>
                </a:solidFill>
                <a:latin typeface="Nimbus Sans"/>
                <a:ea typeface="Nimbus Sans"/>
                <a:cs typeface="Nimbus Sans"/>
              </a:defRPr>
            </a:lvl6pPr>
            <a:lvl7pPr algn="ctr">
              <a:defRPr sz="1350" b="1">
                <a:solidFill>
                  <a:srgbClr val="9A5065"/>
                </a:solidFill>
                <a:latin typeface="Nimbus Sans"/>
                <a:ea typeface="Nimbus Sans"/>
                <a:cs typeface="Nimbus Sans"/>
              </a:defRPr>
            </a:lvl7pPr>
            <a:lvl8pPr algn="ctr">
              <a:defRPr sz="1350" b="1">
                <a:solidFill>
                  <a:srgbClr val="9A5065"/>
                </a:solidFill>
                <a:latin typeface="Nimbus Sans"/>
                <a:ea typeface="Nimbus Sans"/>
                <a:cs typeface="Nimbus Sans"/>
              </a:defRPr>
            </a:lvl8pPr>
            <a:lvl9pPr algn="ctr">
              <a:defRPr sz="1350" b="1">
                <a:solidFill>
                  <a:srgbClr val="9A5065"/>
                </a:solidFill>
                <a:latin typeface="Nimbus Sans"/>
                <a:ea typeface="Nimbus Sans"/>
                <a:cs typeface="Nimbus Sans"/>
              </a:defRPr>
            </a:lvl9pPr>
          </a:lstStyle>
          <a:p>
            <a:pPr algn="ctr">
              <a:defRPr sz="1350" b="1">
                <a:solidFill>
                  <a:srgbClr val="9A5065"/>
                </a:solidFill>
                <a:latin typeface="Nimbus Sans"/>
                <a:ea typeface="Nimbus Sans"/>
                <a:cs typeface="Nimbus Sans"/>
              </a:defRPr>
            </a:pPr>
            <a:r>
              <a:rPr sz="1125"/>
              <a:t>−0.4</a:t>
            </a:r>
          </a:p>
        </p:txBody>
      </p:sp>
      <p:sp>
        <p:nvSpPr>
          <p:cNvPr id="106" name="weight-3-2-3">
            <a:extLst>
              <a:ext uri="{FF2B5EF4-FFF2-40B4-BE49-F238E27FC236}">
                <a16:creationId xmlns:a16="http://schemas.microsoft.com/office/drawing/2014/main" id="{8F4BEF9E-AC42-4291-B5D1-D8C6E79C3188}"/>
              </a:ext>
            </a:extLst>
          </p:cNvPr>
          <p:cNvSpPr>
            <a:spLocks noGrp="1"/>
          </p:cNvSpPr>
          <p:nvPr/>
        </p:nvSpPr>
        <p:spPr>
          <a:xfrm>
            <a:off x="7979895" y="4386329"/>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9A5065"/>
                </a:solidFill>
                <a:latin typeface="Nimbus Sans"/>
                <a:ea typeface="Nimbus Sans"/>
                <a:cs typeface="Nimbus Sans"/>
              </a:defRPr>
            </a:defPPr>
            <a:lvl1pPr algn="ctr">
              <a:defRPr sz="1350" b="1">
                <a:solidFill>
                  <a:srgbClr val="9A5065"/>
                </a:solidFill>
                <a:latin typeface="Nimbus Sans"/>
                <a:ea typeface="Nimbus Sans"/>
                <a:cs typeface="Nimbus Sans"/>
              </a:defRPr>
            </a:lvl1pPr>
            <a:lvl2pPr algn="ctr">
              <a:defRPr sz="1350" b="1">
                <a:solidFill>
                  <a:srgbClr val="9A5065"/>
                </a:solidFill>
                <a:latin typeface="Nimbus Sans"/>
                <a:ea typeface="Nimbus Sans"/>
                <a:cs typeface="Nimbus Sans"/>
              </a:defRPr>
            </a:lvl2pPr>
            <a:lvl3pPr algn="ctr">
              <a:defRPr sz="1350" b="1">
                <a:solidFill>
                  <a:srgbClr val="9A5065"/>
                </a:solidFill>
                <a:latin typeface="Nimbus Sans"/>
                <a:ea typeface="Nimbus Sans"/>
                <a:cs typeface="Nimbus Sans"/>
              </a:defRPr>
            </a:lvl3pPr>
            <a:lvl4pPr algn="ctr">
              <a:defRPr sz="1350" b="1">
                <a:solidFill>
                  <a:srgbClr val="9A5065"/>
                </a:solidFill>
                <a:latin typeface="Nimbus Sans"/>
                <a:ea typeface="Nimbus Sans"/>
                <a:cs typeface="Nimbus Sans"/>
              </a:defRPr>
            </a:lvl4pPr>
            <a:lvl5pPr algn="ctr">
              <a:defRPr sz="1350" b="1">
                <a:solidFill>
                  <a:srgbClr val="9A5065"/>
                </a:solidFill>
                <a:latin typeface="Nimbus Sans"/>
                <a:ea typeface="Nimbus Sans"/>
                <a:cs typeface="Nimbus Sans"/>
              </a:defRPr>
            </a:lvl5pPr>
            <a:lvl6pPr algn="ctr">
              <a:defRPr sz="1350" b="1">
                <a:solidFill>
                  <a:srgbClr val="9A5065"/>
                </a:solidFill>
                <a:latin typeface="Nimbus Sans"/>
                <a:ea typeface="Nimbus Sans"/>
                <a:cs typeface="Nimbus Sans"/>
              </a:defRPr>
            </a:lvl6pPr>
            <a:lvl7pPr algn="ctr">
              <a:defRPr sz="1350" b="1">
                <a:solidFill>
                  <a:srgbClr val="9A5065"/>
                </a:solidFill>
                <a:latin typeface="Nimbus Sans"/>
                <a:ea typeface="Nimbus Sans"/>
                <a:cs typeface="Nimbus Sans"/>
              </a:defRPr>
            </a:lvl7pPr>
            <a:lvl8pPr algn="ctr">
              <a:defRPr sz="1350" b="1">
                <a:solidFill>
                  <a:srgbClr val="9A5065"/>
                </a:solidFill>
                <a:latin typeface="Nimbus Sans"/>
                <a:ea typeface="Nimbus Sans"/>
                <a:cs typeface="Nimbus Sans"/>
              </a:defRPr>
            </a:lvl8pPr>
            <a:lvl9pPr algn="ctr">
              <a:defRPr sz="1350" b="1">
                <a:solidFill>
                  <a:srgbClr val="9A5065"/>
                </a:solidFill>
                <a:latin typeface="Nimbus Sans"/>
                <a:ea typeface="Nimbus Sans"/>
                <a:cs typeface="Nimbus Sans"/>
              </a:defRPr>
            </a:lvl9pPr>
          </a:lstStyle>
          <a:p>
            <a:pPr algn="ctr">
              <a:defRPr sz="1350" b="1">
                <a:solidFill>
                  <a:srgbClr val="9A5065"/>
                </a:solidFill>
                <a:latin typeface="Nimbus Sans"/>
                <a:ea typeface="Nimbus Sans"/>
                <a:cs typeface="Nimbus Sans"/>
              </a:defRPr>
            </a:pPr>
            <a:r>
              <a:rPr sz="1125"/>
              <a:t>−0.2</a:t>
            </a:r>
          </a:p>
        </p:txBody>
      </p:sp>
      <p:sp>
        <p:nvSpPr>
          <p:cNvPr id="107" name="weight-3-3-3">
            <a:extLst>
              <a:ext uri="{FF2B5EF4-FFF2-40B4-BE49-F238E27FC236}">
                <a16:creationId xmlns:a16="http://schemas.microsoft.com/office/drawing/2014/main" id="{E839E781-520E-4EDF-ADEB-016915F66583}"/>
              </a:ext>
            </a:extLst>
          </p:cNvPr>
          <p:cNvSpPr>
            <a:spLocks noGrp="1"/>
          </p:cNvSpPr>
          <p:nvPr/>
        </p:nvSpPr>
        <p:spPr>
          <a:xfrm>
            <a:off x="7380785" y="4814347"/>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236C7A"/>
                </a:solidFill>
                <a:latin typeface="Nimbus Sans"/>
                <a:ea typeface="Nimbus Sans"/>
                <a:cs typeface="Nimbus Sans"/>
              </a:defRPr>
            </a:defPPr>
            <a:lvl1pPr algn="ctr">
              <a:defRPr sz="1350" b="1">
                <a:solidFill>
                  <a:srgbClr val="236C7A"/>
                </a:solidFill>
                <a:latin typeface="Nimbus Sans"/>
                <a:ea typeface="Nimbus Sans"/>
                <a:cs typeface="Nimbus Sans"/>
              </a:defRPr>
            </a:lvl1pPr>
            <a:lvl2pPr algn="ctr">
              <a:defRPr sz="1350" b="1">
                <a:solidFill>
                  <a:srgbClr val="236C7A"/>
                </a:solidFill>
                <a:latin typeface="Nimbus Sans"/>
                <a:ea typeface="Nimbus Sans"/>
                <a:cs typeface="Nimbus Sans"/>
              </a:defRPr>
            </a:lvl2pPr>
            <a:lvl3pPr algn="ctr">
              <a:defRPr sz="1350" b="1">
                <a:solidFill>
                  <a:srgbClr val="236C7A"/>
                </a:solidFill>
                <a:latin typeface="Nimbus Sans"/>
                <a:ea typeface="Nimbus Sans"/>
                <a:cs typeface="Nimbus Sans"/>
              </a:defRPr>
            </a:lvl3pPr>
            <a:lvl4pPr algn="ctr">
              <a:defRPr sz="1350" b="1">
                <a:solidFill>
                  <a:srgbClr val="236C7A"/>
                </a:solidFill>
                <a:latin typeface="Nimbus Sans"/>
                <a:ea typeface="Nimbus Sans"/>
                <a:cs typeface="Nimbus Sans"/>
              </a:defRPr>
            </a:lvl4pPr>
            <a:lvl5pPr algn="ctr">
              <a:defRPr sz="1350" b="1">
                <a:solidFill>
                  <a:srgbClr val="236C7A"/>
                </a:solidFill>
                <a:latin typeface="Nimbus Sans"/>
                <a:ea typeface="Nimbus Sans"/>
                <a:cs typeface="Nimbus Sans"/>
              </a:defRPr>
            </a:lvl5pPr>
            <a:lvl6pPr algn="ctr">
              <a:defRPr sz="1350" b="1">
                <a:solidFill>
                  <a:srgbClr val="236C7A"/>
                </a:solidFill>
                <a:latin typeface="Nimbus Sans"/>
                <a:ea typeface="Nimbus Sans"/>
                <a:cs typeface="Nimbus Sans"/>
              </a:defRPr>
            </a:lvl6pPr>
            <a:lvl7pPr algn="ctr">
              <a:defRPr sz="1350" b="1">
                <a:solidFill>
                  <a:srgbClr val="236C7A"/>
                </a:solidFill>
                <a:latin typeface="Nimbus Sans"/>
                <a:ea typeface="Nimbus Sans"/>
                <a:cs typeface="Nimbus Sans"/>
              </a:defRPr>
            </a:lvl7pPr>
            <a:lvl8pPr algn="ctr">
              <a:defRPr sz="1350" b="1">
                <a:solidFill>
                  <a:srgbClr val="236C7A"/>
                </a:solidFill>
                <a:latin typeface="Nimbus Sans"/>
                <a:ea typeface="Nimbus Sans"/>
                <a:cs typeface="Nimbus Sans"/>
              </a:defRPr>
            </a:lvl8pPr>
            <a:lvl9pPr algn="ctr">
              <a:defRPr sz="1350" b="1">
                <a:solidFill>
                  <a:srgbClr val="236C7A"/>
                </a:solidFill>
                <a:latin typeface="Nimbus Sans"/>
                <a:ea typeface="Nimbus Sans"/>
                <a:cs typeface="Nimbus Sans"/>
              </a:defRPr>
            </a:lvl9pPr>
          </a:lstStyle>
          <a:p>
            <a:pPr algn="ctr">
              <a:defRPr sz="1350" b="1">
                <a:solidFill>
                  <a:srgbClr val="236C7A"/>
                </a:solidFill>
                <a:latin typeface="Nimbus Sans"/>
                <a:ea typeface="Nimbus Sans"/>
                <a:cs typeface="Nimbus Sans"/>
              </a:defRPr>
            </a:pPr>
            <a:r>
              <a:rPr sz="1125"/>
              <a:t>+0.3</a:t>
            </a:r>
          </a:p>
        </p:txBody>
      </p:sp>
      <p:sp>
        <p:nvSpPr>
          <p:cNvPr id="108" name="weight-3-0-4">
            <a:extLst>
              <a:ext uri="{FF2B5EF4-FFF2-40B4-BE49-F238E27FC236}">
                <a16:creationId xmlns:a16="http://schemas.microsoft.com/office/drawing/2014/main" id="{E02DACAC-92BC-4C32-9CC3-4D19FD3E01B8}"/>
              </a:ext>
            </a:extLst>
          </p:cNvPr>
          <p:cNvSpPr>
            <a:spLocks noGrp="1"/>
          </p:cNvSpPr>
          <p:nvPr/>
        </p:nvSpPr>
        <p:spPr>
          <a:xfrm>
            <a:off x="7286298" y="3435379"/>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236C7A"/>
                </a:solidFill>
                <a:latin typeface="Nimbus Sans"/>
                <a:ea typeface="Nimbus Sans"/>
                <a:cs typeface="Nimbus Sans"/>
              </a:defRPr>
            </a:defPPr>
            <a:lvl1pPr algn="ctr">
              <a:defRPr sz="1350" b="1">
                <a:solidFill>
                  <a:srgbClr val="236C7A"/>
                </a:solidFill>
                <a:latin typeface="Nimbus Sans"/>
                <a:ea typeface="Nimbus Sans"/>
                <a:cs typeface="Nimbus Sans"/>
              </a:defRPr>
            </a:lvl1pPr>
            <a:lvl2pPr algn="ctr">
              <a:defRPr sz="1350" b="1">
                <a:solidFill>
                  <a:srgbClr val="236C7A"/>
                </a:solidFill>
                <a:latin typeface="Nimbus Sans"/>
                <a:ea typeface="Nimbus Sans"/>
                <a:cs typeface="Nimbus Sans"/>
              </a:defRPr>
            </a:lvl2pPr>
            <a:lvl3pPr algn="ctr">
              <a:defRPr sz="1350" b="1">
                <a:solidFill>
                  <a:srgbClr val="236C7A"/>
                </a:solidFill>
                <a:latin typeface="Nimbus Sans"/>
                <a:ea typeface="Nimbus Sans"/>
                <a:cs typeface="Nimbus Sans"/>
              </a:defRPr>
            </a:lvl3pPr>
            <a:lvl4pPr algn="ctr">
              <a:defRPr sz="1350" b="1">
                <a:solidFill>
                  <a:srgbClr val="236C7A"/>
                </a:solidFill>
                <a:latin typeface="Nimbus Sans"/>
                <a:ea typeface="Nimbus Sans"/>
                <a:cs typeface="Nimbus Sans"/>
              </a:defRPr>
            </a:lvl4pPr>
            <a:lvl5pPr algn="ctr">
              <a:defRPr sz="1350" b="1">
                <a:solidFill>
                  <a:srgbClr val="236C7A"/>
                </a:solidFill>
                <a:latin typeface="Nimbus Sans"/>
                <a:ea typeface="Nimbus Sans"/>
                <a:cs typeface="Nimbus Sans"/>
              </a:defRPr>
            </a:lvl5pPr>
            <a:lvl6pPr algn="ctr">
              <a:defRPr sz="1350" b="1">
                <a:solidFill>
                  <a:srgbClr val="236C7A"/>
                </a:solidFill>
                <a:latin typeface="Nimbus Sans"/>
                <a:ea typeface="Nimbus Sans"/>
                <a:cs typeface="Nimbus Sans"/>
              </a:defRPr>
            </a:lvl6pPr>
            <a:lvl7pPr algn="ctr">
              <a:defRPr sz="1350" b="1">
                <a:solidFill>
                  <a:srgbClr val="236C7A"/>
                </a:solidFill>
                <a:latin typeface="Nimbus Sans"/>
                <a:ea typeface="Nimbus Sans"/>
                <a:cs typeface="Nimbus Sans"/>
              </a:defRPr>
            </a:lvl7pPr>
            <a:lvl8pPr algn="ctr">
              <a:defRPr sz="1350" b="1">
                <a:solidFill>
                  <a:srgbClr val="236C7A"/>
                </a:solidFill>
                <a:latin typeface="Nimbus Sans"/>
                <a:ea typeface="Nimbus Sans"/>
                <a:cs typeface="Nimbus Sans"/>
              </a:defRPr>
            </a:lvl8pPr>
            <a:lvl9pPr algn="ctr">
              <a:defRPr sz="1350" b="1">
                <a:solidFill>
                  <a:srgbClr val="236C7A"/>
                </a:solidFill>
                <a:latin typeface="Nimbus Sans"/>
                <a:ea typeface="Nimbus Sans"/>
                <a:cs typeface="Nimbus Sans"/>
              </a:defRPr>
            </a:lvl9pPr>
          </a:lstStyle>
          <a:p>
            <a:pPr algn="ctr">
              <a:defRPr sz="1350" b="1">
                <a:solidFill>
                  <a:srgbClr val="236C7A"/>
                </a:solidFill>
                <a:latin typeface="Nimbus Sans"/>
                <a:ea typeface="Nimbus Sans"/>
                <a:cs typeface="Nimbus Sans"/>
              </a:defRPr>
            </a:pPr>
            <a:r>
              <a:rPr sz="1125"/>
              <a:t>+0.2</a:t>
            </a:r>
          </a:p>
        </p:txBody>
      </p:sp>
      <p:sp>
        <p:nvSpPr>
          <p:cNvPr id="109" name="weight-3-1-4">
            <a:extLst>
              <a:ext uri="{FF2B5EF4-FFF2-40B4-BE49-F238E27FC236}">
                <a16:creationId xmlns:a16="http://schemas.microsoft.com/office/drawing/2014/main" id="{AF814589-09B9-4FB6-AAC4-37EE6B61BECD}"/>
              </a:ext>
            </a:extLst>
          </p:cNvPr>
          <p:cNvSpPr>
            <a:spLocks noGrp="1"/>
          </p:cNvSpPr>
          <p:nvPr/>
        </p:nvSpPr>
        <p:spPr>
          <a:xfrm>
            <a:off x="7989178" y="4636924"/>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236C7A"/>
                </a:solidFill>
                <a:latin typeface="Nimbus Sans"/>
                <a:ea typeface="Nimbus Sans"/>
                <a:cs typeface="Nimbus Sans"/>
              </a:defRPr>
            </a:defPPr>
            <a:lvl1pPr algn="ctr">
              <a:defRPr sz="1350" b="1">
                <a:solidFill>
                  <a:srgbClr val="236C7A"/>
                </a:solidFill>
                <a:latin typeface="Nimbus Sans"/>
                <a:ea typeface="Nimbus Sans"/>
                <a:cs typeface="Nimbus Sans"/>
              </a:defRPr>
            </a:lvl1pPr>
            <a:lvl2pPr algn="ctr">
              <a:defRPr sz="1350" b="1">
                <a:solidFill>
                  <a:srgbClr val="236C7A"/>
                </a:solidFill>
                <a:latin typeface="Nimbus Sans"/>
                <a:ea typeface="Nimbus Sans"/>
                <a:cs typeface="Nimbus Sans"/>
              </a:defRPr>
            </a:lvl2pPr>
            <a:lvl3pPr algn="ctr">
              <a:defRPr sz="1350" b="1">
                <a:solidFill>
                  <a:srgbClr val="236C7A"/>
                </a:solidFill>
                <a:latin typeface="Nimbus Sans"/>
                <a:ea typeface="Nimbus Sans"/>
                <a:cs typeface="Nimbus Sans"/>
              </a:defRPr>
            </a:lvl3pPr>
            <a:lvl4pPr algn="ctr">
              <a:defRPr sz="1350" b="1">
                <a:solidFill>
                  <a:srgbClr val="236C7A"/>
                </a:solidFill>
                <a:latin typeface="Nimbus Sans"/>
                <a:ea typeface="Nimbus Sans"/>
                <a:cs typeface="Nimbus Sans"/>
              </a:defRPr>
            </a:lvl4pPr>
            <a:lvl5pPr algn="ctr">
              <a:defRPr sz="1350" b="1">
                <a:solidFill>
                  <a:srgbClr val="236C7A"/>
                </a:solidFill>
                <a:latin typeface="Nimbus Sans"/>
                <a:ea typeface="Nimbus Sans"/>
                <a:cs typeface="Nimbus Sans"/>
              </a:defRPr>
            </a:lvl5pPr>
            <a:lvl6pPr algn="ctr">
              <a:defRPr sz="1350" b="1">
                <a:solidFill>
                  <a:srgbClr val="236C7A"/>
                </a:solidFill>
                <a:latin typeface="Nimbus Sans"/>
                <a:ea typeface="Nimbus Sans"/>
                <a:cs typeface="Nimbus Sans"/>
              </a:defRPr>
            </a:lvl6pPr>
            <a:lvl7pPr algn="ctr">
              <a:defRPr sz="1350" b="1">
                <a:solidFill>
                  <a:srgbClr val="236C7A"/>
                </a:solidFill>
                <a:latin typeface="Nimbus Sans"/>
                <a:ea typeface="Nimbus Sans"/>
                <a:cs typeface="Nimbus Sans"/>
              </a:defRPr>
            </a:lvl7pPr>
            <a:lvl8pPr algn="ctr">
              <a:defRPr sz="1350" b="1">
                <a:solidFill>
                  <a:srgbClr val="236C7A"/>
                </a:solidFill>
                <a:latin typeface="Nimbus Sans"/>
                <a:ea typeface="Nimbus Sans"/>
                <a:cs typeface="Nimbus Sans"/>
              </a:defRPr>
            </a:lvl8pPr>
            <a:lvl9pPr algn="ctr">
              <a:defRPr sz="1350" b="1">
                <a:solidFill>
                  <a:srgbClr val="236C7A"/>
                </a:solidFill>
                <a:latin typeface="Nimbus Sans"/>
                <a:ea typeface="Nimbus Sans"/>
                <a:cs typeface="Nimbus Sans"/>
              </a:defRPr>
            </a:lvl9pPr>
          </a:lstStyle>
          <a:p>
            <a:pPr algn="ctr">
              <a:defRPr sz="1350" b="1">
                <a:solidFill>
                  <a:srgbClr val="236C7A"/>
                </a:solidFill>
                <a:latin typeface="Nimbus Sans"/>
                <a:ea typeface="Nimbus Sans"/>
                <a:cs typeface="Nimbus Sans"/>
              </a:defRPr>
            </a:pPr>
            <a:r>
              <a:rPr sz="1125"/>
              <a:t>+0.8</a:t>
            </a:r>
          </a:p>
        </p:txBody>
      </p:sp>
      <p:sp>
        <p:nvSpPr>
          <p:cNvPr id="110" name="weight-3-2-4">
            <a:extLst>
              <a:ext uri="{FF2B5EF4-FFF2-40B4-BE49-F238E27FC236}">
                <a16:creationId xmlns:a16="http://schemas.microsoft.com/office/drawing/2014/main" id="{3527B381-5D86-4B5C-91CF-A010F1E7C08E}"/>
              </a:ext>
            </a:extLst>
          </p:cNvPr>
          <p:cNvSpPr>
            <a:spLocks noGrp="1"/>
          </p:cNvSpPr>
          <p:nvPr/>
        </p:nvSpPr>
        <p:spPr>
          <a:xfrm>
            <a:off x="7904868" y="4878555"/>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236C7A"/>
                </a:solidFill>
                <a:latin typeface="Nimbus Sans"/>
                <a:ea typeface="Nimbus Sans"/>
                <a:cs typeface="Nimbus Sans"/>
              </a:defRPr>
            </a:defPPr>
            <a:lvl1pPr algn="ctr">
              <a:defRPr sz="1350" b="1">
                <a:solidFill>
                  <a:srgbClr val="236C7A"/>
                </a:solidFill>
                <a:latin typeface="Nimbus Sans"/>
                <a:ea typeface="Nimbus Sans"/>
                <a:cs typeface="Nimbus Sans"/>
              </a:defRPr>
            </a:lvl1pPr>
            <a:lvl2pPr algn="ctr">
              <a:defRPr sz="1350" b="1">
                <a:solidFill>
                  <a:srgbClr val="236C7A"/>
                </a:solidFill>
                <a:latin typeface="Nimbus Sans"/>
                <a:ea typeface="Nimbus Sans"/>
                <a:cs typeface="Nimbus Sans"/>
              </a:defRPr>
            </a:lvl2pPr>
            <a:lvl3pPr algn="ctr">
              <a:defRPr sz="1350" b="1">
                <a:solidFill>
                  <a:srgbClr val="236C7A"/>
                </a:solidFill>
                <a:latin typeface="Nimbus Sans"/>
                <a:ea typeface="Nimbus Sans"/>
                <a:cs typeface="Nimbus Sans"/>
              </a:defRPr>
            </a:lvl3pPr>
            <a:lvl4pPr algn="ctr">
              <a:defRPr sz="1350" b="1">
                <a:solidFill>
                  <a:srgbClr val="236C7A"/>
                </a:solidFill>
                <a:latin typeface="Nimbus Sans"/>
                <a:ea typeface="Nimbus Sans"/>
                <a:cs typeface="Nimbus Sans"/>
              </a:defRPr>
            </a:lvl4pPr>
            <a:lvl5pPr algn="ctr">
              <a:defRPr sz="1350" b="1">
                <a:solidFill>
                  <a:srgbClr val="236C7A"/>
                </a:solidFill>
                <a:latin typeface="Nimbus Sans"/>
                <a:ea typeface="Nimbus Sans"/>
                <a:cs typeface="Nimbus Sans"/>
              </a:defRPr>
            </a:lvl5pPr>
            <a:lvl6pPr algn="ctr">
              <a:defRPr sz="1350" b="1">
                <a:solidFill>
                  <a:srgbClr val="236C7A"/>
                </a:solidFill>
                <a:latin typeface="Nimbus Sans"/>
                <a:ea typeface="Nimbus Sans"/>
                <a:cs typeface="Nimbus Sans"/>
              </a:defRPr>
            </a:lvl6pPr>
            <a:lvl7pPr algn="ctr">
              <a:defRPr sz="1350" b="1">
                <a:solidFill>
                  <a:srgbClr val="236C7A"/>
                </a:solidFill>
                <a:latin typeface="Nimbus Sans"/>
                <a:ea typeface="Nimbus Sans"/>
                <a:cs typeface="Nimbus Sans"/>
              </a:defRPr>
            </a:lvl7pPr>
            <a:lvl8pPr algn="ctr">
              <a:defRPr sz="1350" b="1">
                <a:solidFill>
                  <a:srgbClr val="236C7A"/>
                </a:solidFill>
                <a:latin typeface="Nimbus Sans"/>
                <a:ea typeface="Nimbus Sans"/>
                <a:cs typeface="Nimbus Sans"/>
              </a:defRPr>
            </a:lvl8pPr>
            <a:lvl9pPr algn="ctr">
              <a:defRPr sz="1350" b="1">
                <a:solidFill>
                  <a:srgbClr val="236C7A"/>
                </a:solidFill>
                <a:latin typeface="Nimbus Sans"/>
                <a:ea typeface="Nimbus Sans"/>
                <a:cs typeface="Nimbus Sans"/>
              </a:defRPr>
            </a:lvl9pPr>
          </a:lstStyle>
          <a:p>
            <a:pPr algn="ctr">
              <a:defRPr sz="1350" b="1">
                <a:solidFill>
                  <a:srgbClr val="236C7A"/>
                </a:solidFill>
                <a:latin typeface="Nimbus Sans"/>
                <a:ea typeface="Nimbus Sans"/>
                <a:cs typeface="Nimbus Sans"/>
              </a:defRPr>
            </a:pPr>
            <a:r>
              <a:rPr sz="1125"/>
              <a:t>+0.8</a:t>
            </a:r>
          </a:p>
        </p:txBody>
      </p:sp>
      <p:sp>
        <p:nvSpPr>
          <p:cNvPr id="111" name="weight-3-3-4">
            <a:extLst>
              <a:ext uri="{FF2B5EF4-FFF2-40B4-BE49-F238E27FC236}">
                <a16:creationId xmlns:a16="http://schemas.microsoft.com/office/drawing/2014/main" id="{C1A65BB1-0D4C-420B-8CF7-16EA1BA10B2A}"/>
              </a:ext>
            </a:extLst>
          </p:cNvPr>
          <p:cNvSpPr>
            <a:spLocks noGrp="1"/>
          </p:cNvSpPr>
          <p:nvPr/>
        </p:nvSpPr>
        <p:spPr>
          <a:xfrm>
            <a:off x="7496677" y="5145944"/>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9A5065"/>
                </a:solidFill>
                <a:latin typeface="Nimbus Sans"/>
                <a:ea typeface="Nimbus Sans"/>
                <a:cs typeface="Nimbus Sans"/>
              </a:defRPr>
            </a:defPPr>
            <a:lvl1pPr algn="ctr">
              <a:defRPr sz="1350" b="1">
                <a:solidFill>
                  <a:srgbClr val="9A5065"/>
                </a:solidFill>
                <a:latin typeface="Nimbus Sans"/>
                <a:ea typeface="Nimbus Sans"/>
                <a:cs typeface="Nimbus Sans"/>
              </a:defRPr>
            </a:lvl1pPr>
            <a:lvl2pPr algn="ctr">
              <a:defRPr sz="1350" b="1">
                <a:solidFill>
                  <a:srgbClr val="9A5065"/>
                </a:solidFill>
                <a:latin typeface="Nimbus Sans"/>
                <a:ea typeface="Nimbus Sans"/>
                <a:cs typeface="Nimbus Sans"/>
              </a:defRPr>
            </a:lvl2pPr>
            <a:lvl3pPr algn="ctr">
              <a:defRPr sz="1350" b="1">
                <a:solidFill>
                  <a:srgbClr val="9A5065"/>
                </a:solidFill>
                <a:latin typeface="Nimbus Sans"/>
                <a:ea typeface="Nimbus Sans"/>
                <a:cs typeface="Nimbus Sans"/>
              </a:defRPr>
            </a:lvl3pPr>
            <a:lvl4pPr algn="ctr">
              <a:defRPr sz="1350" b="1">
                <a:solidFill>
                  <a:srgbClr val="9A5065"/>
                </a:solidFill>
                <a:latin typeface="Nimbus Sans"/>
                <a:ea typeface="Nimbus Sans"/>
                <a:cs typeface="Nimbus Sans"/>
              </a:defRPr>
            </a:lvl4pPr>
            <a:lvl5pPr algn="ctr">
              <a:defRPr sz="1350" b="1">
                <a:solidFill>
                  <a:srgbClr val="9A5065"/>
                </a:solidFill>
                <a:latin typeface="Nimbus Sans"/>
                <a:ea typeface="Nimbus Sans"/>
                <a:cs typeface="Nimbus Sans"/>
              </a:defRPr>
            </a:lvl5pPr>
            <a:lvl6pPr algn="ctr">
              <a:defRPr sz="1350" b="1">
                <a:solidFill>
                  <a:srgbClr val="9A5065"/>
                </a:solidFill>
                <a:latin typeface="Nimbus Sans"/>
                <a:ea typeface="Nimbus Sans"/>
                <a:cs typeface="Nimbus Sans"/>
              </a:defRPr>
            </a:lvl6pPr>
            <a:lvl7pPr algn="ctr">
              <a:defRPr sz="1350" b="1">
                <a:solidFill>
                  <a:srgbClr val="9A5065"/>
                </a:solidFill>
                <a:latin typeface="Nimbus Sans"/>
                <a:ea typeface="Nimbus Sans"/>
                <a:cs typeface="Nimbus Sans"/>
              </a:defRPr>
            </a:lvl7pPr>
            <a:lvl8pPr algn="ctr">
              <a:defRPr sz="1350" b="1">
                <a:solidFill>
                  <a:srgbClr val="9A5065"/>
                </a:solidFill>
                <a:latin typeface="Nimbus Sans"/>
                <a:ea typeface="Nimbus Sans"/>
                <a:cs typeface="Nimbus Sans"/>
              </a:defRPr>
            </a:lvl8pPr>
            <a:lvl9pPr algn="ctr">
              <a:defRPr sz="1350" b="1">
                <a:solidFill>
                  <a:srgbClr val="9A5065"/>
                </a:solidFill>
                <a:latin typeface="Nimbus Sans"/>
                <a:ea typeface="Nimbus Sans"/>
                <a:cs typeface="Nimbus Sans"/>
              </a:defRPr>
            </a:lvl9pPr>
          </a:lstStyle>
          <a:p>
            <a:pPr algn="ctr">
              <a:defRPr sz="1350" b="1">
                <a:solidFill>
                  <a:srgbClr val="9A5065"/>
                </a:solidFill>
                <a:latin typeface="Nimbus Sans"/>
                <a:ea typeface="Nimbus Sans"/>
                <a:cs typeface="Nimbus Sans"/>
              </a:defRPr>
            </a:pPr>
            <a:r>
              <a:rPr sz="1125"/>
              <a:t>−0.6</a:t>
            </a:r>
          </a:p>
        </p:txBody>
      </p:sp>
      <p:sp>
        <p:nvSpPr>
          <p:cNvPr id="112" name="value-0-0">
            <a:extLst>
              <a:ext uri="{FF2B5EF4-FFF2-40B4-BE49-F238E27FC236}">
                <a16:creationId xmlns:a16="http://schemas.microsoft.com/office/drawing/2014/main" id="{32729BDD-5369-4F62-8F7C-876F049DBA09}"/>
              </a:ext>
            </a:extLst>
          </p:cNvPr>
          <p:cNvSpPr>
            <a:spLocks noGrp="1"/>
          </p:cNvSpPr>
          <p:nvPr/>
        </p:nvSpPr>
        <p:spPr>
          <a:xfrm>
            <a:off x="944562" y="3119438"/>
            <a:ext cx="650875" cy="349250"/>
          </a:xfrm>
          <a:prstGeom prst="rect">
            <a:avLst/>
          </a:prstGeom>
          <a:noFill/>
          <a:ln w="0">
            <a:noFill/>
            <a:prstDash val="solid"/>
          </a:ln>
        </p:spPr>
        <p:txBody>
          <a:bodyPr wrap="none" lIns="0" tIns="0" rIns="0" bIns="0" anchor="ctr">
            <a:normAutofit/>
          </a:bodyPr>
          <a:lstStyle>
            <a:defPPr algn="ctr">
              <a:defRPr sz="2400" b="1">
                <a:solidFill>
                  <a:srgbClr val="25364A"/>
                </a:solidFill>
                <a:latin typeface="Nimbus Sans"/>
                <a:ea typeface="Nimbus Sans"/>
                <a:cs typeface="Nimbus Sans"/>
              </a:defRPr>
            </a:defPPr>
            <a:lvl1pPr algn="ctr">
              <a:defRPr sz="2400" b="1">
                <a:solidFill>
                  <a:srgbClr val="25364A"/>
                </a:solidFill>
                <a:latin typeface="Nimbus Sans"/>
                <a:ea typeface="Nimbus Sans"/>
                <a:cs typeface="Nimbus Sans"/>
              </a:defRPr>
            </a:lvl1pPr>
            <a:lvl2pPr algn="ctr">
              <a:defRPr sz="2400" b="1">
                <a:solidFill>
                  <a:srgbClr val="25364A"/>
                </a:solidFill>
                <a:latin typeface="Nimbus Sans"/>
                <a:ea typeface="Nimbus Sans"/>
                <a:cs typeface="Nimbus Sans"/>
              </a:defRPr>
            </a:lvl2pPr>
            <a:lvl3pPr algn="ctr">
              <a:defRPr sz="2400" b="1">
                <a:solidFill>
                  <a:srgbClr val="25364A"/>
                </a:solidFill>
                <a:latin typeface="Nimbus Sans"/>
                <a:ea typeface="Nimbus Sans"/>
                <a:cs typeface="Nimbus Sans"/>
              </a:defRPr>
            </a:lvl3pPr>
            <a:lvl4pPr algn="ctr">
              <a:defRPr sz="2400" b="1">
                <a:solidFill>
                  <a:srgbClr val="25364A"/>
                </a:solidFill>
                <a:latin typeface="Nimbus Sans"/>
                <a:ea typeface="Nimbus Sans"/>
                <a:cs typeface="Nimbus Sans"/>
              </a:defRPr>
            </a:lvl4pPr>
            <a:lvl5pPr algn="ctr">
              <a:defRPr sz="2400" b="1">
                <a:solidFill>
                  <a:srgbClr val="25364A"/>
                </a:solidFill>
                <a:latin typeface="Nimbus Sans"/>
                <a:ea typeface="Nimbus Sans"/>
                <a:cs typeface="Nimbus Sans"/>
              </a:defRPr>
            </a:lvl5pPr>
            <a:lvl6pPr algn="ctr">
              <a:defRPr sz="2400" b="1">
                <a:solidFill>
                  <a:srgbClr val="25364A"/>
                </a:solidFill>
                <a:latin typeface="Nimbus Sans"/>
                <a:ea typeface="Nimbus Sans"/>
                <a:cs typeface="Nimbus Sans"/>
              </a:defRPr>
            </a:lvl6pPr>
            <a:lvl7pPr algn="ctr">
              <a:defRPr sz="2400" b="1">
                <a:solidFill>
                  <a:srgbClr val="25364A"/>
                </a:solidFill>
                <a:latin typeface="Nimbus Sans"/>
                <a:ea typeface="Nimbus Sans"/>
                <a:cs typeface="Nimbus Sans"/>
              </a:defRPr>
            </a:lvl7pPr>
            <a:lvl8pPr algn="ctr">
              <a:defRPr sz="2400" b="1">
                <a:solidFill>
                  <a:srgbClr val="25364A"/>
                </a:solidFill>
                <a:latin typeface="Nimbus Sans"/>
                <a:ea typeface="Nimbus Sans"/>
                <a:cs typeface="Nimbus Sans"/>
              </a:defRPr>
            </a:lvl8pPr>
            <a:lvl9pPr algn="ctr">
              <a:defRPr sz="2400" b="1">
                <a:solidFill>
                  <a:srgbClr val="25364A"/>
                </a:solidFill>
                <a:latin typeface="Nimbus Sans"/>
                <a:ea typeface="Nimbus Sans"/>
                <a:cs typeface="Nimbus Sans"/>
              </a:defRPr>
            </a:lvl9pPr>
          </a:lstStyle>
          <a:p>
            <a:pPr algn="ctr">
              <a:defRPr sz="2400" b="1">
                <a:solidFill>
                  <a:srgbClr val="25364A"/>
                </a:solidFill>
                <a:latin typeface="Nimbus Sans"/>
                <a:ea typeface="Nimbus Sans"/>
                <a:cs typeface="Nimbus Sans"/>
              </a:defRPr>
            </a:pPr>
            <a:r>
              <a:rPr sz="2000"/>
              <a:t>320</a:t>
            </a:r>
          </a:p>
        </p:txBody>
      </p:sp>
      <p:sp>
        <p:nvSpPr>
          <p:cNvPr id="113" name="value-0-1">
            <a:extLst>
              <a:ext uri="{FF2B5EF4-FFF2-40B4-BE49-F238E27FC236}">
                <a16:creationId xmlns:a16="http://schemas.microsoft.com/office/drawing/2014/main" id="{A785D920-12E4-424D-A1FB-0DA63EB1E87D}"/>
              </a:ext>
            </a:extLst>
          </p:cNvPr>
          <p:cNvSpPr>
            <a:spLocks noGrp="1"/>
          </p:cNvSpPr>
          <p:nvPr/>
        </p:nvSpPr>
        <p:spPr>
          <a:xfrm>
            <a:off x="944562" y="4310063"/>
            <a:ext cx="650875" cy="349250"/>
          </a:xfrm>
          <a:prstGeom prst="rect">
            <a:avLst/>
          </a:prstGeom>
          <a:noFill/>
          <a:ln w="0">
            <a:noFill/>
            <a:prstDash val="solid"/>
          </a:ln>
        </p:spPr>
        <p:txBody>
          <a:bodyPr wrap="none" lIns="0" tIns="0" rIns="0" bIns="0" anchor="ctr">
            <a:normAutofit/>
          </a:bodyPr>
          <a:lstStyle>
            <a:defPPr algn="ctr">
              <a:defRPr sz="2400" b="1">
                <a:solidFill>
                  <a:srgbClr val="25364A"/>
                </a:solidFill>
                <a:latin typeface="Nimbus Sans"/>
                <a:ea typeface="Nimbus Sans"/>
                <a:cs typeface="Nimbus Sans"/>
              </a:defRPr>
            </a:defPPr>
            <a:lvl1pPr algn="ctr">
              <a:defRPr sz="2400" b="1">
                <a:solidFill>
                  <a:srgbClr val="25364A"/>
                </a:solidFill>
                <a:latin typeface="Nimbus Sans"/>
                <a:ea typeface="Nimbus Sans"/>
                <a:cs typeface="Nimbus Sans"/>
              </a:defRPr>
            </a:lvl1pPr>
            <a:lvl2pPr algn="ctr">
              <a:defRPr sz="2400" b="1">
                <a:solidFill>
                  <a:srgbClr val="25364A"/>
                </a:solidFill>
                <a:latin typeface="Nimbus Sans"/>
                <a:ea typeface="Nimbus Sans"/>
                <a:cs typeface="Nimbus Sans"/>
              </a:defRPr>
            </a:lvl2pPr>
            <a:lvl3pPr algn="ctr">
              <a:defRPr sz="2400" b="1">
                <a:solidFill>
                  <a:srgbClr val="25364A"/>
                </a:solidFill>
                <a:latin typeface="Nimbus Sans"/>
                <a:ea typeface="Nimbus Sans"/>
                <a:cs typeface="Nimbus Sans"/>
              </a:defRPr>
            </a:lvl3pPr>
            <a:lvl4pPr algn="ctr">
              <a:defRPr sz="2400" b="1">
                <a:solidFill>
                  <a:srgbClr val="25364A"/>
                </a:solidFill>
                <a:latin typeface="Nimbus Sans"/>
                <a:ea typeface="Nimbus Sans"/>
                <a:cs typeface="Nimbus Sans"/>
              </a:defRPr>
            </a:lvl4pPr>
            <a:lvl5pPr algn="ctr">
              <a:defRPr sz="2400" b="1">
                <a:solidFill>
                  <a:srgbClr val="25364A"/>
                </a:solidFill>
                <a:latin typeface="Nimbus Sans"/>
                <a:ea typeface="Nimbus Sans"/>
                <a:cs typeface="Nimbus Sans"/>
              </a:defRPr>
            </a:lvl5pPr>
            <a:lvl6pPr algn="ctr">
              <a:defRPr sz="2400" b="1">
                <a:solidFill>
                  <a:srgbClr val="25364A"/>
                </a:solidFill>
                <a:latin typeface="Nimbus Sans"/>
                <a:ea typeface="Nimbus Sans"/>
                <a:cs typeface="Nimbus Sans"/>
              </a:defRPr>
            </a:lvl6pPr>
            <a:lvl7pPr algn="ctr">
              <a:defRPr sz="2400" b="1">
                <a:solidFill>
                  <a:srgbClr val="25364A"/>
                </a:solidFill>
                <a:latin typeface="Nimbus Sans"/>
                <a:ea typeface="Nimbus Sans"/>
                <a:cs typeface="Nimbus Sans"/>
              </a:defRPr>
            </a:lvl7pPr>
            <a:lvl8pPr algn="ctr">
              <a:defRPr sz="2400" b="1">
                <a:solidFill>
                  <a:srgbClr val="25364A"/>
                </a:solidFill>
                <a:latin typeface="Nimbus Sans"/>
                <a:ea typeface="Nimbus Sans"/>
                <a:cs typeface="Nimbus Sans"/>
              </a:defRPr>
            </a:lvl8pPr>
            <a:lvl9pPr algn="ctr">
              <a:defRPr sz="2400" b="1">
                <a:solidFill>
                  <a:srgbClr val="25364A"/>
                </a:solidFill>
                <a:latin typeface="Nimbus Sans"/>
                <a:ea typeface="Nimbus Sans"/>
                <a:cs typeface="Nimbus Sans"/>
              </a:defRPr>
            </a:lvl9pPr>
          </a:lstStyle>
          <a:p>
            <a:pPr algn="ctr">
              <a:defRPr sz="2400" b="1">
                <a:solidFill>
                  <a:srgbClr val="25364A"/>
                </a:solidFill>
                <a:latin typeface="Nimbus Sans"/>
                <a:ea typeface="Nimbus Sans"/>
                <a:cs typeface="Nimbus Sans"/>
              </a:defRPr>
            </a:pPr>
            <a:r>
              <a:rPr sz="2000"/>
              <a:t>2000</a:t>
            </a:r>
          </a:p>
        </p:txBody>
      </p:sp>
      <p:sp>
        <p:nvSpPr>
          <p:cNvPr id="114" name="value-1-0">
            <a:extLst>
              <a:ext uri="{FF2B5EF4-FFF2-40B4-BE49-F238E27FC236}">
                <a16:creationId xmlns:a16="http://schemas.microsoft.com/office/drawing/2014/main" id="{80522B91-DD4D-44DD-AEFE-5BA11F014111}"/>
              </a:ext>
            </a:extLst>
          </p:cNvPr>
          <p:cNvSpPr>
            <a:spLocks noGrp="1"/>
          </p:cNvSpPr>
          <p:nvPr/>
        </p:nvSpPr>
        <p:spPr>
          <a:xfrm>
            <a:off x="2770188" y="2603500"/>
            <a:ext cx="650875" cy="349250"/>
          </a:xfrm>
          <a:prstGeom prst="rect">
            <a:avLst/>
          </a:prstGeom>
          <a:noFill/>
          <a:ln w="0">
            <a:noFill/>
            <a:prstDash val="solid"/>
          </a:ln>
        </p:spPr>
        <p:txBody>
          <a:bodyPr wrap="none" lIns="0" tIns="0" rIns="0" bIns="0" anchor="ctr">
            <a:normAutofit/>
          </a:bodyPr>
          <a:lstStyle>
            <a:defPPr algn="ctr">
              <a:defRPr sz="2400" b="1">
                <a:solidFill>
                  <a:srgbClr val="25364A"/>
                </a:solidFill>
                <a:latin typeface="Nimbus Sans"/>
                <a:ea typeface="Nimbus Sans"/>
                <a:cs typeface="Nimbus Sans"/>
              </a:defRPr>
            </a:defPPr>
            <a:lvl1pPr algn="ctr">
              <a:defRPr sz="2400" b="1">
                <a:solidFill>
                  <a:srgbClr val="25364A"/>
                </a:solidFill>
                <a:latin typeface="Nimbus Sans"/>
                <a:ea typeface="Nimbus Sans"/>
                <a:cs typeface="Nimbus Sans"/>
              </a:defRPr>
            </a:lvl1pPr>
            <a:lvl2pPr algn="ctr">
              <a:defRPr sz="2400" b="1">
                <a:solidFill>
                  <a:srgbClr val="25364A"/>
                </a:solidFill>
                <a:latin typeface="Nimbus Sans"/>
                <a:ea typeface="Nimbus Sans"/>
                <a:cs typeface="Nimbus Sans"/>
              </a:defRPr>
            </a:lvl2pPr>
            <a:lvl3pPr algn="ctr">
              <a:defRPr sz="2400" b="1">
                <a:solidFill>
                  <a:srgbClr val="25364A"/>
                </a:solidFill>
                <a:latin typeface="Nimbus Sans"/>
                <a:ea typeface="Nimbus Sans"/>
                <a:cs typeface="Nimbus Sans"/>
              </a:defRPr>
            </a:lvl3pPr>
            <a:lvl4pPr algn="ctr">
              <a:defRPr sz="2400" b="1">
                <a:solidFill>
                  <a:srgbClr val="25364A"/>
                </a:solidFill>
                <a:latin typeface="Nimbus Sans"/>
                <a:ea typeface="Nimbus Sans"/>
                <a:cs typeface="Nimbus Sans"/>
              </a:defRPr>
            </a:lvl4pPr>
            <a:lvl5pPr algn="ctr">
              <a:defRPr sz="2400" b="1">
                <a:solidFill>
                  <a:srgbClr val="25364A"/>
                </a:solidFill>
                <a:latin typeface="Nimbus Sans"/>
                <a:ea typeface="Nimbus Sans"/>
                <a:cs typeface="Nimbus Sans"/>
              </a:defRPr>
            </a:lvl5pPr>
            <a:lvl6pPr algn="ctr">
              <a:defRPr sz="2400" b="1">
                <a:solidFill>
                  <a:srgbClr val="25364A"/>
                </a:solidFill>
                <a:latin typeface="Nimbus Sans"/>
                <a:ea typeface="Nimbus Sans"/>
                <a:cs typeface="Nimbus Sans"/>
              </a:defRPr>
            </a:lvl6pPr>
            <a:lvl7pPr algn="ctr">
              <a:defRPr sz="2400" b="1">
                <a:solidFill>
                  <a:srgbClr val="25364A"/>
                </a:solidFill>
                <a:latin typeface="Nimbus Sans"/>
                <a:ea typeface="Nimbus Sans"/>
                <a:cs typeface="Nimbus Sans"/>
              </a:defRPr>
            </a:lvl7pPr>
            <a:lvl8pPr algn="ctr">
              <a:defRPr sz="2400" b="1">
                <a:solidFill>
                  <a:srgbClr val="25364A"/>
                </a:solidFill>
                <a:latin typeface="Nimbus Sans"/>
                <a:ea typeface="Nimbus Sans"/>
                <a:cs typeface="Nimbus Sans"/>
              </a:defRPr>
            </a:lvl8pPr>
            <a:lvl9pPr algn="ctr">
              <a:defRPr sz="2400" b="1">
                <a:solidFill>
                  <a:srgbClr val="25364A"/>
                </a:solidFill>
                <a:latin typeface="Nimbus Sans"/>
                <a:ea typeface="Nimbus Sans"/>
                <a:cs typeface="Nimbus Sans"/>
              </a:defRPr>
            </a:lvl9pPr>
          </a:lstStyle>
          <a:p>
            <a:pPr algn="ctr">
              <a:defRPr sz="2400" b="1">
                <a:solidFill>
                  <a:srgbClr val="25364A"/>
                </a:solidFill>
                <a:latin typeface="Nimbus Sans"/>
                <a:ea typeface="Nimbus Sans"/>
                <a:cs typeface="Nimbus Sans"/>
              </a:defRPr>
            </a:pPr>
            <a:r>
              <a:rPr sz="2000"/>
              <a:t>-0.4</a:t>
            </a:r>
          </a:p>
        </p:txBody>
      </p:sp>
      <p:sp>
        <p:nvSpPr>
          <p:cNvPr id="115" name="value-1-1">
            <a:extLst>
              <a:ext uri="{FF2B5EF4-FFF2-40B4-BE49-F238E27FC236}">
                <a16:creationId xmlns:a16="http://schemas.microsoft.com/office/drawing/2014/main" id="{1A315250-E46E-46D8-A4E2-6D66E072C87E}"/>
              </a:ext>
            </a:extLst>
          </p:cNvPr>
          <p:cNvSpPr>
            <a:spLocks noGrp="1"/>
          </p:cNvSpPr>
          <p:nvPr/>
        </p:nvSpPr>
        <p:spPr>
          <a:xfrm>
            <a:off x="2770188" y="3635375"/>
            <a:ext cx="650875" cy="349250"/>
          </a:xfrm>
          <a:prstGeom prst="rect">
            <a:avLst/>
          </a:prstGeom>
          <a:noFill/>
          <a:ln w="0">
            <a:noFill/>
            <a:prstDash val="solid"/>
          </a:ln>
        </p:spPr>
        <p:txBody>
          <a:bodyPr wrap="none" lIns="0" tIns="0" rIns="0" bIns="0" anchor="ctr">
            <a:normAutofit/>
          </a:bodyPr>
          <a:lstStyle>
            <a:defPPr algn="ctr">
              <a:defRPr sz="2400" b="1">
                <a:solidFill>
                  <a:srgbClr val="25364A"/>
                </a:solidFill>
                <a:latin typeface="Nimbus Sans"/>
                <a:ea typeface="Nimbus Sans"/>
                <a:cs typeface="Nimbus Sans"/>
              </a:defRPr>
            </a:defPPr>
            <a:lvl1pPr algn="ctr">
              <a:defRPr sz="2400" b="1">
                <a:solidFill>
                  <a:srgbClr val="25364A"/>
                </a:solidFill>
                <a:latin typeface="Nimbus Sans"/>
                <a:ea typeface="Nimbus Sans"/>
                <a:cs typeface="Nimbus Sans"/>
              </a:defRPr>
            </a:lvl1pPr>
            <a:lvl2pPr algn="ctr">
              <a:defRPr sz="2400" b="1">
                <a:solidFill>
                  <a:srgbClr val="25364A"/>
                </a:solidFill>
                <a:latin typeface="Nimbus Sans"/>
                <a:ea typeface="Nimbus Sans"/>
                <a:cs typeface="Nimbus Sans"/>
              </a:defRPr>
            </a:lvl2pPr>
            <a:lvl3pPr algn="ctr">
              <a:defRPr sz="2400" b="1">
                <a:solidFill>
                  <a:srgbClr val="25364A"/>
                </a:solidFill>
                <a:latin typeface="Nimbus Sans"/>
                <a:ea typeface="Nimbus Sans"/>
                <a:cs typeface="Nimbus Sans"/>
              </a:defRPr>
            </a:lvl3pPr>
            <a:lvl4pPr algn="ctr">
              <a:defRPr sz="2400" b="1">
                <a:solidFill>
                  <a:srgbClr val="25364A"/>
                </a:solidFill>
                <a:latin typeface="Nimbus Sans"/>
                <a:ea typeface="Nimbus Sans"/>
                <a:cs typeface="Nimbus Sans"/>
              </a:defRPr>
            </a:lvl4pPr>
            <a:lvl5pPr algn="ctr">
              <a:defRPr sz="2400" b="1">
                <a:solidFill>
                  <a:srgbClr val="25364A"/>
                </a:solidFill>
                <a:latin typeface="Nimbus Sans"/>
                <a:ea typeface="Nimbus Sans"/>
                <a:cs typeface="Nimbus Sans"/>
              </a:defRPr>
            </a:lvl5pPr>
            <a:lvl6pPr algn="ctr">
              <a:defRPr sz="2400" b="1">
                <a:solidFill>
                  <a:srgbClr val="25364A"/>
                </a:solidFill>
                <a:latin typeface="Nimbus Sans"/>
                <a:ea typeface="Nimbus Sans"/>
                <a:cs typeface="Nimbus Sans"/>
              </a:defRPr>
            </a:lvl6pPr>
            <a:lvl7pPr algn="ctr">
              <a:defRPr sz="2400" b="1">
                <a:solidFill>
                  <a:srgbClr val="25364A"/>
                </a:solidFill>
                <a:latin typeface="Nimbus Sans"/>
                <a:ea typeface="Nimbus Sans"/>
                <a:cs typeface="Nimbus Sans"/>
              </a:defRPr>
            </a:lvl7pPr>
            <a:lvl8pPr algn="ctr">
              <a:defRPr sz="2400" b="1">
                <a:solidFill>
                  <a:srgbClr val="25364A"/>
                </a:solidFill>
                <a:latin typeface="Nimbus Sans"/>
                <a:ea typeface="Nimbus Sans"/>
                <a:cs typeface="Nimbus Sans"/>
              </a:defRPr>
            </a:lvl8pPr>
            <a:lvl9pPr algn="ctr">
              <a:defRPr sz="2400" b="1">
                <a:solidFill>
                  <a:srgbClr val="25364A"/>
                </a:solidFill>
                <a:latin typeface="Nimbus Sans"/>
                <a:ea typeface="Nimbus Sans"/>
                <a:cs typeface="Nimbus Sans"/>
              </a:defRPr>
            </a:lvl9pPr>
          </a:lstStyle>
          <a:p>
            <a:pPr algn="ctr">
              <a:defRPr sz="2400" b="1">
                <a:solidFill>
                  <a:srgbClr val="25364A"/>
                </a:solidFill>
                <a:latin typeface="Nimbus Sans"/>
                <a:ea typeface="Nimbus Sans"/>
                <a:cs typeface="Nimbus Sans"/>
              </a:defRPr>
            </a:pPr>
            <a:r>
              <a:rPr sz="2000"/>
              <a:t>6.64</a:t>
            </a:r>
          </a:p>
        </p:txBody>
      </p:sp>
      <p:sp>
        <p:nvSpPr>
          <p:cNvPr id="116" name="value-1-2">
            <a:extLst>
              <a:ext uri="{FF2B5EF4-FFF2-40B4-BE49-F238E27FC236}">
                <a16:creationId xmlns:a16="http://schemas.microsoft.com/office/drawing/2014/main" id="{9D384EE1-3813-48C6-8AEA-09C4126B9DC1}"/>
              </a:ext>
            </a:extLst>
          </p:cNvPr>
          <p:cNvSpPr>
            <a:spLocks noGrp="1"/>
          </p:cNvSpPr>
          <p:nvPr/>
        </p:nvSpPr>
        <p:spPr>
          <a:xfrm>
            <a:off x="2770188" y="4667250"/>
            <a:ext cx="650875" cy="349250"/>
          </a:xfrm>
          <a:prstGeom prst="rect">
            <a:avLst/>
          </a:prstGeom>
          <a:noFill/>
          <a:ln w="0">
            <a:noFill/>
            <a:prstDash val="solid"/>
          </a:ln>
        </p:spPr>
        <p:txBody>
          <a:bodyPr wrap="none" lIns="0" tIns="0" rIns="0" bIns="0" anchor="ctr">
            <a:normAutofit/>
          </a:bodyPr>
          <a:lstStyle>
            <a:defPPr algn="ctr">
              <a:defRPr sz="2400" b="1">
                <a:solidFill>
                  <a:srgbClr val="25364A"/>
                </a:solidFill>
                <a:latin typeface="Nimbus Sans"/>
                <a:ea typeface="Nimbus Sans"/>
                <a:cs typeface="Nimbus Sans"/>
              </a:defRPr>
            </a:defPPr>
            <a:lvl1pPr algn="ctr">
              <a:defRPr sz="2400" b="1">
                <a:solidFill>
                  <a:srgbClr val="25364A"/>
                </a:solidFill>
                <a:latin typeface="Nimbus Sans"/>
                <a:ea typeface="Nimbus Sans"/>
                <a:cs typeface="Nimbus Sans"/>
              </a:defRPr>
            </a:lvl1pPr>
            <a:lvl2pPr algn="ctr">
              <a:defRPr sz="2400" b="1">
                <a:solidFill>
                  <a:srgbClr val="25364A"/>
                </a:solidFill>
                <a:latin typeface="Nimbus Sans"/>
                <a:ea typeface="Nimbus Sans"/>
                <a:cs typeface="Nimbus Sans"/>
              </a:defRPr>
            </a:lvl2pPr>
            <a:lvl3pPr algn="ctr">
              <a:defRPr sz="2400" b="1">
                <a:solidFill>
                  <a:srgbClr val="25364A"/>
                </a:solidFill>
                <a:latin typeface="Nimbus Sans"/>
                <a:ea typeface="Nimbus Sans"/>
                <a:cs typeface="Nimbus Sans"/>
              </a:defRPr>
            </a:lvl3pPr>
            <a:lvl4pPr algn="ctr">
              <a:defRPr sz="2400" b="1">
                <a:solidFill>
                  <a:srgbClr val="25364A"/>
                </a:solidFill>
                <a:latin typeface="Nimbus Sans"/>
                <a:ea typeface="Nimbus Sans"/>
                <a:cs typeface="Nimbus Sans"/>
              </a:defRPr>
            </a:lvl4pPr>
            <a:lvl5pPr algn="ctr">
              <a:defRPr sz="2400" b="1">
                <a:solidFill>
                  <a:srgbClr val="25364A"/>
                </a:solidFill>
                <a:latin typeface="Nimbus Sans"/>
                <a:ea typeface="Nimbus Sans"/>
                <a:cs typeface="Nimbus Sans"/>
              </a:defRPr>
            </a:lvl5pPr>
            <a:lvl6pPr algn="ctr">
              <a:defRPr sz="2400" b="1">
                <a:solidFill>
                  <a:srgbClr val="25364A"/>
                </a:solidFill>
                <a:latin typeface="Nimbus Sans"/>
                <a:ea typeface="Nimbus Sans"/>
                <a:cs typeface="Nimbus Sans"/>
              </a:defRPr>
            </a:lvl6pPr>
            <a:lvl7pPr algn="ctr">
              <a:defRPr sz="2400" b="1">
                <a:solidFill>
                  <a:srgbClr val="25364A"/>
                </a:solidFill>
                <a:latin typeface="Nimbus Sans"/>
                <a:ea typeface="Nimbus Sans"/>
                <a:cs typeface="Nimbus Sans"/>
              </a:defRPr>
            </a:lvl7pPr>
            <a:lvl8pPr algn="ctr">
              <a:defRPr sz="2400" b="1">
                <a:solidFill>
                  <a:srgbClr val="25364A"/>
                </a:solidFill>
                <a:latin typeface="Nimbus Sans"/>
                <a:ea typeface="Nimbus Sans"/>
                <a:cs typeface="Nimbus Sans"/>
              </a:defRPr>
            </a:lvl8pPr>
            <a:lvl9pPr algn="ctr">
              <a:defRPr sz="2400" b="1">
                <a:solidFill>
                  <a:srgbClr val="25364A"/>
                </a:solidFill>
                <a:latin typeface="Nimbus Sans"/>
                <a:ea typeface="Nimbus Sans"/>
                <a:cs typeface="Nimbus Sans"/>
              </a:defRPr>
            </a:lvl9pPr>
          </a:lstStyle>
          <a:p>
            <a:pPr algn="ctr">
              <a:defRPr sz="2400" b="1">
                <a:solidFill>
                  <a:srgbClr val="25364A"/>
                </a:solidFill>
                <a:latin typeface="Nimbus Sans"/>
                <a:ea typeface="Nimbus Sans"/>
                <a:cs typeface="Nimbus Sans"/>
              </a:defRPr>
            </a:pPr>
            <a:r>
              <a:rPr sz="2000"/>
              <a:t>2.72</a:t>
            </a:r>
          </a:p>
        </p:txBody>
      </p:sp>
      <p:sp>
        <p:nvSpPr>
          <p:cNvPr id="117" name="value-2-0">
            <a:extLst>
              <a:ext uri="{FF2B5EF4-FFF2-40B4-BE49-F238E27FC236}">
                <a16:creationId xmlns:a16="http://schemas.microsoft.com/office/drawing/2014/main" id="{0F7F077B-652D-47C5-9E6E-ED55816BAD93}"/>
              </a:ext>
            </a:extLst>
          </p:cNvPr>
          <p:cNvSpPr>
            <a:spLocks noGrp="1"/>
          </p:cNvSpPr>
          <p:nvPr/>
        </p:nvSpPr>
        <p:spPr>
          <a:xfrm>
            <a:off x="4595813" y="3040063"/>
            <a:ext cx="650875" cy="349250"/>
          </a:xfrm>
          <a:prstGeom prst="rect">
            <a:avLst/>
          </a:prstGeom>
          <a:noFill/>
          <a:ln w="0">
            <a:noFill/>
            <a:prstDash val="solid"/>
          </a:ln>
        </p:spPr>
        <p:txBody>
          <a:bodyPr wrap="none" lIns="0" tIns="0" rIns="0" bIns="0" anchor="ctr">
            <a:normAutofit/>
          </a:bodyPr>
          <a:lstStyle>
            <a:defPPr algn="ctr">
              <a:defRPr sz="2400" b="1">
                <a:solidFill>
                  <a:srgbClr val="25364A"/>
                </a:solidFill>
                <a:latin typeface="Nimbus Sans"/>
                <a:ea typeface="Nimbus Sans"/>
                <a:cs typeface="Nimbus Sans"/>
              </a:defRPr>
            </a:defPPr>
            <a:lvl1pPr algn="ctr">
              <a:defRPr sz="2400" b="1">
                <a:solidFill>
                  <a:srgbClr val="25364A"/>
                </a:solidFill>
                <a:latin typeface="Nimbus Sans"/>
                <a:ea typeface="Nimbus Sans"/>
                <a:cs typeface="Nimbus Sans"/>
              </a:defRPr>
            </a:lvl1pPr>
            <a:lvl2pPr algn="ctr">
              <a:defRPr sz="2400" b="1">
                <a:solidFill>
                  <a:srgbClr val="25364A"/>
                </a:solidFill>
                <a:latin typeface="Nimbus Sans"/>
                <a:ea typeface="Nimbus Sans"/>
                <a:cs typeface="Nimbus Sans"/>
              </a:defRPr>
            </a:lvl2pPr>
            <a:lvl3pPr algn="ctr">
              <a:defRPr sz="2400" b="1">
                <a:solidFill>
                  <a:srgbClr val="25364A"/>
                </a:solidFill>
                <a:latin typeface="Nimbus Sans"/>
                <a:ea typeface="Nimbus Sans"/>
                <a:cs typeface="Nimbus Sans"/>
              </a:defRPr>
            </a:lvl3pPr>
            <a:lvl4pPr algn="ctr">
              <a:defRPr sz="2400" b="1">
                <a:solidFill>
                  <a:srgbClr val="25364A"/>
                </a:solidFill>
                <a:latin typeface="Nimbus Sans"/>
                <a:ea typeface="Nimbus Sans"/>
                <a:cs typeface="Nimbus Sans"/>
              </a:defRPr>
            </a:lvl4pPr>
            <a:lvl5pPr algn="ctr">
              <a:defRPr sz="2400" b="1">
                <a:solidFill>
                  <a:srgbClr val="25364A"/>
                </a:solidFill>
                <a:latin typeface="Nimbus Sans"/>
                <a:ea typeface="Nimbus Sans"/>
                <a:cs typeface="Nimbus Sans"/>
              </a:defRPr>
            </a:lvl5pPr>
            <a:lvl6pPr algn="ctr">
              <a:defRPr sz="2400" b="1">
                <a:solidFill>
                  <a:srgbClr val="25364A"/>
                </a:solidFill>
                <a:latin typeface="Nimbus Sans"/>
                <a:ea typeface="Nimbus Sans"/>
                <a:cs typeface="Nimbus Sans"/>
              </a:defRPr>
            </a:lvl6pPr>
            <a:lvl7pPr algn="ctr">
              <a:defRPr sz="2400" b="1">
                <a:solidFill>
                  <a:srgbClr val="25364A"/>
                </a:solidFill>
                <a:latin typeface="Nimbus Sans"/>
                <a:ea typeface="Nimbus Sans"/>
                <a:cs typeface="Nimbus Sans"/>
              </a:defRPr>
            </a:lvl7pPr>
            <a:lvl8pPr algn="ctr">
              <a:defRPr sz="2400" b="1">
                <a:solidFill>
                  <a:srgbClr val="25364A"/>
                </a:solidFill>
                <a:latin typeface="Nimbus Sans"/>
                <a:ea typeface="Nimbus Sans"/>
                <a:cs typeface="Nimbus Sans"/>
              </a:defRPr>
            </a:lvl8pPr>
            <a:lvl9pPr algn="ctr">
              <a:defRPr sz="2400" b="1">
                <a:solidFill>
                  <a:srgbClr val="25364A"/>
                </a:solidFill>
                <a:latin typeface="Nimbus Sans"/>
                <a:ea typeface="Nimbus Sans"/>
                <a:cs typeface="Nimbus Sans"/>
              </a:defRPr>
            </a:lvl9pPr>
          </a:lstStyle>
          <a:p>
            <a:pPr algn="ctr">
              <a:defRPr sz="2400" b="1">
                <a:solidFill>
                  <a:srgbClr val="25364A"/>
                </a:solidFill>
                <a:latin typeface="Nimbus Sans"/>
                <a:ea typeface="Nimbus Sans"/>
                <a:cs typeface="Nimbus Sans"/>
              </a:defRPr>
            </a:pPr>
            <a:r>
              <a:rPr sz="2000"/>
              <a:t>5.5</a:t>
            </a:r>
          </a:p>
        </p:txBody>
      </p:sp>
      <p:sp>
        <p:nvSpPr>
          <p:cNvPr id="118" name="value-2-1">
            <a:extLst>
              <a:ext uri="{FF2B5EF4-FFF2-40B4-BE49-F238E27FC236}">
                <a16:creationId xmlns:a16="http://schemas.microsoft.com/office/drawing/2014/main" id="{D9E5F36E-6E72-4BB7-A192-D1DE72EB8347}"/>
              </a:ext>
            </a:extLst>
          </p:cNvPr>
          <p:cNvSpPr>
            <a:spLocks noGrp="1"/>
          </p:cNvSpPr>
          <p:nvPr/>
        </p:nvSpPr>
        <p:spPr>
          <a:xfrm>
            <a:off x="4595813" y="4230688"/>
            <a:ext cx="650875" cy="349250"/>
          </a:xfrm>
          <a:prstGeom prst="rect">
            <a:avLst/>
          </a:prstGeom>
          <a:noFill/>
          <a:ln w="0">
            <a:noFill/>
            <a:prstDash val="solid"/>
          </a:ln>
        </p:spPr>
        <p:txBody>
          <a:bodyPr wrap="none" lIns="0" tIns="0" rIns="0" bIns="0" anchor="ctr">
            <a:normAutofit/>
          </a:bodyPr>
          <a:lstStyle>
            <a:defPPr algn="ctr">
              <a:defRPr sz="2400" b="1">
                <a:solidFill>
                  <a:srgbClr val="25364A"/>
                </a:solidFill>
                <a:latin typeface="Nimbus Sans"/>
                <a:ea typeface="Nimbus Sans"/>
                <a:cs typeface="Nimbus Sans"/>
              </a:defRPr>
            </a:defPPr>
            <a:lvl1pPr algn="ctr">
              <a:defRPr sz="2400" b="1">
                <a:solidFill>
                  <a:srgbClr val="25364A"/>
                </a:solidFill>
                <a:latin typeface="Nimbus Sans"/>
                <a:ea typeface="Nimbus Sans"/>
                <a:cs typeface="Nimbus Sans"/>
              </a:defRPr>
            </a:lvl1pPr>
            <a:lvl2pPr algn="ctr">
              <a:defRPr sz="2400" b="1">
                <a:solidFill>
                  <a:srgbClr val="25364A"/>
                </a:solidFill>
                <a:latin typeface="Nimbus Sans"/>
                <a:ea typeface="Nimbus Sans"/>
                <a:cs typeface="Nimbus Sans"/>
              </a:defRPr>
            </a:lvl2pPr>
            <a:lvl3pPr algn="ctr">
              <a:defRPr sz="2400" b="1">
                <a:solidFill>
                  <a:srgbClr val="25364A"/>
                </a:solidFill>
                <a:latin typeface="Nimbus Sans"/>
                <a:ea typeface="Nimbus Sans"/>
                <a:cs typeface="Nimbus Sans"/>
              </a:defRPr>
            </a:lvl3pPr>
            <a:lvl4pPr algn="ctr">
              <a:defRPr sz="2400" b="1">
                <a:solidFill>
                  <a:srgbClr val="25364A"/>
                </a:solidFill>
                <a:latin typeface="Nimbus Sans"/>
                <a:ea typeface="Nimbus Sans"/>
                <a:cs typeface="Nimbus Sans"/>
              </a:defRPr>
            </a:lvl4pPr>
            <a:lvl5pPr algn="ctr">
              <a:defRPr sz="2400" b="1">
                <a:solidFill>
                  <a:srgbClr val="25364A"/>
                </a:solidFill>
                <a:latin typeface="Nimbus Sans"/>
                <a:ea typeface="Nimbus Sans"/>
                <a:cs typeface="Nimbus Sans"/>
              </a:defRPr>
            </a:lvl5pPr>
            <a:lvl6pPr algn="ctr">
              <a:defRPr sz="2400" b="1">
                <a:solidFill>
                  <a:srgbClr val="25364A"/>
                </a:solidFill>
                <a:latin typeface="Nimbus Sans"/>
                <a:ea typeface="Nimbus Sans"/>
                <a:cs typeface="Nimbus Sans"/>
              </a:defRPr>
            </a:lvl6pPr>
            <a:lvl7pPr algn="ctr">
              <a:defRPr sz="2400" b="1">
                <a:solidFill>
                  <a:srgbClr val="25364A"/>
                </a:solidFill>
                <a:latin typeface="Nimbus Sans"/>
                <a:ea typeface="Nimbus Sans"/>
                <a:cs typeface="Nimbus Sans"/>
              </a:defRPr>
            </a:lvl7pPr>
            <a:lvl8pPr algn="ctr">
              <a:defRPr sz="2400" b="1">
                <a:solidFill>
                  <a:srgbClr val="25364A"/>
                </a:solidFill>
                <a:latin typeface="Nimbus Sans"/>
                <a:ea typeface="Nimbus Sans"/>
                <a:cs typeface="Nimbus Sans"/>
              </a:defRPr>
            </a:lvl8pPr>
            <a:lvl9pPr algn="ctr">
              <a:defRPr sz="2400" b="1">
                <a:solidFill>
                  <a:srgbClr val="25364A"/>
                </a:solidFill>
                <a:latin typeface="Nimbus Sans"/>
                <a:ea typeface="Nimbus Sans"/>
                <a:cs typeface="Nimbus Sans"/>
              </a:defRPr>
            </a:lvl9pPr>
          </a:lstStyle>
          <a:p>
            <a:pPr algn="ctr">
              <a:defRPr sz="2400" b="1">
                <a:solidFill>
                  <a:srgbClr val="25364A"/>
                </a:solidFill>
                <a:latin typeface="Nimbus Sans"/>
                <a:ea typeface="Nimbus Sans"/>
                <a:cs typeface="Nimbus Sans"/>
              </a:defRPr>
            </a:pPr>
            <a:r>
              <a:rPr sz="2000"/>
              <a:t>-5.93</a:t>
            </a:r>
          </a:p>
        </p:txBody>
      </p:sp>
      <p:sp>
        <p:nvSpPr>
          <p:cNvPr id="119" name="value-3-0">
            <a:extLst>
              <a:ext uri="{FF2B5EF4-FFF2-40B4-BE49-F238E27FC236}">
                <a16:creationId xmlns:a16="http://schemas.microsoft.com/office/drawing/2014/main" id="{86F23DDA-61BC-4C4E-BA39-1581E7ABF673}"/>
              </a:ext>
            </a:extLst>
          </p:cNvPr>
          <p:cNvSpPr>
            <a:spLocks noGrp="1"/>
          </p:cNvSpPr>
          <p:nvPr/>
        </p:nvSpPr>
        <p:spPr>
          <a:xfrm>
            <a:off x="6421438" y="2325688"/>
            <a:ext cx="650875" cy="349250"/>
          </a:xfrm>
          <a:prstGeom prst="rect">
            <a:avLst/>
          </a:prstGeom>
          <a:noFill/>
          <a:ln w="0">
            <a:noFill/>
            <a:prstDash val="solid"/>
          </a:ln>
        </p:spPr>
        <p:txBody>
          <a:bodyPr wrap="none" lIns="0" tIns="0" rIns="0" bIns="0" anchor="ctr">
            <a:normAutofit/>
          </a:bodyPr>
          <a:lstStyle>
            <a:defPPr algn="ctr">
              <a:defRPr sz="2400" b="1">
                <a:solidFill>
                  <a:srgbClr val="25364A"/>
                </a:solidFill>
                <a:latin typeface="Nimbus Sans"/>
                <a:ea typeface="Nimbus Sans"/>
                <a:cs typeface="Nimbus Sans"/>
              </a:defRPr>
            </a:defPPr>
            <a:lvl1pPr algn="ctr">
              <a:defRPr sz="2400" b="1">
                <a:solidFill>
                  <a:srgbClr val="25364A"/>
                </a:solidFill>
                <a:latin typeface="Nimbus Sans"/>
                <a:ea typeface="Nimbus Sans"/>
                <a:cs typeface="Nimbus Sans"/>
              </a:defRPr>
            </a:lvl1pPr>
            <a:lvl2pPr algn="ctr">
              <a:defRPr sz="2400" b="1">
                <a:solidFill>
                  <a:srgbClr val="25364A"/>
                </a:solidFill>
                <a:latin typeface="Nimbus Sans"/>
                <a:ea typeface="Nimbus Sans"/>
                <a:cs typeface="Nimbus Sans"/>
              </a:defRPr>
            </a:lvl2pPr>
            <a:lvl3pPr algn="ctr">
              <a:defRPr sz="2400" b="1">
                <a:solidFill>
                  <a:srgbClr val="25364A"/>
                </a:solidFill>
                <a:latin typeface="Nimbus Sans"/>
                <a:ea typeface="Nimbus Sans"/>
                <a:cs typeface="Nimbus Sans"/>
              </a:defRPr>
            </a:lvl3pPr>
            <a:lvl4pPr algn="ctr">
              <a:defRPr sz="2400" b="1">
                <a:solidFill>
                  <a:srgbClr val="25364A"/>
                </a:solidFill>
                <a:latin typeface="Nimbus Sans"/>
                <a:ea typeface="Nimbus Sans"/>
                <a:cs typeface="Nimbus Sans"/>
              </a:defRPr>
            </a:lvl4pPr>
            <a:lvl5pPr algn="ctr">
              <a:defRPr sz="2400" b="1">
                <a:solidFill>
                  <a:srgbClr val="25364A"/>
                </a:solidFill>
                <a:latin typeface="Nimbus Sans"/>
                <a:ea typeface="Nimbus Sans"/>
                <a:cs typeface="Nimbus Sans"/>
              </a:defRPr>
            </a:lvl5pPr>
            <a:lvl6pPr algn="ctr">
              <a:defRPr sz="2400" b="1">
                <a:solidFill>
                  <a:srgbClr val="25364A"/>
                </a:solidFill>
                <a:latin typeface="Nimbus Sans"/>
                <a:ea typeface="Nimbus Sans"/>
                <a:cs typeface="Nimbus Sans"/>
              </a:defRPr>
            </a:lvl6pPr>
            <a:lvl7pPr algn="ctr">
              <a:defRPr sz="2400" b="1">
                <a:solidFill>
                  <a:srgbClr val="25364A"/>
                </a:solidFill>
                <a:latin typeface="Nimbus Sans"/>
                <a:ea typeface="Nimbus Sans"/>
                <a:cs typeface="Nimbus Sans"/>
              </a:defRPr>
            </a:lvl7pPr>
            <a:lvl8pPr algn="ctr">
              <a:defRPr sz="2400" b="1">
                <a:solidFill>
                  <a:srgbClr val="25364A"/>
                </a:solidFill>
                <a:latin typeface="Nimbus Sans"/>
                <a:ea typeface="Nimbus Sans"/>
                <a:cs typeface="Nimbus Sans"/>
              </a:defRPr>
            </a:lvl8pPr>
            <a:lvl9pPr algn="ctr">
              <a:defRPr sz="2400" b="1">
                <a:solidFill>
                  <a:srgbClr val="25364A"/>
                </a:solidFill>
                <a:latin typeface="Nimbus Sans"/>
                <a:ea typeface="Nimbus Sans"/>
                <a:cs typeface="Nimbus Sans"/>
              </a:defRPr>
            </a:lvl9pPr>
          </a:lstStyle>
          <a:p>
            <a:pPr algn="ctr">
              <a:defRPr sz="2400" b="1">
                <a:solidFill>
                  <a:srgbClr val="25364A"/>
                </a:solidFill>
                <a:latin typeface="Nimbus Sans"/>
                <a:ea typeface="Nimbus Sans"/>
                <a:cs typeface="Nimbus Sans"/>
              </a:defRPr>
            </a:pPr>
            <a:r>
              <a:rPr sz="2000"/>
              <a:t>1.57</a:t>
            </a:r>
          </a:p>
        </p:txBody>
      </p:sp>
      <p:sp>
        <p:nvSpPr>
          <p:cNvPr id="120" name="value-3-1">
            <a:extLst>
              <a:ext uri="{FF2B5EF4-FFF2-40B4-BE49-F238E27FC236}">
                <a16:creationId xmlns:a16="http://schemas.microsoft.com/office/drawing/2014/main" id="{E0458DC1-3BFB-410F-9940-D61C7996A776}"/>
              </a:ext>
            </a:extLst>
          </p:cNvPr>
          <p:cNvSpPr>
            <a:spLocks noGrp="1"/>
          </p:cNvSpPr>
          <p:nvPr/>
        </p:nvSpPr>
        <p:spPr>
          <a:xfrm>
            <a:off x="6421438" y="3198813"/>
            <a:ext cx="650875" cy="349250"/>
          </a:xfrm>
          <a:prstGeom prst="rect">
            <a:avLst/>
          </a:prstGeom>
          <a:noFill/>
          <a:ln w="0">
            <a:noFill/>
            <a:prstDash val="solid"/>
          </a:ln>
        </p:spPr>
        <p:txBody>
          <a:bodyPr wrap="none" lIns="0" tIns="0" rIns="0" bIns="0" anchor="ctr">
            <a:normAutofit/>
          </a:bodyPr>
          <a:lstStyle>
            <a:defPPr algn="ctr">
              <a:defRPr sz="2400" b="1">
                <a:solidFill>
                  <a:srgbClr val="25364A"/>
                </a:solidFill>
                <a:latin typeface="Nimbus Sans"/>
                <a:ea typeface="Nimbus Sans"/>
                <a:cs typeface="Nimbus Sans"/>
              </a:defRPr>
            </a:defPPr>
            <a:lvl1pPr algn="ctr">
              <a:defRPr sz="2400" b="1">
                <a:solidFill>
                  <a:srgbClr val="25364A"/>
                </a:solidFill>
                <a:latin typeface="Nimbus Sans"/>
                <a:ea typeface="Nimbus Sans"/>
                <a:cs typeface="Nimbus Sans"/>
              </a:defRPr>
            </a:lvl1pPr>
            <a:lvl2pPr algn="ctr">
              <a:defRPr sz="2400" b="1">
                <a:solidFill>
                  <a:srgbClr val="25364A"/>
                </a:solidFill>
                <a:latin typeface="Nimbus Sans"/>
                <a:ea typeface="Nimbus Sans"/>
                <a:cs typeface="Nimbus Sans"/>
              </a:defRPr>
            </a:lvl2pPr>
            <a:lvl3pPr algn="ctr">
              <a:defRPr sz="2400" b="1">
                <a:solidFill>
                  <a:srgbClr val="25364A"/>
                </a:solidFill>
                <a:latin typeface="Nimbus Sans"/>
                <a:ea typeface="Nimbus Sans"/>
                <a:cs typeface="Nimbus Sans"/>
              </a:defRPr>
            </a:lvl3pPr>
            <a:lvl4pPr algn="ctr">
              <a:defRPr sz="2400" b="1">
                <a:solidFill>
                  <a:srgbClr val="25364A"/>
                </a:solidFill>
                <a:latin typeface="Nimbus Sans"/>
                <a:ea typeface="Nimbus Sans"/>
                <a:cs typeface="Nimbus Sans"/>
              </a:defRPr>
            </a:lvl4pPr>
            <a:lvl5pPr algn="ctr">
              <a:defRPr sz="2400" b="1">
                <a:solidFill>
                  <a:srgbClr val="25364A"/>
                </a:solidFill>
                <a:latin typeface="Nimbus Sans"/>
                <a:ea typeface="Nimbus Sans"/>
                <a:cs typeface="Nimbus Sans"/>
              </a:defRPr>
            </a:lvl5pPr>
            <a:lvl6pPr algn="ctr">
              <a:defRPr sz="2400" b="1">
                <a:solidFill>
                  <a:srgbClr val="25364A"/>
                </a:solidFill>
                <a:latin typeface="Nimbus Sans"/>
                <a:ea typeface="Nimbus Sans"/>
                <a:cs typeface="Nimbus Sans"/>
              </a:defRPr>
            </a:lvl6pPr>
            <a:lvl7pPr algn="ctr">
              <a:defRPr sz="2400" b="1">
                <a:solidFill>
                  <a:srgbClr val="25364A"/>
                </a:solidFill>
                <a:latin typeface="Nimbus Sans"/>
                <a:ea typeface="Nimbus Sans"/>
                <a:cs typeface="Nimbus Sans"/>
              </a:defRPr>
            </a:lvl7pPr>
            <a:lvl8pPr algn="ctr">
              <a:defRPr sz="2400" b="1">
                <a:solidFill>
                  <a:srgbClr val="25364A"/>
                </a:solidFill>
                <a:latin typeface="Nimbus Sans"/>
                <a:ea typeface="Nimbus Sans"/>
                <a:cs typeface="Nimbus Sans"/>
              </a:defRPr>
            </a:lvl8pPr>
            <a:lvl9pPr algn="ctr">
              <a:defRPr sz="2400" b="1">
                <a:solidFill>
                  <a:srgbClr val="25364A"/>
                </a:solidFill>
                <a:latin typeface="Nimbus Sans"/>
                <a:ea typeface="Nimbus Sans"/>
                <a:cs typeface="Nimbus Sans"/>
              </a:defRPr>
            </a:lvl9pPr>
          </a:lstStyle>
          <a:p>
            <a:pPr algn="ctr">
              <a:defRPr sz="2400" b="1">
                <a:solidFill>
                  <a:srgbClr val="25364A"/>
                </a:solidFill>
                <a:latin typeface="Nimbus Sans"/>
                <a:ea typeface="Nimbus Sans"/>
                <a:cs typeface="Nimbus Sans"/>
              </a:defRPr>
            </a:pPr>
            <a:r>
              <a:rPr sz="2000"/>
              <a:t>-1.95</a:t>
            </a:r>
          </a:p>
        </p:txBody>
      </p:sp>
      <p:sp>
        <p:nvSpPr>
          <p:cNvPr id="121" name="value-3-2">
            <a:extLst>
              <a:ext uri="{FF2B5EF4-FFF2-40B4-BE49-F238E27FC236}">
                <a16:creationId xmlns:a16="http://schemas.microsoft.com/office/drawing/2014/main" id="{FE84FD2D-9C13-4D12-9587-78ACE7C11F66}"/>
              </a:ext>
            </a:extLst>
          </p:cNvPr>
          <p:cNvSpPr>
            <a:spLocks noGrp="1"/>
          </p:cNvSpPr>
          <p:nvPr/>
        </p:nvSpPr>
        <p:spPr>
          <a:xfrm>
            <a:off x="6421438" y="4071938"/>
            <a:ext cx="650875" cy="349250"/>
          </a:xfrm>
          <a:prstGeom prst="rect">
            <a:avLst/>
          </a:prstGeom>
          <a:noFill/>
          <a:ln w="0">
            <a:noFill/>
            <a:prstDash val="solid"/>
          </a:ln>
        </p:spPr>
        <p:txBody>
          <a:bodyPr wrap="none" lIns="0" tIns="0" rIns="0" bIns="0" anchor="ctr">
            <a:normAutofit/>
          </a:bodyPr>
          <a:lstStyle>
            <a:defPPr algn="ctr">
              <a:defRPr sz="2400" b="1">
                <a:solidFill>
                  <a:srgbClr val="25364A"/>
                </a:solidFill>
                <a:latin typeface="Nimbus Sans"/>
                <a:ea typeface="Nimbus Sans"/>
                <a:cs typeface="Nimbus Sans"/>
              </a:defRPr>
            </a:defPPr>
            <a:lvl1pPr algn="ctr">
              <a:defRPr sz="2400" b="1">
                <a:solidFill>
                  <a:srgbClr val="25364A"/>
                </a:solidFill>
                <a:latin typeface="Nimbus Sans"/>
                <a:ea typeface="Nimbus Sans"/>
                <a:cs typeface="Nimbus Sans"/>
              </a:defRPr>
            </a:lvl1pPr>
            <a:lvl2pPr algn="ctr">
              <a:defRPr sz="2400" b="1">
                <a:solidFill>
                  <a:srgbClr val="25364A"/>
                </a:solidFill>
                <a:latin typeface="Nimbus Sans"/>
                <a:ea typeface="Nimbus Sans"/>
                <a:cs typeface="Nimbus Sans"/>
              </a:defRPr>
            </a:lvl2pPr>
            <a:lvl3pPr algn="ctr">
              <a:defRPr sz="2400" b="1">
                <a:solidFill>
                  <a:srgbClr val="25364A"/>
                </a:solidFill>
                <a:latin typeface="Nimbus Sans"/>
                <a:ea typeface="Nimbus Sans"/>
                <a:cs typeface="Nimbus Sans"/>
              </a:defRPr>
            </a:lvl3pPr>
            <a:lvl4pPr algn="ctr">
              <a:defRPr sz="2400" b="1">
                <a:solidFill>
                  <a:srgbClr val="25364A"/>
                </a:solidFill>
                <a:latin typeface="Nimbus Sans"/>
                <a:ea typeface="Nimbus Sans"/>
                <a:cs typeface="Nimbus Sans"/>
              </a:defRPr>
            </a:lvl4pPr>
            <a:lvl5pPr algn="ctr">
              <a:defRPr sz="2400" b="1">
                <a:solidFill>
                  <a:srgbClr val="25364A"/>
                </a:solidFill>
                <a:latin typeface="Nimbus Sans"/>
                <a:ea typeface="Nimbus Sans"/>
                <a:cs typeface="Nimbus Sans"/>
              </a:defRPr>
            </a:lvl5pPr>
            <a:lvl6pPr algn="ctr">
              <a:defRPr sz="2400" b="1">
                <a:solidFill>
                  <a:srgbClr val="25364A"/>
                </a:solidFill>
                <a:latin typeface="Nimbus Sans"/>
                <a:ea typeface="Nimbus Sans"/>
                <a:cs typeface="Nimbus Sans"/>
              </a:defRPr>
            </a:lvl6pPr>
            <a:lvl7pPr algn="ctr">
              <a:defRPr sz="2400" b="1">
                <a:solidFill>
                  <a:srgbClr val="25364A"/>
                </a:solidFill>
                <a:latin typeface="Nimbus Sans"/>
                <a:ea typeface="Nimbus Sans"/>
                <a:cs typeface="Nimbus Sans"/>
              </a:defRPr>
            </a:lvl7pPr>
            <a:lvl8pPr algn="ctr">
              <a:defRPr sz="2400" b="1">
                <a:solidFill>
                  <a:srgbClr val="25364A"/>
                </a:solidFill>
                <a:latin typeface="Nimbus Sans"/>
                <a:ea typeface="Nimbus Sans"/>
                <a:cs typeface="Nimbus Sans"/>
              </a:defRPr>
            </a:lvl8pPr>
            <a:lvl9pPr algn="ctr">
              <a:defRPr sz="2400" b="1">
                <a:solidFill>
                  <a:srgbClr val="25364A"/>
                </a:solidFill>
                <a:latin typeface="Nimbus Sans"/>
                <a:ea typeface="Nimbus Sans"/>
                <a:cs typeface="Nimbus Sans"/>
              </a:defRPr>
            </a:lvl9pPr>
          </a:lstStyle>
          <a:p>
            <a:pPr algn="ctr">
              <a:defRPr sz="2400" b="1">
                <a:solidFill>
                  <a:srgbClr val="25364A"/>
                </a:solidFill>
                <a:latin typeface="Nimbus Sans"/>
                <a:ea typeface="Nimbus Sans"/>
                <a:cs typeface="Nimbus Sans"/>
              </a:defRPr>
            </a:pPr>
            <a:r>
              <a:rPr sz="2000"/>
              <a:t>-1.95</a:t>
            </a:r>
          </a:p>
        </p:txBody>
      </p:sp>
      <p:sp>
        <p:nvSpPr>
          <p:cNvPr id="122" name="value-3-3">
            <a:extLst>
              <a:ext uri="{FF2B5EF4-FFF2-40B4-BE49-F238E27FC236}">
                <a16:creationId xmlns:a16="http://schemas.microsoft.com/office/drawing/2014/main" id="{DFCCF6BA-2AC0-43A4-9AF2-1F1C9F3E69BD}"/>
              </a:ext>
            </a:extLst>
          </p:cNvPr>
          <p:cNvSpPr>
            <a:spLocks noGrp="1"/>
          </p:cNvSpPr>
          <p:nvPr/>
        </p:nvSpPr>
        <p:spPr>
          <a:xfrm>
            <a:off x="6421438" y="4945063"/>
            <a:ext cx="650875" cy="349250"/>
          </a:xfrm>
          <a:prstGeom prst="rect">
            <a:avLst/>
          </a:prstGeom>
          <a:noFill/>
          <a:ln w="0">
            <a:noFill/>
            <a:prstDash val="solid"/>
          </a:ln>
        </p:spPr>
        <p:txBody>
          <a:bodyPr wrap="none" lIns="0" tIns="0" rIns="0" bIns="0" anchor="ctr">
            <a:normAutofit/>
          </a:bodyPr>
          <a:lstStyle>
            <a:defPPr algn="ctr">
              <a:defRPr sz="2400" b="1">
                <a:solidFill>
                  <a:srgbClr val="25364A"/>
                </a:solidFill>
                <a:latin typeface="Nimbus Sans"/>
                <a:ea typeface="Nimbus Sans"/>
                <a:cs typeface="Nimbus Sans"/>
              </a:defRPr>
            </a:defPPr>
            <a:lvl1pPr algn="ctr">
              <a:defRPr sz="2400" b="1">
                <a:solidFill>
                  <a:srgbClr val="25364A"/>
                </a:solidFill>
                <a:latin typeface="Nimbus Sans"/>
                <a:ea typeface="Nimbus Sans"/>
                <a:cs typeface="Nimbus Sans"/>
              </a:defRPr>
            </a:lvl1pPr>
            <a:lvl2pPr algn="ctr">
              <a:defRPr sz="2400" b="1">
                <a:solidFill>
                  <a:srgbClr val="25364A"/>
                </a:solidFill>
                <a:latin typeface="Nimbus Sans"/>
                <a:ea typeface="Nimbus Sans"/>
                <a:cs typeface="Nimbus Sans"/>
              </a:defRPr>
            </a:lvl2pPr>
            <a:lvl3pPr algn="ctr">
              <a:defRPr sz="2400" b="1">
                <a:solidFill>
                  <a:srgbClr val="25364A"/>
                </a:solidFill>
                <a:latin typeface="Nimbus Sans"/>
                <a:ea typeface="Nimbus Sans"/>
                <a:cs typeface="Nimbus Sans"/>
              </a:defRPr>
            </a:lvl3pPr>
            <a:lvl4pPr algn="ctr">
              <a:defRPr sz="2400" b="1">
                <a:solidFill>
                  <a:srgbClr val="25364A"/>
                </a:solidFill>
                <a:latin typeface="Nimbus Sans"/>
                <a:ea typeface="Nimbus Sans"/>
                <a:cs typeface="Nimbus Sans"/>
              </a:defRPr>
            </a:lvl4pPr>
            <a:lvl5pPr algn="ctr">
              <a:defRPr sz="2400" b="1">
                <a:solidFill>
                  <a:srgbClr val="25364A"/>
                </a:solidFill>
                <a:latin typeface="Nimbus Sans"/>
                <a:ea typeface="Nimbus Sans"/>
                <a:cs typeface="Nimbus Sans"/>
              </a:defRPr>
            </a:lvl5pPr>
            <a:lvl6pPr algn="ctr">
              <a:defRPr sz="2400" b="1">
                <a:solidFill>
                  <a:srgbClr val="25364A"/>
                </a:solidFill>
                <a:latin typeface="Nimbus Sans"/>
                <a:ea typeface="Nimbus Sans"/>
                <a:cs typeface="Nimbus Sans"/>
              </a:defRPr>
            </a:lvl6pPr>
            <a:lvl7pPr algn="ctr">
              <a:defRPr sz="2400" b="1">
                <a:solidFill>
                  <a:srgbClr val="25364A"/>
                </a:solidFill>
                <a:latin typeface="Nimbus Sans"/>
                <a:ea typeface="Nimbus Sans"/>
                <a:cs typeface="Nimbus Sans"/>
              </a:defRPr>
            </a:lvl7pPr>
            <a:lvl8pPr algn="ctr">
              <a:defRPr sz="2400" b="1">
                <a:solidFill>
                  <a:srgbClr val="25364A"/>
                </a:solidFill>
                <a:latin typeface="Nimbus Sans"/>
                <a:ea typeface="Nimbus Sans"/>
                <a:cs typeface="Nimbus Sans"/>
              </a:defRPr>
            </a:lvl8pPr>
            <a:lvl9pPr algn="ctr">
              <a:defRPr sz="2400" b="1">
                <a:solidFill>
                  <a:srgbClr val="25364A"/>
                </a:solidFill>
                <a:latin typeface="Nimbus Sans"/>
                <a:ea typeface="Nimbus Sans"/>
                <a:cs typeface="Nimbus Sans"/>
              </a:defRPr>
            </a:lvl9pPr>
          </a:lstStyle>
          <a:p>
            <a:pPr algn="ctr">
              <a:defRPr sz="2400" b="1">
                <a:solidFill>
                  <a:srgbClr val="25364A"/>
                </a:solidFill>
                <a:latin typeface="Nimbus Sans"/>
                <a:ea typeface="Nimbus Sans"/>
                <a:cs typeface="Nimbus Sans"/>
              </a:defRPr>
            </a:pPr>
            <a:r>
              <a:rPr sz="2000"/>
              <a:t>-2.88</a:t>
            </a:r>
          </a:p>
        </p:txBody>
      </p:sp>
      <p:sp>
        <p:nvSpPr>
          <p:cNvPr id="123" name="value-4-0">
            <a:extLst>
              <a:ext uri="{FF2B5EF4-FFF2-40B4-BE49-F238E27FC236}">
                <a16:creationId xmlns:a16="http://schemas.microsoft.com/office/drawing/2014/main" id="{9DA4459D-49B3-4FB0-A396-AE8F9439E5B1}"/>
              </a:ext>
            </a:extLst>
          </p:cNvPr>
          <p:cNvSpPr>
            <a:spLocks noGrp="1"/>
          </p:cNvSpPr>
          <p:nvPr/>
        </p:nvSpPr>
        <p:spPr>
          <a:xfrm>
            <a:off x="8643938" y="2047875"/>
            <a:ext cx="650875" cy="349250"/>
          </a:xfrm>
          <a:prstGeom prst="rect">
            <a:avLst/>
          </a:prstGeom>
          <a:noFill/>
          <a:ln w="0">
            <a:noFill/>
            <a:prstDash val="solid"/>
          </a:ln>
        </p:spPr>
        <p:txBody>
          <a:bodyPr wrap="none" lIns="0" tIns="0" rIns="0" bIns="0" anchor="ctr">
            <a:normAutofit/>
          </a:bodyP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55.7%</a:t>
            </a:r>
          </a:p>
        </p:txBody>
      </p:sp>
      <p:sp>
        <p:nvSpPr>
          <p:cNvPr id="124" name="value-4-1">
            <a:extLst>
              <a:ext uri="{FF2B5EF4-FFF2-40B4-BE49-F238E27FC236}">
                <a16:creationId xmlns:a16="http://schemas.microsoft.com/office/drawing/2014/main" id="{0B27B312-0BAD-43BE-8E43-578285B6846C}"/>
              </a:ext>
            </a:extLst>
          </p:cNvPr>
          <p:cNvSpPr>
            <a:spLocks noGrp="1"/>
          </p:cNvSpPr>
          <p:nvPr/>
        </p:nvSpPr>
        <p:spPr>
          <a:xfrm>
            <a:off x="8643938" y="2841625"/>
            <a:ext cx="650875" cy="349250"/>
          </a:xfrm>
          <a:prstGeom prst="rect">
            <a:avLst/>
          </a:prstGeom>
          <a:noFill/>
          <a:ln w="0">
            <a:noFill/>
            <a:prstDash val="solid"/>
          </a:ln>
        </p:spPr>
        <p:txBody>
          <a:bodyPr wrap="none" lIns="0" tIns="0" rIns="0" bIns="0" anchor="ctr">
            <a:normAutofit/>
          </a:bodyP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7.4%</a:t>
            </a:r>
          </a:p>
        </p:txBody>
      </p:sp>
      <p:sp>
        <p:nvSpPr>
          <p:cNvPr id="125" name="value-4-2">
            <a:extLst>
              <a:ext uri="{FF2B5EF4-FFF2-40B4-BE49-F238E27FC236}">
                <a16:creationId xmlns:a16="http://schemas.microsoft.com/office/drawing/2014/main" id="{87D94C18-E730-4567-B012-E25FD8474784}"/>
              </a:ext>
            </a:extLst>
          </p:cNvPr>
          <p:cNvSpPr>
            <a:spLocks noGrp="1"/>
          </p:cNvSpPr>
          <p:nvPr/>
        </p:nvSpPr>
        <p:spPr>
          <a:xfrm>
            <a:off x="8643938" y="3635375"/>
            <a:ext cx="650875" cy="349250"/>
          </a:xfrm>
          <a:prstGeom prst="rect">
            <a:avLst/>
          </a:prstGeom>
          <a:noFill/>
          <a:ln w="0">
            <a:noFill/>
            <a:prstDash val="solid"/>
          </a:ln>
        </p:spPr>
        <p:txBody>
          <a:bodyPr wrap="none" lIns="0" tIns="0" rIns="0" bIns="0" anchor="ctr">
            <a:normAutofit/>
          </a:bodyP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8.1%</a:t>
            </a:r>
          </a:p>
        </p:txBody>
      </p:sp>
      <p:sp>
        <p:nvSpPr>
          <p:cNvPr id="126" name="value-4-3">
            <a:extLst>
              <a:ext uri="{FF2B5EF4-FFF2-40B4-BE49-F238E27FC236}">
                <a16:creationId xmlns:a16="http://schemas.microsoft.com/office/drawing/2014/main" id="{88E46533-4EB0-4E53-973C-D2AB0260F222}"/>
              </a:ext>
            </a:extLst>
          </p:cNvPr>
          <p:cNvSpPr>
            <a:spLocks noGrp="1"/>
          </p:cNvSpPr>
          <p:nvPr/>
        </p:nvSpPr>
        <p:spPr>
          <a:xfrm>
            <a:off x="8643938" y="4429125"/>
            <a:ext cx="650875" cy="349250"/>
          </a:xfrm>
          <a:prstGeom prst="rect">
            <a:avLst/>
          </a:prstGeom>
          <a:noFill/>
          <a:ln w="0">
            <a:noFill/>
            <a:prstDash val="solid"/>
          </a:ln>
        </p:spPr>
        <p:txBody>
          <a:bodyPr wrap="none" lIns="0" tIns="0" rIns="0" bIns="0" anchor="ctr">
            <a:normAutofit/>
          </a:bodyP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18.5%</a:t>
            </a:r>
          </a:p>
        </p:txBody>
      </p:sp>
      <p:sp>
        <p:nvSpPr>
          <p:cNvPr id="127" name="value-4-4">
            <a:extLst>
              <a:ext uri="{FF2B5EF4-FFF2-40B4-BE49-F238E27FC236}">
                <a16:creationId xmlns:a16="http://schemas.microsoft.com/office/drawing/2014/main" id="{DE49B353-35FF-496D-A53E-F507E9EDD944}"/>
              </a:ext>
            </a:extLst>
          </p:cNvPr>
          <p:cNvSpPr>
            <a:spLocks noGrp="1"/>
          </p:cNvSpPr>
          <p:nvPr/>
        </p:nvSpPr>
        <p:spPr>
          <a:xfrm>
            <a:off x="8643938" y="5222875"/>
            <a:ext cx="650875" cy="349250"/>
          </a:xfrm>
          <a:prstGeom prst="rect">
            <a:avLst/>
          </a:prstGeom>
          <a:noFill/>
          <a:ln w="0">
            <a:noFill/>
            <a:prstDash val="solid"/>
          </a:ln>
        </p:spPr>
        <p:txBody>
          <a:bodyPr wrap="none" lIns="0" tIns="0" rIns="0" bIns="0" anchor="ctr">
            <a:normAutofit/>
          </a:bodyP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10.2%</a:t>
            </a:r>
          </a:p>
        </p:txBody>
      </p:sp>
      <p:sp>
        <p:nvSpPr>
          <p:cNvPr id="128" name="equation-caption">
            <a:extLst>
              <a:ext uri="{FF2B5EF4-FFF2-40B4-BE49-F238E27FC236}">
                <a16:creationId xmlns:a16="http://schemas.microsoft.com/office/drawing/2014/main" id="{D7C00791-B557-486D-8032-39FB24C2C19E}"/>
              </a:ext>
            </a:extLst>
          </p:cNvPr>
          <p:cNvSpPr>
            <a:spLocks noGrp="1"/>
          </p:cNvSpPr>
          <p:nvPr/>
        </p:nvSpPr>
        <p:spPr>
          <a:xfrm>
            <a:off x="1428750" y="1309688"/>
            <a:ext cx="4365625" cy="317500"/>
          </a:xfrm>
          <a:prstGeom prst="rect">
            <a:avLst/>
          </a:prstGeom>
          <a:noFill/>
          <a:ln w="0">
            <a:noFill/>
            <a:prstDash val="solid"/>
          </a:ln>
        </p:spPr>
        <p:txBody>
          <a:bodyPr wrap="none" lIns="0" tIns="0" rIns="0" bIns="0" anchor="ctr">
            <a:normAutofit/>
          </a:bodyPr>
          <a:lstStyle>
            <a:defPPr algn="ctr">
              <a:defRPr sz="1950" b="0">
                <a:solidFill>
                  <a:srgbClr val="594576"/>
                </a:solidFill>
                <a:latin typeface="Nimbus Sans"/>
                <a:ea typeface="Nimbus Sans"/>
                <a:cs typeface="Nimbus Sans"/>
              </a:defRPr>
            </a:defPPr>
            <a:lvl1pPr algn="ctr">
              <a:defRPr sz="1950" b="0">
                <a:solidFill>
                  <a:srgbClr val="594576"/>
                </a:solidFill>
                <a:latin typeface="Nimbus Sans"/>
                <a:ea typeface="Nimbus Sans"/>
                <a:cs typeface="Nimbus Sans"/>
              </a:defRPr>
            </a:lvl1pPr>
            <a:lvl2pPr algn="ctr">
              <a:defRPr sz="1950" b="0">
                <a:solidFill>
                  <a:srgbClr val="594576"/>
                </a:solidFill>
                <a:latin typeface="Nimbus Sans"/>
                <a:ea typeface="Nimbus Sans"/>
                <a:cs typeface="Nimbus Sans"/>
              </a:defRPr>
            </a:lvl2pPr>
            <a:lvl3pPr algn="ctr">
              <a:defRPr sz="1950" b="0">
                <a:solidFill>
                  <a:srgbClr val="594576"/>
                </a:solidFill>
                <a:latin typeface="Nimbus Sans"/>
                <a:ea typeface="Nimbus Sans"/>
                <a:cs typeface="Nimbus Sans"/>
              </a:defRPr>
            </a:lvl3pPr>
            <a:lvl4pPr algn="ctr">
              <a:defRPr sz="1950" b="0">
                <a:solidFill>
                  <a:srgbClr val="594576"/>
                </a:solidFill>
                <a:latin typeface="Nimbus Sans"/>
                <a:ea typeface="Nimbus Sans"/>
                <a:cs typeface="Nimbus Sans"/>
              </a:defRPr>
            </a:lvl4pPr>
            <a:lvl5pPr algn="ctr">
              <a:defRPr sz="1950" b="0">
                <a:solidFill>
                  <a:srgbClr val="594576"/>
                </a:solidFill>
                <a:latin typeface="Nimbus Sans"/>
                <a:ea typeface="Nimbus Sans"/>
                <a:cs typeface="Nimbus Sans"/>
              </a:defRPr>
            </a:lvl5pPr>
            <a:lvl6pPr algn="ctr">
              <a:defRPr sz="1950" b="0">
                <a:solidFill>
                  <a:srgbClr val="594576"/>
                </a:solidFill>
                <a:latin typeface="Nimbus Sans"/>
                <a:ea typeface="Nimbus Sans"/>
                <a:cs typeface="Nimbus Sans"/>
              </a:defRPr>
            </a:lvl6pPr>
            <a:lvl7pPr algn="ctr">
              <a:defRPr sz="1950" b="0">
                <a:solidFill>
                  <a:srgbClr val="594576"/>
                </a:solidFill>
                <a:latin typeface="Nimbus Sans"/>
                <a:ea typeface="Nimbus Sans"/>
                <a:cs typeface="Nimbus Sans"/>
              </a:defRPr>
            </a:lvl7pPr>
            <a:lvl8pPr algn="ctr">
              <a:defRPr sz="1950" b="0">
                <a:solidFill>
                  <a:srgbClr val="594576"/>
                </a:solidFill>
                <a:latin typeface="Nimbus Sans"/>
                <a:ea typeface="Nimbus Sans"/>
                <a:cs typeface="Nimbus Sans"/>
              </a:defRPr>
            </a:lvl8pPr>
            <a:lvl9pPr algn="ctr">
              <a:defRPr sz="1950" b="0">
                <a:solidFill>
                  <a:srgbClr val="594576"/>
                </a:solidFill>
                <a:latin typeface="Nimbus Sans"/>
                <a:ea typeface="Nimbus Sans"/>
                <a:cs typeface="Nimbus Sans"/>
              </a:defRPr>
            </a:lvl9pPr>
          </a:lstStyle>
          <a:p>
            <a:pPr algn="ctr">
              <a:defRPr sz="1950" b="0">
                <a:solidFill>
                  <a:srgbClr val="594576"/>
                </a:solidFill>
                <a:latin typeface="Nimbus Sans"/>
                <a:ea typeface="Nimbus Sans"/>
                <a:cs typeface="Nimbus Sans"/>
              </a:defRPr>
            </a:pPr>
            <a:r>
              <a:rPr sz="1625"/>
              <a:t>Top neuron: w₁F1 + w₂F2</a:t>
            </a:r>
          </a:p>
        </p:txBody>
      </p:sp>
      <p:sp>
        <p:nvSpPr>
          <p:cNvPr id="129" name="equation">
            <a:extLst>
              <a:ext uri="{FF2B5EF4-FFF2-40B4-BE49-F238E27FC236}">
                <a16:creationId xmlns:a16="http://schemas.microsoft.com/office/drawing/2014/main" id="{15355A31-9894-4F6D-9282-3FEAC7D7A3EF}"/>
              </a:ext>
            </a:extLst>
          </p:cNvPr>
          <p:cNvSpPr>
            <a:spLocks noGrp="1"/>
          </p:cNvSpPr>
          <p:nvPr/>
        </p:nvSpPr>
        <p:spPr>
          <a:xfrm>
            <a:off x="635000" y="1690688"/>
            <a:ext cx="6429375" cy="396875"/>
          </a:xfrm>
          <a:prstGeom prst="rect">
            <a:avLst/>
          </a:prstGeom>
          <a:noFill/>
          <a:ln w="0">
            <a:noFill/>
            <a:prstDash val="solid"/>
          </a:ln>
        </p:spPr>
        <p:txBody>
          <a:bodyPr wrap="none" lIns="0" tIns="0" rIns="0" bIns="0" anchor="ctr">
            <a:normAutofit/>
          </a:bodyPr>
          <a:lstStyle>
            <a:defPPr algn="ctr">
              <a:defRPr sz="2250" b="1">
                <a:solidFill>
                  <a:srgbClr val="594576"/>
                </a:solidFill>
                <a:latin typeface="Nimbus Sans"/>
                <a:ea typeface="Nimbus Sans"/>
                <a:cs typeface="Nimbus Sans"/>
              </a:defRPr>
            </a:defPPr>
            <a:lvl1pPr algn="ctr">
              <a:defRPr sz="2250" b="1">
                <a:solidFill>
                  <a:srgbClr val="594576"/>
                </a:solidFill>
                <a:latin typeface="Nimbus Sans"/>
                <a:ea typeface="Nimbus Sans"/>
                <a:cs typeface="Nimbus Sans"/>
              </a:defRPr>
            </a:lvl1pPr>
            <a:lvl2pPr algn="ctr">
              <a:defRPr sz="2250" b="1">
                <a:solidFill>
                  <a:srgbClr val="594576"/>
                </a:solidFill>
                <a:latin typeface="Nimbus Sans"/>
                <a:ea typeface="Nimbus Sans"/>
                <a:cs typeface="Nimbus Sans"/>
              </a:defRPr>
            </a:lvl2pPr>
            <a:lvl3pPr algn="ctr">
              <a:defRPr sz="2250" b="1">
                <a:solidFill>
                  <a:srgbClr val="594576"/>
                </a:solidFill>
                <a:latin typeface="Nimbus Sans"/>
                <a:ea typeface="Nimbus Sans"/>
                <a:cs typeface="Nimbus Sans"/>
              </a:defRPr>
            </a:lvl3pPr>
            <a:lvl4pPr algn="ctr">
              <a:defRPr sz="2250" b="1">
                <a:solidFill>
                  <a:srgbClr val="594576"/>
                </a:solidFill>
                <a:latin typeface="Nimbus Sans"/>
                <a:ea typeface="Nimbus Sans"/>
                <a:cs typeface="Nimbus Sans"/>
              </a:defRPr>
            </a:lvl4pPr>
            <a:lvl5pPr algn="ctr">
              <a:defRPr sz="2250" b="1">
                <a:solidFill>
                  <a:srgbClr val="594576"/>
                </a:solidFill>
                <a:latin typeface="Nimbus Sans"/>
                <a:ea typeface="Nimbus Sans"/>
                <a:cs typeface="Nimbus Sans"/>
              </a:defRPr>
            </a:lvl5pPr>
            <a:lvl6pPr algn="ctr">
              <a:defRPr sz="2250" b="1">
                <a:solidFill>
                  <a:srgbClr val="594576"/>
                </a:solidFill>
                <a:latin typeface="Nimbus Sans"/>
                <a:ea typeface="Nimbus Sans"/>
                <a:cs typeface="Nimbus Sans"/>
              </a:defRPr>
            </a:lvl6pPr>
            <a:lvl7pPr algn="ctr">
              <a:defRPr sz="2250" b="1">
                <a:solidFill>
                  <a:srgbClr val="594576"/>
                </a:solidFill>
                <a:latin typeface="Nimbus Sans"/>
                <a:ea typeface="Nimbus Sans"/>
                <a:cs typeface="Nimbus Sans"/>
              </a:defRPr>
            </a:lvl7pPr>
            <a:lvl8pPr algn="ctr">
              <a:defRPr sz="2250" b="1">
                <a:solidFill>
                  <a:srgbClr val="594576"/>
                </a:solidFill>
                <a:latin typeface="Nimbus Sans"/>
                <a:ea typeface="Nimbus Sans"/>
                <a:cs typeface="Nimbus Sans"/>
              </a:defRPr>
            </a:lvl8pPr>
            <a:lvl9pPr algn="ctr">
              <a:defRPr sz="2250" b="1">
                <a:solidFill>
                  <a:srgbClr val="594576"/>
                </a:solidFill>
                <a:latin typeface="Nimbus Sans"/>
                <a:ea typeface="Nimbus Sans"/>
                <a:cs typeface="Nimbus Sans"/>
              </a:defRPr>
            </a:lvl9pPr>
          </a:lstStyle>
          <a:p>
            <a:pPr algn="ctr">
              <a:defRPr sz="2250" b="1">
                <a:solidFill>
                  <a:srgbClr val="594576"/>
                </a:solidFill>
                <a:latin typeface="Nimbus Sans"/>
                <a:ea typeface="Nimbus Sans"/>
                <a:cs typeface="Nimbus Sans"/>
              </a:defRPr>
            </a:pPr>
            <a:r>
              <a:rPr sz="1875"/>
              <a:t>(+0.005 × 320) + (−0.001 × 2000) = −0.40</a:t>
            </a:r>
          </a:p>
        </p:txBody>
      </p:sp>
      <p:sp>
        <p:nvSpPr>
          <p:cNvPr id="130" name="softmax">
            <a:extLst>
              <a:ext uri="{FF2B5EF4-FFF2-40B4-BE49-F238E27FC236}">
                <a16:creationId xmlns:a16="http://schemas.microsoft.com/office/drawing/2014/main" id="{89DC0C80-C44C-4954-AE16-D014E1160EA1}"/>
              </a:ext>
            </a:extLst>
          </p:cNvPr>
          <p:cNvSpPr>
            <a:spLocks noGrp="1"/>
          </p:cNvSpPr>
          <p:nvPr/>
        </p:nvSpPr>
        <p:spPr>
          <a:xfrm>
            <a:off x="6945313" y="5905500"/>
            <a:ext cx="4841875" cy="349250"/>
          </a:xfrm>
          <a:prstGeom prst="rect">
            <a:avLst/>
          </a:prstGeom>
          <a:noFill/>
          <a:ln w="0">
            <a:noFill/>
            <a:prstDash val="solid"/>
          </a:ln>
        </p:spPr>
        <p:txBody>
          <a:bodyPr wrap="none" lIns="0" tIns="0" rIns="0" bIns="0" anchor="ctr">
            <a:normAutofit/>
          </a:bodyPr>
          <a:lstStyle>
            <a:defPPr algn="ctr">
              <a:defRPr sz="2025" b="0">
                <a:solidFill>
                  <a:srgbClr val="37624D"/>
                </a:solidFill>
                <a:latin typeface="Nimbus Sans"/>
                <a:ea typeface="Nimbus Sans"/>
                <a:cs typeface="Nimbus Sans"/>
              </a:defRPr>
            </a:defPPr>
            <a:lvl1pPr algn="ctr">
              <a:defRPr sz="2025" b="0">
                <a:solidFill>
                  <a:srgbClr val="37624D"/>
                </a:solidFill>
                <a:latin typeface="Nimbus Sans"/>
                <a:ea typeface="Nimbus Sans"/>
                <a:cs typeface="Nimbus Sans"/>
              </a:defRPr>
            </a:lvl1pPr>
            <a:lvl2pPr algn="ctr">
              <a:defRPr sz="2025" b="0">
                <a:solidFill>
                  <a:srgbClr val="37624D"/>
                </a:solidFill>
                <a:latin typeface="Nimbus Sans"/>
                <a:ea typeface="Nimbus Sans"/>
                <a:cs typeface="Nimbus Sans"/>
              </a:defRPr>
            </a:lvl2pPr>
            <a:lvl3pPr algn="ctr">
              <a:defRPr sz="2025" b="0">
                <a:solidFill>
                  <a:srgbClr val="37624D"/>
                </a:solidFill>
                <a:latin typeface="Nimbus Sans"/>
                <a:ea typeface="Nimbus Sans"/>
                <a:cs typeface="Nimbus Sans"/>
              </a:defRPr>
            </a:lvl3pPr>
            <a:lvl4pPr algn="ctr">
              <a:defRPr sz="2025" b="0">
                <a:solidFill>
                  <a:srgbClr val="37624D"/>
                </a:solidFill>
                <a:latin typeface="Nimbus Sans"/>
                <a:ea typeface="Nimbus Sans"/>
                <a:cs typeface="Nimbus Sans"/>
              </a:defRPr>
            </a:lvl4pPr>
            <a:lvl5pPr algn="ctr">
              <a:defRPr sz="2025" b="0">
                <a:solidFill>
                  <a:srgbClr val="37624D"/>
                </a:solidFill>
                <a:latin typeface="Nimbus Sans"/>
                <a:ea typeface="Nimbus Sans"/>
                <a:cs typeface="Nimbus Sans"/>
              </a:defRPr>
            </a:lvl5pPr>
            <a:lvl6pPr algn="ctr">
              <a:defRPr sz="2025" b="0">
                <a:solidFill>
                  <a:srgbClr val="37624D"/>
                </a:solidFill>
                <a:latin typeface="Nimbus Sans"/>
                <a:ea typeface="Nimbus Sans"/>
                <a:cs typeface="Nimbus Sans"/>
              </a:defRPr>
            </a:lvl6pPr>
            <a:lvl7pPr algn="ctr">
              <a:defRPr sz="2025" b="0">
                <a:solidFill>
                  <a:srgbClr val="37624D"/>
                </a:solidFill>
                <a:latin typeface="Nimbus Sans"/>
                <a:ea typeface="Nimbus Sans"/>
                <a:cs typeface="Nimbus Sans"/>
              </a:defRPr>
            </a:lvl7pPr>
            <a:lvl8pPr algn="ctr">
              <a:defRPr sz="2025" b="0">
                <a:solidFill>
                  <a:srgbClr val="37624D"/>
                </a:solidFill>
                <a:latin typeface="Nimbus Sans"/>
                <a:ea typeface="Nimbus Sans"/>
                <a:cs typeface="Nimbus Sans"/>
              </a:defRPr>
            </a:lvl8pPr>
            <a:lvl9pPr algn="ctr">
              <a:defRPr sz="2025" b="0">
                <a:solidFill>
                  <a:srgbClr val="37624D"/>
                </a:solidFill>
                <a:latin typeface="Nimbus Sans"/>
                <a:ea typeface="Nimbus Sans"/>
                <a:cs typeface="Nimbus Sans"/>
              </a:defRPr>
            </a:lvl9pPr>
          </a:lstStyle>
          <a:p>
            <a:pPr algn="ctr">
              <a:defRPr sz="2025" b="0">
                <a:solidFill>
                  <a:srgbClr val="37624D"/>
                </a:solidFill>
                <a:latin typeface="Nimbus Sans"/>
                <a:ea typeface="Nimbus Sans"/>
                <a:cs typeface="Nimbus Sans"/>
              </a:defRPr>
            </a:pPr>
            <a:r>
              <a:rPr sz="1687"/>
              <a:t>Softmax: pᵢ = exp(zᵢ) / Σⱼ exp(zⱼ)</a:t>
            </a:r>
          </a:p>
        </p:txBody>
      </p:sp>
      <p:sp>
        <p:nvSpPr>
          <p:cNvPr id="131" name="logits">
            <a:extLst>
              <a:ext uri="{FF2B5EF4-FFF2-40B4-BE49-F238E27FC236}">
                <a16:creationId xmlns:a16="http://schemas.microsoft.com/office/drawing/2014/main" id="{53881439-D3CC-4FCE-8348-F123B4CEC20D}"/>
              </a:ext>
            </a:extLst>
          </p:cNvPr>
          <p:cNvSpPr>
            <a:spLocks noGrp="1"/>
          </p:cNvSpPr>
          <p:nvPr/>
        </p:nvSpPr>
        <p:spPr>
          <a:xfrm>
            <a:off x="4683125" y="6270625"/>
            <a:ext cx="7143750" cy="277813"/>
          </a:xfrm>
          <a:prstGeom prst="rect">
            <a:avLst/>
          </a:prstGeom>
          <a:noFill/>
          <a:ln w="0">
            <a:noFill/>
            <a:prstDash val="solid"/>
          </a:ln>
        </p:spPr>
        <p:txBody>
          <a:bodyPr wrap="none" lIns="0" tIns="0" rIns="0" bIns="0" anchor="ctr">
            <a:normAutofit/>
          </a:bodyPr>
          <a:lstStyle>
            <a:defPPr algn="ctr">
              <a:defRPr sz="1650" b="0">
                <a:solidFill>
                  <a:srgbClr val="526479"/>
                </a:solidFill>
                <a:latin typeface="Nimbus Sans"/>
                <a:ea typeface="Nimbus Sans"/>
                <a:cs typeface="Nimbus Sans"/>
              </a:defRPr>
            </a:defPPr>
            <a:lvl1pPr algn="ctr">
              <a:defRPr sz="1650" b="0">
                <a:solidFill>
                  <a:srgbClr val="526479"/>
                </a:solidFill>
                <a:latin typeface="Nimbus Sans"/>
                <a:ea typeface="Nimbus Sans"/>
                <a:cs typeface="Nimbus Sans"/>
              </a:defRPr>
            </a:lvl1pPr>
            <a:lvl2pPr algn="ctr">
              <a:defRPr sz="1650" b="0">
                <a:solidFill>
                  <a:srgbClr val="526479"/>
                </a:solidFill>
                <a:latin typeface="Nimbus Sans"/>
                <a:ea typeface="Nimbus Sans"/>
                <a:cs typeface="Nimbus Sans"/>
              </a:defRPr>
            </a:lvl2pPr>
            <a:lvl3pPr algn="ctr">
              <a:defRPr sz="1650" b="0">
                <a:solidFill>
                  <a:srgbClr val="526479"/>
                </a:solidFill>
                <a:latin typeface="Nimbus Sans"/>
                <a:ea typeface="Nimbus Sans"/>
                <a:cs typeface="Nimbus Sans"/>
              </a:defRPr>
            </a:lvl3pPr>
            <a:lvl4pPr algn="ctr">
              <a:defRPr sz="1650" b="0">
                <a:solidFill>
                  <a:srgbClr val="526479"/>
                </a:solidFill>
                <a:latin typeface="Nimbus Sans"/>
                <a:ea typeface="Nimbus Sans"/>
                <a:cs typeface="Nimbus Sans"/>
              </a:defRPr>
            </a:lvl4pPr>
            <a:lvl5pPr algn="ctr">
              <a:defRPr sz="1650" b="0">
                <a:solidFill>
                  <a:srgbClr val="526479"/>
                </a:solidFill>
                <a:latin typeface="Nimbus Sans"/>
                <a:ea typeface="Nimbus Sans"/>
                <a:cs typeface="Nimbus Sans"/>
              </a:defRPr>
            </a:lvl5pPr>
            <a:lvl6pPr algn="ctr">
              <a:defRPr sz="1650" b="0">
                <a:solidFill>
                  <a:srgbClr val="526479"/>
                </a:solidFill>
                <a:latin typeface="Nimbus Sans"/>
                <a:ea typeface="Nimbus Sans"/>
                <a:cs typeface="Nimbus Sans"/>
              </a:defRPr>
            </a:lvl6pPr>
            <a:lvl7pPr algn="ctr">
              <a:defRPr sz="1650" b="0">
                <a:solidFill>
                  <a:srgbClr val="526479"/>
                </a:solidFill>
                <a:latin typeface="Nimbus Sans"/>
                <a:ea typeface="Nimbus Sans"/>
                <a:cs typeface="Nimbus Sans"/>
              </a:defRPr>
            </a:lvl7pPr>
            <a:lvl8pPr algn="ctr">
              <a:defRPr sz="1650" b="0">
                <a:solidFill>
                  <a:srgbClr val="526479"/>
                </a:solidFill>
                <a:latin typeface="Nimbus Sans"/>
                <a:ea typeface="Nimbus Sans"/>
                <a:cs typeface="Nimbus Sans"/>
              </a:defRPr>
            </a:lvl8pPr>
            <a:lvl9pPr algn="ctr">
              <a:defRPr sz="1650" b="0">
                <a:solidFill>
                  <a:srgbClr val="526479"/>
                </a:solidFill>
                <a:latin typeface="Nimbus Sans"/>
                <a:ea typeface="Nimbus Sans"/>
                <a:cs typeface="Nimbus Sans"/>
              </a:defRPr>
            </a:lvl9pPr>
          </a:lstStyle>
          <a:p>
            <a:pPr algn="ctr">
              <a:defRPr sz="1650" b="0">
                <a:solidFill>
                  <a:srgbClr val="526479"/>
                </a:solidFill>
                <a:latin typeface="Nimbus Sans"/>
                <a:ea typeface="Nimbus Sans"/>
                <a:cs typeface="Nimbus Sans"/>
              </a:defRPr>
            </a:pPr>
            <a:r>
              <a:rPr sz="1375"/>
              <a:t>Output logits:  0.622   -1.398   -1.300   -0.478   -1.076</a:t>
            </a:r>
          </a:p>
        </p:txBody>
      </p:sp>
      <p:sp>
        <p:nvSpPr>
          <p:cNvPr id="132" name="updated-0-0-0">
            <a:extLst>
              <a:ext uri="{FF2B5EF4-FFF2-40B4-BE49-F238E27FC236}">
                <a16:creationId xmlns:a16="http://schemas.microsoft.com/office/drawing/2014/main" id="{74767ED5-2008-41E6-B9D2-861D1905E765}"/>
              </a:ext>
            </a:extLst>
          </p:cNvPr>
          <p:cNvSpPr>
            <a:spLocks noGrp="1"/>
          </p:cNvSpPr>
          <p:nvPr/>
        </p:nvSpPr>
        <p:spPr>
          <a:xfrm>
            <a:off x="1891505" y="2922744"/>
            <a:ext cx="682625"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+0.00498</a:t>
            </a:r>
          </a:p>
        </p:txBody>
      </p:sp>
      <p:sp>
        <p:nvSpPr>
          <p:cNvPr id="133" name="updated-0-1-0">
            <a:extLst>
              <a:ext uri="{FF2B5EF4-FFF2-40B4-BE49-F238E27FC236}">
                <a16:creationId xmlns:a16="http://schemas.microsoft.com/office/drawing/2014/main" id="{48C01AD1-6443-452C-A388-722F5BE68063}"/>
              </a:ext>
            </a:extLst>
          </p:cNvPr>
          <p:cNvSpPr>
            <a:spLocks noGrp="1"/>
          </p:cNvSpPr>
          <p:nvPr/>
        </p:nvSpPr>
        <p:spPr>
          <a:xfrm>
            <a:off x="1648067" y="3713006"/>
            <a:ext cx="682625"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−0.00113</a:t>
            </a:r>
          </a:p>
        </p:txBody>
      </p:sp>
      <p:sp>
        <p:nvSpPr>
          <p:cNvPr id="134" name="updated-0-0-1">
            <a:extLst>
              <a:ext uri="{FF2B5EF4-FFF2-40B4-BE49-F238E27FC236}">
                <a16:creationId xmlns:a16="http://schemas.microsoft.com/office/drawing/2014/main" id="{52DD7FD9-05D5-4162-B212-C0DF82DCC9AA}"/>
              </a:ext>
            </a:extLst>
          </p:cNvPr>
          <p:cNvSpPr>
            <a:spLocks noGrp="1"/>
          </p:cNvSpPr>
          <p:nvPr/>
        </p:nvSpPr>
        <p:spPr>
          <a:xfrm>
            <a:off x="1851743" y="3455708"/>
            <a:ext cx="682625"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+0.00195</a:t>
            </a:r>
          </a:p>
        </p:txBody>
      </p:sp>
      <p:sp>
        <p:nvSpPr>
          <p:cNvPr id="135" name="updated-0-1-1">
            <a:extLst>
              <a:ext uri="{FF2B5EF4-FFF2-40B4-BE49-F238E27FC236}">
                <a16:creationId xmlns:a16="http://schemas.microsoft.com/office/drawing/2014/main" id="{87BE43FC-72F7-41CE-A04B-FC501475384E}"/>
              </a:ext>
            </a:extLst>
          </p:cNvPr>
          <p:cNvSpPr>
            <a:spLocks noGrp="1"/>
          </p:cNvSpPr>
          <p:nvPr/>
        </p:nvSpPr>
        <p:spPr>
          <a:xfrm>
            <a:off x="1966152" y="4002059"/>
            <a:ext cx="682625"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+0.00270</a:t>
            </a:r>
          </a:p>
        </p:txBody>
      </p:sp>
      <p:sp>
        <p:nvSpPr>
          <p:cNvPr id="136" name="updated-0-0-2">
            <a:extLst>
              <a:ext uri="{FF2B5EF4-FFF2-40B4-BE49-F238E27FC236}">
                <a16:creationId xmlns:a16="http://schemas.microsoft.com/office/drawing/2014/main" id="{5B1F1F74-B826-4CA7-9CD4-161F4FD9FCEC}"/>
              </a:ext>
            </a:extLst>
          </p:cNvPr>
          <p:cNvSpPr>
            <a:spLocks noGrp="1"/>
          </p:cNvSpPr>
          <p:nvPr/>
        </p:nvSpPr>
        <p:spPr>
          <a:xfrm>
            <a:off x="2178011" y="4254053"/>
            <a:ext cx="682625"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−0.00403</a:t>
            </a:r>
          </a:p>
        </p:txBody>
      </p:sp>
      <p:sp>
        <p:nvSpPr>
          <p:cNvPr id="137" name="updated-0-1-2">
            <a:extLst>
              <a:ext uri="{FF2B5EF4-FFF2-40B4-BE49-F238E27FC236}">
                <a16:creationId xmlns:a16="http://schemas.microsoft.com/office/drawing/2014/main" id="{2B97EB7F-3DA9-46AB-9402-F286C3C24FF0}"/>
              </a:ext>
            </a:extLst>
          </p:cNvPr>
          <p:cNvSpPr>
            <a:spLocks noGrp="1"/>
          </p:cNvSpPr>
          <p:nvPr/>
        </p:nvSpPr>
        <p:spPr>
          <a:xfrm>
            <a:off x="1794020" y="4554774"/>
            <a:ext cx="682625"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+0.00179</a:t>
            </a:r>
          </a:p>
        </p:txBody>
      </p:sp>
      <p:sp>
        <p:nvSpPr>
          <p:cNvPr id="138" name="updated-1-0-0">
            <a:extLst>
              <a:ext uri="{FF2B5EF4-FFF2-40B4-BE49-F238E27FC236}">
                <a16:creationId xmlns:a16="http://schemas.microsoft.com/office/drawing/2014/main" id="{C330BF9F-9D40-4528-B2E7-00EF18AE385D}"/>
              </a:ext>
            </a:extLst>
          </p:cNvPr>
          <p:cNvSpPr>
            <a:spLocks noGrp="1"/>
          </p:cNvSpPr>
          <p:nvPr/>
        </p:nvSpPr>
        <p:spPr>
          <a:xfrm>
            <a:off x="3707680" y="2897395"/>
            <a:ext cx="60325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−0.4003</a:t>
            </a:r>
          </a:p>
        </p:txBody>
      </p:sp>
      <p:sp>
        <p:nvSpPr>
          <p:cNvPr id="139" name="updated-1-1-0">
            <a:extLst>
              <a:ext uri="{FF2B5EF4-FFF2-40B4-BE49-F238E27FC236}">
                <a16:creationId xmlns:a16="http://schemas.microsoft.com/office/drawing/2014/main" id="{C54B4467-4671-4A08-A503-957216D9BB6C}"/>
              </a:ext>
            </a:extLst>
          </p:cNvPr>
          <p:cNvSpPr>
            <a:spLocks noGrp="1"/>
          </p:cNvSpPr>
          <p:nvPr/>
        </p:nvSpPr>
        <p:spPr>
          <a:xfrm>
            <a:off x="3696547" y="3416473"/>
            <a:ext cx="60325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+0.6054</a:t>
            </a:r>
          </a:p>
        </p:txBody>
      </p:sp>
      <p:sp>
        <p:nvSpPr>
          <p:cNvPr id="140" name="updated-1-2-0">
            <a:extLst>
              <a:ext uri="{FF2B5EF4-FFF2-40B4-BE49-F238E27FC236}">
                <a16:creationId xmlns:a16="http://schemas.microsoft.com/office/drawing/2014/main" id="{12FC86BD-E1E2-4344-BD6A-82142C8F55A3}"/>
              </a:ext>
            </a:extLst>
          </p:cNvPr>
          <p:cNvSpPr>
            <a:spLocks noGrp="1"/>
          </p:cNvSpPr>
          <p:nvPr/>
        </p:nvSpPr>
        <p:spPr>
          <a:xfrm>
            <a:off x="3312830" y="4280221"/>
            <a:ext cx="60325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+0.5022</a:t>
            </a:r>
          </a:p>
        </p:txBody>
      </p:sp>
      <p:sp>
        <p:nvSpPr>
          <p:cNvPr id="141" name="updated-1-0-1">
            <a:extLst>
              <a:ext uri="{FF2B5EF4-FFF2-40B4-BE49-F238E27FC236}">
                <a16:creationId xmlns:a16="http://schemas.microsoft.com/office/drawing/2014/main" id="{D480D13A-021C-4544-BD03-DB2A3956FFDD}"/>
              </a:ext>
            </a:extLst>
          </p:cNvPr>
          <p:cNvSpPr>
            <a:spLocks noGrp="1"/>
          </p:cNvSpPr>
          <p:nvPr/>
        </p:nvSpPr>
        <p:spPr>
          <a:xfrm>
            <a:off x="3993005" y="3747585"/>
            <a:ext cx="60325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−0.2020</a:t>
            </a:r>
          </a:p>
        </p:txBody>
      </p:sp>
      <p:sp>
        <p:nvSpPr>
          <p:cNvPr id="142" name="updated-1-1-1">
            <a:extLst>
              <a:ext uri="{FF2B5EF4-FFF2-40B4-BE49-F238E27FC236}">
                <a16:creationId xmlns:a16="http://schemas.microsoft.com/office/drawing/2014/main" id="{157B00DF-ACB7-442B-BD88-37F22B9A4978}"/>
              </a:ext>
            </a:extLst>
          </p:cNvPr>
          <p:cNvSpPr>
            <a:spLocks noGrp="1"/>
          </p:cNvSpPr>
          <p:nvPr/>
        </p:nvSpPr>
        <p:spPr>
          <a:xfrm>
            <a:off x="3717087" y="4011788"/>
            <a:ext cx="60325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−0.6672</a:t>
            </a:r>
          </a:p>
        </p:txBody>
      </p:sp>
      <p:sp>
        <p:nvSpPr>
          <p:cNvPr id="143" name="updated-1-2-1">
            <a:extLst>
              <a:ext uri="{FF2B5EF4-FFF2-40B4-BE49-F238E27FC236}">
                <a16:creationId xmlns:a16="http://schemas.microsoft.com/office/drawing/2014/main" id="{DCC8F1E8-2AEE-470B-B5E0-F95D3A7CC2C8}"/>
              </a:ext>
            </a:extLst>
          </p:cNvPr>
          <p:cNvSpPr>
            <a:spLocks noGrp="1"/>
          </p:cNvSpPr>
          <p:nvPr/>
        </p:nvSpPr>
        <p:spPr>
          <a:xfrm>
            <a:off x="3666813" y="4533940"/>
            <a:ext cx="60325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−0.4866</a:t>
            </a:r>
          </a:p>
        </p:txBody>
      </p:sp>
      <p:sp>
        <p:nvSpPr>
          <p:cNvPr id="144" name="updated-2-0-0">
            <a:extLst>
              <a:ext uri="{FF2B5EF4-FFF2-40B4-BE49-F238E27FC236}">
                <a16:creationId xmlns:a16="http://schemas.microsoft.com/office/drawing/2014/main" id="{0CA36A31-B4A5-46F0-8768-7A760BECEE34}"/>
              </a:ext>
            </a:extLst>
          </p:cNvPr>
          <p:cNvSpPr>
            <a:spLocks noGrp="1"/>
          </p:cNvSpPr>
          <p:nvPr/>
        </p:nvSpPr>
        <p:spPr>
          <a:xfrm>
            <a:off x="5506061" y="2787239"/>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+0.514</a:t>
            </a:r>
          </a:p>
        </p:txBody>
      </p:sp>
      <p:sp>
        <p:nvSpPr>
          <p:cNvPr id="145" name="updated-2-1-0">
            <a:extLst>
              <a:ext uri="{FF2B5EF4-FFF2-40B4-BE49-F238E27FC236}">
                <a16:creationId xmlns:a16="http://schemas.microsoft.com/office/drawing/2014/main" id="{D15E768E-5C3B-4336-ADEB-1A6EE8D671DA}"/>
              </a:ext>
            </a:extLst>
          </p:cNvPr>
          <p:cNvSpPr>
            <a:spLocks noGrp="1"/>
          </p:cNvSpPr>
          <p:nvPr/>
        </p:nvSpPr>
        <p:spPr>
          <a:xfrm>
            <a:off x="6079432" y="2832513"/>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+0.185</a:t>
            </a:r>
          </a:p>
        </p:txBody>
      </p:sp>
      <p:sp>
        <p:nvSpPr>
          <p:cNvPr id="146" name="updated-2-0-1">
            <a:extLst>
              <a:ext uri="{FF2B5EF4-FFF2-40B4-BE49-F238E27FC236}">
                <a16:creationId xmlns:a16="http://schemas.microsoft.com/office/drawing/2014/main" id="{85BFD1CD-03A6-48E6-AF35-ED0143D47897}"/>
              </a:ext>
            </a:extLst>
          </p:cNvPr>
          <p:cNvSpPr>
            <a:spLocks noGrp="1"/>
          </p:cNvSpPr>
          <p:nvPr/>
        </p:nvSpPr>
        <p:spPr>
          <a:xfrm>
            <a:off x="5419543" y="3180886"/>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+0.396</a:t>
            </a:r>
          </a:p>
        </p:txBody>
      </p:sp>
      <p:sp>
        <p:nvSpPr>
          <p:cNvPr id="147" name="updated-2-1-1">
            <a:extLst>
              <a:ext uri="{FF2B5EF4-FFF2-40B4-BE49-F238E27FC236}">
                <a16:creationId xmlns:a16="http://schemas.microsoft.com/office/drawing/2014/main" id="{EBA056CF-6BED-499B-9CDB-FED9C23A5D3C}"/>
              </a:ext>
            </a:extLst>
          </p:cNvPr>
          <p:cNvSpPr>
            <a:spLocks noGrp="1"/>
          </p:cNvSpPr>
          <p:nvPr/>
        </p:nvSpPr>
        <p:spPr>
          <a:xfrm>
            <a:off x="5723528" y="3709068"/>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+0.704</a:t>
            </a:r>
          </a:p>
        </p:txBody>
      </p:sp>
      <p:sp>
        <p:nvSpPr>
          <p:cNvPr id="148" name="updated-2-0-2">
            <a:extLst>
              <a:ext uri="{FF2B5EF4-FFF2-40B4-BE49-F238E27FC236}">
                <a16:creationId xmlns:a16="http://schemas.microsoft.com/office/drawing/2014/main" id="{FF9733CB-508B-4EEF-8822-26BC61F0EB5C}"/>
              </a:ext>
            </a:extLst>
          </p:cNvPr>
          <p:cNvSpPr>
            <a:spLocks noGrp="1"/>
          </p:cNvSpPr>
          <p:nvPr/>
        </p:nvSpPr>
        <p:spPr>
          <a:xfrm>
            <a:off x="5304045" y="3475397"/>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+0.420</a:t>
            </a:r>
          </a:p>
        </p:txBody>
      </p:sp>
      <p:sp>
        <p:nvSpPr>
          <p:cNvPr id="149" name="updated-2-1-2">
            <a:extLst>
              <a:ext uri="{FF2B5EF4-FFF2-40B4-BE49-F238E27FC236}">
                <a16:creationId xmlns:a16="http://schemas.microsoft.com/office/drawing/2014/main" id="{01249A16-AD56-4B86-9D9F-6F1920AB6A0C}"/>
              </a:ext>
            </a:extLst>
          </p:cNvPr>
          <p:cNvSpPr>
            <a:spLocks noGrp="1"/>
          </p:cNvSpPr>
          <p:nvPr/>
        </p:nvSpPr>
        <p:spPr>
          <a:xfrm>
            <a:off x="5574343" y="4227216"/>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+0.679</a:t>
            </a:r>
          </a:p>
        </p:txBody>
      </p:sp>
      <p:sp>
        <p:nvSpPr>
          <p:cNvPr id="150" name="updated-2-0-3">
            <a:extLst>
              <a:ext uri="{FF2B5EF4-FFF2-40B4-BE49-F238E27FC236}">
                <a16:creationId xmlns:a16="http://schemas.microsoft.com/office/drawing/2014/main" id="{E52ACF4A-4DB8-4099-A211-D19D1B5B63D4}"/>
              </a:ext>
            </a:extLst>
          </p:cNvPr>
          <p:cNvSpPr>
            <a:spLocks noGrp="1"/>
          </p:cNvSpPr>
          <p:nvPr/>
        </p:nvSpPr>
        <p:spPr>
          <a:xfrm>
            <a:off x="5492744" y="3976854"/>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−0.156</a:t>
            </a:r>
          </a:p>
        </p:txBody>
      </p:sp>
      <p:sp>
        <p:nvSpPr>
          <p:cNvPr id="151" name="updated-2-1-3">
            <a:extLst>
              <a:ext uri="{FF2B5EF4-FFF2-40B4-BE49-F238E27FC236}">
                <a16:creationId xmlns:a16="http://schemas.microsoft.com/office/drawing/2014/main" id="{CFE6CC69-852B-4542-B8F0-AE8BD059E8BA}"/>
              </a:ext>
            </a:extLst>
          </p:cNvPr>
          <p:cNvSpPr>
            <a:spLocks noGrp="1"/>
          </p:cNvSpPr>
          <p:nvPr/>
        </p:nvSpPr>
        <p:spPr>
          <a:xfrm>
            <a:off x="5615496" y="4677147"/>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+0.253</a:t>
            </a:r>
          </a:p>
        </p:txBody>
      </p:sp>
      <p:sp>
        <p:nvSpPr>
          <p:cNvPr id="152" name="updated-3-0-0">
            <a:extLst>
              <a:ext uri="{FF2B5EF4-FFF2-40B4-BE49-F238E27FC236}">
                <a16:creationId xmlns:a16="http://schemas.microsoft.com/office/drawing/2014/main" id="{5ED306E5-EB52-4C32-8F6B-587AB9F3764C}"/>
              </a:ext>
            </a:extLst>
          </p:cNvPr>
          <p:cNvSpPr>
            <a:spLocks noGrp="1"/>
          </p:cNvSpPr>
          <p:nvPr/>
        </p:nvSpPr>
        <p:spPr>
          <a:xfrm>
            <a:off x="7225738" y="2309486"/>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+0.083</a:t>
            </a:r>
          </a:p>
        </p:txBody>
      </p:sp>
      <p:sp>
        <p:nvSpPr>
          <p:cNvPr id="153" name="updated-3-1-0">
            <a:extLst>
              <a:ext uri="{FF2B5EF4-FFF2-40B4-BE49-F238E27FC236}">
                <a16:creationId xmlns:a16="http://schemas.microsoft.com/office/drawing/2014/main" id="{3F7A2FC7-06E5-4F17-92AD-E48A7DCE0937}"/>
              </a:ext>
            </a:extLst>
          </p:cNvPr>
          <p:cNvSpPr>
            <a:spLocks noGrp="1"/>
          </p:cNvSpPr>
          <p:nvPr/>
        </p:nvSpPr>
        <p:spPr>
          <a:xfrm>
            <a:off x="7858753" y="2566889"/>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+0.622</a:t>
            </a:r>
          </a:p>
        </p:txBody>
      </p:sp>
      <p:sp>
        <p:nvSpPr>
          <p:cNvPr id="154" name="updated-3-2-0">
            <a:extLst>
              <a:ext uri="{FF2B5EF4-FFF2-40B4-BE49-F238E27FC236}">
                <a16:creationId xmlns:a16="http://schemas.microsoft.com/office/drawing/2014/main" id="{C19CD056-B8D1-4FE3-87EA-BB92D5C66EAF}"/>
              </a:ext>
            </a:extLst>
          </p:cNvPr>
          <p:cNvSpPr>
            <a:spLocks noGrp="1"/>
          </p:cNvSpPr>
          <p:nvPr/>
        </p:nvSpPr>
        <p:spPr>
          <a:xfrm>
            <a:off x="7898471" y="2867248"/>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−0.078</a:t>
            </a:r>
          </a:p>
        </p:txBody>
      </p:sp>
      <p:sp>
        <p:nvSpPr>
          <p:cNvPr id="155" name="updated-3-3-0">
            <a:extLst>
              <a:ext uri="{FF2B5EF4-FFF2-40B4-BE49-F238E27FC236}">
                <a16:creationId xmlns:a16="http://schemas.microsoft.com/office/drawing/2014/main" id="{B5EB4BFC-58EA-40B1-B02E-7C4923456D40}"/>
              </a:ext>
            </a:extLst>
          </p:cNvPr>
          <p:cNvSpPr>
            <a:spLocks noGrp="1"/>
          </p:cNvSpPr>
          <p:nvPr/>
        </p:nvSpPr>
        <p:spPr>
          <a:xfrm>
            <a:off x="7865123" y="3231646"/>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−0.468</a:t>
            </a:r>
          </a:p>
        </p:txBody>
      </p:sp>
      <p:sp>
        <p:nvSpPr>
          <p:cNvPr id="156" name="updated-3-0-1">
            <a:extLst>
              <a:ext uri="{FF2B5EF4-FFF2-40B4-BE49-F238E27FC236}">
                <a16:creationId xmlns:a16="http://schemas.microsoft.com/office/drawing/2014/main" id="{B15338B0-8801-4891-8EF9-E1C11AFB5DD6}"/>
              </a:ext>
            </a:extLst>
          </p:cNvPr>
          <p:cNvSpPr>
            <a:spLocks noGrp="1"/>
          </p:cNvSpPr>
          <p:nvPr/>
        </p:nvSpPr>
        <p:spPr>
          <a:xfrm>
            <a:off x="7313904" y="2591690"/>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−0.202</a:t>
            </a:r>
          </a:p>
        </p:txBody>
      </p:sp>
      <p:sp>
        <p:nvSpPr>
          <p:cNvPr id="157" name="updated-3-1-1">
            <a:extLst>
              <a:ext uri="{FF2B5EF4-FFF2-40B4-BE49-F238E27FC236}">
                <a16:creationId xmlns:a16="http://schemas.microsoft.com/office/drawing/2014/main" id="{9EF9B5C2-2D25-4925-8AD0-4ACD826D71A5}"/>
              </a:ext>
            </a:extLst>
          </p:cNvPr>
          <p:cNvSpPr>
            <a:spLocks noGrp="1"/>
          </p:cNvSpPr>
          <p:nvPr/>
        </p:nvSpPr>
        <p:spPr>
          <a:xfrm>
            <a:off x="7172584" y="3164980"/>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+0.803</a:t>
            </a:r>
          </a:p>
        </p:txBody>
      </p:sp>
      <p:sp>
        <p:nvSpPr>
          <p:cNvPr id="158" name="updated-3-2-1">
            <a:extLst>
              <a:ext uri="{FF2B5EF4-FFF2-40B4-BE49-F238E27FC236}">
                <a16:creationId xmlns:a16="http://schemas.microsoft.com/office/drawing/2014/main" id="{3898E2F9-A86A-4FB2-B167-5C557997803C}"/>
              </a:ext>
            </a:extLst>
          </p:cNvPr>
          <p:cNvSpPr>
            <a:spLocks noGrp="1"/>
          </p:cNvSpPr>
          <p:nvPr/>
        </p:nvSpPr>
        <p:spPr>
          <a:xfrm>
            <a:off x="7320755" y="3689054"/>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+0.203</a:t>
            </a:r>
          </a:p>
        </p:txBody>
      </p:sp>
      <p:sp>
        <p:nvSpPr>
          <p:cNvPr id="159" name="updated-3-3-1">
            <a:extLst>
              <a:ext uri="{FF2B5EF4-FFF2-40B4-BE49-F238E27FC236}">
                <a16:creationId xmlns:a16="http://schemas.microsoft.com/office/drawing/2014/main" id="{86B58D31-E8AB-4369-A557-27BE8DFB555F}"/>
              </a:ext>
            </a:extLst>
          </p:cNvPr>
          <p:cNvSpPr>
            <a:spLocks noGrp="1"/>
          </p:cNvSpPr>
          <p:nvPr/>
        </p:nvSpPr>
        <p:spPr>
          <a:xfrm>
            <a:off x="7323134" y="4234688"/>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−0.296</a:t>
            </a:r>
          </a:p>
        </p:txBody>
      </p:sp>
      <p:sp>
        <p:nvSpPr>
          <p:cNvPr id="160" name="updated-3-0-2">
            <a:extLst>
              <a:ext uri="{FF2B5EF4-FFF2-40B4-BE49-F238E27FC236}">
                <a16:creationId xmlns:a16="http://schemas.microsoft.com/office/drawing/2014/main" id="{191B48D7-DE10-46D0-92B4-B2170438B38A}"/>
              </a:ext>
            </a:extLst>
          </p:cNvPr>
          <p:cNvSpPr>
            <a:spLocks noGrp="1"/>
          </p:cNvSpPr>
          <p:nvPr/>
        </p:nvSpPr>
        <p:spPr>
          <a:xfrm>
            <a:off x="7234370" y="2838046"/>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+0.129</a:t>
            </a:r>
          </a:p>
        </p:txBody>
      </p:sp>
      <p:sp>
        <p:nvSpPr>
          <p:cNvPr id="161" name="updated-3-1-2">
            <a:extLst>
              <a:ext uri="{FF2B5EF4-FFF2-40B4-BE49-F238E27FC236}">
                <a16:creationId xmlns:a16="http://schemas.microsoft.com/office/drawing/2014/main" id="{A61D28CF-E8EE-4A27-BEC4-EDCA75A40F60}"/>
              </a:ext>
            </a:extLst>
          </p:cNvPr>
          <p:cNvSpPr>
            <a:spLocks noGrp="1"/>
          </p:cNvSpPr>
          <p:nvPr/>
        </p:nvSpPr>
        <p:spPr>
          <a:xfrm>
            <a:off x="7932678" y="3557038"/>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+0.364</a:t>
            </a:r>
          </a:p>
        </p:txBody>
      </p:sp>
      <p:sp>
        <p:nvSpPr>
          <p:cNvPr id="162" name="updated-3-2-2">
            <a:extLst>
              <a:ext uri="{FF2B5EF4-FFF2-40B4-BE49-F238E27FC236}">
                <a16:creationId xmlns:a16="http://schemas.microsoft.com/office/drawing/2014/main" id="{8C7C9418-1CDE-4528-BDED-9D3C08367038}"/>
              </a:ext>
            </a:extLst>
          </p:cNvPr>
          <p:cNvSpPr>
            <a:spLocks noGrp="1"/>
          </p:cNvSpPr>
          <p:nvPr/>
        </p:nvSpPr>
        <p:spPr>
          <a:xfrm>
            <a:off x="7402710" y="3968626"/>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+0.164</a:t>
            </a:r>
          </a:p>
        </p:txBody>
      </p:sp>
      <p:sp>
        <p:nvSpPr>
          <p:cNvPr id="163" name="updated-3-3-2">
            <a:extLst>
              <a:ext uri="{FF2B5EF4-FFF2-40B4-BE49-F238E27FC236}">
                <a16:creationId xmlns:a16="http://schemas.microsoft.com/office/drawing/2014/main" id="{1C864359-B651-46E8-86B1-F942672EE29E}"/>
              </a:ext>
            </a:extLst>
          </p:cNvPr>
          <p:cNvSpPr>
            <a:spLocks noGrp="1"/>
          </p:cNvSpPr>
          <p:nvPr/>
        </p:nvSpPr>
        <p:spPr>
          <a:xfrm>
            <a:off x="7348463" y="4516284"/>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+0.047</a:t>
            </a:r>
          </a:p>
        </p:txBody>
      </p:sp>
      <p:sp>
        <p:nvSpPr>
          <p:cNvPr id="164" name="updated-3-0-3">
            <a:extLst>
              <a:ext uri="{FF2B5EF4-FFF2-40B4-BE49-F238E27FC236}">
                <a16:creationId xmlns:a16="http://schemas.microsoft.com/office/drawing/2014/main" id="{E156AB0D-2CCB-41B9-ACBB-18205788D2DF}"/>
              </a:ext>
            </a:extLst>
          </p:cNvPr>
          <p:cNvSpPr>
            <a:spLocks noGrp="1"/>
          </p:cNvSpPr>
          <p:nvPr/>
        </p:nvSpPr>
        <p:spPr>
          <a:xfrm>
            <a:off x="8028297" y="3854261"/>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−0.506</a:t>
            </a:r>
          </a:p>
        </p:txBody>
      </p:sp>
      <p:sp>
        <p:nvSpPr>
          <p:cNvPr id="165" name="updated-3-1-3">
            <a:extLst>
              <a:ext uri="{FF2B5EF4-FFF2-40B4-BE49-F238E27FC236}">
                <a16:creationId xmlns:a16="http://schemas.microsoft.com/office/drawing/2014/main" id="{055B5E5B-8284-4995-90CB-855151F62401}"/>
              </a:ext>
            </a:extLst>
          </p:cNvPr>
          <p:cNvSpPr>
            <a:spLocks noGrp="1"/>
          </p:cNvSpPr>
          <p:nvPr/>
        </p:nvSpPr>
        <p:spPr>
          <a:xfrm>
            <a:off x="8044429" y="4133115"/>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−0.393</a:t>
            </a:r>
          </a:p>
        </p:txBody>
      </p:sp>
      <p:sp>
        <p:nvSpPr>
          <p:cNvPr id="166" name="updated-3-2-3">
            <a:extLst>
              <a:ext uri="{FF2B5EF4-FFF2-40B4-BE49-F238E27FC236}">
                <a16:creationId xmlns:a16="http://schemas.microsoft.com/office/drawing/2014/main" id="{C2DBFEA8-6997-4AA8-80B1-0606C6036CD3}"/>
              </a:ext>
            </a:extLst>
          </p:cNvPr>
          <p:cNvSpPr>
            <a:spLocks noGrp="1"/>
          </p:cNvSpPr>
          <p:nvPr/>
        </p:nvSpPr>
        <p:spPr>
          <a:xfrm>
            <a:off x="7979895" y="4386329"/>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−0.193</a:t>
            </a:r>
          </a:p>
        </p:txBody>
      </p:sp>
      <p:sp>
        <p:nvSpPr>
          <p:cNvPr id="167" name="updated-3-3-3">
            <a:extLst>
              <a:ext uri="{FF2B5EF4-FFF2-40B4-BE49-F238E27FC236}">
                <a16:creationId xmlns:a16="http://schemas.microsoft.com/office/drawing/2014/main" id="{62969714-EE10-486D-B91F-9AA9476B6EFA}"/>
              </a:ext>
            </a:extLst>
          </p:cNvPr>
          <p:cNvSpPr>
            <a:spLocks noGrp="1"/>
          </p:cNvSpPr>
          <p:nvPr/>
        </p:nvSpPr>
        <p:spPr>
          <a:xfrm>
            <a:off x="7380785" y="4814347"/>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+0.311</a:t>
            </a:r>
          </a:p>
        </p:txBody>
      </p:sp>
      <p:sp>
        <p:nvSpPr>
          <p:cNvPr id="168" name="updated-3-0-4">
            <a:extLst>
              <a:ext uri="{FF2B5EF4-FFF2-40B4-BE49-F238E27FC236}">
                <a16:creationId xmlns:a16="http://schemas.microsoft.com/office/drawing/2014/main" id="{775B6F5D-0A6C-4BCE-B1BA-F5D5F4169429}"/>
              </a:ext>
            </a:extLst>
          </p:cNvPr>
          <p:cNvSpPr>
            <a:spLocks noGrp="1"/>
          </p:cNvSpPr>
          <p:nvPr/>
        </p:nvSpPr>
        <p:spPr>
          <a:xfrm>
            <a:off x="7286298" y="3435379"/>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+0.197</a:t>
            </a:r>
          </a:p>
        </p:txBody>
      </p:sp>
      <p:sp>
        <p:nvSpPr>
          <p:cNvPr id="169" name="updated-3-1-4">
            <a:extLst>
              <a:ext uri="{FF2B5EF4-FFF2-40B4-BE49-F238E27FC236}">
                <a16:creationId xmlns:a16="http://schemas.microsoft.com/office/drawing/2014/main" id="{A9F92250-894B-4137-B780-0AA3E1B37AB2}"/>
              </a:ext>
            </a:extLst>
          </p:cNvPr>
          <p:cNvSpPr>
            <a:spLocks noGrp="1"/>
          </p:cNvSpPr>
          <p:nvPr/>
        </p:nvSpPr>
        <p:spPr>
          <a:xfrm>
            <a:off x="7989178" y="4636924"/>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+0.804</a:t>
            </a:r>
          </a:p>
        </p:txBody>
      </p:sp>
      <p:sp>
        <p:nvSpPr>
          <p:cNvPr id="170" name="updated-3-2-4">
            <a:extLst>
              <a:ext uri="{FF2B5EF4-FFF2-40B4-BE49-F238E27FC236}">
                <a16:creationId xmlns:a16="http://schemas.microsoft.com/office/drawing/2014/main" id="{A4E7EBF0-6082-42F1-A94B-9E55DDF901C5}"/>
              </a:ext>
            </a:extLst>
          </p:cNvPr>
          <p:cNvSpPr>
            <a:spLocks noGrp="1"/>
          </p:cNvSpPr>
          <p:nvPr/>
        </p:nvSpPr>
        <p:spPr>
          <a:xfrm>
            <a:off x="7904868" y="4878555"/>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+0.804</a:t>
            </a:r>
          </a:p>
        </p:txBody>
      </p:sp>
      <p:sp>
        <p:nvSpPr>
          <p:cNvPr id="171" name="updated-3-3-4">
            <a:extLst>
              <a:ext uri="{FF2B5EF4-FFF2-40B4-BE49-F238E27FC236}">
                <a16:creationId xmlns:a16="http://schemas.microsoft.com/office/drawing/2014/main" id="{80CC4C36-62FE-4787-8904-47F85435503D}"/>
              </a:ext>
            </a:extLst>
          </p:cNvPr>
          <p:cNvSpPr>
            <a:spLocks noGrp="1"/>
          </p:cNvSpPr>
          <p:nvPr/>
        </p:nvSpPr>
        <p:spPr>
          <a:xfrm>
            <a:off x="7496677" y="5145944"/>
            <a:ext cx="508000" cy="198438"/>
          </a:xfrm>
          <a:prstGeom prst="rect">
            <a:avLst/>
          </a:prstGeom>
          <a:solidFill>
            <a:srgbClr val="FFFFFF"/>
          </a:solidFill>
          <a:ln w="0">
            <a:noFill/>
            <a:prstDash val="solid"/>
          </a:ln>
        </p:spPr>
        <p:txBody>
          <a:bodyPr wrap="none" lIns="0" tIns="0" rIns="0" bIns="0" anchor="ctr">
            <a:normAutofit/>
          </a:bodyPr>
          <a:lstStyle>
            <a:defPPr algn="ctr">
              <a:defRPr sz="1350" b="1">
                <a:solidFill>
                  <a:srgbClr val="A23C61"/>
                </a:solidFill>
                <a:latin typeface="Nimbus Sans"/>
                <a:ea typeface="Nimbus Sans"/>
                <a:cs typeface="Nimbus Sans"/>
              </a:defRPr>
            </a:defPPr>
            <a:lvl1pPr algn="ctr">
              <a:defRPr sz="1350" b="1">
                <a:solidFill>
                  <a:srgbClr val="A23C61"/>
                </a:solidFill>
                <a:latin typeface="Nimbus Sans"/>
                <a:ea typeface="Nimbus Sans"/>
                <a:cs typeface="Nimbus Sans"/>
              </a:defRPr>
            </a:lvl1pPr>
            <a:lvl2pPr algn="ctr">
              <a:defRPr sz="1350" b="1">
                <a:solidFill>
                  <a:srgbClr val="A23C61"/>
                </a:solidFill>
                <a:latin typeface="Nimbus Sans"/>
                <a:ea typeface="Nimbus Sans"/>
                <a:cs typeface="Nimbus Sans"/>
              </a:defRPr>
            </a:lvl2pPr>
            <a:lvl3pPr algn="ctr">
              <a:defRPr sz="1350" b="1">
                <a:solidFill>
                  <a:srgbClr val="A23C61"/>
                </a:solidFill>
                <a:latin typeface="Nimbus Sans"/>
                <a:ea typeface="Nimbus Sans"/>
                <a:cs typeface="Nimbus Sans"/>
              </a:defRPr>
            </a:lvl3pPr>
            <a:lvl4pPr algn="ctr">
              <a:defRPr sz="1350" b="1">
                <a:solidFill>
                  <a:srgbClr val="A23C61"/>
                </a:solidFill>
                <a:latin typeface="Nimbus Sans"/>
                <a:ea typeface="Nimbus Sans"/>
                <a:cs typeface="Nimbus Sans"/>
              </a:defRPr>
            </a:lvl4pPr>
            <a:lvl5pPr algn="ctr">
              <a:defRPr sz="1350" b="1">
                <a:solidFill>
                  <a:srgbClr val="A23C61"/>
                </a:solidFill>
                <a:latin typeface="Nimbus Sans"/>
                <a:ea typeface="Nimbus Sans"/>
                <a:cs typeface="Nimbus Sans"/>
              </a:defRPr>
            </a:lvl5pPr>
            <a:lvl6pPr algn="ctr">
              <a:defRPr sz="1350" b="1">
                <a:solidFill>
                  <a:srgbClr val="A23C61"/>
                </a:solidFill>
                <a:latin typeface="Nimbus Sans"/>
                <a:ea typeface="Nimbus Sans"/>
                <a:cs typeface="Nimbus Sans"/>
              </a:defRPr>
            </a:lvl6pPr>
            <a:lvl7pPr algn="ctr">
              <a:defRPr sz="1350" b="1">
                <a:solidFill>
                  <a:srgbClr val="A23C61"/>
                </a:solidFill>
                <a:latin typeface="Nimbus Sans"/>
                <a:ea typeface="Nimbus Sans"/>
                <a:cs typeface="Nimbus Sans"/>
              </a:defRPr>
            </a:lvl7pPr>
            <a:lvl8pPr algn="ctr">
              <a:defRPr sz="1350" b="1">
                <a:solidFill>
                  <a:srgbClr val="A23C61"/>
                </a:solidFill>
                <a:latin typeface="Nimbus Sans"/>
                <a:ea typeface="Nimbus Sans"/>
                <a:cs typeface="Nimbus Sans"/>
              </a:defRPr>
            </a:lvl8pPr>
            <a:lvl9pPr algn="ctr">
              <a:defRPr sz="1350" b="1">
                <a:solidFill>
                  <a:srgbClr val="A23C61"/>
                </a:solidFill>
                <a:latin typeface="Nimbus Sans"/>
                <a:ea typeface="Nimbus Sans"/>
                <a:cs typeface="Nimbus Sans"/>
              </a:defRPr>
            </a:lvl9pPr>
          </a:lstStyle>
          <a:p>
            <a:pPr algn="ctr">
              <a:defRPr sz="1350" b="1">
                <a:solidFill>
                  <a:srgbClr val="A23C61"/>
                </a:solidFill>
                <a:latin typeface="Nimbus Sans"/>
                <a:ea typeface="Nimbus Sans"/>
                <a:cs typeface="Nimbus Sans"/>
              </a:defRPr>
            </a:pPr>
            <a:r>
              <a:rPr sz="1125"/>
              <a:t>−0.594</a:t>
            </a:r>
          </a:p>
        </p:txBody>
      </p:sp>
      <p:sp>
        <p:nvSpPr>
          <p:cNvPr id="172" name="update-caption">
            <a:extLst>
              <a:ext uri="{FF2B5EF4-FFF2-40B4-BE49-F238E27FC236}">
                <a16:creationId xmlns:a16="http://schemas.microsoft.com/office/drawing/2014/main" id="{1BC48B77-F2E9-4055-8103-9B148E8E4C02}"/>
              </a:ext>
            </a:extLst>
          </p:cNvPr>
          <p:cNvSpPr>
            <a:spLocks noGrp="1"/>
          </p:cNvSpPr>
          <p:nvPr/>
        </p:nvSpPr>
        <p:spPr>
          <a:xfrm>
            <a:off x="555625" y="5865813"/>
            <a:ext cx="5715000" cy="357188"/>
          </a:xfrm>
          <a:prstGeom prst="rect">
            <a:avLst/>
          </a:prstGeom>
          <a:noFill/>
          <a:ln w="0">
            <a:noFill/>
            <a:prstDash val="solid"/>
          </a:ln>
        </p:spPr>
        <p:txBody>
          <a:bodyPr wrap="none" lIns="0" tIns="0" rIns="0" bIns="0" anchor="ctr">
            <a:normAutofit/>
          </a:bodyPr>
          <a:lstStyle>
            <a:defPPr algn="ctr">
              <a:defRPr sz="2175" b="1">
                <a:solidFill>
                  <a:srgbClr val="A23C61"/>
                </a:solidFill>
                <a:latin typeface="Nimbus Sans"/>
                <a:ea typeface="Nimbus Sans"/>
                <a:cs typeface="Nimbus Sans"/>
              </a:defRPr>
            </a:defPPr>
            <a:lvl1pPr algn="ctr">
              <a:defRPr sz="2175" b="1">
                <a:solidFill>
                  <a:srgbClr val="A23C61"/>
                </a:solidFill>
                <a:latin typeface="Nimbus Sans"/>
                <a:ea typeface="Nimbus Sans"/>
                <a:cs typeface="Nimbus Sans"/>
              </a:defRPr>
            </a:lvl1pPr>
            <a:lvl2pPr algn="ctr">
              <a:defRPr sz="2175" b="1">
                <a:solidFill>
                  <a:srgbClr val="A23C61"/>
                </a:solidFill>
                <a:latin typeface="Nimbus Sans"/>
                <a:ea typeface="Nimbus Sans"/>
                <a:cs typeface="Nimbus Sans"/>
              </a:defRPr>
            </a:lvl2pPr>
            <a:lvl3pPr algn="ctr">
              <a:defRPr sz="2175" b="1">
                <a:solidFill>
                  <a:srgbClr val="A23C61"/>
                </a:solidFill>
                <a:latin typeface="Nimbus Sans"/>
                <a:ea typeface="Nimbus Sans"/>
                <a:cs typeface="Nimbus Sans"/>
              </a:defRPr>
            </a:lvl3pPr>
            <a:lvl4pPr algn="ctr">
              <a:defRPr sz="2175" b="1">
                <a:solidFill>
                  <a:srgbClr val="A23C61"/>
                </a:solidFill>
                <a:latin typeface="Nimbus Sans"/>
                <a:ea typeface="Nimbus Sans"/>
                <a:cs typeface="Nimbus Sans"/>
              </a:defRPr>
            </a:lvl4pPr>
            <a:lvl5pPr algn="ctr">
              <a:defRPr sz="2175" b="1">
                <a:solidFill>
                  <a:srgbClr val="A23C61"/>
                </a:solidFill>
                <a:latin typeface="Nimbus Sans"/>
                <a:ea typeface="Nimbus Sans"/>
                <a:cs typeface="Nimbus Sans"/>
              </a:defRPr>
            </a:lvl5pPr>
            <a:lvl6pPr algn="ctr">
              <a:defRPr sz="2175" b="1">
                <a:solidFill>
                  <a:srgbClr val="A23C61"/>
                </a:solidFill>
                <a:latin typeface="Nimbus Sans"/>
                <a:ea typeface="Nimbus Sans"/>
                <a:cs typeface="Nimbus Sans"/>
              </a:defRPr>
            </a:lvl6pPr>
            <a:lvl7pPr algn="ctr">
              <a:defRPr sz="2175" b="1">
                <a:solidFill>
                  <a:srgbClr val="A23C61"/>
                </a:solidFill>
                <a:latin typeface="Nimbus Sans"/>
                <a:ea typeface="Nimbus Sans"/>
                <a:cs typeface="Nimbus Sans"/>
              </a:defRPr>
            </a:lvl7pPr>
            <a:lvl8pPr algn="ctr">
              <a:defRPr sz="2175" b="1">
                <a:solidFill>
                  <a:srgbClr val="A23C61"/>
                </a:solidFill>
                <a:latin typeface="Nimbus Sans"/>
                <a:ea typeface="Nimbus Sans"/>
                <a:cs typeface="Nimbus Sans"/>
              </a:defRPr>
            </a:lvl8pPr>
            <a:lvl9pPr algn="ctr">
              <a:defRPr sz="2175" b="1">
                <a:solidFill>
                  <a:srgbClr val="A23C61"/>
                </a:solidFill>
                <a:latin typeface="Nimbus Sans"/>
                <a:ea typeface="Nimbus Sans"/>
                <a:cs typeface="Nimbus Sans"/>
              </a:defRPr>
            </a:lvl9pPr>
          </a:lstStyle>
          <a:p>
            <a:pPr algn="ctr">
              <a:defRPr sz="2175" b="1">
                <a:solidFill>
                  <a:srgbClr val="A23C61"/>
                </a:solidFill>
                <a:latin typeface="Nimbus Sans"/>
                <a:ea typeface="Nimbus Sans"/>
                <a:cs typeface="Nimbus Sans"/>
              </a:defRPr>
            </a:pPr>
            <a:r>
              <a:rPr sz="1812"/>
              <a:t>Weight update:  W ← W − η ∂L/∂W</a:t>
            </a:r>
          </a:p>
        </p:txBody>
      </p:sp>
      <p:sp>
        <p:nvSpPr>
          <p:cNvPr id="173" name="update-detail">
            <a:extLst>
              <a:ext uri="{FF2B5EF4-FFF2-40B4-BE49-F238E27FC236}">
                <a16:creationId xmlns:a16="http://schemas.microsoft.com/office/drawing/2014/main" id="{FBB05DE5-9067-4A2C-AAC7-086EB8E35C17}"/>
              </a:ext>
            </a:extLst>
          </p:cNvPr>
          <p:cNvSpPr>
            <a:spLocks noGrp="1"/>
          </p:cNvSpPr>
          <p:nvPr/>
        </p:nvSpPr>
        <p:spPr>
          <a:xfrm>
            <a:off x="396875" y="6302375"/>
            <a:ext cx="11668125" cy="285750"/>
          </a:xfrm>
          <a:prstGeom prst="rect">
            <a:avLst/>
          </a:prstGeom>
          <a:solidFill>
            <a:srgbClr val="FFFFFF"/>
          </a:solidFill>
          <a:ln w="0">
            <a:noFill/>
            <a:prstDash val="solid"/>
          </a:ln>
        </p:spPr>
        <p:txBody>
          <a:bodyPr wrap="none" lIns="0" tIns="0" rIns="0" bIns="0" anchor="ctr">
            <a:normAutofit/>
          </a:bodyPr>
          <a:lstStyle>
            <a:defPPr algn="ctr">
              <a:defRPr sz="1725" b="0">
                <a:solidFill>
                  <a:srgbClr val="526479"/>
                </a:solidFill>
                <a:latin typeface="Nimbus Sans"/>
                <a:ea typeface="Nimbus Sans"/>
                <a:cs typeface="Nimbus Sans"/>
              </a:defRPr>
            </a:defPPr>
            <a:lvl1pPr algn="ctr">
              <a:defRPr sz="1725" b="0">
                <a:solidFill>
                  <a:srgbClr val="526479"/>
                </a:solidFill>
                <a:latin typeface="Nimbus Sans"/>
                <a:ea typeface="Nimbus Sans"/>
                <a:cs typeface="Nimbus Sans"/>
              </a:defRPr>
            </a:lvl1pPr>
            <a:lvl2pPr algn="ctr">
              <a:defRPr sz="1725" b="0">
                <a:solidFill>
                  <a:srgbClr val="526479"/>
                </a:solidFill>
                <a:latin typeface="Nimbus Sans"/>
                <a:ea typeface="Nimbus Sans"/>
                <a:cs typeface="Nimbus Sans"/>
              </a:defRPr>
            </a:lvl2pPr>
            <a:lvl3pPr algn="ctr">
              <a:defRPr sz="1725" b="0">
                <a:solidFill>
                  <a:srgbClr val="526479"/>
                </a:solidFill>
                <a:latin typeface="Nimbus Sans"/>
                <a:ea typeface="Nimbus Sans"/>
                <a:cs typeface="Nimbus Sans"/>
              </a:defRPr>
            </a:lvl3pPr>
            <a:lvl4pPr algn="ctr">
              <a:defRPr sz="1725" b="0">
                <a:solidFill>
                  <a:srgbClr val="526479"/>
                </a:solidFill>
                <a:latin typeface="Nimbus Sans"/>
                <a:ea typeface="Nimbus Sans"/>
                <a:cs typeface="Nimbus Sans"/>
              </a:defRPr>
            </a:lvl4pPr>
            <a:lvl5pPr algn="ctr">
              <a:defRPr sz="1725" b="0">
                <a:solidFill>
                  <a:srgbClr val="526479"/>
                </a:solidFill>
                <a:latin typeface="Nimbus Sans"/>
                <a:ea typeface="Nimbus Sans"/>
                <a:cs typeface="Nimbus Sans"/>
              </a:defRPr>
            </a:lvl5pPr>
            <a:lvl6pPr algn="ctr">
              <a:defRPr sz="1725" b="0">
                <a:solidFill>
                  <a:srgbClr val="526479"/>
                </a:solidFill>
                <a:latin typeface="Nimbus Sans"/>
                <a:ea typeface="Nimbus Sans"/>
                <a:cs typeface="Nimbus Sans"/>
              </a:defRPr>
            </a:lvl6pPr>
            <a:lvl7pPr algn="ctr">
              <a:defRPr sz="1725" b="0">
                <a:solidFill>
                  <a:srgbClr val="526479"/>
                </a:solidFill>
                <a:latin typeface="Nimbus Sans"/>
                <a:ea typeface="Nimbus Sans"/>
                <a:cs typeface="Nimbus Sans"/>
              </a:defRPr>
            </a:lvl7pPr>
            <a:lvl8pPr algn="ctr">
              <a:defRPr sz="1725" b="0">
                <a:solidFill>
                  <a:srgbClr val="526479"/>
                </a:solidFill>
                <a:latin typeface="Nimbus Sans"/>
                <a:ea typeface="Nimbus Sans"/>
                <a:cs typeface="Nimbus Sans"/>
              </a:defRPr>
            </a:lvl8pPr>
            <a:lvl9pPr algn="ctr">
              <a:defRPr sz="1725" b="0">
                <a:solidFill>
                  <a:srgbClr val="526479"/>
                </a:solidFill>
                <a:latin typeface="Nimbus Sans"/>
                <a:ea typeface="Nimbus Sans"/>
                <a:cs typeface="Nimbus Sans"/>
              </a:defRPr>
            </a:lvl9pPr>
          </a:lstStyle>
          <a:p>
            <a:pPr algn="ctr">
              <a:defRPr sz="1725" b="0">
                <a:solidFill>
                  <a:srgbClr val="526479"/>
                </a:solidFill>
                <a:latin typeface="Nimbus Sans"/>
                <a:ea typeface="Nimbus Sans"/>
                <a:cs typeface="Nimbus Sans"/>
              </a:defRPr>
            </a:pPr>
            <a:r>
              <a:rPr sz="1437"/>
              <a:t>Cross-entropy for dean. Forward activations stay fixed during this backward pass.</a:t>
            </a:r>
          </a:p>
        </p:txBody>
      </p:sp>
      <p:sp>
        <p:nvSpPr>
          <p:cNvPr id="174" name="reverse-0-0-0">
            <a:extLst>
              <a:ext uri="{FF2B5EF4-FFF2-40B4-BE49-F238E27FC236}">
                <a16:creationId xmlns:a16="http://schemas.microsoft.com/office/drawing/2014/main" id="{BB79318F-0E36-4311-A6F2-EF840B1FA11B}"/>
              </a:ext>
            </a:extLst>
          </p:cNvPr>
          <p:cNvSpPr>
            <a:spLocks noGrp="1"/>
          </p:cNvSpPr>
          <p:nvPr/>
        </p:nvSpPr>
        <p:spPr>
          <a:xfrm>
            <a:off x="2727190" y="2821163"/>
            <a:ext cx="95250" cy="95250"/>
          </a:xfrm>
          <a:prstGeom prst="ellipse">
            <a:avLst/>
          </a:prstGeom>
          <a:solidFill>
            <a:srgbClr val="D86B98"/>
          </a:solidFill>
          <a:ln w="0">
            <a:noFill/>
            <a:prstDash val="solid"/>
          </a:ln>
        </p:spPr>
        <p:txBody>
          <a:bodyPr/>
          <a:lstStyle/>
          <a:p>
            <a:endParaRPr lang="en-US" sz="1500"/>
          </a:p>
        </p:txBody>
      </p:sp>
      <p:sp>
        <p:nvSpPr>
          <p:cNvPr id="175" name="reverse-0-1-0">
            <a:extLst>
              <a:ext uri="{FF2B5EF4-FFF2-40B4-BE49-F238E27FC236}">
                <a16:creationId xmlns:a16="http://schemas.microsoft.com/office/drawing/2014/main" id="{06735AF8-F9B9-4F69-9A5C-9CAB18287820}"/>
              </a:ext>
            </a:extLst>
          </p:cNvPr>
          <p:cNvSpPr>
            <a:spLocks noGrp="1"/>
          </p:cNvSpPr>
          <p:nvPr/>
        </p:nvSpPr>
        <p:spPr>
          <a:xfrm>
            <a:off x="2804461" y="2958157"/>
            <a:ext cx="95250" cy="95250"/>
          </a:xfrm>
          <a:prstGeom prst="ellipse">
            <a:avLst/>
          </a:prstGeom>
          <a:solidFill>
            <a:srgbClr val="D86B98"/>
          </a:solidFill>
          <a:ln w="0">
            <a:noFill/>
            <a:prstDash val="solid"/>
          </a:ln>
        </p:spPr>
        <p:txBody>
          <a:bodyPr/>
          <a:lstStyle/>
          <a:p>
            <a:endParaRPr lang="en-US" sz="1500"/>
          </a:p>
        </p:txBody>
      </p:sp>
      <p:sp>
        <p:nvSpPr>
          <p:cNvPr id="176" name="reverse-0-0-1">
            <a:extLst>
              <a:ext uri="{FF2B5EF4-FFF2-40B4-BE49-F238E27FC236}">
                <a16:creationId xmlns:a16="http://schemas.microsoft.com/office/drawing/2014/main" id="{B1EEC8A0-848A-40F8-8C93-E9F076942E93}"/>
              </a:ext>
            </a:extLst>
          </p:cNvPr>
          <p:cNvSpPr>
            <a:spLocks noGrp="1"/>
          </p:cNvSpPr>
          <p:nvPr/>
        </p:nvSpPr>
        <p:spPr>
          <a:xfrm>
            <a:off x="2727190" y="3671712"/>
            <a:ext cx="95250" cy="95250"/>
          </a:xfrm>
          <a:prstGeom prst="ellipse">
            <a:avLst/>
          </a:prstGeom>
          <a:solidFill>
            <a:srgbClr val="D86B98"/>
          </a:solidFill>
          <a:ln w="0">
            <a:noFill/>
            <a:prstDash val="solid"/>
          </a:ln>
        </p:spPr>
        <p:txBody>
          <a:bodyPr/>
          <a:lstStyle/>
          <a:p>
            <a:endParaRPr lang="en-US" sz="1500"/>
          </a:p>
        </p:txBody>
      </p:sp>
      <p:sp>
        <p:nvSpPr>
          <p:cNvPr id="177" name="reverse-0-1-1">
            <a:extLst>
              <a:ext uri="{FF2B5EF4-FFF2-40B4-BE49-F238E27FC236}">
                <a16:creationId xmlns:a16="http://schemas.microsoft.com/office/drawing/2014/main" id="{D9E3636A-FAA0-4289-9B6C-7619BC13C247}"/>
              </a:ext>
            </a:extLst>
          </p:cNvPr>
          <p:cNvSpPr>
            <a:spLocks noGrp="1"/>
          </p:cNvSpPr>
          <p:nvPr/>
        </p:nvSpPr>
        <p:spPr>
          <a:xfrm>
            <a:off x="2735296" y="3877939"/>
            <a:ext cx="95250" cy="95250"/>
          </a:xfrm>
          <a:prstGeom prst="ellipse">
            <a:avLst/>
          </a:prstGeom>
          <a:solidFill>
            <a:srgbClr val="D86B98"/>
          </a:solidFill>
          <a:ln w="0">
            <a:noFill/>
            <a:prstDash val="solid"/>
          </a:ln>
        </p:spPr>
        <p:txBody>
          <a:bodyPr/>
          <a:lstStyle/>
          <a:p>
            <a:endParaRPr lang="en-US" sz="1500"/>
          </a:p>
        </p:txBody>
      </p:sp>
      <p:sp>
        <p:nvSpPr>
          <p:cNvPr id="178" name="reverse-0-0-2">
            <a:extLst>
              <a:ext uri="{FF2B5EF4-FFF2-40B4-BE49-F238E27FC236}">
                <a16:creationId xmlns:a16="http://schemas.microsoft.com/office/drawing/2014/main" id="{131ED6B8-EE48-49D9-B2F8-AE1A4FA57940}"/>
              </a:ext>
            </a:extLst>
          </p:cNvPr>
          <p:cNvSpPr>
            <a:spLocks noGrp="1"/>
          </p:cNvSpPr>
          <p:nvPr/>
        </p:nvSpPr>
        <p:spPr>
          <a:xfrm>
            <a:off x="2793716" y="4578662"/>
            <a:ext cx="95250" cy="95250"/>
          </a:xfrm>
          <a:prstGeom prst="ellipse">
            <a:avLst/>
          </a:prstGeom>
          <a:solidFill>
            <a:srgbClr val="D86B98"/>
          </a:solidFill>
          <a:ln w="0">
            <a:noFill/>
            <a:prstDash val="solid"/>
          </a:ln>
        </p:spPr>
        <p:txBody>
          <a:bodyPr/>
          <a:lstStyle/>
          <a:p>
            <a:endParaRPr lang="en-US" sz="1500"/>
          </a:p>
        </p:txBody>
      </p:sp>
      <p:sp>
        <p:nvSpPr>
          <p:cNvPr id="179" name="reverse-0-1-2">
            <a:extLst>
              <a:ext uri="{FF2B5EF4-FFF2-40B4-BE49-F238E27FC236}">
                <a16:creationId xmlns:a16="http://schemas.microsoft.com/office/drawing/2014/main" id="{A7605CE2-5762-4031-9E7E-30099DCE0C61}"/>
              </a:ext>
            </a:extLst>
          </p:cNvPr>
          <p:cNvSpPr>
            <a:spLocks noGrp="1"/>
          </p:cNvSpPr>
          <p:nvPr/>
        </p:nvSpPr>
        <p:spPr>
          <a:xfrm>
            <a:off x="2720828" y="4730238"/>
            <a:ext cx="95250" cy="95250"/>
          </a:xfrm>
          <a:prstGeom prst="ellipse">
            <a:avLst/>
          </a:prstGeom>
          <a:solidFill>
            <a:srgbClr val="D86B98"/>
          </a:solidFill>
          <a:ln w="0">
            <a:noFill/>
            <a:prstDash val="solid"/>
          </a:ln>
        </p:spPr>
        <p:txBody>
          <a:bodyPr/>
          <a:lstStyle/>
          <a:p>
            <a:endParaRPr lang="en-US" sz="1500"/>
          </a:p>
        </p:txBody>
      </p:sp>
      <p:sp>
        <p:nvSpPr>
          <p:cNvPr id="180" name="reverse-1-0-0">
            <a:extLst>
              <a:ext uri="{FF2B5EF4-FFF2-40B4-BE49-F238E27FC236}">
                <a16:creationId xmlns:a16="http://schemas.microsoft.com/office/drawing/2014/main" id="{0958D948-A40C-4EE4-BD9C-32F0B782BC14}"/>
              </a:ext>
            </a:extLst>
          </p:cNvPr>
          <p:cNvSpPr>
            <a:spLocks noGrp="1"/>
          </p:cNvSpPr>
          <p:nvPr/>
        </p:nvSpPr>
        <p:spPr>
          <a:xfrm>
            <a:off x="4549392" y="3089528"/>
            <a:ext cx="95250" cy="95250"/>
          </a:xfrm>
          <a:prstGeom prst="ellipse">
            <a:avLst/>
          </a:prstGeom>
          <a:solidFill>
            <a:srgbClr val="D86B98"/>
          </a:solidFill>
          <a:ln w="0">
            <a:noFill/>
            <a:prstDash val="solid"/>
          </a:ln>
        </p:spPr>
        <p:txBody>
          <a:bodyPr/>
          <a:lstStyle/>
          <a:p>
            <a:endParaRPr lang="en-US" sz="1500"/>
          </a:p>
        </p:txBody>
      </p:sp>
      <p:sp>
        <p:nvSpPr>
          <p:cNvPr id="181" name="reverse-1-1-0">
            <a:extLst>
              <a:ext uri="{FF2B5EF4-FFF2-40B4-BE49-F238E27FC236}">
                <a16:creationId xmlns:a16="http://schemas.microsoft.com/office/drawing/2014/main" id="{FDF94269-5DF1-4237-9F27-D665E2BB70D0}"/>
              </a:ext>
            </a:extLst>
          </p:cNvPr>
          <p:cNvSpPr>
            <a:spLocks noGrp="1"/>
          </p:cNvSpPr>
          <p:nvPr/>
        </p:nvSpPr>
        <p:spPr>
          <a:xfrm>
            <a:off x="4556676" y="3270416"/>
            <a:ext cx="95250" cy="95250"/>
          </a:xfrm>
          <a:prstGeom prst="ellipse">
            <a:avLst/>
          </a:prstGeom>
          <a:solidFill>
            <a:srgbClr val="D86B98"/>
          </a:solidFill>
          <a:ln w="0">
            <a:noFill/>
            <a:prstDash val="solid"/>
          </a:ln>
        </p:spPr>
        <p:txBody>
          <a:bodyPr/>
          <a:lstStyle/>
          <a:p>
            <a:endParaRPr lang="en-US" sz="1500"/>
          </a:p>
        </p:txBody>
      </p:sp>
      <p:sp>
        <p:nvSpPr>
          <p:cNvPr id="182" name="reverse-1-2-0">
            <a:extLst>
              <a:ext uri="{FF2B5EF4-FFF2-40B4-BE49-F238E27FC236}">
                <a16:creationId xmlns:a16="http://schemas.microsoft.com/office/drawing/2014/main" id="{D0D54998-6555-4EBA-8781-312963439A6D}"/>
              </a:ext>
            </a:extLst>
          </p:cNvPr>
          <p:cNvSpPr>
            <a:spLocks noGrp="1"/>
          </p:cNvSpPr>
          <p:nvPr/>
        </p:nvSpPr>
        <p:spPr>
          <a:xfrm>
            <a:off x="4624756" y="3388880"/>
            <a:ext cx="95250" cy="95250"/>
          </a:xfrm>
          <a:prstGeom prst="ellipse">
            <a:avLst/>
          </a:prstGeom>
          <a:solidFill>
            <a:srgbClr val="D86B98"/>
          </a:solidFill>
          <a:ln w="0">
            <a:noFill/>
            <a:prstDash val="solid"/>
          </a:ln>
        </p:spPr>
        <p:txBody>
          <a:bodyPr/>
          <a:lstStyle/>
          <a:p>
            <a:endParaRPr lang="en-US" sz="1500"/>
          </a:p>
        </p:txBody>
      </p:sp>
      <p:sp>
        <p:nvSpPr>
          <p:cNvPr id="183" name="reverse-1-0-1">
            <a:extLst>
              <a:ext uri="{FF2B5EF4-FFF2-40B4-BE49-F238E27FC236}">
                <a16:creationId xmlns:a16="http://schemas.microsoft.com/office/drawing/2014/main" id="{BA79DAAB-150A-401C-ADA3-32B8C3A2A034}"/>
              </a:ext>
            </a:extLst>
          </p:cNvPr>
          <p:cNvSpPr>
            <a:spLocks noGrp="1"/>
          </p:cNvSpPr>
          <p:nvPr/>
        </p:nvSpPr>
        <p:spPr>
          <a:xfrm>
            <a:off x="4624756" y="4135870"/>
            <a:ext cx="95250" cy="95250"/>
          </a:xfrm>
          <a:prstGeom prst="ellipse">
            <a:avLst/>
          </a:prstGeom>
          <a:solidFill>
            <a:srgbClr val="D86B98"/>
          </a:solidFill>
          <a:ln w="0">
            <a:noFill/>
            <a:prstDash val="solid"/>
          </a:ln>
        </p:spPr>
        <p:txBody>
          <a:bodyPr/>
          <a:lstStyle/>
          <a:p>
            <a:endParaRPr lang="en-US" sz="1500"/>
          </a:p>
        </p:txBody>
      </p:sp>
      <p:sp>
        <p:nvSpPr>
          <p:cNvPr id="184" name="reverse-1-1-1">
            <a:extLst>
              <a:ext uri="{FF2B5EF4-FFF2-40B4-BE49-F238E27FC236}">
                <a16:creationId xmlns:a16="http://schemas.microsoft.com/office/drawing/2014/main" id="{2AFBDE84-0C71-4A20-B73A-7486F3100BCC}"/>
              </a:ext>
            </a:extLst>
          </p:cNvPr>
          <p:cNvSpPr>
            <a:spLocks noGrp="1"/>
          </p:cNvSpPr>
          <p:nvPr/>
        </p:nvSpPr>
        <p:spPr>
          <a:xfrm>
            <a:off x="4556676" y="4254334"/>
            <a:ext cx="95250" cy="95250"/>
          </a:xfrm>
          <a:prstGeom prst="ellipse">
            <a:avLst/>
          </a:prstGeom>
          <a:solidFill>
            <a:srgbClr val="D86B98"/>
          </a:solidFill>
          <a:ln w="0">
            <a:noFill/>
            <a:prstDash val="solid"/>
          </a:ln>
        </p:spPr>
        <p:txBody>
          <a:bodyPr/>
          <a:lstStyle/>
          <a:p>
            <a:endParaRPr lang="en-US" sz="1500"/>
          </a:p>
        </p:txBody>
      </p:sp>
      <p:sp>
        <p:nvSpPr>
          <p:cNvPr id="185" name="reverse-1-2-1">
            <a:extLst>
              <a:ext uri="{FF2B5EF4-FFF2-40B4-BE49-F238E27FC236}">
                <a16:creationId xmlns:a16="http://schemas.microsoft.com/office/drawing/2014/main" id="{E3CD5141-E3E7-45EB-8512-B92B560D7280}"/>
              </a:ext>
            </a:extLst>
          </p:cNvPr>
          <p:cNvSpPr>
            <a:spLocks noGrp="1"/>
          </p:cNvSpPr>
          <p:nvPr/>
        </p:nvSpPr>
        <p:spPr>
          <a:xfrm>
            <a:off x="4549392" y="4435222"/>
            <a:ext cx="95250" cy="95250"/>
          </a:xfrm>
          <a:prstGeom prst="ellipse">
            <a:avLst/>
          </a:prstGeom>
          <a:solidFill>
            <a:srgbClr val="D86B98"/>
          </a:solidFill>
          <a:ln w="0">
            <a:noFill/>
            <a:prstDash val="solid"/>
          </a:ln>
        </p:spPr>
        <p:txBody>
          <a:bodyPr/>
          <a:lstStyle/>
          <a:p>
            <a:endParaRPr lang="en-US" sz="1500"/>
          </a:p>
        </p:txBody>
      </p:sp>
      <p:sp>
        <p:nvSpPr>
          <p:cNvPr id="186" name="reverse-2-0-0">
            <a:extLst>
              <a:ext uri="{FF2B5EF4-FFF2-40B4-BE49-F238E27FC236}">
                <a16:creationId xmlns:a16="http://schemas.microsoft.com/office/drawing/2014/main" id="{42187776-AD10-46D7-9B44-C9FF2B8CD901}"/>
              </a:ext>
            </a:extLst>
          </p:cNvPr>
          <p:cNvSpPr>
            <a:spLocks noGrp="1"/>
          </p:cNvSpPr>
          <p:nvPr/>
        </p:nvSpPr>
        <p:spPr>
          <a:xfrm>
            <a:off x="6388797" y="2574169"/>
            <a:ext cx="95250" cy="95250"/>
          </a:xfrm>
          <a:prstGeom prst="ellipse">
            <a:avLst/>
          </a:prstGeom>
          <a:solidFill>
            <a:srgbClr val="D86B98"/>
          </a:solidFill>
          <a:ln w="0">
            <a:noFill/>
            <a:prstDash val="solid"/>
          </a:ln>
        </p:spPr>
        <p:txBody>
          <a:bodyPr/>
          <a:lstStyle/>
          <a:p>
            <a:endParaRPr lang="en-US" sz="1500"/>
          </a:p>
        </p:txBody>
      </p:sp>
      <p:sp>
        <p:nvSpPr>
          <p:cNvPr id="187" name="reverse-2-1-0">
            <a:extLst>
              <a:ext uri="{FF2B5EF4-FFF2-40B4-BE49-F238E27FC236}">
                <a16:creationId xmlns:a16="http://schemas.microsoft.com/office/drawing/2014/main" id="{587CDD98-B0B3-4A86-94CB-F658C3ABA93B}"/>
              </a:ext>
            </a:extLst>
          </p:cNvPr>
          <p:cNvSpPr>
            <a:spLocks noGrp="1"/>
          </p:cNvSpPr>
          <p:nvPr/>
        </p:nvSpPr>
        <p:spPr>
          <a:xfrm>
            <a:off x="6468586" y="2693380"/>
            <a:ext cx="95250" cy="95250"/>
          </a:xfrm>
          <a:prstGeom prst="ellipse">
            <a:avLst/>
          </a:prstGeom>
          <a:solidFill>
            <a:srgbClr val="D86B98"/>
          </a:solidFill>
          <a:ln w="0">
            <a:noFill/>
            <a:prstDash val="solid"/>
          </a:ln>
        </p:spPr>
        <p:txBody>
          <a:bodyPr/>
          <a:lstStyle/>
          <a:p>
            <a:endParaRPr lang="en-US" sz="1500"/>
          </a:p>
        </p:txBody>
      </p:sp>
      <p:sp>
        <p:nvSpPr>
          <p:cNvPr id="188" name="reverse-2-0-1">
            <a:extLst>
              <a:ext uri="{FF2B5EF4-FFF2-40B4-BE49-F238E27FC236}">
                <a16:creationId xmlns:a16="http://schemas.microsoft.com/office/drawing/2014/main" id="{A606A286-AC5A-4ED1-AA26-82D8B13F21E9}"/>
              </a:ext>
            </a:extLst>
          </p:cNvPr>
          <p:cNvSpPr>
            <a:spLocks noGrp="1"/>
          </p:cNvSpPr>
          <p:nvPr/>
        </p:nvSpPr>
        <p:spPr>
          <a:xfrm>
            <a:off x="6367128" y="3296933"/>
            <a:ext cx="95250" cy="95250"/>
          </a:xfrm>
          <a:prstGeom prst="ellipse">
            <a:avLst/>
          </a:prstGeom>
          <a:solidFill>
            <a:srgbClr val="D86B98"/>
          </a:solidFill>
          <a:ln w="0">
            <a:noFill/>
            <a:prstDash val="solid"/>
          </a:ln>
        </p:spPr>
        <p:txBody>
          <a:bodyPr/>
          <a:lstStyle/>
          <a:p>
            <a:endParaRPr lang="en-US" sz="1500"/>
          </a:p>
        </p:txBody>
      </p:sp>
      <p:sp>
        <p:nvSpPr>
          <p:cNvPr id="189" name="reverse-2-1-1">
            <a:extLst>
              <a:ext uri="{FF2B5EF4-FFF2-40B4-BE49-F238E27FC236}">
                <a16:creationId xmlns:a16="http://schemas.microsoft.com/office/drawing/2014/main" id="{1695094D-A861-4D46-B248-4D4E98C0D72E}"/>
              </a:ext>
            </a:extLst>
          </p:cNvPr>
          <p:cNvSpPr>
            <a:spLocks noGrp="1"/>
          </p:cNvSpPr>
          <p:nvPr/>
        </p:nvSpPr>
        <p:spPr>
          <a:xfrm>
            <a:off x="6409026" y="3489853"/>
            <a:ext cx="95250" cy="95250"/>
          </a:xfrm>
          <a:prstGeom prst="ellipse">
            <a:avLst/>
          </a:prstGeom>
          <a:solidFill>
            <a:srgbClr val="D86B98"/>
          </a:solidFill>
          <a:ln w="0">
            <a:noFill/>
            <a:prstDash val="solid"/>
          </a:ln>
        </p:spPr>
        <p:txBody>
          <a:bodyPr/>
          <a:lstStyle/>
          <a:p>
            <a:endParaRPr lang="en-US" sz="1500"/>
          </a:p>
        </p:txBody>
      </p:sp>
      <p:sp>
        <p:nvSpPr>
          <p:cNvPr id="190" name="reverse-2-0-2">
            <a:extLst>
              <a:ext uri="{FF2B5EF4-FFF2-40B4-BE49-F238E27FC236}">
                <a16:creationId xmlns:a16="http://schemas.microsoft.com/office/drawing/2014/main" id="{F0231233-630D-424E-9753-5C96F36091E6}"/>
              </a:ext>
            </a:extLst>
          </p:cNvPr>
          <p:cNvSpPr>
            <a:spLocks noGrp="1"/>
          </p:cNvSpPr>
          <p:nvPr/>
        </p:nvSpPr>
        <p:spPr>
          <a:xfrm>
            <a:off x="6409026" y="4034898"/>
            <a:ext cx="95250" cy="95250"/>
          </a:xfrm>
          <a:prstGeom prst="ellipse">
            <a:avLst/>
          </a:prstGeom>
          <a:solidFill>
            <a:srgbClr val="D86B98"/>
          </a:solidFill>
          <a:ln w="0">
            <a:noFill/>
            <a:prstDash val="solid"/>
          </a:ln>
        </p:spPr>
        <p:txBody>
          <a:bodyPr/>
          <a:lstStyle/>
          <a:p>
            <a:endParaRPr lang="en-US" sz="1500"/>
          </a:p>
        </p:txBody>
      </p:sp>
      <p:sp>
        <p:nvSpPr>
          <p:cNvPr id="191" name="reverse-2-1-2">
            <a:extLst>
              <a:ext uri="{FF2B5EF4-FFF2-40B4-BE49-F238E27FC236}">
                <a16:creationId xmlns:a16="http://schemas.microsoft.com/office/drawing/2014/main" id="{DCBC106D-9BFE-4701-86BD-EFC08306F1E8}"/>
              </a:ext>
            </a:extLst>
          </p:cNvPr>
          <p:cNvSpPr>
            <a:spLocks noGrp="1"/>
          </p:cNvSpPr>
          <p:nvPr/>
        </p:nvSpPr>
        <p:spPr>
          <a:xfrm>
            <a:off x="6367128" y="4227818"/>
            <a:ext cx="95250" cy="95250"/>
          </a:xfrm>
          <a:prstGeom prst="ellipse">
            <a:avLst/>
          </a:prstGeom>
          <a:solidFill>
            <a:srgbClr val="D86B98"/>
          </a:solidFill>
          <a:ln w="0">
            <a:noFill/>
            <a:prstDash val="solid"/>
          </a:ln>
        </p:spPr>
        <p:txBody>
          <a:bodyPr/>
          <a:lstStyle/>
          <a:p>
            <a:endParaRPr lang="en-US" sz="1500"/>
          </a:p>
        </p:txBody>
      </p:sp>
      <p:sp>
        <p:nvSpPr>
          <p:cNvPr id="192" name="reverse-2-0-3">
            <a:extLst>
              <a:ext uri="{FF2B5EF4-FFF2-40B4-BE49-F238E27FC236}">
                <a16:creationId xmlns:a16="http://schemas.microsoft.com/office/drawing/2014/main" id="{AD160141-D6C1-465B-A5A9-9C87DA94F8F5}"/>
              </a:ext>
            </a:extLst>
          </p:cNvPr>
          <p:cNvSpPr>
            <a:spLocks noGrp="1"/>
          </p:cNvSpPr>
          <p:nvPr/>
        </p:nvSpPr>
        <p:spPr>
          <a:xfrm>
            <a:off x="6468586" y="4831370"/>
            <a:ext cx="95250" cy="95250"/>
          </a:xfrm>
          <a:prstGeom prst="ellipse">
            <a:avLst/>
          </a:prstGeom>
          <a:solidFill>
            <a:srgbClr val="D86B98"/>
          </a:solidFill>
          <a:ln w="0">
            <a:noFill/>
            <a:prstDash val="solid"/>
          </a:ln>
        </p:spPr>
        <p:txBody>
          <a:bodyPr/>
          <a:lstStyle/>
          <a:p>
            <a:endParaRPr lang="en-US" sz="1500"/>
          </a:p>
        </p:txBody>
      </p:sp>
      <p:sp>
        <p:nvSpPr>
          <p:cNvPr id="193" name="reverse-2-1-3">
            <a:extLst>
              <a:ext uri="{FF2B5EF4-FFF2-40B4-BE49-F238E27FC236}">
                <a16:creationId xmlns:a16="http://schemas.microsoft.com/office/drawing/2014/main" id="{B03BCA89-95C5-4419-AF5C-405417568621}"/>
              </a:ext>
            </a:extLst>
          </p:cNvPr>
          <p:cNvSpPr>
            <a:spLocks noGrp="1"/>
          </p:cNvSpPr>
          <p:nvPr/>
        </p:nvSpPr>
        <p:spPr>
          <a:xfrm>
            <a:off x="6388797" y="4950581"/>
            <a:ext cx="95250" cy="95250"/>
          </a:xfrm>
          <a:prstGeom prst="ellipse">
            <a:avLst/>
          </a:prstGeom>
          <a:solidFill>
            <a:srgbClr val="D86B98"/>
          </a:solidFill>
          <a:ln w="0">
            <a:noFill/>
            <a:prstDash val="solid"/>
          </a:ln>
        </p:spPr>
        <p:txBody>
          <a:bodyPr/>
          <a:lstStyle/>
          <a:p>
            <a:endParaRPr lang="en-US" sz="1500"/>
          </a:p>
        </p:txBody>
      </p:sp>
      <p:sp>
        <p:nvSpPr>
          <p:cNvPr id="194" name="reverse-3-0-0">
            <a:extLst>
              <a:ext uri="{FF2B5EF4-FFF2-40B4-BE49-F238E27FC236}">
                <a16:creationId xmlns:a16="http://schemas.microsoft.com/office/drawing/2014/main" id="{7444E019-4946-4EA8-88EF-ACFCAEA51F3E}"/>
              </a:ext>
            </a:extLst>
          </p:cNvPr>
          <p:cNvSpPr>
            <a:spLocks noGrp="1"/>
          </p:cNvSpPr>
          <p:nvPr/>
        </p:nvSpPr>
        <p:spPr>
          <a:xfrm>
            <a:off x="8590949" y="2216225"/>
            <a:ext cx="95250" cy="95250"/>
          </a:xfrm>
          <a:prstGeom prst="ellipse">
            <a:avLst/>
          </a:prstGeom>
          <a:solidFill>
            <a:srgbClr val="D86B98"/>
          </a:solidFill>
          <a:ln w="0">
            <a:noFill/>
            <a:prstDash val="solid"/>
          </a:ln>
        </p:spPr>
        <p:txBody>
          <a:bodyPr/>
          <a:lstStyle/>
          <a:p>
            <a:endParaRPr lang="en-US" sz="1500"/>
          </a:p>
        </p:txBody>
      </p:sp>
      <p:sp>
        <p:nvSpPr>
          <p:cNvPr id="195" name="reverse-3-1-0">
            <a:extLst>
              <a:ext uri="{FF2B5EF4-FFF2-40B4-BE49-F238E27FC236}">
                <a16:creationId xmlns:a16="http://schemas.microsoft.com/office/drawing/2014/main" id="{1224CADE-E7AA-4548-931E-CF562975F01C}"/>
              </a:ext>
            </a:extLst>
          </p:cNvPr>
          <p:cNvSpPr>
            <a:spLocks noGrp="1"/>
          </p:cNvSpPr>
          <p:nvPr/>
        </p:nvSpPr>
        <p:spPr>
          <a:xfrm>
            <a:off x="8625715" y="2328179"/>
            <a:ext cx="95250" cy="95250"/>
          </a:xfrm>
          <a:prstGeom prst="ellipse">
            <a:avLst/>
          </a:prstGeom>
          <a:solidFill>
            <a:srgbClr val="D86B98"/>
          </a:solidFill>
          <a:ln w="0">
            <a:noFill/>
            <a:prstDash val="solid"/>
          </a:ln>
        </p:spPr>
        <p:txBody>
          <a:bodyPr/>
          <a:lstStyle/>
          <a:p>
            <a:endParaRPr lang="en-US" sz="1500"/>
          </a:p>
        </p:txBody>
      </p:sp>
      <p:sp>
        <p:nvSpPr>
          <p:cNvPr id="196" name="reverse-3-2-0">
            <a:extLst>
              <a:ext uri="{FF2B5EF4-FFF2-40B4-BE49-F238E27FC236}">
                <a16:creationId xmlns:a16="http://schemas.microsoft.com/office/drawing/2014/main" id="{4C2FCB11-7323-438D-BA79-C6B382C95417}"/>
              </a:ext>
            </a:extLst>
          </p:cNvPr>
          <p:cNvSpPr>
            <a:spLocks noGrp="1"/>
          </p:cNvSpPr>
          <p:nvPr/>
        </p:nvSpPr>
        <p:spPr>
          <a:xfrm>
            <a:off x="8675272" y="2399347"/>
            <a:ext cx="95250" cy="95250"/>
          </a:xfrm>
          <a:prstGeom prst="ellipse">
            <a:avLst/>
          </a:prstGeom>
          <a:solidFill>
            <a:srgbClr val="D86B98"/>
          </a:solidFill>
          <a:ln w="0">
            <a:noFill/>
            <a:prstDash val="solid"/>
          </a:ln>
        </p:spPr>
        <p:txBody>
          <a:bodyPr/>
          <a:lstStyle/>
          <a:p>
            <a:endParaRPr lang="en-US" sz="1500"/>
          </a:p>
        </p:txBody>
      </p:sp>
      <p:sp>
        <p:nvSpPr>
          <p:cNvPr id="197" name="reverse-3-3-0">
            <a:extLst>
              <a:ext uri="{FF2B5EF4-FFF2-40B4-BE49-F238E27FC236}">
                <a16:creationId xmlns:a16="http://schemas.microsoft.com/office/drawing/2014/main" id="{FF8C42E1-D63C-4D0E-BAC7-6B481711AE1B}"/>
              </a:ext>
            </a:extLst>
          </p:cNvPr>
          <p:cNvSpPr>
            <a:spLocks noGrp="1"/>
          </p:cNvSpPr>
          <p:nvPr/>
        </p:nvSpPr>
        <p:spPr>
          <a:xfrm>
            <a:off x="8718838" y="2439385"/>
            <a:ext cx="95250" cy="95250"/>
          </a:xfrm>
          <a:prstGeom prst="ellipse">
            <a:avLst/>
          </a:prstGeom>
          <a:solidFill>
            <a:srgbClr val="D86B98"/>
          </a:solidFill>
          <a:ln w="0">
            <a:noFill/>
            <a:prstDash val="solid"/>
          </a:ln>
        </p:spPr>
        <p:txBody>
          <a:bodyPr/>
          <a:lstStyle/>
          <a:p>
            <a:endParaRPr lang="en-US" sz="1500"/>
          </a:p>
        </p:txBody>
      </p:sp>
      <p:sp>
        <p:nvSpPr>
          <p:cNvPr id="198" name="reverse-3-0-1">
            <a:extLst>
              <a:ext uri="{FF2B5EF4-FFF2-40B4-BE49-F238E27FC236}">
                <a16:creationId xmlns:a16="http://schemas.microsoft.com/office/drawing/2014/main" id="{B075CC3F-C465-4762-89AA-86EDA935293F}"/>
              </a:ext>
            </a:extLst>
          </p:cNvPr>
          <p:cNvSpPr>
            <a:spLocks noGrp="1"/>
          </p:cNvSpPr>
          <p:nvPr/>
        </p:nvSpPr>
        <p:spPr>
          <a:xfrm>
            <a:off x="8597010" y="2893239"/>
            <a:ext cx="95250" cy="95250"/>
          </a:xfrm>
          <a:prstGeom prst="ellipse">
            <a:avLst/>
          </a:prstGeom>
          <a:solidFill>
            <a:srgbClr val="D86B98"/>
          </a:solidFill>
          <a:ln w="0">
            <a:noFill/>
            <a:prstDash val="solid"/>
          </a:ln>
        </p:spPr>
        <p:txBody>
          <a:bodyPr/>
          <a:lstStyle/>
          <a:p>
            <a:endParaRPr lang="en-US" sz="1500"/>
          </a:p>
        </p:txBody>
      </p:sp>
      <p:sp>
        <p:nvSpPr>
          <p:cNvPr id="199" name="reverse-3-1-1">
            <a:extLst>
              <a:ext uri="{FF2B5EF4-FFF2-40B4-BE49-F238E27FC236}">
                <a16:creationId xmlns:a16="http://schemas.microsoft.com/office/drawing/2014/main" id="{F152A92A-B837-4431-BBAF-0DC9554A3966}"/>
              </a:ext>
            </a:extLst>
          </p:cNvPr>
          <p:cNvSpPr>
            <a:spLocks noGrp="1"/>
          </p:cNvSpPr>
          <p:nvPr/>
        </p:nvSpPr>
        <p:spPr>
          <a:xfrm>
            <a:off x="8592598" y="3021524"/>
            <a:ext cx="95250" cy="95250"/>
          </a:xfrm>
          <a:prstGeom prst="ellipse">
            <a:avLst/>
          </a:prstGeom>
          <a:solidFill>
            <a:srgbClr val="D86B98"/>
          </a:solidFill>
          <a:ln w="0">
            <a:noFill/>
            <a:prstDash val="solid"/>
          </a:ln>
        </p:spPr>
        <p:txBody>
          <a:bodyPr/>
          <a:lstStyle/>
          <a:p>
            <a:endParaRPr lang="en-US" sz="1500"/>
          </a:p>
        </p:txBody>
      </p:sp>
      <p:sp>
        <p:nvSpPr>
          <p:cNvPr id="200" name="reverse-3-2-1">
            <a:extLst>
              <a:ext uri="{FF2B5EF4-FFF2-40B4-BE49-F238E27FC236}">
                <a16:creationId xmlns:a16="http://schemas.microsoft.com/office/drawing/2014/main" id="{189C83B4-BD8E-48F5-9A31-00829A5493DF}"/>
              </a:ext>
            </a:extLst>
          </p:cNvPr>
          <p:cNvSpPr>
            <a:spLocks noGrp="1"/>
          </p:cNvSpPr>
          <p:nvPr/>
        </p:nvSpPr>
        <p:spPr>
          <a:xfrm>
            <a:off x="8630083" y="3130084"/>
            <a:ext cx="95250" cy="95250"/>
          </a:xfrm>
          <a:prstGeom prst="ellipse">
            <a:avLst/>
          </a:prstGeom>
          <a:solidFill>
            <a:srgbClr val="D86B98"/>
          </a:solidFill>
          <a:ln w="0">
            <a:noFill/>
            <a:prstDash val="solid"/>
          </a:ln>
        </p:spPr>
        <p:txBody>
          <a:bodyPr/>
          <a:lstStyle/>
          <a:p>
            <a:endParaRPr lang="en-US" sz="1500"/>
          </a:p>
        </p:txBody>
      </p:sp>
      <p:sp>
        <p:nvSpPr>
          <p:cNvPr id="201" name="reverse-3-3-1">
            <a:extLst>
              <a:ext uri="{FF2B5EF4-FFF2-40B4-BE49-F238E27FC236}">
                <a16:creationId xmlns:a16="http://schemas.microsoft.com/office/drawing/2014/main" id="{D8C55228-13BD-4884-845E-127D24815576}"/>
              </a:ext>
            </a:extLst>
          </p:cNvPr>
          <p:cNvSpPr>
            <a:spLocks noGrp="1"/>
          </p:cNvSpPr>
          <p:nvPr/>
        </p:nvSpPr>
        <p:spPr>
          <a:xfrm>
            <a:off x="8679622" y="3197782"/>
            <a:ext cx="95250" cy="95250"/>
          </a:xfrm>
          <a:prstGeom prst="ellipse">
            <a:avLst/>
          </a:prstGeom>
          <a:solidFill>
            <a:srgbClr val="D86B98"/>
          </a:solidFill>
          <a:ln w="0">
            <a:noFill/>
            <a:prstDash val="solid"/>
          </a:ln>
        </p:spPr>
        <p:txBody>
          <a:bodyPr/>
          <a:lstStyle/>
          <a:p>
            <a:endParaRPr lang="en-US" sz="1500"/>
          </a:p>
        </p:txBody>
      </p:sp>
      <p:sp>
        <p:nvSpPr>
          <p:cNvPr id="202" name="reverse-3-0-2">
            <a:extLst>
              <a:ext uri="{FF2B5EF4-FFF2-40B4-BE49-F238E27FC236}">
                <a16:creationId xmlns:a16="http://schemas.microsoft.com/office/drawing/2014/main" id="{E7E4EFE4-A0D6-4062-A4EF-80A763CA9B39}"/>
              </a:ext>
            </a:extLst>
          </p:cNvPr>
          <p:cNvSpPr>
            <a:spLocks noGrp="1"/>
          </p:cNvSpPr>
          <p:nvPr/>
        </p:nvSpPr>
        <p:spPr>
          <a:xfrm>
            <a:off x="8634535" y="3593123"/>
            <a:ext cx="95250" cy="95250"/>
          </a:xfrm>
          <a:prstGeom prst="ellipse">
            <a:avLst/>
          </a:prstGeom>
          <a:solidFill>
            <a:srgbClr val="D86B98"/>
          </a:solidFill>
          <a:ln w="0">
            <a:noFill/>
            <a:prstDash val="solid"/>
          </a:ln>
        </p:spPr>
        <p:txBody>
          <a:bodyPr/>
          <a:lstStyle/>
          <a:p>
            <a:endParaRPr lang="en-US" sz="1500"/>
          </a:p>
        </p:txBody>
      </p:sp>
      <p:sp>
        <p:nvSpPr>
          <p:cNvPr id="203" name="reverse-3-1-2">
            <a:extLst>
              <a:ext uri="{FF2B5EF4-FFF2-40B4-BE49-F238E27FC236}">
                <a16:creationId xmlns:a16="http://schemas.microsoft.com/office/drawing/2014/main" id="{B002A798-6E16-4663-A57A-5F26A1646897}"/>
              </a:ext>
            </a:extLst>
          </p:cNvPr>
          <p:cNvSpPr>
            <a:spLocks noGrp="1"/>
          </p:cNvSpPr>
          <p:nvPr/>
        </p:nvSpPr>
        <p:spPr>
          <a:xfrm>
            <a:off x="8594626" y="3698118"/>
            <a:ext cx="95250" cy="95250"/>
          </a:xfrm>
          <a:prstGeom prst="ellipse">
            <a:avLst/>
          </a:prstGeom>
          <a:solidFill>
            <a:srgbClr val="D86B98"/>
          </a:solidFill>
          <a:ln w="0">
            <a:noFill/>
            <a:prstDash val="solid"/>
          </a:ln>
        </p:spPr>
        <p:txBody>
          <a:bodyPr/>
          <a:lstStyle/>
          <a:p>
            <a:endParaRPr lang="en-US" sz="1500"/>
          </a:p>
        </p:txBody>
      </p:sp>
      <p:sp>
        <p:nvSpPr>
          <p:cNvPr id="204" name="reverse-3-2-2">
            <a:extLst>
              <a:ext uri="{FF2B5EF4-FFF2-40B4-BE49-F238E27FC236}">
                <a16:creationId xmlns:a16="http://schemas.microsoft.com/office/drawing/2014/main" id="{C3A5D42F-8293-4D3E-934F-6FA2346EF05E}"/>
              </a:ext>
            </a:extLst>
          </p:cNvPr>
          <p:cNvSpPr>
            <a:spLocks noGrp="1"/>
          </p:cNvSpPr>
          <p:nvPr/>
        </p:nvSpPr>
        <p:spPr>
          <a:xfrm>
            <a:off x="8594626" y="3826632"/>
            <a:ext cx="95250" cy="95250"/>
          </a:xfrm>
          <a:prstGeom prst="ellipse">
            <a:avLst/>
          </a:prstGeom>
          <a:solidFill>
            <a:srgbClr val="D86B98"/>
          </a:solidFill>
          <a:ln w="0">
            <a:noFill/>
            <a:prstDash val="solid"/>
          </a:ln>
        </p:spPr>
        <p:txBody>
          <a:bodyPr/>
          <a:lstStyle/>
          <a:p>
            <a:endParaRPr lang="en-US" sz="1500"/>
          </a:p>
        </p:txBody>
      </p:sp>
      <p:sp>
        <p:nvSpPr>
          <p:cNvPr id="205" name="reverse-3-3-2">
            <a:extLst>
              <a:ext uri="{FF2B5EF4-FFF2-40B4-BE49-F238E27FC236}">
                <a16:creationId xmlns:a16="http://schemas.microsoft.com/office/drawing/2014/main" id="{C668C8F4-F2A9-4441-BF70-55BFB8104438}"/>
              </a:ext>
            </a:extLst>
          </p:cNvPr>
          <p:cNvSpPr>
            <a:spLocks noGrp="1"/>
          </p:cNvSpPr>
          <p:nvPr/>
        </p:nvSpPr>
        <p:spPr>
          <a:xfrm>
            <a:off x="8634535" y="3931627"/>
            <a:ext cx="95250" cy="95250"/>
          </a:xfrm>
          <a:prstGeom prst="ellipse">
            <a:avLst/>
          </a:prstGeom>
          <a:solidFill>
            <a:srgbClr val="D86B98"/>
          </a:solidFill>
          <a:ln w="0">
            <a:noFill/>
            <a:prstDash val="solid"/>
          </a:ln>
        </p:spPr>
        <p:txBody>
          <a:bodyPr/>
          <a:lstStyle/>
          <a:p>
            <a:endParaRPr lang="en-US" sz="1500"/>
          </a:p>
        </p:txBody>
      </p:sp>
      <p:sp>
        <p:nvSpPr>
          <p:cNvPr id="206" name="reverse-3-0-3">
            <a:extLst>
              <a:ext uri="{FF2B5EF4-FFF2-40B4-BE49-F238E27FC236}">
                <a16:creationId xmlns:a16="http://schemas.microsoft.com/office/drawing/2014/main" id="{FFC29C5B-3F0C-441A-BD49-66D5A6BE6899}"/>
              </a:ext>
            </a:extLst>
          </p:cNvPr>
          <p:cNvSpPr>
            <a:spLocks noGrp="1"/>
          </p:cNvSpPr>
          <p:nvPr/>
        </p:nvSpPr>
        <p:spPr>
          <a:xfrm>
            <a:off x="8679622" y="4326968"/>
            <a:ext cx="95250" cy="95250"/>
          </a:xfrm>
          <a:prstGeom prst="ellipse">
            <a:avLst/>
          </a:prstGeom>
          <a:solidFill>
            <a:srgbClr val="D86B98"/>
          </a:solidFill>
          <a:ln w="0">
            <a:noFill/>
            <a:prstDash val="solid"/>
          </a:ln>
        </p:spPr>
        <p:txBody>
          <a:bodyPr/>
          <a:lstStyle/>
          <a:p>
            <a:endParaRPr lang="en-US" sz="1500"/>
          </a:p>
        </p:txBody>
      </p:sp>
      <p:sp>
        <p:nvSpPr>
          <p:cNvPr id="207" name="reverse-3-1-3">
            <a:extLst>
              <a:ext uri="{FF2B5EF4-FFF2-40B4-BE49-F238E27FC236}">
                <a16:creationId xmlns:a16="http://schemas.microsoft.com/office/drawing/2014/main" id="{F37BEC53-8F15-44F9-B653-0E705B1AE147}"/>
              </a:ext>
            </a:extLst>
          </p:cNvPr>
          <p:cNvSpPr>
            <a:spLocks noGrp="1"/>
          </p:cNvSpPr>
          <p:nvPr/>
        </p:nvSpPr>
        <p:spPr>
          <a:xfrm>
            <a:off x="8630083" y="4394666"/>
            <a:ext cx="95250" cy="95250"/>
          </a:xfrm>
          <a:prstGeom prst="ellipse">
            <a:avLst/>
          </a:prstGeom>
          <a:solidFill>
            <a:srgbClr val="D86B98"/>
          </a:solidFill>
          <a:ln w="0">
            <a:noFill/>
            <a:prstDash val="solid"/>
          </a:ln>
        </p:spPr>
        <p:txBody>
          <a:bodyPr/>
          <a:lstStyle/>
          <a:p>
            <a:endParaRPr lang="en-US" sz="1500"/>
          </a:p>
        </p:txBody>
      </p:sp>
      <p:sp>
        <p:nvSpPr>
          <p:cNvPr id="208" name="reverse-3-2-3">
            <a:extLst>
              <a:ext uri="{FF2B5EF4-FFF2-40B4-BE49-F238E27FC236}">
                <a16:creationId xmlns:a16="http://schemas.microsoft.com/office/drawing/2014/main" id="{265DBBEE-6511-497D-ABA6-E881C82E0FC3}"/>
              </a:ext>
            </a:extLst>
          </p:cNvPr>
          <p:cNvSpPr>
            <a:spLocks noGrp="1"/>
          </p:cNvSpPr>
          <p:nvPr/>
        </p:nvSpPr>
        <p:spPr>
          <a:xfrm>
            <a:off x="8592598" y="4503226"/>
            <a:ext cx="95250" cy="95250"/>
          </a:xfrm>
          <a:prstGeom prst="ellipse">
            <a:avLst/>
          </a:prstGeom>
          <a:solidFill>
            <a:srgbClr val="D86B98"/>
          </a:solidFill>
          <a:ln w="0">
            <a:noFill/>
            <a:prstDash val="solid"/>
          </a:ln>
        </p:spPr>
        <p:txBody>
          <a:bodyPr/>
          <a:lstStyle/>
          <a:p>
            <a:endParaRPr lang="en-US" sz="1500"/>
          </a:p>
        </p:txBody>
      </p:sp>
      <p:sp>
        <p:nvSpPr>
          <p:cNvPr id="209" name="reverse-3-3-3">
            <a:extLst>
              <a:ext uri="{FF2B5EF4-FFF2-40B4-BE49-F238E27FC236}">
                <a16:creationId xmlns:a16="http://schemas.microsoft.com/office/drawing/2014/main" id="{DC62D9B5-5115-4C97-A224-F5EA78A656C5}"/>
              </a:ext>
            </a:extLst>
          </p:cNvPr>
          <p:cNvSpPr>
            <a:spLocks noGrp="1"/>
          </p:cNvSpPr>
          <p:nvPr/>
        </p:nvSpPr>
        <p:spPr>
          <a:xfrm>
            <a:off x="8597010" y="4631511"/>
            <a:ext cx="95250" cy="95250"/>
          </a:xfrm>
          <a:prstGeom prst="ellipse">
            <a:avLst/>
          </a:prstGeom>
          <a:solidFill>
            <a:srgbClr val="D86B98"/>
          </a:solidFill>
          <a:ln w="0">
            <a:noFill/>
            <a:prstDash val="solid"/>
          </a:ln>
        </p:spPr>
        <p:txBody>
          <a:bodyPr/>
          <a:lstStyle/>
          <a:p>
            <a:endParaRPr lang="en-US" sz="1500"/>
          </a:p>
        </p:txBody>
      </p:sp>
      <p:sp>
        <p:nvSpPr>
          <p:cNvPr id="210" name="reverse-3-0-4">
            <a:extLst>
              <a:ext uri="{FF2B5EF4-FFF2-40B4-BE49-F238E27FC236}">
                <a16:creationId xmlns:a16="http://schemas.microsoft.com/office/drawing/2014/main" id="{3C30BA6A-C98D-47AE-B808-C1829BF1B52B}"/>
              </a:ext>
            </a:extLst>
          </p:cNvPr>
          <p:cNvSpPr>
            <a:spLocks noGrp="1"/>
          </p:cNvSpPr>
          <p:nvPr/>
        </p:nvSpPr>
        <p:spPr>
          <a:xfrm>
            <a:off x="8718838" y="5085365"/>
            <a:ext cx="95250" cy="95250"/>
          </a:xfrm>
          <a:prstGeom prst="ellipse">
            <a:avLst/>
          </a:prstGeom>
          <a:solidFill>
            <a:srgbClr val="D86B98"/>
          </a:solidFill>
          <a:ln w="0">
            <a:noFill/>
            <a:prstDash val="solid"/>
          </a:ln>
        </p:spPr>
        <p:txBody>
          <a:bodyPr/>
          <a:lstStyle/>
          <a:p>
            <a:endParaRPr lang="en-US" sz="1500"/>
          </a:p>
        </p:txBody>
      </p:sp>
      <p:sp>
        <p:nvSpPr>
          <p:cNvPr id="211" name="reverse-3-1-4">
            <a:extLst>
              <a:ext uri="{FF2B5EF4-FFF2-40B4-BE49-F238E27FC236}">
                <a16:creationId xmlns:a16="http://schemas.microsoft.com/office/drawing/2014/main" id="{AB1EF9D5-3BFF-4E5E-AAFE-599209E2B9DF}"/>
              </a:ext>
            </a:extLst>
          </p:cNvPr>
          <p:cNvSpPr>
            <a:spLocks noGrp="1"/>
          </p:cNvSpPr>
          <p:nvPr/>
        </p:nvSpPr>
        <p:spPr>
          <a:xfrm>
            <a:off x="8675272" y="5125403"/>
            <a:ext cx="95250" cy="95250"/>
          </a:xfrm>
          <a:prstGeom prst="ellipse">
            <a:avLst/>
          </a:prstGeom>
          <a:solidFill>
            <a:srgbClr val="D86B98"/>
          </a:solidFill>
          <a:ln w="0">
            <a:noFill/>
            <a:prstDash val="solid"/>
          </a:ln>
        </p:spPr>
        <p:txBody>
          <a:bodyPr/>
          <a:lstStyle/>
          <a:p>
            <a:endParaRPr lang="en-US" sz="1500"/>
          </a:p>
        </p:txBody>
      </p:sp>
      <p:sp>
        <p:nvSpPr>
          <p:cNvPr id="212" name="reverse-3-2-4">
            <a:extLst>
              <a:ext uri="{FF2B5EF4-FFF2-40B4-BE49-F238E27FC236}">
                <a16:creationId xmlns:a16="http://schemas.microsoft.com/office/drawing/2014/main" id="{EE41447F-2D99-4CB8-807D-999AED67B688}"/>
              </a:ext>
            </a:extLst>
          </p:cNvPr>
          <p:cNvSpPr>
            <a:spLocks noGrp="1"/>
          </p:cNvSpPr>
          <p:nvPr/>
        </p:nvSpPr>
        <p:spPr>
          <a:xfrm>
            <a:off x="8625715" y="5196571"/>
            <a:ext cx="95250" cy="95250"/>
          </a:xfrm>
          <a:prstGeom prst="ellipse">
            <a:avLst/>
          </a:prstGeom>
          <a:solidFill>
            <a:srgbClr val="D86B98"/>
          </a:solidFill>
          <a:ln w="0">
            <a:noFill/>
            <a:prstDash val="solid"/>
          </a:ln>
        </p:spPr>
        <p:txBody>
          <a:bodyPr/>
          <a:lstStyle/>
          <a:p>
            <a:endParaRPr lang="en-US" sz="1500"/>
          </a:p>
        </p:txBody>
      </p:sp>
      <p:sp>
        <p:nvSpPr>
          <p:cNvPr id="213" name="reverse-3-3-4">
            <a:extLst>
              <a:ext uri="{FF2B5EF4-FFF2-40B4-BE49-F238E27FC236}">
                <a16:creationId xmlns:a16="http://schemas.microsoft.com/office/drawing/2014/main" id="{DDEF7FFE-8219-49DA-8562-A7AE9F1B0ABE}"/>
              </a:ext>
            </a:extLst>
          </p:cNvPr>
          <p:cNvSpPr>
            <a:spLocks noGrp="1"/>
          </p:cNvSpPr>
          <p:nvPr/>
        </p:nvSpPr>
        <p:spPr>
          <a:xfrm>
            <a:off x="8590949" y="5308525"/>
            <a:ext cx="95250" cy="95250"/>
          </a:xfrm>
          <a:prstGeom prst="ellipse">
            <a:avLst/>
          </a:prstGeom>
          <a:solidFill>
            <a:srgbClr val="D86B98"/>
          </a:solidFill>
          <a:ln w="0">
            <a:noFill/>
            <a:prstDash val="solid"/>
          </a:ln>
        </p:spPr>
        <p:txBody>
          <a:bodyPr/>
          <a:lstStyle/>
          <a:p>
            <a:endParaRPr lang="en-US" sz="1500"/>
          </a:p>
        </p:txBody>
      </p:sp>
    </p:spTree>
    <p:extLst>
      <p:ext uri="{BB962C8B-B14F-4D97-AF65-F5344CB8AC3E}">
        <p14:creationId xmlns:p14="http://schemas.microsoft.com/office/powerpoint/2010/main" val="152864175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
                                        </p:tgtEl>
                                        <p:attrNameLst>
                                          <p:attrName>style.visibility</p:attrName>
                                        </p:attrNameLst>
                                      </p:cBhvr>
                                      <p:to>
                                        <p:strVal val="visible"/>
                                      </p:to>
                                    </p:set>
                                  </p:childTnLst>
                                </p:cTn>
                              </p:par>
                              <p:par>
                                <p:cTn id="7" presetID="0" presetClass="path" presetSubtype="0" fill="hold" nodeType="withEffect">
                                  <p:stCondLst>
                                    <p:cond delay="0"/>
                                  </p:stCondLst>
                                  <p:childTnLst>
                                    <p:animMotion origin="layout" path="M 0 0 L -0.128026470 0.028450327 E" pathEditMode="relative" rAng="0">
                                      <p:cBhvr additive="base">
                                        <p:cTn id="8" dur="1000" fill="hold">
                                          <p:stCondLst>
                                            <p:cond delay="0"/>
                                          </p:stCondLst>
                                        </p:cTn>
                                        <p:tgtEl>
                                          <p:spTgt spid="194"/>
                                        </p:tgtEl>
                                      </p:cBhvr>
                                      <p:rCtr x="0" y="0"/>
                                    </p:animMotion>
                                  </p:childTnLst>
                                </p:cTn>
                              </p:par>
                              <p:par>
                                <p:cTn id="9" presetID="1" presetClass="exit" presetSubtype="0" fill="hold" nodeType="withEffect">
                                  <p:stCondLst>
                                    <p:cond delay="1000"/>
                                  </p:stCondLst>
                                  <p:childTnLst>
                                    <p:set>
                                      <p:cBhvr>
                                        <p:cTn id="10" dur="1" fill="hold">
                                          <p:stCondLst>
                                            <p:cond delay="0"/>
                                          </p:stCondLst>
                                        </p:cTn>
                                        <p:tgtEl>
                                          <p:spTgt spid="194"/>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95"/>
                                        </p:tgtEl>
                                        <p:attrNameLst>
                                          <p:attrName>style.visibility</p:attrName>
                                        </p:attrNameLst>
                                      </p:cBhvr>
                                      <p:to>
                                        <p:strVal val="visible"/>
                                      </p:to>
                                    </p:set>
                                  </p:childTnLst>
                                </p:cTn>
                              </p:par>
                              <p:par>
                                <p:cTn id="13" presetID="0" presetClass="path" presetSubtype="0" fill="hold" nodeType="withEffect">
                                  <p:stCondLst>
                                    <p:cond delay="0"/>
                                  </p:stCondLst>
                                  <p:childTnLst>
                                    <p:animMotion origin="layout" path="M 0 0 L -0.133729472 0.123116022 E" pathEditMode="relative" rAng="0">
                                      <p:cBhvr additive="base">
                                        <p:cTn id="14" dur="1000" fill="hold">
                                          <p:stCondLst>
                                            <p:cond delay="0"/>
                                          </p:stCondLst>
                                        </p:cTn>
                                        <p:tgtEl>
                                          <p:spTgt spid="195"/>
                                        </p:tgtEl>
                                      </p:cBhvr>
                                      <p:rCtr x="0" y="0"/>
                                    </p:animMotion>
                                  </p:childTnLst>
                                </p:cTn>
                              </p:par>
                              <p:par>
                                <p:cTn id="15" presetID="1" presetClass="exit" presetSubtype="0" fill="hold" nodeType="withEffect">
                                  <p:stCondLst>
                                    <p:cond delay="1000"/>
                                  </p:stCondLst>
                                  <p:childTnLst>
                                    <p:set>
                                      <p:cBhvr>
                                        <p:cTn id="16" dur="1" fill="hold">
                                          <p:stCondLst>
                                            <p:cond delay="0"/>
                                          </p:stCondLst>
                                        </p:cTn>
                                        <p:tgtEl>
                                          <p:spTgt spid="195"/>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196"/>
                                        </p:tgtEl>
                                        <p:attrNameLst>
                                          <p:attrName>style.visibility</p:attrName>
                                        </p:attrNameLst>
                                      </p:cBhvr>
                                      <p:to>
                                        <p:strVal val="visible"/>
                                      </p:to>
                                    </p:set>
                                  </p:childTnLst>
                                </p:cTn>
                              </p:par>
                              <p:par>
                                <p:cTn id="19" presetID="0" presetClass="path" presetSubtype="0" fill="hold" nodeType="withEffect">
                                  <p:stCondLst>
                                    <p:cond delay="0"/>
                                  </p:stCondLst>
                                  <p:childTnLst>
                                    <p:animMotion origin="layout" path="M 0 0 L -0.141858880 0.229676282 E" pathEditMode="relative" rAng="0">
                                      <p:cBhvr additive="base">
                                        <p:cTn id="20" dur="1000" fill="hold">
                                          <p:stCondLst>
                                            <p:cond delay="0"/>
                                          </p:stCondLst>
                                        </p:cTn>
                                        <p:tgtEl>
                                          <p:spTgt spid="196"/>
                                        </p:tgtEl>
                                      </p:cBhvr>
                                      <p:rCtr x="0" y="0"/>
                                    </p:animMotion>
                                  </p:childTnLst>
                                </p:cTn>
                              </p:par>
                              <p:par>
                                <p:cTn id="21" presetID="1" presetClass="exit" presetSubtype="0" fill="hold" nodeType="withEffect">
                                  <p:stCondLst>
                                    <p:cond delay="1000"/>
                                  </p:stCondLst>
                                  <p:childTnLst>
                                    <p:set>
                                      <p:cBhvr>
                                        <p:cTn id="22" dur="1" fill="hold">
                                          <p:stCondLst>
                                            <p:cond delay="0"/>
                                          </p:stCondLst>
                                        </p:cTn>
                                        <p:tgtEl>
                                          <p:spTgt spid="196"/>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197"/>
                                        </p:tgtEl>
                                        <p:attrNameLst>
                                          <p:attrName>style.visibility</p:attrName>
                                        </p:attrNameLst>
                                      </p:cBhvr>
                                      <p:to>
                                        <p:strVal val="visible"/>
                                      </p:to>
                                    </p:set>
                                  </p:childTnLst>
                                </p:cTn>
                              </p:par>
                              <p:par>
                                <p:cTn id="25" presetID="0" presetClass="path" presetSubtype="0" fill="hold" nodeType="withEffect">
                                  <p:stCondLst>
                                    <p:cond delay="0"/>
                                  </p:stCondLst>
                                  <p:childTnLst>
                                    <p:animMotion origin="layout" path="M 0 0 L -0.149005589 0.345314541 E" pathEditMode="relative" rAng="0">
                                      <p:cBhvr additive="base">
                                        <p:cTn id="26" dur="1000" fill="hold">
                                          <p:stCondLst>
                                            <p:cond delay="0"/>
                                          </p:stCondLst>
                                        </p:cTn>
                                        <p:tgtEl>
                                          <p:spTgt spid="197"/>
                                        </p:tgtEl>
                                      </p:cBhvr>
                                      <p:rCtr x="0" y="0"/>
                                    </p:animMotion>
                                  </p:childTnLst>
                                </p:cTn>
                              </p:par>
                              <p:par>
                                <p:cTn id="27" presetID="1" presetClass="exit" presetSubtype="0" fill="hold" nodeType="withEffect">
                                  <p:stCondLst>
                                    <p:cond delay="1000"/>
                                  </p:stCondLst>
                                  <p:childTnLst>
                                    <p:set>
                                      <p:cBhvr>
                                        <p:cTn id="28" dur="1" fill="hold">
                                          <p:stCondLst>
                                            <p:cond delay="0"/>
                                          </p:stCondLst>
                                        </p:cTn>
                                        <p:tgtEl>
                                          <p:spTgt spid="197"/>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98"/>
                                        </p:tgtEl>
                                        <p:attrNameLst>
                                          <p:attrName>style.visibility</p:attrName>
                                        </p:attrNameLst>
                                      </p:cBhvr>
                                      <p:to>
                                        <p:strVal val="visible"/>
                                      </p:to>
                                    </p:set>
                                  </p:childTnLst>
                                </p:cTn>
                              </p:par>
                              <p:par>
                                <p:cTn id="31" presetID="0" presetClass="path" presetSubtype="0" fill="hold" nodeType="withEffect">
                                  <p:stCondLst>
                                    <p:cond delay="0"/>
                                  </p:stCondLst>
                                  <p:childTnLst>
                                    <p:animMotion origin="layout" path="M 0 0 L -0.129020726 -0.053246649 E" pathEditMode="relative" rAng="0">
                                      <p:cBhvr additive="base">
                                        <p:cTn id="32" dur="1000" fill="hold">
                                          <p:stCondLst>
                                            <p:cond delay="0"/>
                                          </p:stCondLst>
                                        </p:cTn>
                                        <p:tgtEl>
                                          <p:spTgt spid="198"/>
                                        </p:tgtEl>
                                      </p:cBhvr>
                                      <p:rCtr x="0" y="0"/>
                                    </p:animMotion>
                                  </p:childTnLst>
                                </p:cTn>
                              </p:par>
                              <p:par>
                                <p:cTn id="33" presetID="1" presetClass="exit" presetSubtype="0" fill="hold" nodeType="withEffect">
                                  <p:stCondLst>
                                    <p:cond delay="1000"/>
                                  </p:stCondLst>
                                  <p:childTnLst>
                                    <p:set>
                                      <p:cBhvr>
                                        <p:cTn id="34" dur="1" fill="hold">
                                          <p:stCondLst>
                                            <p:cond delay="0"/>
                                          </p:stCondLst>
                                        </p:cTn>
                                        <p:tgtEl>
                                          <p:spTgt spid="198"/>
                                        </p:tgtEl>
                                        <p:attrNameLst>
                                          <p:attrName>style.visibility</p:attrName>
                                        </p:attrNameLst>
                                      </p:cBhvr>
                                      <p:to>
                                        <p:strVal val="hidden"/>
                                      </p:to>
                                    </p:set>
                                  </p:childTnLst>
                                </p:cTn>
                              </p:par>
                              <p:par>
                                <p:cTn id="35" presetID="1" presetClass="entr" presetSubtype="0" fill="hold" nodeType="withEffect">
                                  <p:stCondLst>
                                    <p:cond delay="0"/>
                                  </p:stCondLst>
                                  <p:childTnLst>
                                    <p:set>
                                      <p:cBhvr>
                                        <p:cTn id="36" dur="1" fill="hold">
                                          <p:stCondLst>
                                            <p:cond delay="0"/>
                                          </p:stCondLst>
                                        </p:cTn>
                                        <p:tgtEl>
                                          <p:spTgt spid="199"/>
                                        </p:tgtEl>
                                        <p:attrNameLst>
                                          <p:attrName>style.visibility</p:attrName>
                                        </p:attrNameLst>
                                      </p:cBhvr>
                                      <p:to>
                                        <p:strVal val="visible"/>
                                      </p:to>
                                    </p:set>
                                  </p:childTnLst>
                                </p:cTn>
                              </p:par>
                              <p:par>
                                <p:cTn id="37" presetID="0" presetClass="path" presetSubtype="0" fill="hold" nodeType="withEffect">
                                  <p:stCondLst>
                                    <p:cond delay="0"/>
                                  </p:stCondLst>
                                  <p:childTnLst>
                                    <p:animMotion origin="layout" path="M 0 0 L -0.128297037 0.036656296 E" pathEditMode="relative" rAng="0">
                                      <p:cBhvr additive="base">
                                        <p:cTn id="38" dur="1000" fill="hold">
                                          <p:stCondLst>
                                            <p:cond delay="0"/>
                                          </p:stCondLst>
                                        </p:cTn>
                                        <p:tgtEl>
                                          <p:spTgt spid="199"/>
                                        </p:tgtEl>
                                      </p:cBhvr>
                                      <p:rCtr x="0" y="0"/>
                                    </p:animMotion>
                                  </p:childTnLst>
                                </p:cTn>
                              </p:par>
                              <p:par>
                                <p:cTn id="39" presetID="1" presetClass="exit" presetSubtype="0" fill="hold" nodeType="withEffect">
                                  <p:stCondLst>
                                    <p:cond delay="1000"/>
                                  </p:stCondLst>
                                  <p:childTnLst>
                                    <p:set>
                                      <p:cBhvr>
                                        <p:cTn id="40" dur="1" fill="hold">
                                          <p:stCondLst>
                                            <p:cond delay="0"/>
                                          </p:stCondLst>
                                        </p:cTn>
                                        <p:tgtEl>
                                          <p:spTgt spid="199"/>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200"/>
                                        </p:tgtEl>
                                        <p:attrNameLst>
                                          <p:attrName>style.visibility</p:attrName>
                                        </p:attrNameLst>
                                      </p:cBhvr>
                                      <p:to>
                                        <p:strVal val="visible"/>
                                      </p:to>
                                    </p:set>
                                  </p:childTnLst>
                                </p:cTn>
                              </p:par>
                              <p:par>
                                <p:cTn id="43" presetID="0" presetClass="path" presetSubtype="0" fill="hold" nodeType="withEffect">
                                  <p:stCondLst>
                                    <p:cond delay="0"/>
                                  </p:stCondLst>
                                  <p:childTnLst>
                                    <p:animMotion origin="layout" path="M 0 0 L -0.134445944 0.132311882 E" pathEditMode="relative" rAng="0">
                                      <p:cBhvr additive="base">
                                        <p:cTn id="44" dur="1000" fill="hold">
                                          <p:stCondLst>
                                            <p:cond delay="0"/>
                                          </p:stCondLst>
                                        </p:cTn>
                                        <p:tgtEl>
                                          <p:spTgt spid="200"/>
                                        </p:tgtEl>
                                      </p:cBhvr>
                                      <p:rCtr x="0" y="0"/>
                                    </p:animMotion>
                                  </p:childTnLst>
                                </p:cTn>
                              </p:par>
                              <p:par>
                                <p:cTn id="45" presetID="1" presetClass="exit" presetSubtype="0" fill="hold" nodeType="withEffect">
                                  <p:stCondLst>
                                    <p:cond delay="1000"/>
                                  </p:stCondLst>
                                  <p:childTnLst>
                                    <p:set>
                                      <p:cBhvr>
                                        <p:cTn id="46" dur="1" fill="hold">
                                          <p:stCondLst>
                                            <p:cond delay="0"/>
                                          </p:stCondLst>
                                        </p:cTn>
                                        <p:tgtEl>
                                          <p:spTgt spid="200"/>
                                        </p:tgtEl>
                                        <p:attrNameLst>
                                          <p:attrName>style.visibility</p:attrName>
                                        </p:attrNameLst>
                                      </p:cBhvr>
                                      <p:to>
                                        <p:strVal val="hidden"/>
                                      </p:to>
                                    </p:set>
                                  </p:childTnLst>
                                </p:cTn>
                              </p:par>
                              <p:par>
                                <p:cTn id="47" presetID="1" presetClass="entr" presetSubtype="0" fill="hold" nodeType="withEffect">
                                  <p:stCondLst>
                                    <p:cond delay="0"/>
                                  </p:stCondLst>
                                  <p:childTnLst>
                                    <p:set>
                                      <p:cBhvr>
                                        <p:cTn id="48" dur="1" fill="hold">
                                          <p:stCondLst>
                                            <p:cond delay="0"/>
                                          </p:stCondLst>
                                        </p:cTn>
                                        <p:tgtEl>
                                          <p:spTgt spid="201"/>
                                        </p:tgtEl>
                                        <p:attrNameLst>
                                          <p:attrName>style.visibility</p:attrName>
                                        </p:attrNameLst>
                                      </p:cBhvr>
                                      <p:to>
                                        <p:strVal val="visible"/>
                                      </p:to>
                                    </p:set>
                                  </p:childTnLst>
                                </p:cTn>
                              </p:par>
                              <p:par>
                                <p:cTn id="49" presetID="0" presetClass="path" presetSubtype="0" fill="hold" nodeType="withEffect">
                                  <p:stCondLst>
                                    <p:cond delay="0"/>
                                  </p:stCondLst>
                                  <p:childTnLst>
                                    <p:animMotion origin="layout" path="M 0 0 L -0.142572496 0.239883883 E" pathEditMode="relative" rAng="0">
                                      <p:cBhvr additive="base">
                                        <p:cTn id="50" dur="1000" fill="hold">
                                          <p:stCondLst>
                                            <p:cond delay="0"/>
                                          </p:stCondLst>
                                        </p:cTn>
                                        <p:tgtEl>
                                          <p:spTgt spid="201"/>
                                        </p:tgtEl>
                                      </p:cBhvr>
                                      <p:rCtr x="0" y="0"/>
                                    </p:animMotion>
                                  </p:childTnLst>
                                </p:cTn>
                              </p:par>
                              <p:par>
                                <p:cTn id="51" presetID="1" presetClass="exit" presetSubtype="0" fill="hold" nodeType="withEffect">
                                  <p:stCondLst>
                                    <p:cond delay="1000"/>
                                  </p:stCondLst>
                                  <p:childTnLst>
                                    <p:set>
                                      <p:cBhvr>
                                        <p:cTn id="52" dur="1" fill="hold">
                                          <p:stCondLst>
                                            <p:cond delay="0"/>
                                          </p:stCondLst>
                                        </p:cTn>
                                        <p:tgtEl>
                                          <p:spTgt spid="201"/>
                                        </p:tgtEl>
                                        <p:attrNameLst>
                                          <p:attrName>style.visibility</p:attrName>
                                        </p:attrNameLst>
                                      </p:cBhvr>
                                      <p:to>
                                        <p:strVal val="hidden"/>
                                      </p:to>
                                    </p:set>
                                  </p:childTnLst>
                                </p:cTn>
                              </p:par>
                              <p:par>
                                <p:cTn id="53" presetID="1" presetClass="entr" presetSubtype="0" fill="hold" nodeType="withEffect">
                                  <p:stCondLst>
                                    <p:cond delay="0"/>
                                  </p:stCondLst>
                                  <p:childTnLst>
                                    <p:set>
                                      <p:cBhvr>
                                        <p:cTn id="54" dur="1" fill="hold">
                                          <p:stCondLst>
                                            <p:cond delay="0"/>
                                          </p:stCondLst>
                                        </p:cTn>
                                        <p:tgtEl>
                                          <p:spTgt spid="202"/>
                                        </p:tgtEl>
                                        <p:attrNameLst>
                                          <p:attrName>style.visibility</p:attrName>
                                        </p:attrNameLst>
                                      </p:cBhvr>
                                      <p:to>
                                        <p:strVal val="visible"/>
                                      </p:to>
                                    </p:set>
                                  </p:childTnLst>
                                </p:cTn>
                              </p:par>
                              <p:par>
                                <p:cTn id="55" presetID="0" presetClass="path" presetSubtype="0" fill="hold" nodeType="withEffect">
                                  <p:stCondLst>
                                    <p:cond delay="0"/>
                                  </p:stCondLst>
                                  <p:childTnLst>
                                    <p:animMotion origin="layout" path="M 0 0 L -0.135176282 -0.141613248 E" pathEditMode="relative" rAng="0">
                                      <p:cBhvr additive="base">
                                        <p:cTn id="56" dur="1000" fill="hold">
                                          <p:stCondLst>
                                            <p:cond delay="0"/>
                                          </p:stCondLst>
                                        </p:cTn>
                                        <p:tgtEl>
                                          <p:spTgt spid="202"/>
                                        </p:tgtEl>
                                      </p:cBhvr>
                                      <p:rCtr x="0" y="0"/>
                                    </p:animMotion>
                                  </p:childTnLst>
                                </p:cTn>
                              </p:par>
                              <p:par>
                                <p:cTn id="57" presetID="1" presetClass="exit" presetSubtype="0" fill="hold" nodeType="withEffect">
                                  <p:stCondLst>
                                    <p:cond delay="1000"/>
                                  </p:stCondLst>
                                  <p:childTnLst>
                                    <p:set>
                                      <p:cBhvr>
                                        <p:cTn id="58" dur="1" fill="hold">
                                          <p:stCondLst>
                                            <p:cond delay="0"/>
                                          </p:stCondLst>
                                        </p:cTn>
                                        <p:tgtEl>
                                          <p:spTgt spid="202"/>
                                        </p:tgtEl>
                                        <p:attrNameLst>
                                          <p:attrName>style.visibility</p:attrName>
                                        </p:attrNameLst>
                                      </p:cBhvr>
                                      <p:to>
                                        <p:strVal val="hidden"/>
                                      </p:to>
                                    </p:set>
                                  </p:childTnLst>
                                </p:cTn>
                              </p:par>
                              <p:par>
                                <p:cTn id="59" presetID="1" presetClass="entr" presetSubtype="0" fill="hold" nodeType="withEffect">
                                  <p:stCondLst>
                                    <p:cond delay="0"/>
                                  </p:stCondLst>
                                  <p:childTnLst>
                                    <p:set>
                                      <p:cBhvr>
                                        <p:cTn id="60" dur="1" fill="hold">
                                          <p:stCondLst>
                                            <p:cond delay="0"/>
                                          </p:stCondLst>
                                        </p:cTn>
                                        <p:tgtEl>
                                          <p:spTgt spid="203"/>
                                        </p:tgtEl>
                                        <p:attrNameLst>
                                          <p:attrName>style.visibility</p:attrName>
                                        </p:attrNameLst>
                                      </p:cBhvr>
                                      <p:to>
                                        <p:strVal val="visible"/>
                                      </p:to>
                                    </p:set>
                                  </p:childTnLst>
                                </p:cTn>
                              </p:par>
                              <p:par>
                                <p:cTn id="61" presetID="0" presetClass="path" presetSubtype="0" fill="hold" nodeType="withEffect">
                                  <p:stCondLst>
                                    <p:cond delay="0"/>
                                  </p:stCondLst>
                                  <p:childTnLst>
                                    <p:animMotion origin="layout" path="M 0 0 L -0.128629622 -0.044918281 E" pathEditMode="relative" rAng="0">
                                      <p:cBhvr additive="base">
                                        <p:cTn id="62" dur="1000" fill="hold">
                                          <p:stCondLst>
                                            <p:cond delay="0"/>
                                          </p:stCondLst>
                                        </p:cTn>
                                        <p:tgtEl>
                                          <p:spTgt spid="203"/>
                                        </p:tgtEl>
                                      </p:cBhvr>
                                      <p:rCtr x="0" y="0"/>
                                    </p:animMotion>
                                  </p:childTnLst>
                                </p:cTn>
                              </p:par>
                              <p:par>
                                <p:cTn id="63" presetID="1" presetClass="exit" presetSubtype="0" fill="hold" nodeType="withEffect">
                                  <p:stCondLst>
                                    <p:cond delay="1000"/>
                                  </p:stCondLst>
                                  <p:childTnLst>
                                    <p:set>
                                      <p:cBhvr>
                                        <p:cTn id="64" dur="1" fill="hold">
                                          <p:stCondLst>
                                            <p:cond delay="0"/>
                                          </p:stCondLst>
                                        </p:cTn>
                                        <p:tgtEl>
                                          <p:spTgt spid="203"/>
                                        </p:tgtEl>
                                        <p:attrNameLst>
                                          <p:attrName>style.visibility</p:attrName>
                                        </p:attrNameLst>
                                      </p:cBhvr>
                                      <p:to>
                                        <p:strVal val="hidden"/>
                                      </p:to>
                                    </p:set>
                                  </p:childTnLst>
                                </p:cTn>
                              </p:par>
                              <p:par>
                                <p:cTn id="65" presetID="1" presetClass="entr" presetSubtype="0" fill="hold" nodeType="withEffect">
                                  <p:stCondLst>
                                    <p:cond delay="0"/>
                                  </p:stCondLst>
                                  <p:childTnLst>
                                    <p:set>
                                      <p:cBhvr>
                                        <p:cTn id="66" dur="1" fill="hold">
                                          <p:stCondLst>
                                            <p:cond delay="0"/>
                                          </p:stCondLst>
                                        </p:cTn>
                                        <p:tgtEl>
                                          <p:spTgt spid="204"/>
                                        </p:tgtEl>
                                        <p:attrNameLst>
                                          <p:attrName>style.visibility</p:attrName>
                                        </p:attrNameLst>
                                      </p:cBhvr>
                                      <p:to>
                                        <p:strVal val="visible"/>
                                      </p:to>
                                    </p:set>
                                  </p:childTnLst>
                                </p:cTn>
                              </p:par>
                              <p:par>
                                <p:cTn id="67" presetID="0" presetClass="path" presetSubtype="0" fill="hold" nodeType="withEffect">
                                  <p:stCondLst>
                                    <p:cond delay="0"/>
                                  </p:stCondLst>
                                  <p:childTnLst>
                                    <p:animMotion origin="layout" path="M 0 0 L -0.128629622 0.044918281 E" pathEditMode="relative" rAng="0">
                                      <p:cBhvr additive="base">
                                        <p:cTn id="68" dur="1000" fill="hold">
                                          <p:stCondLst>
                                            <p:cond delay="0"/>
                                          </p:stCondLst>
                                        </p:cTn>
                                        <p:tgtEl>
                                          <p:spTgt spid="204"/>
                                        </p:tgtEl>
                                      </p:cBhvr>
                                      <p:rCtr x="0" y="0"/>
                                    </p:animMotion>
                                  </p:childTnLst>
                                </p:cTn>
                              </p:par>
                              <p:par>
                                <p:cTn id="69" presetID="1" presetClass="exit" presetSubtype="0" fill="hold" nodeType="withEffect">
                                  <p:stCondLst>
                                    <p:cond delay="1000"/>
                                  </p:stCondLst>
                                  <p:childTnLst>
                                    <p:set>
                                      <p:cBhvr>
                                        <p:cTn id="70" dur="1" fill="hold">
                                          <p:stCondLst>
                                            <p:cond delay="0"/>
                                          </p:stCondLst>
                                        </p:cTn>
                                        <p:tgtEl>
                                          <p:spTgt spid="204"/>
                                        </p:tgtEl>
                                        <p:attrNameLst>
                                          <p:attrName>style.visibility</p:attrName>
                                        </p:attrNameLst>
                                      </p:cBhvr>
                                      <p:to>
                                        <p:strVal val="hidden"/>
                                      </p:to>
                                    </p:set>
                                  </p:childTnLst>
                                </p:cTn>
                              </p:par>
                              <p:par>
                                <p:cTn id="71" presetID="1" presetClass="entr" presetSubtype="0" fill="hold" nodeType="withEffect">
                                  <p:stCondLst>
                                    <p:cond delay="0"/>
                                  </p:stCondLst>
                                  <p:childTnLst>
                                    <p:set>
                                      <p:cBhvr>
                                        <p:cTn id="72" dur="1" fill="hold">
                                          <p:stCondLst>
                                            <p:cond delay="0"/>
                                          </p:stCondLst>
                                        </p:cTn>
                                        <p:tgtEl>
                                          <p:spTgt spid="205"/>
                                        </p:tgtEl>
                                        <p:attrNameLst>
                                          <p:attrName>style.visibility</p:attrName>
                                        </p:attrNameLst>
                                      </p:cBhvr>
                                      <p:to>
                                        <p:strVal val="visible"/>
                                      </p:to>
                                    </p:set>
                                  </p:childTnLst>
                                </p:cTn>
                              </p:par>
                              <p:par>
                                <p:cTn id="73" presetID="0" presetClass="path" presetSubtype="0" fill="hold" nodeType="withEffect">
                                  <p:stCondLst>
                                    <p:cond delay="0"/>
                                  </p:stCondLst>
                                  <p:childTnLst>
                                    <p:animMotion origin="layout" path="M 0 0 L -0.135176282 0.141613248 E" pathEditMode="relative" rAng="0">
                                      <p:cBhvr additive="base">
                                        <p:cTn id="74" dur="1000" fill="hold">
                                          <p:stCondLst>
                                            <p:cond delay="0"/>
                                          </p:stCondLst>
                                        </p:cTn>
                                        <p:tgtEl>
                                          <p:spTgt spid="205"/>
                                        </p:tgtEl>
                                      </p:cBhvr>
                                      <p:rCtr x="0" y="0"/>
                                    </p:animMotion>
                                  </p:childTnLst>
                                </p:cTn>
                              </p:par>
                              <p:par>
                                <p:cTn id="75" presetID="1" presetClass="exit" presetSubtype="0" fill="hold" nodeType="withEffect">
                                  <p:stCondLst>
                                    <p:cond delay="1000"/>
                                  </p:stCondLst>
                                  <p:childTnLst>
                                    <p:set>
                                      <p:cBhvr>
                                        <p:cTn id="76" dur="1" fill="hold">
                                          <p:stCondLst>
                                            <p:cond delay="0"/>
                                          </p:stCondLst>
                                        </p:cTn>
                                        <p:tgtEl>
                                          <p:spTgt spid="205"/>
                                        </p:tgtEl>
                                        <p:attrNameLst>
                                          <p:attrName>style.visibility</p:attrName>
                                        </p:attrNameLst>
                                      </p:cBhvr>
                                      <p:to>
                                        <p:strVal val="hidden"/>
                                      </p:to>
                                    </p:set>
                                  </p:childTnLst>
                                </p:cTn>
                              </p:par>
                              <p:par>
                                <p:cTn id="77" presetID="1" presetClass="entr" presetSubtype="0" fill="hold" nodeType="withEffect">
                                  <p:stCondLst>
                                    <p:cond delay="0"/>
                                  </p:stCondLst>
                                  <p:childTnLst>
                                    <p:set>
                                      <p:cBhvr>
                                        <p:cTn id="78" dur="1" fill="hold">
                                          <p:stCondLst>
                                            <p:cond delay="0"/>
                                          </p:stCondLst>
                                        </p:cTn>
                                        <p:tgtEl>
                                          <p:spTgt spid="206"/>
                                        </p:tgtEl>
                                        <p:attrNameLst>
                                          <p:attrName>style.visibility</p:attrName>
                                        </p:attrNameLst>
                                      </p:cBhvr>
                                      <p:to>
                                        <p:strVal val="visible"/>
                                      </p:to>
                                    </p:set>
                                  </p:childTnLst>
                                </p:cTn>
                              </p:par>
                              <p:par>
                                <p:cTn id="79" presetID="0" presetClass="path" presetSubtype="0" fill="hold" nodeType="withEffect">
                                  <p:stCondLst>
                                    <p:cond delay="0"/>
                                  </p:stCondLst>
                                  <p:childTnLst>
                                    <p:animMotion origin="layout" path="M 0 0 L -0.142572496 -0.239883883 E" pathEditMode="relative" rAng="0">
                                      <p:cBhvr additive="base">
                                        <p:cTn id="80" dur="1000" fill="hold">
                                          <p:stCondLst>
                                            <p:cond delay="0"/>
                                          </p:stCondLst>
                                        </p:cTn>
                                        <p:tgtEl>
                                          <p:spTgt spid="206"/>
                                        </p:tgtEl>
                                      </p:cBhvr>
                                      <p:rCtr x="0" y="0"/>
                                    </p:animMotion>
                                  </p:childTnLst>
                                </p:cTn>
                              </p:par>
                              <p:par>
                                <p:cTn id="81" presetID="1" presetClass="exit" presetSubtype="0" fill="hold" nodeType="withEffect">
                                  <p:stCondLst>
                                    <p:cond delay="1000"/>
                                  </p:stCondLst>
                                  <p:childTnLst>
                                    <p:set>
                                      <p:cBhvr>
                                        <p:cTn id="82" dur="1" fill="hold">
                                          <p:stCondLst>
                                            <p:cond delay="0"/>
                                          </p:stCondLst>
                                        </p:cTn>
                                        <p:tgtEl>
                                          <p:spTgt spid="206"/>
                                        </p:tgtEl>
                                        <p:attrNameLst>
                                          <p:attrName>style.visibility</p:attrName>
                                        </p:attrNameLst>
                                      </p:cBhvr>
                                      <p:to>
                                        <p:strVal val="hidden"/>
                                      </p:to>
                                    </p:set>
                                  </p:childTnLst>
                                </p:cTn>
                              </p:par>
                              <p:par>
                                <p:cTn id="83" presetID="1" presetClass="entr" presetSubtype="0" fill="hold" nodeType="withEffect">
                                  <p:stCondLst>
                                    <p:cond delay="0"/>
                                  </p:stCondLst>
                                  <p:childTnLst>
                                    <p:set>
                                      <p:cBhvr>
                                        <p:cTn id="84" dur="1" fill="hold">
                                          <p:stCondLst>
                                            <p:cond delay="0"/>
                                          </p:stCondLst>
                                        </p:cTn>
                                        <p:tgtEl>
                                          <p:spTgt spid="207"/>
                                        </p:tgtEl>
                                        <p:attrNameLst>
                                          <p:attrName>style.visibility</p:attrName>
                                        </p:attrNameLst>
                                      </p:cBhvr>
                                      <p:to>
                                        <p:strVal val="visible"/>
                                      </p:to>
                                    </p:set>
                                  </p:childTnLst>
                                </p:cTn>
                              </p:par>
                              <p:par>
                                <p:cTn id="85" presetID="0" presetClass="path" presetSubtype="0" fill="hold" nodeType="withEffect">
                                  <p:stCondLst>
                                    <p:cond delay="0"/>
                                  </p:stCondLst>
                                  <p:childTnLst>
                                    <p:animMotion origin="layout" path="M 0 0 L -0.134445944 -0.132311882 E" pathEditMode="relative" rAng="0">
                                      <p:cBhvr additive="base">
                                        <p:cTn id="86" dur="1000" fill="hold">
                                          <p:stCondLst>
                                            <p:cond delay="0"/>
                                          </p:stCondLst>
                                        </p:cTn>
                                        <p:tgtEl>
                                          <p:spTgt spid="207"/>
                                        </p:tgtEl>
                                      </p:cBhvr>
                                      <p:rCtr x="0" y="0"/>
                                    </p:animMotion>
                                  </p:childTnLst>
                                </p:cTn>
                              </p:par>
                              <p:par>
                                <p:cTn id="87" presetID="1" presetClass="exit" presetSubtype="0" fill="hold" nodeType="withEffect">
                                  <p:stCondLst>
                                    <p:cond delay="1000"/>
                                  </p:stCondLst>
                                  <p:childTnLst>
                                    <p:set>
                                      <p:cBhvr>
                                        <p:cTn id="88" dur="1" fill="hold">
                                          <p:stCondLst>
                                            <p:cond delay="0"/>
                                          </p:stCondLst>
                                        </p:cTn>
                                        <p:tgtEl>
                                          <p:spTgt spid="207"/>
                                        </p:tgtEl>
                                        <p:attrNameLst>
                                          <p:attrName>style.visibility</p:attrName>
                                        </p:attrNameLst>
                                      </p:cBhvr>
                                      <p:to>
                                        <p:strVal val="hidden"/>
                                      </p:to>
                                    </p:set>
                                  </p:childTnLst>
                                </p:cTn>
                              </p:par>
                              <p:par>
                                <p:cTn id="89" presetID="1" presetClass="entr" presetSubtype="0" fill="hold" nodeType="withEffect">
                                  <p:stCondLst>
                                    <p:cond delay="0"/>
                                  </p:stCondLst>
                                  <p:childTnLst>
                                    <p:set>
                                      <p:cBhvr>
                                        <p:cTn id="90" dur="1" fill="hold">
                                          <p:stCondLst>
                                            <p:cond delay="0"/>
                                          </p:stCondLst>
                                        </p:cTn>
                                        <p:tgtEl>
                                          <p:spTgt spid="208"/>
                                        </p:tgtEl>
                                        <p:attrNameLst>
                                          <p:attrName>style.visibility</p:attrName>
                                        </p:attrNameLst>
                                      </p:cBhvr>
                                      <p:to>
                                        <p:strVal val="visible"/>
                                      </p:to>
                                    </p:set>
                                  </p:childTnLst>
                                </p:cTn>
                              </p:par>
                              <p:par>
                                <p:cTn id="91" presetID="0" presetClass="path" presetSubtype="0" fill="hold" nodeType="withEffect">
                                  <p:stCondLst>
                                    <p:cond delay="0"/>
                                  </p:stCondLst>
                                  <p:childTnLst>
                                    <p:animMotion origin="layout" path="M 0 0 L -0.128297037 -0.036656296 E" pathEditMode="relative" rAng="0">
                                      <p:cBhvr additive="base">
                                        <p:cTn id="92" dur="1000" fill="hold">
                                          <p:stCondLst>
                                            <p:cond delay="0"/>
                                          </p:stCondLst>
                                        </p:cTn>
                                        <p:tgtEl>
                                          <p:spTgt spid="208"/>
                                        </p:tgtEl>
                                      </p:cBhvr>
                                      <p:rCtr x="0" y="0"/>
                                    </p:animMotion>
                                  </p:childTnLst>
                                </p:cTn>
                              </p:par>
                              <p:par>
                                <p:cTn id="93" presetID="1" presetClass="exit" presetSubtype="0" fill="hold" nodeType="withEffect">
                                  <p:stCondLst>
                                    <p:cond delay="1000"/>
                                  </p:stCondLst>
                                  <p:childTnLst>
                                    <p:set>
                                      <p:cBhvr>
                                        <p:cTn id="94" dur="1" fill="hold">
                                          <p:stCondLst>
                                            <p:cond delay="0"/>
                                          </p:stCondLst>
                                        </p:cTn>
                                        <p:tgtEl>
                                          <p:spTgt spid="208"/>
                                        </p:tgtEl>
                                        <p:attrNameLst>
                                          <p:attrName>style.visibility</p:attrName>
                                        </p:attrNameLst>
                                      </p:cBhvr>
                                      <p:to>
                                        <p:strVal val="hidden"/>
                                      </p:to>
                                    </p:set>
                                  </p:childTnLst>
                                </p:cTn>
                              </p:par>
                              <p:par>
                                <p:cTn id="95" presetID="1" presetClass="entr" presetSubtype="0" fill="hold" nodeType="withEffect">
                                  <p:stCondLst>
                                    <p:cond delay="0"/>
                                  </p:stCondLst>
                                  <p:childTnLst>
                                    <p:set>
                                      <p:cBhvr>
                                        <p:cTn id="96" dur="1" fill="hold">
                                          <p:stCondLst>
                                            <p:cond delay="0"/>
                                          </p:stCondLst>
                                        </p:cTn>
                                        <p:tgtEl>
                                          <p:spTgt spid="209"/>
                                        </p:tgtEl>
                                        <p:attrNameLst>
                                          <p:attrName>style.visibility</p:attrName>
                                        </p:attrNameLst>
                                      </p:cBhvr>
                                      <p:to>
                                        <p:strVal val="visible"/>
                                      </p:to>
                                    </p:set>
                                  </p:childTnLst>
                                </p:cTn>
                              </p:par>
                              <p:par>
                                <p:cTn id="97" presetID="0" presetClass="path" presetSubtype="0" fill="hold" nodeType="withEffect">
                                  <p:stCondLst>
                                    <p:cond delay="0"/>
                                  </p:stCondLst>
                                  <p:childTnLst>
                                    <p:animMotion origin="layout" path="M 0 0 L -0.129020726 0.053246649 E" pathEditMode="relative" rAng="0">
                                      <p:cBhvr additive="base">
                                        <p:cTn id="98" dur="1000" fill="hold">
                                          <p:stCondLst>
                                            <p:cond delay="0"/>
                                          </p:stCondLst>
                                        </p:cTn>
                                        <p:tgtEl>
                                          <p:spTgt spid="209"/>
                                        </p:tgtEl>
                                      </p:cBhvr>
                                      <p:rCtr x="0" y="0"/>
                                    </p:animMotion>
                                  </p:childTnLst>
                                </p:cTn>
                              </p:par>
                              <p:par>
                                <p:cTn id="99" presetID="1" presetClass="exit" presetSubtype="0" fill="hold" nodeType="withEffect">
                                  <p:stCondLst>
                                    <p:cond delay="1000"/>
                                  </p:stCondLst>
                                  <p:childTnLst>
                                    <p:set>
                                      <p:cBhvr>
                                        <p:cTn id="100" dur="1" fill="hold">
                                          <p:stCondLst>
                                            <p:cond delay="0"/>
                                          </p:stCondLst>
                                        </p:cTn>
                                        <p:tgtEl>
                                          <p:spTgt spid="209"/>
                                        </p:tgtEl>
                                        <p:attrNameLst>
                                          <p:attrName>style.visibility</p:attrName>
                                        </p:attrNameLst>
                                      </p:cBhvr>
                                      <p:to>
                                        <p:strVal val="hidden"/>
                                      </p:to>
                                    </p:set>
                                  </p:childTnLst>
                                </p:cTn>
                              </p:par>
                              <p:par>
                                <p:cTn id="101" presetID="1" presetClass="entr" presetSubtype="0" fill="hold" nodeType="withEffect">
                                  <p:stCondLst>
                                    <p:cond delay="0"/>
                                  </p:stCondLst>
                                  <p:childTnLst>
                                    <p:set>
                                      <p:cBhvr>
                                        <p:cTn id="102" dur="1" fill="hold">
                                          <p:stCondLst>
                                            <p:cond delay="0"/>
                                          </p:stCondLst>
                                        </p:cTn>
                                        <p:tgtEl>
                                          <p:spTgt spid="210"/>
                                        </p:tgtEl>
                                        <p:attrNameLst>
                                          <p:attrName>style.visibility</p:attrName>
                                        </p:attrNameLst>
                                      </p:cBhvr>
                                      <p:to>
                                        <p:strVal val="visible"/>
                                      </p:to>
                                    </p:set>
                                  </p:childTnLst>
                                </p:cTn>
                              </p:par>
                              <p:par>
                                <p:cTn id="103" presetID="0" presetClass="path" presetSubtype="0" fill="hold" nodeType="withEffect">
                                  <p:stCondLst>
                                    <p:cond delay="0"/>
                                  </p:stCondLst>
                                  <p:childTnLst>
                                    <p:animMotion origin="layout" path="M 0 0 L -0.149005589 -0.345314541 E" pathEditMode="relative" rAng="0">
                                      <p:cBhvr additive="base">
                                        <p:cTn id="104" dur="1000" fill="hold">
                                          <p:stCondLst>
                                            <p:cond delay="0"/>
                                          </p:stCondLst>
                                        </p:cTn>
                                        <p:tgtEl>
                                          <p:spTgt spid="210"/>
                                        </p:tgtEl>
                                      </p:cBhvr>
                                      <p:rCtr x="0" y="0"/>
                                    </p:animMotion>
                                  </p:childTnLst>
                                </p:cTn>
                              </p:par>
                              <p:par>
                                <p:cTn id="105" presetID="1" presetClass="exit" presetSubtype="0" fill="hold" nodeType="withEffect">
                                  <p:stCondLst>
                                    <p:cond delay="1000"/>
                                  </p:stCondLst>
                                  <p:childTnLst>
                                    <p:set>
                                      <p:cBhvr>
                                        <p:cTn id="106" dur="1" fill="hold">
                                          <p:stCondLst>
                                            <p:cond delay="0"/>
                                          </p:stCondLst>
                                        </p:cTn>
                                        <p:tgtEl>
                                          <p:spTgt spid="210"/>
                                        </p:tgtEl>
                                        <p:attrNameLst>
                                          <p:attrName>style.visibility</p:attrName>
                                        </p:attrNameLst>
                                      </p:cBhvr>
                                      <p:to>
                                        <p:strVal val="hidden"/>
                                      </p:to>
                                    </p:set>
                                  </p:childTnLst>
                                </p:cTn>
                              </p:par>
                              <p:par>
                                <p:cTn id="107" presetID="1" presetClass="entr" presetSubtype="0" fill="hold" nodeType="withEffect">
                                  <p:stCondLst>
                                    <p:cond delay="0"/>
                                  </p:stCondLst>
                                  <p:childTnLst>
                                    <p:set>
                                      <p:cBhvr>
                                        <p:cTn id="108" dur="1" fill="hold">
                                          <p:stCondLst>
                                            <p:cond delay="0"/>
                                          </p:stCondLst>
                                        </p:cTn>
                                        <p:tgtEl>
                                          <p:spTgt spid="211"/>
                                        </p:tgtEl>
                                        <p:attrNameLst>
                                          <p:attrName>style.visibility</p:attrName>
                                        </p:attrNameLst>
                                      </p:cBhvr>
                                      <p:to>
                                        <p:strVal val="visible"/>
                                      </p:to>
                                    </p:set>
                                  </p:childTnLst>
                                </p:cTn>
                              </p:par>
                              <p:par>
                                <p:cTn id="109" presetID="0" presetClass="path" presetSubtype="0" fill="hold" nodeType="withEffect">
                                  <p:stCondLst>
                                    <p:cond delay="0"/>
                                  </p:stCondLst>
                                  <p:childTnLst>
                                    <p:animMotion origin="layout" path="M 0 0 L -0.141858880 -0.229676282 E" pathEditMode="relative" rAng="0">
                                      <p:cBhvr additive="base">
                                        <p:cTn id="110" dur="1000" fill="hold">
                                          <p:stCondLst>
                                            <p:cond delay="0"/>
                                          </p:stCondLst>
                                        </p:cTn>
                                        <p:tgtEl>
                                          <p:spTgt spid="211"/>
                                        </p:tgtEl>
                                      </p:cBhvr>
                                      <p:rCtr x="0" y="0"/>
                                    </p:animMotion>
                                  </p:childTnLst>
                                </p:cTn>
                              </p:par>
                              <p:par>
                                <p:cTn id="111" presetID="1" presetClass="exit" presetSubtype="0" fill="hold" nodeType="withEffect">
                                  <p:stCondLst>
                                    <p:cond delay="1000"/>
                                  </p:stCondLst>
                                  <p:childTnLst>
                                    <p:set>
                                      <p:cBhvr>
                                        <p:cTn id="112" dur="1" fill="hold">
                                          <p:stCondLst>
                                            <p:cond delay="0"/>
                                          </p:stCondLst>
                                        </p:cTn>
                                        <p:tgtEl>
                                          <p:spTgt spid="211"/>
                                        </p:tgtEl>
                                        <p:attrNameLst>
                                          <p:attrName>style.visibility</p:attrName>
                                        </p:attrNameLst>
                                      </p:cBhvr>
                                      <p:to>
                                        <p:strVal val="hidden"/>
                                      </p:to>
                                    </p:set>
                                  </p:childTnLst>
                                </p:cTn>
                              </p:par>
                              <p:par>
                                <p:cTn id="113" presetID="1" presetClass="entr" presetSubtype="0" fill="hold" nodeType="withEffect">
                                  <p:stCondLst>
                                    <p:cond delay="0"/>
                                  </p:stCondLst>
                                  <p:childTnLst>
                                    <p:set>
                                      <p:cBhvr>
                                        <p:cTn id="114" dur="1" fill="hold">
                                          <p:stCondLst>
                                            <p:cond delay="0"/>
                                          </p:stCondLst>
                                        </p:cTn>
                                        <p:tgtEl>
                                          <p:spTgt spid="212"/>
                                        </p:tgtEl>
                                        <p:attrNameLst>
                                          <p:attrName>style.visibility</p:attrName>
                                        </p:attrNameLst>
                                      </p:cBhvr>
                                      <p:to>
                                        <p:strVal val="visible"/>
                                      </p:to>
                                    </p:set>
                                  </p:childTnLst>
                                </p:cTn>
                              </p:par>
                              <p:par>
                                <p:cTn id="115" presetID="0" presetClass="path" presetSubtype="0" fill="hold" nodeType="withEffect">
                                  <p:stCondLst>
                                    <p:cond delay="0"/>
                                  </p:stCondLst>
                                  <p:childTnLst>
                                    <p:animMotion origin="layout" path="M 0 0 L -0.133729472 -0.123116022 E" pathEditMode="relative" rAng="0">
                                      <p:cBhvr additive="base">
                                        <p:cTn id="116" dur="1000" fill="hold">
                                          <p:stCondLst>
                                            <p:cond delay="0"/>
                                          </p:stCondLst>
                                        </p:cTn>
                                        <p:tgtEl>
                                          <p:spTgt spid="212"/>
                                        </p:tgtEl>
                                      </p:cBhvr>
                                      <p:rCtr x="0" y="0"/>
                                    </p:animMotion>
                                  </p:childTnLst>
                                </p:cTn>
                              </p:par>
                              <p:par>
                                <p:cTn id="117" presetID="1" presetClass="exit" presetSubtype="0" fill="hold" nodeType="withEffect">
                                  <p:stCondLst>
                                    <p:cond delay="1000"/>
                                  </p:stCondLst>
                                  <p:childTnLst>
                                    <p:set>
                                      <p:cBhvr>
                                        <p:cTn id="118" dur="1" fill="hold">
                                          <p:stCondLst>
                                            <p:cond delay="0"/>
                                          </p:stCondLst>
                                        </p:cTn>
                                        <p:tgtEl>
                                          <p:spTgt spid="212"/>
                                        </p:tgtEl>
                                        <p:attrNameLst>
                                          <p:attrName>style.visibility</p:attrName>
                                        </p:attrNameLst>
                                      </p:cBhvr>
                                      <p:to>
                                        <p:strVal val="hidden"/>
                                      </p:to>
                                    </p:set>
                                  </p:childTnLst>
                                </p:cTn>
                              </p:par>
                              <p:par>
                                <p:cTn id="119" presetID="1" presetClass="entr" presetSubtype="0" fill="hold" nodeType="withEffect">
                                  <p:stCondLst>
                                    <p:cond delay="0"/>
                                  </p:stCondLst>
                                  <p:childTnLst>
                                    <p:set>
                                      <p:cBhvr>
                                        <p:cTn id="120" dur="1" fill="hold">
                                          <p:stCondLst>
                                            <p:cond delay="0"/>
                                          </p:stCondLst>
                                        </p:cTn>
                                        <p:tgtEl>
                                          <p:spTgt spid="213"/>
                                        </p:tgtEl>
                                        <p:attrNameLst>
                                          <p:attrName>style.visibility</p:attrName>
                                        </p:attrNameLst>
                                      </p:cBhvr>
                                      <p:to>
                                        <p:strVal val="visible"/>
                                      </p:to>
                                    </p:set>
                                  </p:childTnLst>
                                </p:cTn>
                              </p:par>
                              <p:par>
                                <p:cTn id="121" presetID="0" presetClass="path" presetSubtype="0" fill="hold" nodeType="withEffect">
                                  <p:stCondLst>
                                    <p:cond delay="0"/>
                                  </p:stCondLst>
                                  <p:childTnLst>
                                    <p:animMotion origin="layout" path="M 0 0 L -0.128026470 -0.028450327 E" pathEditMode="relative" rAng="0">
                                      <p:cBhvr additive="base">
                                        <p:cTn id="122" dur="1000" fill="hold">
                                          <p:stCondLst>
                                            <p:cond delay="0"/>
                                          </p:stCondLst>
                                        </p:cTn>
                                        <p:tgtEl>
                                          <p:spTgt spid="213"/>
                                        </p:tgtEl>
                                      </p:cBhvr>
                                      <p:rCtr x="0" y="0"/>
                                    </p:animMotion>
                                  </p:childTnLst>
                                </p:cTn>
                              </p:par>
                              <p:par>
                                <p:cTn id="123" presetID="1" presetClass="exit" presetSubtype="0" fill="hold" nodeType="withEffect">
                                  <p:stCondLst>
                                    <p:cond delay="1000"/>
                                  </p:stCondLst>
                                  <p:childTnLst>
                                    <p:set>
                                      <p:cBhvr>
                                        <p:cTn id="124" dur="1" fill="hold">
                                          <p:stCondLst>
                                            <p:cond delay="0"/>
                                          </p:stCondLst>
                                        </p:cTn>
                                        <p:tgtEl>
                                          <p:spTgt spid="213"/>
                                        </p:tgtEl>
                                        <p:attrNameLst>
                                          <p:attrName>style.visibility</p:attrName>
                                        </p:attrNameLst>
                                      </p:cBhvr>
                                      <p:to>
                                        <p:strVal val="hidden"/>
                                      </p:to>
                                    </p:set>
                                  </p:childTnLst>
                                </p:cTn>
                              </p:par>
                              <p:par>
                                <p:cTn id="125" presetID="1" presetClass="exit" presetSubtype="0" fill="hold" nodeType="withEffect">
                                  <p:stCondLst>
                                    <p:cond delay="1100"/>
                                  </p:stCondLst>
                                  <p:childTnLst>
                                    <p:set>
                                      <p:cBhvr>
                                        <p:cTn id="126" dur="1" fill="hold">
                                          <p:stCondLst>
                                            <p:cond delay="0"/>
                                          </p:stCondLst>
                                        </p:cTn>
                                        <p:tgtEl>
                                          <p:spTgt spid="92"/>
                                        </p:tgtEl>
                                        <p:attrNameLst>
                                          <p:attrName>style.visibility</p:attrName>
                                        </p:attrNameLst>
                                      </p:cBhvr>
                                      <p:to>
                                        <p:strVal val="hidden"/>
                                      </p:to>
                                    </p:set>
                                  </p:childTnLst>
                                </p:cTn>
                              </p:par>
                              <p:par>
                                <p:cTn id="127" presetID="1" presetClass="entr" presetSubtype="0" fill="hold" nodeType="withEffect">
                                  <p:stCondLst>
                                    <p:cond delay="1100"/>
                                  </p:stCondLst>
                                  <p:childTnLst>
                                    <p:set>
                                      <p:cBhvr>
                                        <p:cTn id="128" dur="1" fill="hold">
                                          <p:stCondLst>
                                            <p:cond delay="0"/>
                                          </p:stCondLst>
                                        </p:cTn>
                                        <p:tgtEl>
                                          <p:spTgt spid="152"/>
                                        </p:tgtEl>
                                        <p:attrNameLst>
                                          <p:attrName>style.visibility</p:attrName>
                                        </p:attrNameLst>
                                      </p:cBhvr>
                                      <p:to>
                                        <p:strVal val="visible"/>
                                      </p:to>
                                    </p:set>
                                  </p:childTnLst>
                                </p:cTn>
                              </p:par>
                              <p:par>
                                <p:cTn id="129" presetID="1" presetClass="exit" presetSubtype="0" fill="hold" nodeType="withEffect">
                                  <p:stCondLst>
                                    <p:cond delay="1100"/>
                                  </p:stCondLst>
                                  <p:childTnLst>
                                    <p:set>
                                      <p:cBhvr>
                                        <p:cTn id="130" dur="1" fill="hold">
                                          <p:stCondLst>
                                            <p:cond delay="0"/>
                                          </p:stCondLst>
                                        </p:cTn>
                                        <p:tgtEl>
                                          <p:spTgt spid="93"/>
                                        </p:tgtEl>
                                        <p:attrNameLst>
                                          <p:attrName>style.visibility</p:attrName>
                                        </p:attrNameLst>
                                      </p:cBhvr>
                                      <p:to>
                                        <p:strVal val="hidden"/>
                                      </p:to>
                                    </p:set>
                                  </p:childTnLst>
                                </p:cTn>
                              </p:par>
                              <p:par>
                                <p:cTn id="131" presetID="1" presetClass="entr" presetSubtype="0" fill="hold" nodeType="withEffect">
                                  <p:stCondLst>
                                    <p:cond delay="1100"/>
                                  </p:stCondLst>
                                  <p:childTnLst>
                                    <p:set>
                                      <p:cBhvr>
                                        <p:cTn id="132" dur="1" fill="hold">
                                          <p:stCondLst>
                                            <p:cond delay="0"/>
                                          </p:stCondLst>
                                        </p:cTn>
                                        <p:tgtEl>
                                          <p:spTgt spid="153"/>
                                        </p:tgtEl>
                                        <p:attrNameLst>
                                          <p:attrName>style.visibility</p:attrName>
                                        </p:attrNameLst>
                                      </p:cBhvr>
                                      <p:to>
                                        <p:strVal val="visible"/>
                                      </p:to>
                                    </p:set>
                                  </p:childTnLst>
                                </p:cTn>
                              </p:par>
                              <p:par>
                                <p:cTn id="133" presetID="1" presetClass="exit" presetSubtype="0" fill="hold" nodeType="withEffect">
                                  <p:stCondLst>
                                    <p:cond delay="1100"/>
                                  </p:stCondLst>
                                  <p:childTnLst>
                                    <p:set>
                                      <p:cBhvr>
                                        <p:cTn id="134" dur="1" fill="hold">
                                          <p:stCondLst>
                                            <p:cond delay="0"/>
                                          </p:stCondLst>
                                        </p:cTn>
                                        <p:tgtEl>
                                          <p:spTgt spid="94"/>
                                        </p:tgtEl>
                                        <p:attrNameLst>
                                          <p:attrName>style.visibility</p:attrName>
                                        </p:attrNameLst>
                                      </p:cBhvr>
                                      <p:to>
                                        <p:strVal val="hidden"/>
                                      </p:to>
                                    </p:set>
                                  </p:childTnLst>
                                </p:cTn>
                              </p:par>
                              <p:par>
                                <p:cTn id="135" presetID="1" presetClass="entr" presetSubtype="0" fill="hold" nodeType="withEffect">
                                  <p:stCondLst>
                                    <p:cond delay="1100"/>
                                  </p:stCondLst>
                                  <p:childTnLst>
                                    <p:set>
                                      <p:cBhvr>
                                        <p:cTn id="136" dur="1" fill="hold">
                                          <p:stCondLst>
                                            <p:cond delay="0"/>
                                          </p:stCondLst>
                                        </p:cTn>
                                        <p:tgtEl>
                                          <p:spTgt spid="154"/>
                                        </p:tgtEl>
                                        <p:attrNameLst>
                                          <p:attrName>style.visibility</p:attrName>
                                        </p:attrNameLst>
                                      </p:cBhvr>
                                      <p:to>
                                        <p:strVal val="visible"/>
                                      </p:to>
                                    </p:set>
                                  </p:childTnLst>
                                </p:cTn>
                              </p:par>
                              <p:par>
                                <p:cTn id="137" presetID="1" presetClass="exit" presetSubtype="0" fill="hold" nodeType="withEffect">
                                  <p:stCondLst>
                                    <p:cond delay="1100"/>
                                  </p:stCondLst>
                                  <p:childTnLst>
                                    <p:set>
                                      <p:cBhvr>
                                        <p:cTn id="138" dur="1" fill="hold">
                                          <p:stCondLst>
                                            <p:cond delay="0"/>
                                          </p:stCondLst>
                                        </p:cTn>
                                        <p:tgtEl>
                                          <p:spTgt spid="95"/>
                                        </p:tgtEl>
                                        <p:attrNameLst>
                                          <p:attrName>style.visibility</p:attrName>
                                        </p:attrNameLst>
                                      </p:cBhvr>
                                      <p:to>
                                        <p:strVal val="hidden"/>
                                      </p:to>
                                    </p:set>
                                  </p:childTnLst>
                                </p:cTn>
                              </p:par>
                              <p:par>
                                <p:cTn id="139" presetID="1" presetClass="entr" presetSubtype="0" fill="hold" nodeType="withEffect">
                                  <p:stCondLst>
                                    <p:cond delay="1100"/>
                                  </p:stCondLst>
                                  <p:childTnLst>
                                    <p:set>
                                      <p:cBhvr>
                                        <p:cTn id="140" dur="1" fill="hold">
                                          <p:stCondLst>
                                            <p:cond delay="0"/>
                                          </p:stCondLst>
                                        </p:cTn>
                                        <p:tgtEl>
                                          <p:spTgt spid="155"/>
                                        </p:tgtEl>
                                        <p:attrNameLst>
                                          <p:attrName>style.visibility</p:attrName>
                                        </p:attrNameLst>
                                      </p:cBhvr>
                                      <p:to>
                                        <p:strVal val="visible"/>
                                      </p:to>
                                    </p:set>
                                  </p:childTnLst>
                                </p:cTn>
                              </p:par>
                              <p:par>
                                <p:cTn id="141" presetID="1" presetClass="exit" presetSubtype="0" fill="hold" nodeType="withEffect">
                                  <p:stCondLst>
                                    <p:cond delay="1100"/>
                                  </p:stCondLst>
                                  <p:childTnLst>
                                    <p:set>
                                      <p:cBhvr>
                                        <p:cTn id="142" dur="1" fill="hold">
                                          <p:stCondLst>
                                            <p:cond delay="0"/>
                                          </p:stCondLst>
                                        </p:cTn>
                                        <p:tgtEl>
                                          <p:spTgt spid="96"/>
                                        </p:tgtEl>
                                        <p:attrNameLst>
                                          <p:attrName>style.visibility</p:attrName>
                                        </p:attrNameLst>
                                      </p:cBhvr>
                                      <p:to>
                                        <p:strVal val="hidden"/>
                                      </p:to>
                                    </p:set>
                                  </p:childTnLst>
                                </p:cTn>
                              </p:par>
                              <p:par>
                                <p:cTn id="143" presetID="1" presetClass="entr" presetSubtype="0" fill="hold" nodeType="withEffect">
                                  <p:stCondLst>
                                    <p:cond delay="1100"/>
                                  </p:stCondLst>
                                  <p:childTnLst>
                                    <p:set>
                                      <p:cBhvr>
                                        <p:cTn id="144" dur="1" fill="hold">
                                          <p:stCondLst>
                                            <p:cond delay="0"/>
                                          </p:stCondLst>
                                        </p:cTn>
                                        <p:tgtEl>
                                          <p:spTgt spid="156"/>
                                        </p:tgtEl>
                                        <p:attrNameLst>
                                          <p:attrName>style.visibility</p:attrName>
                                        </p:attrNameLst>
                                      </p:cBhvr>
                                      <p:to>
                                        <p:strVal val="visible"/>
                                      </p:to>
                                    </p:set>
                                  </p:childTnLst>
                                </p:cTn>
                              </p:par>
                              <p:par>
                                <p:cTn id="145" presetID="1" presetClass="exit" presetSubtype="0" fill="hold" nodeType="withEffect">
                                  <p:stCondLst>
                                    <p:cond delay="1100"/>
                                  </p:stCondLst>
                                  <p:childTnLst>
                                    <p:set>
                                      <p:cBhvr>
                                        <p:cTn id="146" dur="1" fill="hold">
                                          <p:stCondLst>
                                            <p:cond delay="0"/>
                                          </p:stCondLst>
                                        </p:cTn>
                                        <p:tgtEl>
                                          <p:spTgt spid="97"/>
                                        </p:tgtEl>
                                        <p:attrNameLst>
                                          <p:attrName>style.visibility</p:attrName>
                                        </p:attrNameLst>
                                      </p:cBhvr>
                                      <p:to>
                                        <p:strVal val="hidden"/>
                                      </p:to>
                                    </p:set>
                                  </p:childTnLst>
                                </p:cTn>
                              </p:par>
                              <p:par>
                                <p:cTn id="147" presetID="1" presetClass="entr" presetSubtype="0" fill="hold" nodeType="withEffect">
                                  <p:stCondLst>
                                    <p:cond delay="1100"/>
                                  </p:stCondLst>
                                  <p:childTnLst>
                                    <p:set>
                                      <p:cBhvr>
                                        <p:cTn id="148" dur="1" fill="hold">
                                          <p:stCondLst>
                                            <p:cond delay="0"/>
                                          </p:stCondLst>
                                        </p:cTn>
                                        <p:tgtEl>
                                          <p:spTgt spid="157"/>
                                        </p:tgtEl>
                                        <p:attrNameLst>
                                          <p:attrName>style.visibility</p:attrName>
                                        </p:attrNameLst>
                                      </p:cBhvr>
                                      <p:to>
                                        <p:strVal val="visible"/>
                                      </p:to>
                                    </p:set>
                                  </p:childTnLst>
                                </p:cTn>
                              </p:par>
                              <p:par>
                                <p:cTn id="149" presetID="1" presetClass="exit" presetSubtype="0" fill="hold" nodeType="withEffect">
                                  <p:stCondLst>
                                    <p:cond delay="1100"/>
                                  </p:stCondLst>
                                  <p:childTnLst>
                                    <p:set>
                                      <p:cBhvr>
                                        <p:cTn id="150" dur="1" fill="hold">
                                          <p:stCondLst>
                                            <p:cond delay="0"/>
                                          </p:stCondLst>
                                        </p:cTn>
                                        <p:tgtEl>
                                          <p:spTgt spid="98"/>
                                        </p:tgtEl>
                                        <p:attrNameLst>
                                          <p:attrName>style.visibility</p:attrName>
                                        </p:attrNameLst>
                                      </p:cBhvr>
                                      <p:to>
                                        <p:strVal val="hidden"/>
                                      </p:to>
                                    </p:set>
                                  </p:childTnLst>
                                </p:cTn>
                              </p:par>
                              <p:par>
                                <p:cTn id="151" presetID="1" presetClass="entr" presetSubtype="0" fill="hold" nodeType="withEffect">
                                  <p:stCondLst>
                                    <p:cond delay="1100"/>
                                  </p:stCondLst>
                                  <p:childTnLst>
                                    <p:set>
                                      <p:cBhvr>
                                        <p:cTn id="152" dur="1" fill="hold">
                                          <p:stCondLst>
                                            <p:cond delay="0"/>
                                          </p:stCondLst>
                                        </p:cTn>
                                        <p:tgtEl>
                                          <p:spTgt spid="158"/>
                                        </p:tgtEl>
                                        <p:attrNameLst>
                                          <p:attrName>style.visibility</p:attrName>
                                        </p:attrNameLst>
                                      </p:cBhvr>
                                      <p:to>
                                        <p:strVal val="visible"/>
                                      </p:to>
                                    </p:set>
                                  </p:childTnLst>
                                </p:cTn>
                              </p:par>
                              <p:par>
                                <p:cTn id="153" presetID="1" presetClass="exit" presetSubtype="0" fill="hold" nodeType="withEffect">
                                  <p:stCondLst>
                                    <p:cond delay="1100"/>
                                  </p:stCondLst>
                                  <p:childTnLst>
                                    <p:set>
                                      <p:cBhvr>
                                        <p:cTn id="154" dur="1" fill="hold">
                                          <p:stCondLst>
                                            <p:cond delay="0"/>
                                          </p:stCondLst>
                                        </p:cTn>
                                        <p:tgtEl>
                                          <p:spTgt spid="99"/>
                                        </p:tgtEl>
                                        <p:attrNameLst>
                                          <p:attrName>style.visibility</p:attrName>
                                        </p:attrNameLst>
                                      </p:cBhvr>
                                      <p:to>
                                        <p:strVal val="hidden"/>
                                      </p:to>
                                    </p:set>
                                  </p:childTnLst>
                                </p:cTn>
                              </p:par>
                              <p:par>
                                <p:cTn id="155" presetID="1" presetClass="entr" presetSubtype="0" fill="hold" nodeType="withEffect">
                                  <p:stCondLst>
                                    <p:cond delay="1100"/>
                                  </p:stCondLst>
                                  <p:childTnLst>
                                    <p:set>
                                      <p:cBhvr>
                                        <p:cTn id="156" dur="1" fill="hold">
                                          <p:stCondLst>
                                            <p:cond delay="0"/>
                                          </p:stCondLst>
                                        </p:cTn>
                                        <p:tgtEl>
                                          <p:spTgt spid="159"/>
                                        </p:tgtEl>
                                        <p:attrNameLst>
                                          <p:attrName>style.visibility</p:attrName>
                                        </p:attrNameLst>
                                      </p:cBhvr>
                                      <p:to>
                                        <p:strVal val="visible"/>
                                      </p:to>
                                    </p:set>
                                  </p:childTnLst>
                                </p:cTn>
                              </p:par>
                              <p:par>
                                <p:cTn id="157" presetID="1" presetClass="exit" presetSubtype="0" fill="hold" nodeType="withEffect">
                                  <p:stCondLst>
                                    <p:cond delay="1100"/>
                                  </p:stCondLst>
                                  <p:childTnLst>
                                    <p:set>
                                      <p:cBhvr>
                                        <p:cTn id="158" dur="1" fill="hold">
                                          <p:stCondLst>
                                            <p:cond delay="0"/>
                                          </p:stCondLst>
                                        </p:cTn>
                                        <p:tgtEl>
                                          <p:spTgt spid="100"/>
                                        </p:tgtEl>
                                        <p:attrNameLst>
                                          <p:attrName>style.visibility</p:attrName>
                                        </p:attrNameLst>
                                      </p:cBhvr>
                                      <p:to>
                                        <p:strVal val="hidden"/>
                                      </p:to>
                                    </p:set>
                                  </p:childTnLst>
                                </p:cTn>
                              </p:par>
                              <p:par>
                                <p:cTn id="159" presetID="1" presetClass="entr" presetSubtype="0" fill="hold" nodeType="withEffect">
                                  <p:stCondLst>
                                    <p:cond delay="1100"/>
                                  </p:stCondLst>
                                  <p:childTnLst>
                                    <p:set>
                                      <p:cBhvr>
                                        <p:cTn id="160" dur="1" fill="hold">
                                          <p:stCondLst>
                                            <p:cond delay="0"/>
                                          </p:stCondLst>
                                        </p:cTn>
                                        <p:tgtEl>
                                          <p:spTgt spid="160"/>
                                        </p:tgtEl>
                                        <p:attrNameLst>
                                          <p:attrName>style.visibility</p:attrName>
                                        </p:attrNameLst>
                                      </p:cBhvr>
                                      <p:to>
                                        <p:strVal val="visible"/>
                                      </p:to>
                                    </p:set>
                                  </p:childTnLst>
                                </p:cTn>
                              </p:par>
                              <p:par>
                                <p:cTn id="161" presetID="1" presetClass="exit" presetSubtype="0" fill="hold" nodeType="withEffect">
                                  <p:stCondLst>
                                    <p:cond delay="1100"/>
                                  </p:stCondLst>
                                  <p:childTnLst>
                                    <p:set>
                                      <p:cBhvr>
                                        <p:cTn id="162" dur="1" fill="hold">
                                          <p:stCondLst>
                                            <p:cond delay="0"/>
                                          </p:stCondLst>
                                        </p:cTn>
                                        <p:tgtEl>
                                          <p:spTgt spid="101"/>
                                        </p:tgtEl>
                                        <p:attrNameLst>
                                          <p:attrName>style.visibility</p:attrName>
                                        </p:attrNameLst>
                                      </p:cBhvr>
                                      <p:to>
                                        <p:strVal val="hidden"/>
                                      </p:to>
                                    </p:set>
                                  </p:childTnLst>
                                </p:cTn>
                              </p:par>
                              <p:par>
                                <p:cTn id="163" presetID="1" presetClass="entr" presetSubtype="0" fill="hold" nodeType="withEffect">
                                  <p:stCondLst>
                                    <p:cond delay="1100"/>
                                  </p:stCondLst>
                                  <p:childTnLst>
                                    <p:set>
                                      <p:cBhvr>
                                        <p:cTn id="164" dur="1" fill="hold">
                                          <p:stCondLst>
                                            <p:cond delay="0"/>
                                          </p:stCondLst>
                                        </p:cTn>
                                        <p:tgtEl>
                                          <p:spTgt spid="161"/>
                                        </p:tgtEl>
                                        <p:attrNameLst>
                                          <p:attrName>style.visibility</p:attrName>
                                        </p:attrNameLst>
                                      </p:cBhvr>
                                      <p:to>
                                        <p:strVal val="visible"/>
                                      </p:to>
                                    </p:set>
                                  </p:childTnLst>
                                </p:cTn>
                              </p:par>
                              <p:par>
                                <p:cTn id="165" presetID="1" presetClass="exit" presetSubtype="0" fill="hold" nodeType="withEffect">
                                  <p:stCondLst>
                                    <p:cond delay="1100"/>
                                  </p:stCondLst>
                                  <p:childTnLst>
                                    <p:set>
                                      <p:cBhvr>
                                        <p:cTn id="166" dur="1" fill="hold">
                                          <p:stCondLst>
                                            <p:cond delay="0"/>
                                          </p:stCondLst>
                                        </p:cTn>
                                        <p:tgtEl>
                                          <p:spTgt spid="102"/>
                                        </p:tgtEl>
                                        <p:attrNameLst>
                                          <p:attrName>style.visibility</p:attrName>
                                        </p:attrNameLst>
                                      </p:cBhvr>
                                      <p:to>
                                        <p:strVal val="hidden"/>
                                      </p:to>
                                    </p:set>
                                  </p:childTnLst>
                                </p:cTn>
                              </p:par>
                              <p:par>
                                <p:cTn id="167" presetID="1" presetClass="entr" presetSubtype="0" fill="hold" nodeType="withEffect">
                                  <p:stCondLst>
                                    <p:cond delay="1100"/>
                                  </p:stCondLst>
                                  <p:childTnLst>
                                    <p:set>
                                      <p:cBhvr>
                                        <p:cTn id="168" dur="1" fill="hold">
                                          <p:stCondLst>
                                            <p:cond delay="0"/>
                                          </p:stCondLst>
                                        </p:cTn>
                                        <p:tgtEl>
                                          <p:spTgt spid="162"/>
                                        </p:tgtEl>
                                        <p:attrNameLst>
                                          <p:attrName>style.visibility</p:attrName>
                                        </p:attrNameLst>
                                      </p:cBhvr>
                                      <p:to>
                                        <p:strVal val="visible"/>
                                      </p:to>
                                    </p:set>
                                  </p:childTnLst>
                                </p:cTn>
                              </p:par>
                              <p:par>
                                <p:cTn id="169" presetID="1" presetClass="exit" presetSubtype="0" fill="hold" nodeType="withEffect">
                                  <p:stCondLst>
                                    <p:cond delay="1100"/>
                                  </p:stCondLst>
                                  <p:childTnLst>
                                    <p:set>
                                      <p:cBhvr>
                                        <p:cTn id="170" dur="1" fill="hold">
                                          <p:stCondLst>
                                            <p:cond delay="0"/>
                                          </p:stCondLst>
                                        </p:cTn>
                                        <p:tgtEl>
                                          <p:spTgt spid="103"/>
                                        </p:tgtEl>
                                        <p:attrNameLst>
                                          <p:attrName>style.visibility</p:attrName>
                                        </p:attrNameLst>
                                      </p:cBhvr>
                                      <p:to>
                                        <p:strVal val="hidden"/>
                                      </p:to>
                                    </p:set>
                                  </p:childTnLst>
                                </p:cTn>
                              </p:par>
                              <p:par>
                                <p:cTn id="171" presetID="1" presetClass="entr" presetSubtype="0" fill="hold" nodeType="withEffect">
                                  <p:stCondLst>
                                    <p:cond delay="1100"/>
                                  </p:stCondLst>
                                  <p:childTnLst>
                                    <p:set>
                                      <p:cBhvr>
                                        <p:cTn id="172" dur="1" fill="hold">
                                          <p:stCondLst>
                                            <p:cond delay="0"/>
                                          </p:stCondLst>
                                        </p:cTn>
                                        <p:tgtEl>
                                          <p:spTgt spid="163"/>
                                        </p:tgtEl>
                                        <p:attrNameLst>
                                          <p:attrName>style.visibility</p:attrName>
                                        </p:attrNameLst>
                                      </p:cBhvr>
                                      <p:to>
                                        <p:strVal val="visible"/>
                                      </p:to>
                                    </p:set>
                                  </p:childTnLst>
                                </p:cTn>
                              </p:par>
                              <p:par>
                                <p:cTn id="173" presetID="1" presetClass="exit" presetSubtype="0" fill="hold" nodeType="withEffect">
                                  <p:stCondLst>
                                    <p:cond delay="1100"/>
                                  </p:stCondLst>
                                  <p:childTnLst>
                                    <p:set>
                                      <p:cBhvr>
                                        <p:cTn id="174" dur="1" fill="hold">
                                          <p:stCondLst>
                                            <p:cond delay="0"/>
                                          </p:stCondLst>
                                        </p:cTn>
                                        <p:tgtEl>
                                          <p:spTgt spid="104"/>
                                        </p:tgtEl>
                                        <p:attrNameLst>
                                          <p:attrName>style.visibility</p:attrName>
                                        </p:attrNameLst>
                                      </p:cBhvr>
                                      <p:to>
                                        <p:strVal val="hidden"/>
                                      </p:to>
                                    </p:set>
                                  </p:childTnLst>
                                </p:cTn>
                              </p:par>
                              <p:par>
                                <p:cTn id="175" presetID="1" presetClass="entr" presetSubtype="0" fill="hold" nodeType="withEffect">
                                  <p:stCondLst>
                                    <p:cond delay="1100"/>
                                  </p:stCondLst>
                                  <p:childTnLst>
                                    <p:set>
                                      <p:cBhvr>
                                        <p:cTn id="176" dur="1" fill="hold">
                                          <p:stCondLst>
                                            <p:cond delay="0"/>
                                          </p:stCondLst>
                                        </p:cTn>
                                        <p:tgtEl>
                                          <p:spTgt spid="164"/>
                                        </p:tgtEl>
                                        <p:attrNameLst>
                                          <p:attrName>style.visibility</p:attrName>
                                        </p:attrNameLst>
                                      </p:cBhvr>
                                      <p:to>
                                        <p:strVal val="visible"/>
                                      </p:to>
                                    </p:set>
                                  </p:childTnLst>
                                </p:cTn>
                              </p:par>
                              <p:par>
                                <p:cTn id="177" presetID="1" presetClass="exit" presetSubtype="0" fill="hold" nodeType="withEffect">
                                  <p:stCondLst>
                                    <p:cond delay="1100"/>
                                  </p:stCondLst>
                                  <p:childTnLst>
                                    <p:set>
                                      <p:cBhvr>
                                        <p:cTn id="178" dur="1" fill="hold">
                                          <p:stCondLst>
                                            <p:cond delay="0"/>
                                          </p:stCondLst>
                                        </p:cTn>
                                        <p:tgtEl>
                                          <p:spTgt spid="105"/>
                                        </p:tgtEl>
                                        <p:attrNameLst>
                                          <p:attrName>style.visibility</p:attrName>
                                        </p:attrNameLst>
                                      </p:cBhvr>
                                      <p:to>
                                        <p:strVal val="hidden"/>
                                      </p:to>
                                    </p:set>
                                  </p:childTnLst>
                                </p:cTn>
                              </p:par>
                              <p:par>
                                <p:cTn id="179" presetID="1" presetClass="entr" presetSubtype="0" fill="hold" nodeType="withEffect">
                                  <p:stCondLst>
                                    <p:cond delay="1100"/>
                                  </p:stCondLst>
                                  <p:childTnLst>
                                    <p:set>
                                      <p:cBhvr>
                                        <p:cTn id="180" dur="1" fill="hold">
                                          <p:stCondLst>
                                            <p:cond delay="0"/>
                                          </p:stCondLst>
                                        </p:cTn>
                                        <p:tgtEl>
                                          <p:spTgt spid="165"/>
                                        </p:tgtEl>
                                        <p:attrNameLst>
                                          <p:attrName>style.visibility</p:attrName>
                                        </p:attrNameLst>
                                      </p:cBhvr>
                                      <p:to>
                                        <p:strVal val="visible"/>
                                      </p:to>
                                    </p:set>
                                  </p:childTnLst>
                                </p:cTn>
                              </p:par>
                              <p:par>
                                <p:cTn id="181" presetID="1" presetClass="exit" presetSubtype="0" fill="hold" nodeType="withEffect">
                                  <p:stCondLst>
                                    <p:cond delay="1100"/>
                                  </p:stCondLst>
                                  <p:childTnLst>
                                    <p:set>
                                      <p:cBhvr>
                                        <p:cTn id="182" dur="1" fill="hold">
                                          <p:stCondLst>
                                            <p:cond delay="0"/>
                                          </p:stCondLst>
                                        </p:cTn>
                                        <p:tgtEl>
                                          <p:spTgt spid="106"/>
                                        </p:tgtEl>
                                        <p:attrNameLst>
                                          <p:attrName>style.visibility</p:attrName>
                                        </p:attrNameLst>
                                      </p:cBhvr>
                                      <p:to>
                                        <p:strVal val="hidden"/>
                                      </p:to>
                                    </p:set>
                                  </p:childTnLst>
                                </p:cTn>
                              </p:par>
                              <p:par>
                                <p:cTn id="183" presetID="1" presetClass="entr" presetSubtype="0" fill="hold" nodeType="withEffect">
                                  <p:stCondLst>
                                    <p:cond delay="1100"/>
                                  </p:stCondLst>
                                  <p:childTnLst>
                                    <p:set>
                                      <p:cBhvr>
                                        <p:cTn id="184" dur="1" fill="hold">
                                          <p:stCondLst>
                                            <p:cond delay="0"/>
                                          </p:stCondLst>
                                        </p:cTn>
                                        <p:tgtEl>
                                          <p:spTgt spid="166"/>
                                        </p:tgtEl>
                                        <p:attrNameLst>
                                          <p:attrName>style.visibility</p:attrName>
                                        </p:attrNameLst>
                                      </p:cBhvr>
                                      <p:to>
                                        <p:strVal val="visible"/>
                                      </p:to>
                                    </p:set>
                                  </p:childTnLst>
                                </p:cTn>
                              </p:par>
                              <p:par>
                                <p:cTn id="185" presetID="1" presetClass="exit" presetSubtype="0" fill="hold" nodeType="withEffect">
                                  <p:stCondLst>
                                    <p:cond delay="1100"/>
                                  </p:stCondLst>
                                  <p:childTnLst>
                                    <p:set>
                                      <p:cBhvr>
                                        <p:cTn id="186" dur="1" fill="hold">
                                          <p:stCondLst>
                                            <p:cond delay="0"/>
                                          </p:stCondLst>
                                        </p:cTn>
                                        <p:tgtEl>
                                          <p:spTgt spid="107"/>
                                        </p:tgtEl>
                                        <p:attrNameLst>
                                          <p:attrName>style.visibility</p:attrName>
                                        </p:attrNameLst>
                                      </p:cBhvr>
                                      <p:to>
                                        <p:strVal val="hidden"/>
                                      </p:to>
                                    </p:set>
                                  </p:childTnLst>
                                </p:cTn>
                              </p:par>
                              <p:par>
                                <p:cTn id="187" presetID="1" presetClass="entr" presetSubtype="0" fill="hold" nodeType="withEffect">
                                  <p:stCondLst>
                                    <p:cond delay="1100"/>
                                  </p:stCondLst>
                                  <p:childTnLst>
                                    <p:set>
                                      <p:cBhvr>
                                        <p:cTn id="188" dur="1" fill="hold">
                                          <p:stCondLst>
                                            <p:cond delay="0"/>
                                          </p:stCondLst>
                                        </p:cTn>
                                        <p:tgtEl>
                                          <p:spTgt spid="167"/>
                                        </p:tgtEl>
                                        <p:attrNameLst>
                                          <p:attrName>style.visibility</p:attrName>
                                        </p:attrNameLst>
                                      </p:cBhvr>
                                      <p:to>
                                        <p:strVal val="visible"/>
                                      </p:to>
                                    </p:set>
                                  </p:childTnLst>
                                </p:cTn>
                              </p:par>
                              <p:par>
                                <p:cTn id="189" presetID="1" presetClass="exit" presetSubtype="0" fill="hold" nodeType="withEffect">
                                  <p:stCondLst>
                                    <p:cond delay="1100"/>
                                  </p:stCondLst>
                                  <p:childTnLst>
                                    <p:set>
                                      <p:cBhvr>
                                        <p:cTn id="190" dur="1" fill="hold">
                                          <p:stCondLst>
                                            <p:cond delay="0"/>
                                          </p:stCondLst>
                                        </p:cTn>
                                        <p:tgtEl>
                                          <p:spTgt spid="108"/>
                                        </p:tgtEl>
                                        <p:attrNameLst>
                                          <p:attrName>style.visibility</p:attrName>
                                        </p:attrNameLst>
                                      </p:cBhvr>
                                      <p:to>
                                        <p:strVal val="hidden"/>
                                      </p:to>
                                    </p:set>
                                  </p:childTnLst>
                                </p:cTn>
                              </p:par>
                              <p:par>
                                <p:cTn id="191" presetID="1" presetClass="entr" presetSubtype="0" fill="hold" nodeType="withEffect">
                                  <p:stCondLst>
                                    <p:cond delay="1100"/>
                                  </p:stCondLst>
                                  <p:childTnLst>
                                    <p:set>
                                      <p:cBhvr>
                                        <p:cTn id="192" dur="1" fill="hold">
                                          <p:stCondLst>
                                            <p:cond delay="0"/>
                                          </p:stCondLst>
                                        </p:cTn>
                                        <p:tgtEl>
                                          <p:spTgt spid="168"/>
                                        </p:tgtEl>
                                        <p:attrNameLst>
                                          <p:attrName>style.visibility</p:attrName>
                                        </p:attrNameLst>
                                      </p:cBhvr>
                                      <p:to>
                                        <p:strVal val="visible"/>
                                      </p:to>
                                    </p:set>
                                  </p:childTnLst>
                                </p:cTn>
                              </p:par>
                              <p:par>
                                <p:cTn id="193" presetID="1" presetClass="exit" presetSubtype="0" fill="hold" nodeType="withEffect">
                                  <p:stCondLst>
                                    <p:cond delay="1100"/>
                                  </p:stCondLst>
                                  <p:childTnLst>
                                    <p:set>
                                      <p:cBhvr>
                                        <p:cTn id="194" dur="1" fill="hold">
                                          <p:stCondLst>
                                            <p:cond delay="0"/>
                                          </p:stCondLst>
                                        </p:cTn>
                                        <p:tgtEl>
                                          <p:spTgt spid="109"/>
                                        </p:tgtEl>
                                        <p:attrNameLst>
                                          <p:attrName>style.visibility</p:attrName>
                                        </p:attrNameLst>
                                      </p:cBhvr>
                                      <p:to>
                                        <p:strVal val="hidden"/>
                                      </p:to>
                                    </p:set>
                                  </p:childTnLst>
                                </p:cTn>
                              </p:par>
                              <p:par>
                                <p:cTn id="195" presetID="1" presetClass="entr" presetSubtype="0" fill="hold" nodeType="withEffect">
                                  <p:stCondLst>
                                    <p:cond delay="1100"/>
                                  </p:stCondLst>
                                  <p:childTnLst>
                                    <p:set>
                                      <p:cBhvr>
                                        <p:cTn id="196" dur="1" fill="hold">
                                          <p:stCondLst>
                                            <p:cond delay="0"/>
                                          </p:stCondLst>
                                        </p:cTn>
                                        <p:tgtEl>
                                          <p:spTgt spid="169"/>
                                        </p:tgtEl>
                                        <p:attrNameLst>
                                          <p:attrName>style.visibility</p:attrName>
                                        </p:attrNameLst>
                                      </p:cBhvr>
                                      <p:to>
                                        <p:strVal val="visible"/>
                                      </p:to>
                                    </p:set>
                                  </p:childTnLst>
                                </p:cTn>
                              </p:par>
                              <p:par>
                                <p:cTn id="197" presetID="1" presetClass="exit" presetSubtype="0" fill="hold" nodeType="withEffect">
                                  <p:stCondLst>
                                    <p:cond delay="1100"/>
                                  </p:stCondLst>
                                  <p:childTnLst>
                                    <p:set>
                                      <p:cBhvr>
                                        <p:cTn id="198" dur="1" fill="hold">
                                          <p:stCondLst>
                                            <p:cond delay="0"/>
                                          </p:stCondLst>
                                        </p:cTn>
                                        <p:tgtEl>
                                          <p:spTgt spid="110"/>
                                        </p:tgtEl>
                                        <p:attrNameLst>
                                          <p:attrName>style.visibility</p:attrName>
                                        </p:attrNameLst>
                                      </p:cBhvr>
                                      <p:to>
                                        <p:strVal val="hidden"/>
                                      </p:to>
                                    </p:set>
                                  </p:childTnLst>
                                </p:cTn>
                              </p:par>
                              <p:par>
                                <p:cTn id="199" presetID="1" presetClass="entr" presetSubtype="0" fill="hold" nodeType="withEffect">
                                  <p:stCondLst>
                                    <p:cond delay="1100"/>
                                  </p:stCondLst>
                                  <p:childTnLst>
                                    <p:set>
                                      <p:cBhvr>
                                        <p:cTn id="200" dur="1" fill="hold">
                                          <p:stCondLst>
                                            <p:cond delay="0"/>
                                          </p:stCondLst>
                                        </p:cTn>
                                        <p:tgtEl>
                                          <p:spTgt spid="170"/>
                                        </p:tgtEl>
                                        <p:attrNameLst>
                                          <p:attrName>style.visibility</p:attrName>
                                        </p:attrNameLst>
                                      </p:cBhvr>
                                      <p:to>
                                        <p:strVal val="visible"/>
                                      </p:to>
                                    </p:set>
                                  </p:childTnLst>
                                </p:cTn>
                              </p:par>
                              <p:par>
                                <p:cTn id="201" presetID="1" presetClass="exit" presetSubtype="0" fill="hold" nodeType="withEffect">
                                  <p:stCondLst>
                                    <p:cond delay="1100"/>
                                  </p:stCondLst>
                                  <p:childTnLst>
                                    <p:set>
                                      <p:cBhvr>
                                        <p:cTn id="202" dur="1" fill="hold">
                                          <p:stCondLst>
                                            <p:cond delay="0"/>
                                          </p:stCondLst>
                                        </p:cTn>
                                        <p:tgtEl>
                                          <p:spTgt spid="111"/>
                                        </p:tgtEl>
                                        <p:attrNameLst>
                                          <p:attrName>style.visibility</p:attrName>
                                        </p:attrNameLst>
                                      </p:cBhvr>
                                      <p:to>
                                        <p:strVal val="hidden"/>
                                      </p:to>
                                    </p:set>
                                  </p:childTnLst>
                                </p:cTn>
                              </p:par>
                              <p:par>
                                <p:cTn id="203" presetID="1" presetClass="entr" presetSubtype="0" fill="hold" nodeType="withEffect">
                                  <p:stCondLst>
                                    <p:cond delay="1100"/>
                                  </p:stCondLst>
                                  <p:childTnLst>
                                    <p:set>
                                      <p:cBhvr>
                                        <p:cTn id="204" dur="1" fill="hold">
                                          <p:stCondLst>
                                            <p:cond delay="0"/>
                                          </p:stCondLst>
                                        </p:cTn>
                                        <p:tgtEl>
                                          <p:spTgt spid="171"/>
                                        </p:tgtEl>
                                        <p:attrNameLst>
                                          <p:attrName>style.visibility</p:attrName>
                                        </p:attrNameLst>
                                      </p:cBhvr>
                                      <p:to>
                                        <p:strVal val="visible"/>
                                      </p:to>
                                    </p:set>
                                  </p:childTnLst>
                                </p:cTn>
                              </p:par>
                              <p:par>
                                <p:cTn id="205" presetID="1" presetClass="entr" presetSubtype="0" fill="hold" nodeType="withEffect">
                                  <p:stCondLst>
                                    <p:cond delay="1100"/>
                                  </p:stCondLst>
                                  <p:childTnLst>
                                    <p:set>
                                      <p:cBhvr>
                                        <p:cTn id="206" dur="1" fill="hold">
                                          <p:stCondLst>
                                            <p:cond delay="0"/>
                                          </p:stCondLst>
                                        </p:cTn>
                                        <p:tgtEl>
                                          <p:spTgt spid="172"/>
                                        </p:tgtEl>
                                        <p:attrNameLst>
                                          <p:attrName>style.visibility</p:attrName>
                                        </p:attrNameLst>
                                      </p:cBhvr>
                                      <p:to>
                                        <p:strVal val="visible"/>
                                      </p:to>
                                    </p:set>
                                  </p:childTnLst>
                                </p:cTn>
                              </p:par>
                              <p:par>
                                <p:cTn id="207" presetID="1" presetClass="entr" presetSubtype="0" fill="hold" nodeType="withEffect">
                                  <p:stCondLst>
                                    <p:cond delay="1100"/>
                                  </p:stCondLst>
                                  <p:childTnLst>
                                    <p:set>
                                      <p:cBhvr>
                                        <p:cTn id="208" dur="1" fill="hold">
                                          <p:stCondLst>
                                            <p:cond delay="0"/>
                                          </p:stCondLst>
                                        </p:cTn>
                                        <p:tgtEl>
                                          <p:spTgt spid="173"/>
                                        </p:tgtEl>
                                        <p:attrNameLst>
                                          <p:attrName>style.visibility</p:attrName>
                                        </p:attrNameLst>
                                      </p:cBhvr>
                                      <p:to>
                                        <p:strVal val="visible"/>
                                      </p:to>
                                    </p:set>
                                  </p:childTnLst>
                                </p:cTn>
                              </p:par>
                            </p:childTnLst>
                          </p:cTn>
                        </p:par>
                      </p:childTnLst>
                    </p:cTn>
                  </p:par>
                  <p:par>
                    <p:cTn id="209" fill="hold">
                      <p:stCondLst>
                        <p:cond delay="indefinite"/>
                      </p:stCondLst>
                      <p:childTnLst>
                        <p:par>
                          <p:cTn id="210" fill="hold">
                            <p:stCondLst>
                              <p:cond delay="0"/>
                            </p:stCondLst>
                            <p:childTnLst>
                              <p:par>
                                <p:cTn id="211" presetID="1" presetClass="entr" presetSubtype="0" fill="hold" nodeType="clickEffect">
                                  <p:stCondLst>
                                    <p:cond delay="0"/>
                                  </p:stCondLst>
                                  <p:childTnLst>
                                    <p:set>
                                      <p:cBhvr>
                                        <p:cTn id="212" dur="1" fill="hold">
                                          <p:stCondLst>
                                            <p:cond delay="0"/>
                                          </p:stCondLst>
                                        </p:cTn>
                                        <p:tgtEl>
                                          <p:spTgt spid="186"/>
                                        </p:tgtEl>
                                        <p:attrNameLst>
                                          <p:attrName>style.visibility</p:attrName>
                                        </p:attrNameLst>
                                      </p:cBhvr>
                                      <p:to>
                                        <p:strVal val="visible"/>
                                      </p:to>
                                    </p:set>
                                  </p:childTnLst>
                                </p:cTn>
                              </p:par>
                              <p:par>
                                <p:cTn id="213" presetID="0" presetClass="path" presetSubtype="0" fill="hold" nodeType="withEffect">
                                  <p:stCondLst>
                                    <p:cond delay="0"/>
                                  </p:stCondLst>
                                  <p:childTnLst>
                                    <p:animMotion origin="layout" path="M 0 0 L -0.098812244 0.068738952 E" pathEditMode="relative" rAng="0">
                                      <p:cBhvr additive="base">
                                        <p:cTn id="214" dur="1000" fill="hold">
                                          <p:stCondLst>
                                            <p:cond delay="0"/>
                                          </p:stCondLst>
                                        </p:cTn>
                                        <p:tgtEl>
                                          <p:spTgt spid="186"/>
                                        </p:tgtEl>
                                      </p:cBhvr>
                                      <p:rCtr x="0" y="0"/>
                                    </p:animMotion>
                                  </p:childTnLst>
                                </p:cTn>
                              </p:par>
                              <p:par>
                                <p:cTn id="215" presetID="1" presetClass="exit" presetSubtype="0" fill="hold" nodeType="withEffect">
                                  <p:stCondLst>
                                    <p:cond delay="1000"/>
                                  </p:stCondLst>
                                  <p:childTnLst>
                                    <p:set>
                                      <p:cBhvr>
                                        <p:cTn id="216" dur="1" fill="hold">
                                          <p:stCondLst>
                                            <p:cond delay="0"/>
                                          </p:stCondLst>
                                        </p:cTn>
                                        <p:tgtEl>
                                          <p:spTgt spid="186"/>
                                        </p:tgtEl>
                                        <p:attrNameLst>
                                          <p:attrName>style.visibility</p:attrName>
                                        </p:attrNameLst>
                                      </p:cBhvr>
                                      <p:to>
                                        <p:strVal val="hidden"/>
                                      </p:to>
                                    </p:set>
                                  </p:childTnLst>
                                </p:cTn>
                              </p:par>
                              <p:par>
                                <p:cTn id="217" presetID="1" presetClass="entr" presetSubtype="0" fill="hold" nodeType="withEffect">
                                  <p:stCondLst>
                                    <p:cond delay="0"/>
                                  </p:stCondLst>
                                  <p:childTnLst>
                                    <p:set>
                                      <p:cBhvr>
                                        <p:cTn id="218" dur="1" fill="hold">
                                          <p:stCondLst>
                                            <p:cond delay="0"/>
                                          </p:stCondLst>
                                        </p:cTn>
                                        <p:tgtEl>
                                          <p:spTgt spid="187"/>
                                        </p:tgtEl>
                                        <p:attrNameLst>
                                          <p:attrName>style.visibility</p:attrName>
                                        </p:attrNameLst>
                                      </p:cBhvr>
                                      <p:to>
                                        <p:strVal val="visible"/>
                                      </p:to>
                                    </p:set>
                                  </p:childTnLst>
                                </p:cTn>
                              </p:par>
                              <p:par>
                                <p:cTn id="219" presetID="0" presetClass="path" presetSubtype="0" fill="hold" nodeType="withEffect">
                                  <p:stCondLst>
                                    <p:cond delay="0"/>
                                  </p:stCondLst>
                                  <p:childTnLst>
                                    <p:animMotion origin="layout" path="M 0 0 L -0.111901009 0.207584480 E" pathEditMode="relative" rAng="0">
                                      <p:cBhvr additive="base">
                                        <p:cTn id="220" dur="1000" fill="hold">
                                          <p:stCondLst>
                                            <p:cond delay="0"/>
                                          </p:stCondLst>
                                        </p:cTn>
                                        <p:tgtEl>
                                          <p:spTgt spid="187"/>
                                        </p:tgtEl>
                                      </p:cBhvr>
                                      <p:rCtr x="0" y="0"/>
                                    </p:animMotion>
                                  </p:childTnLst>
                                </p:cTn>
                              </p:par>
                              <p:par>
                                <p:cTn id="221" presetID="1" presetClass="exit" presetSubtype="0" fill="hold" nodeType="withEffect">
                                  <p:stCondLst>
                                    <p:cond delay="1000"/>
                                  </p:stCondLst>
                                  <p:childTnLst>
                                    <p:set>
                                      <p:cBhvr>
                                        <p:cTn id="222" dur="1" fill="hold">
                                          <p:stCondLst>
                                            <p:cond delay="0"/>
                                          </p:stCondLst>
                                        </p:cTn>
                                        <p:tgtEl>
                                          <p:spTgt spid="187"/>
                                        </p:tgtEl>
                                        <p:attrNameLst>
                                          <p:attrName>style.visibility</p:attrName>
                                        </p:attrNameLst>
                                      </p:cBhvr>
                                      <p:to>
                                        <p:strVal val="hidden"/>
                                      </p:to>
                                    </p:set>
                                  </p:childTnLst>
                                </p:cTn>
                              </p:par>
                              <p:par>
                                <p:cTn id="223" presetID="1" presetClass="entr" presetSubtype="0" fill="hold" nodeType="withEffect">
                                  <p:stCondLst>
                                    <p:cond delay="0"/>
                                  </p:stCondLst>
                                  <p:childTnLst>
                                    <p:set>
                                      <p:cBhvr>
                                        <p:cTn id="224" dur="1" fill="hold">
                                          <p:stCondLst>
                                            <p:cond delay="0"/>
                                          </p:stCondLst>
                                        </p:cTn>
                                        <p:tgtEl>
                                          <p:spTgt spid="188"/>
                                        </p:tgtEl>
                                        <p:attrNameLst>
                                          <p:attrName>style.visibility</p:attrName>
                                        </p:attrNameLst>
                                      </p:cBhvr>
                                      <p:to>
                                        <p:strVal val="visible"/>
                                      </p:to>
                                    </p:set>
                                  </p:childTnLst>
                                </p:cTn>
                              </p:par>
                              <p:par>
                                <p:cTn id="225" presetID="0" presetClass="path" presetSubtype="0" fill="hold" nodeType="withEffect">
                                  <p:stCondLst>
                                    <p:cond delay="0"/>
                                  </p:stCondLst>
                                  <p:childTnLst>
                                    <p:animMotion origin="layout" path="M 0 0 L -0.095257676 -0.014725824 E" pathEditMode="relative" rAng="0">
                                      <p:cBhvr additive="base">
                                        <p:cTn id="226" dur="1000" fill="hold">
                                          <p:stCondLst>
                                            <p:cond delay="0"/>
                                          </p:stCondLst>
                                        </p:cTn>
                                        <p:tgtEl>
                                          <p:spTgt spid="188"/>
                                        </p:tgtEl>
                                      </p:cBhvr>
                                      <p:rCtr x="0" y="0"/>
                                    </p:animMotion>
                                  </p:childTnLst>
                                </p:cTn>
                              </p:par>
                              <p:par>
                                <p:cTn id="227" presetID="1" presetClass="exit" presetSubtype="0" fill="hold" nodeType="withEffect">
                                  <p:stCondLst>
                                    <p:cond delay="1000"/>
                                  </p:stCondLst>
                                  <p:childTnLst>
                                    <p:set>
                                      <p:cBhvr>
                                        <p:cTn id="228" dur="1" fill="hold">
                                          <p:stCondLst>
                                            <p:cond delay="0"/>
                                          </p:stCondLst>
                                        </p:cTn>
                                        <p:tgtEl>
                                          <p:spTgt spid="188"/>
                                        </p:tgtEl>
                                        <p:attrNameLst>
                                          <p:attrName>style.visibility</p:attrName>
                                        </p:attrNameLst>
                                      </p:cBhvr>
                                      <p:to>
                                        <p:strVal val="hidden"/>
                                      </p:to>
                                    </p:set>
                                  </p:childTnLst>
                                </p:cTn>
                              </p:par>
                              <p:par>
                                <p:cTn id="229" presetID="1" presetClass="entr" presetSubtype="0" fill="hold" nodeType="withEffect">
                                  <p:stCondLst>
                                    <p:cond delay="0"/>
                                  </p:stCondLst>
                                  <p:childTnLst>
                                    <p:set>
                                      <p:cBhvr>
                                        <p:cTn id="230" dur="1" fill="hold">
                                          <p:stCondLst>
                                            <p:cond delay="0"/>
                                          </p:stCondLst>
                                        </p:cTn>
                                        <p:tgtEl>
                                          <p:spTgt spid="189"/>
                                        </p:tgtEl>
                                        <p:attrNameLst>
                                          <p:attrName>style.visibility</p:attrName>
                                        </p:attrNameLst>
                                      </p:cBhvr>
                                      <p:to>
                                        <p:strVal val="visible"/>
                                      </p:to>
                                    </p:set>
                                  </p:childTnLst>
                                </p:cTn>
                              </p:par>
                              <p:par>
                                <p:cTn id="231" presetID="0" presetClass="path" presetSubtype="0" fill="hold" nodeType="withEffect">
                                  <p:stCondLst>
                                    <p:cond delay="0"/>
                                  </p:stCondLst>
                                  <p:childTnLst>
                                    <p:animMotion origin="layout" path="M 0 0 L -0.102130678 0.102624063 E" pathEditMode="relative" rAng="0">
                                      <p:cBhvr additive="base">
                                        <p:cTn id="232" dur="1000" fill="hold">
                                          <p:stCondLst>
                                            <p:cond delay="0"/>
                                          </p:stCondLst>
                                        </p:cTn>
                                        <p:tgtEl>
                                          <p:spTgt spid="189"/>
                                        </p:tgtEl>
                                      </p:cBhvr>
                                      <p:rCtr x="0" y="0"/>
                                    </p:animMotion>
                                  </p:childTnLst>
                                </p:cTn>
                              </p:par>
                              <p:par>
                                <p:cTn id="233" presetID="1" presetClass="exit" presetSubtype="0" fill="hold" nodeType="withEffect">
                                  <p:stCondLst>
                                    <p:cond delay="1000"/>
                                  </p:stCondLst>
                                  <p:childTnLst>
                                    <p:set>
                                      <p:cBhvr>
                                        <p:cTn id="234" dur="1" fill="hold">
                                          <p:stCondLst>
                                            <p:cond delay="0"/>
                                          </p:stCondLst>
                                        </p:cTn>
                                        <p:tgtEl>
                                          <p:spTgt spid="189"/>
                                        </p:tgtEl>
                                        <p:attrNameLst>
                                          <p:attrName>style.visibility</p:attrName>
                                        </p:attrNameLst>
                                      </p:cBhvr>
                                      <p:to>
                                        <p:strVal val="hidden"/>
                                      </p:to>
                                    </p:set>
                                  </p:childTnLst>
                                </p:cTn>
                              </p:par>
                              <p:par>
                                <p:cTn id="235" presetID="1" presetClass="entr" presetSubtype="0" fill="hold" nodeType="withEffect">
                                  <p:stCondLst>
                                    <p:cond delay="0"/>
                                  </p:stCondLst>
                                  <p:childTnLst>
                                    <p:set>
                                      <p:cBhvr>
                                        <p:cTn id="236" dur="1" fill="hold">
                                          <p:stCondLst>
                                            <p:cond delay="0"/>
                                          </p:stCondLst>
                                        </p:cTn>
                                        <p:tgtEl>
                                          <p:spTgt spid="190"/>
                                        </p:tgtEl>
                                        <p:attrNameLst>
                                          <p:attrName>style.visibility</p:attrName>
                                        </p:attrNameLst>
                                      </p:cBhvr>
                                      <p:to>
                                        <p:strVal val="visible"/>
                                      </p:to>
                                    </p:set>
                                  </p:childTnLst>
                                </p:cTn>
                              </p:par>
                              <p:par>
                                <p:cTn id="237" presetID="0" presetClass="path" presetSubtype="0" fill="hold" nodeType="withEffect">
                                  <p:stCondLst>
                                    <p:cond delay="0"/>
                                  </p:stCondLst>
                                  <p:childTnLst>
                                    <p:animMotion origin="layout" path="M 0 0 L -0.102130678 -0.102624063 E" pathEditMode="relative" rAng="0">
                                      <p:cBhvr additive="base">
                                        <p:cTn id="238" dur="1000" fill="hold">
                                          <p:stCondLst>
                                            <p:cond delay="0"/>
                                          </p:stCondLst>
                                        </p:cTn>
                                        <p:tgtEl>
                                          <p:spTgt spid="190"/>
                                        </p:tgtEl>
                                      </p:cBhvr>
                                      <p:rCtr x="0" y="0"/>
                                    </p:animMotion>
                                  </p:childTnLst>
                                </p:cTn>
                              </p:par>
                              <p:par>
                                <p:cTn id="239" presetID="1" presetClass="exit" presetSubtype="0" fill="hold" nodeType="withEffect">
                                  <p:stCondLst>
                                    <p:cond delay="1000"/>
                                  </p:stCondLst>
                                  <p:childTnLst>
                                    <p:set>
                                      <p:cBhvr>
                                        <p:cTn id="240" dur="1" fill="hold">
                                          <p:stCondLst>
                                            <p:cond delay="0"/>
                                          </p:stCondLst>
                                        </p:cTn>
                                        <p:tgtEl>
                                          <p:spTgt spid="190"/>
                                        </p:tgtEl>
                                        <p:attrNameLst>
                                          <p:attrName>style.visibility</p:attrName>
                                        </p:attrNameLst>
                                      </p:cBhvr>
                                      <p:to>
                                        <p:strVal val="hidden"/>
                                      </p:to>
                                    </p:set>
                                  </p:childTnLst>
                                </p:cTn>
                              </p:par>
                              <p:par>
                                <p:cTn id="241" presetID="1" presetClass="entr" presetSubtype="0" fill="hold" nodeType="withEffect">
                                  <p:stCondLst>
                                    <p:cond delay="0"/>
                                  </p:stCondLst>
                                  <p:childTnLst>
                                    <p:set>
                                      <p:cBhvr>
                                        <p:cTn id="242" dur="1" fill="hold">
                                          <p:stCondLst>
                                            <p:cond delay="0"/>
                                          </p:stCondLst>
                                        </p:cTn>
                                        <p:tgtEl>
                                          <p:spTgt spid="191"/>
                                        </p:tgtEl>
                                        <p:attrNameLst>
                                          <p:attrName>style.visibility</p:attrName>
                                        </p:attrNameLst>
                                      </p:cBhvr>
                                      <p:to>
                                        <p:strVal val="visible"/>
                                      </p:to>
                                    </p:set>
                                  </p:childTnLst>
                                </p:cTn>
                              </p:par>
                              <p:par>
                                <p:cTn id="243" presetID="0" presetClass="path" presetSubtype="0" fill="hold" nodeType="withEffect">
                                  <p:stCondLst>
                                    <p:cond delay="0"/>
                                  </p:stCondLst>
                                  <p:childTnLst>
                                    <p:animMotion origin="layout" path="M 0 0 L -0.095257676 0.014725824 E" pathEditMode="relative" rAng="0">
                                      <p:cBhvr additive="base">
                                        <p:cTn id="244" dur="1000" fill="hold">
                                          <p:stCondLst>
                                            <p:cond delay="0"/>
                                          </p:stCondLst>
                                        </p:cTn>
                                        <p:tgtEl>
                                          <p:spTgt spid="191"/>
                                        </p:tgtEl>
                                      </p:cBhvr>
                                      <p:rCtr x="0" y="0"/>
                                    </p:animMotion>
                                  </p:childTnLst>
                                </p:cTn>
                              </p:par>
                              <p:par>
                                <p:cTn id="245" presetID="1" presetClass="exit" presetSubtype="0" fill="hold" nodeType="withEffect">
                                  <p:stCondLst>
                                    <p:cond delay="1000"/>
                                  </p:stCondLst>
                                  <p:childTnLst>
                                    <p:set>
                                      <p:cBhvr>
                                        <p:cTn id="246" dur="1" fill="hold">
                                          <p:stCondLst>
                                            <p:cond delay="0"/>
                                          </p:stCondLst>
                                        </p:cTn>
                                        <p:tgtEl>
                                          <p:spTgt spid="191"/>
                                        </p:tgtEl>
                                        <p:attrNameLst>
                                          <p:attrName>style.visibility</p:attrName>
                                        </p:attrNameLst>
                                      </p:cBhvr>
                                      <p:to>
                                        <p:strVal val="hidden"/>
                                      </p:to>
                                    </p:set>
                                  </p:childTnLst>
                                </p:cTn>
                              </p:par>
                              <p:par>
                                <p:cTn id="247" presetID="1" presetClass="entr" presetSubtype="0" fill="hold" nodeType="withEffect">
                                  <p:stCondLst>
                                    <p:cond delay="0"/>
                                  </p:stCondLst>
                                  <p:childTnLst>
                                    <p:set>
                                      <p:cBhvr>
                                        <p:cTn id="248" dur="1" fill="hold">
                                          <p:stCondLst>
                                            <p:cond delay="0"/>
                                          </p:stCondLst>
                                        </p:cTn>
                                        <p:tgtEl>
                                          <p:spTgt spid="192"/>
                                        </p:tgtEl>
                                        <p:attrNameLst>
                                          <p:attrName>style.visibility</p:attrName>
                                        </p:attrNameLst>
                                      </p:cBhvr>
                                      <p:to>
                                        <p:strVal val="visible"/>
                                      </p:to>
                                    </p:set>
                                  </p:childTnLst>
                                </p:cTn>
                              </p:par>
                              <p:par>
                                <p:cTn id="249" presetID="0" presetClass="path" presetSubtype="0" fill="hold" nodeType="withEffect">
                                  <p:stCondLst>
                                    <p:cond delay="0"/>
                                  </p:stCondLst>
                                  <p:childTnLst>
                                    <p:animMotion origin="layout" path="M 0 0 L -0.111901009 -0.207584480 E" pathEditMode="relative" rAng="0">
                                      <p:cBhvr additive="base">
                                        <p:cTn id="250" dur="1000" fill="hold">
                                          <p:stCondLst>
                                            <p:cond delay="0"/>
                                          </p:stCondLst>
                                        </p:cTn>
                                        <p:tgtEl>
                                          <p:spTgt spid="192"/>
                                        </p:tgtEl>
                                      </p:cBhvr>
                                      <p:rCtr x="0" y="0"/>
                                    </p:animMotion>
                                  </p:childTnLst>
                                </p:cTn>
                              </p:par>
                              <p:par>
                                <p:cTn id="251" presetID="1" presetClass="exit" presetSubtype="0" fill="hold" nodeType="withEffect">
                                  <p:stCondLst>
                                    <p:cond delay="1000"/>
                                  </p:stCondLst>
                                  <p:childTnLst>
                                    <p:set>
                                      <p:cBhvr>
                                        <p:cTn id="252" dur="1" fill="hold">
                                          <p:stCondLst>
                                            <p:cond delay="0"/>
                                          </p:stCondLst>
                                        </p:cTn>
                                        <p:tgtEl>
                                          <p:spTgt spid="192"/>
                                        </p:tgtEl>
                                        <p:attrNameLst>
                                          <p:attrName>style.visibility</p:attrName>
                                        </p:attrNameLst>
                                      </p:cBhvr>
                                      <p:to>
                                        <p:strVal val="hidden"/>
                                      </p:to>
                                    </p:set>
                                  </p:childTnLst>
                                </p:cTn>
                              </p:par>
                              <p:par>
                                <p:cTn id="253" presetID="1" presetClass="entr" presetSubtype="0" fill="hold" nodeType="withEffect">
                                  <p:stCondLst>
                                    <p:cond delay="0"/>
                                  </p:stCondLst>
                                  <p:childTnLst>
                                    <p:set>
                                      <p:cBhvr>
                                        <p:cTn id="254" dur="1" fill="hold">
                                          <p:stCondLst>
                                            <p:cond delay="0"/>
                                          </p:stCondLst>
                                        </p:cTn>
                                        <p:tgtEl>
                                          <p:spTgt spid="193"/>
                                        </p:tgtEl>
                                        <p:attrNameLst>
                                          <p:attrName>style.visibility</p:attrName>
                                        </p:attrNameLst>
                                      </p:cBhvr>
                                      <p:to>
                                        <p:strVal val="visible"/>
                                      </p:to>
                                    </p:set>
                                  </p:childTnLst>
                                </p:cTn>
                              </p:par>
                              <p:par>
                                <p:cTn id="255" presetID="0" presetClass="path" presetSubtype="0" fill="hold" nodeType="withEffect">
                                  <p:stCondLst>
                                    <p:cond delay="0"/>
                                  </p:stCondLst>
                                  <p:childTnLst>
                                    <p:animMotion origin="layout" path="M 0 0 L -0.098812244 -0.068738952 E" pathEditMode="relative" rAng="0">
                                      <p:cBhvr additive="base">
                                        <p:cTn id="256" dur="1000" fill="hold">
                                          <p:stCondLst>
                                            <p:cond delay="0"/>
                                          </p:stCondLst>
                                        </p:cTn>
                                        <p:tgtEl>
                                          <p:spTgt spid="193"/>
                                        </p:tgtEl>
                                      </p:cBhvr>
                                      <p:rCtr x="0" y="0"/>
                                    </p:animMotion>
                                  </p:childTnLst>
                                </p:cTn>
                              </p:par>
                              <p:par>
                                <p:cTn id="257" presetID="1" presetClass="exit" presetSubtype="0" fill="hold" nodeType="withEffect">
                                  <p:stCondLst>
                                    <p:cond delay="1000"/>
                                  </p:stCondLst>
                                  <p:childTnLst>
                                    <p:set>
                                      <p:cBhvr>
                                        <p:cTn id="258" dur="1" fill="hold">
                                          <p:stCondLst>
                                            <p:cond delay="0"/>
                                          </p:stCondLst>
                                        </p:cTn>
                                        <p:tgtEl>
                                          <p:spTgt spid="193"/>
                                        </p:tgtEl>
                                        <p:attrNameLst>
                                          <p:attrName>style.visibility</p:attrName>
                                        </p:attrNameLst>
                                      </p:cBhvr>
                                      <p:to>
                                        <p:strVal val="hidden"/>
                                      </p:to>
                                    </p:set>
                                  </p:childTnLst>
                                </p:cTn>
                              </p:par>
                              <p:par>
                                <p:cTn id="259" presetID="1" presetClass="exit" presetSubtype="0" fill="hold" nodeType="withEffect">
                                  <p:stCondLst>
                                    <p:cond delay="1100"/>
                                  </p:stCondLst>
                                  <p:childTnLst>
                                    <p:set>
                                      <p:cBhvr>
                                        <p:cTn id="260" dur="1" fill="hold">
                                          <p:stCondLst>
                                            <p:cond delay="0"/>
                                          </p:stCondLst>
                                        </p:cTn>
                                        <p:tgtEl>
                                          <p:spTgt spid="84"/>
                                        </p:tgtEl>
                                        <p:attrNameLst>
                                          <p:attrName>style.visibility</p:attrName>
                                        </p:attrNameLst>
                                      </p:cBhvr>
                                      <p:to>
                                        <p:strVal val="hidden"/>
                                      </p:to>
                                    </p:set>
                                  </p:childTnLst>
                                </p:cTn>
                              </p:par>
                              <p:par>
                                <p:cTn id="261" presetID="1" presetClass="entr" presetSubtype="0" fill="hold" nodeType="withEffect">
                                  <p:stCondLst>
                                    <p:cond delay="1100"/>
                                  </p:stCondLst>
                                  <p:childTnLst>
                                    <p:set>
                                      <p:cBhvr>
                                        <p:cTn id="262" dur="1" fill="hold">
                                          <p:stCondLst>
                                            <p:cond delay="0"/>
                                          </p:stCondLst>
                                        </p:cTn>
                                        <p:tgtEl>
                                          <p:spTgt spid="144"/>
                                        </p:tgtEl>
                                        <p:attrNameLst>
                                          <p:attrName>style.visibility</p:attrName>
                                        </p:attrNameLst>
                                      </p:cBhvr>
                                      <p:to>
                                        <p:strVal val="visible"/>
                                      </p:to>
                                    </p:set>
                                  </p:childTnLst>
                                </p:cTn>
                              </p:par>
                              <p:par>
                                <p:cTn id="263" presetID="1" presetClass="exit" presetSubtype="0" fill="hold" nodeType="withEffect">
                                  <p:stCondLst>
                                    <p:cond delay="1100"/>
                                  </p:stCondLst>
                                  <p:childTnLst>
                                    <p:set>
                                      <p:cBhvr>
                                        <p:cTn id="264" dur="1" fill="hold">
                                          <p:stCondLst>
                                            <p:cond delay="0"/>
                                          </p:stCondLst>
                                        </p:cTn>
                                        <p:tgtEl>
                                          <p:spTgt spid="85"/>
                                        </p:tgtEl>
                                        <p:attrNameLst>
                                          <p:attrName>style.visibility</p:attrName>
                                        </p:attrNameLst>
                                      </p:cBhvr>
                                      <p:to>
                                        <p:strVal val="hidden"/>
                                      </p:to>
                                    </p:set>
                                  </p:childTnLst>
                                </p:cTn>
                              </p:par>
                              <p:par>
                                <p:cTn id="265" presetID="1" presetClass="entr" presetSubtype="0" fill="hold" nodeType="withEffect">
                                  <p:stCondLst>
                                    <p:cond delay="1100"/>
                                  </p:stCondLst>
                                  <p:childTnLst>
                                    <p:set>
                                      <p:cBhvr>
                                        <p:cTn id="266" dur="1" fill="hold">
                                          <p:stCondLst>
                                            <p:cond delay="0"/>
                                          </p:stCondLst>
                                        </p:cTn>
                                        <p:tgtEl>
                                          <p:spTgt spid="145"/>
                                        </p:tgtEl>
                                        <p:attrNameLst>
                                          <p:attrName>style.visibility</p:attrName>
                                        </p:attrNameLst>
                                      </p:cBhvr>
                                      <p:to>
                                        <p:strVal val="visible"/>
                                      </p:to>
                                    </p:set>
                                  </p:childTnLst>
                                </p:cTn>
                              </p:par>
                              <p:par>
                                <p:cTn id="267" presetID="1" presetClass="exit" presetSubtype="0" fill="hold" nodeType="withEffect">
                                  <p:stCondLst>
                                    <p:cond delay="1100"/>
                                  </p:stCondLst>
                                  <p:childTnLst>
                                    <p:set>
                                      <p:cBhvr>
                                        <p:cTn id="268" dur="1" fill="hold">
                                          <p:stCondLst>
                                            <p:cond delay="0"/>
                                          </p:stCondLst>
                                        </p:cTn>
                                        <p:tgtEl>
                                          <p:spTgt spid="86"/>
                                        </p:tgtEl>
                                        <p:attrNameLst>
                                          <p:attrName>style.visibility</p:attrName>
                                        </p:attrNameLst>
                                      </p:cBhvr>
                                      <p:to>
                                        <p:strVal val="hidden"/>
                                      </p:to>
                                    </p:set>
                                  </p:childTnLst>
                                </p:cTn>
                              </p:par>
                              <p:par>
                                <p:cTn id="269" presetID="1" presetClass="entr" presetSubtype="0" fill="hold" nodeType="withEffect">
                                  <p:stCondLst>
                                    <p:cond delay="1100"/>
                                  </p:stCondLst>
                                  <p:childTnLst>
                                    <p:set>
                                      <p:cBhvr>
                                        <p:cTn id="270" dur="1" fill="hold">
                                          <p:stCondLst>
                                            <p:cond delay="0"/>
                                          </p:stCondLst>
                                        </p:cTn>
                                        <p:tgtEl>
                                          <p:spTgt spid="146"/>
                                        </p:tgtEl>
                                        <p:attrNameLst>
                                          <p:attrName>style.visibility</p:attrName>
                                        </p:attrNameLst>
                                      </p:cBhvr>
                                      <p:to>
                                        <p:strVal val="visible"/>
                                      </p:to>
                                    </p:set>
                                  </p:childTnLst>
                                </p:cTn>
                              </p:par>
                              <p:par>
                                <p:cTn id="271" presetID="1" presetClass="exit" presetSubtype="0" fill="hold" nodeType="withEffect">
                                  <p:stCondLst>
                                    <p:cond delay="1100"/>
                                  </p:stCondLst>
                                  <p:childTnLst>
                                    <p:set>
                                      <p:cBhvr>
                                        <p:cTn id="272" dur="1" fill="hold">
                                          <p:stCondLst>
                                            <p:cond delay="0"/>
                                          </p:stCondLst>
                                        </p:cTn>
                                        <p:tgtEl>
                                          <p:spTgt spid="87"/>
                                        </p:tgtEl>
                                        <p:attrNameLst>
                                          <p:attrName>style.visibility</p:attrName>
                                        </p:attrNameLst>
                                      </p:cBhvr>
                                      <p:to>
                                        <p:strVal val="hidden"/>
                                      </p:to>
                                    </p:set>
                                  </p:childTnLst>
                                </p:cTn>
                              </p:par>
                              <p:par>
                                <p:cTn id="273" presetID="1" presetClass="entr" presetSubtype="0" fill="hold" nodeType="withEffect">
                                  <p:stCondLst>
                                    <p:cond delay="1100"/>
                                  </p:stCondLst>
                                  <p:childTnLst>
                                    <p:set>
                                      <p:cBhvr>
                                        <p:cTn id="274" dur="1" fill="hold">
                                          <p:stCondLst>
                                            <p:cond delay="0"/>
                                          </p:stCondLst>
                                        </p:cTn>
                                        <p:tgtEl>
                                          <p:spTgt spid="147"/>
                                        </p:tgtEl>
                                        <p:attrNameLst>
                                          <p:attrName>style.visibility</p:attrName>
                                        </p:attrNameLst>
                                      </p:cBhvr>
                                      <p:to>
                                        <p:strVal val="visible"/>
                                      </p:to>
                                    </p:set>
                                  </p:childTnLst>
                                </p:cTn>
                              </p:par>
                              <p:par>
                                <p:cTn id="275" presetID="1" presetClass="exit" presetSubtype="0" fill="hold" nodeType="withEffect">
                                  <p:stCondLst>
                                    <p:cond delay="1100"/>
                                  </p:stCondLst>
                                  <p:childTnLst>
                                    <p:set>
                                      <p:cBhvr>
                                        <p:cTn id="276" dur="1" fill="hold">
                                          <p:stCondLst>
                                            <p:cond delay="0"/>
                                          </p:stCondLst>
                                        </p:cTn>
                                        <p:tgtEl>
                                          <p:spTgt spid="88"/>
                                        </p:tgtEl>
                                        <p:attrNameLst>
                                          <p:attrName>style.visibility</p:attrName>
                                        </p:attrNameLst>
                                      </p:cBhvr>
                                      <p:to>
                                        <p:strVal val="hidden"/>
                                      </p:to>
                                    </p:set>
                                  </p:childTnLst>
                                </p:cTn>
                              </p:par>
                              <p:par>
                                <p:cTn id="277" presetID="1" presetClass="entr" presetSubtype="0" fill="hold" nodeType="withEffect">
                                  <p:stCondLst>
                                    <p:cond delay="1100"/>
                                  </p:stCondLst>
                                  <p:childTnLst>
                                    <p:set>
                                      <p:cBhvr>
                                        <p:cTn id="278" dur="1" fill="hold">
                                          <p:stCondLst>
                                            <p:cond delay="0"/>
                                          </p:stCondLst>
                                        </p:cTn>
                                        <p:tgtEl>
                                          <p:spTgt spid="148"/>
                                        </p:tgtEl>
                                        <p:attrNameLst>
                                          <p:attrName>style.visibility</p:attrName>
                                        </p:attrNameLst>
                                      </p:cBhvr>
                                      <p:to>
                                        <p:strVal val="visible"/>
                                      </p:to>
                                    </p:set>
                                  </p:childTnLst>
                                </p:cTn>
                              </p:par>
                              <p:par>
                                <p:cTn id="279" presetID="1" presetClass="exit" presetSubtype="0" fill="hold" nodeType="withEffect">
                                  <p:stCondLst>
                                    <p:cond delay="1100"/>
                                  </p:stCondLst>
                                  <p:childTnLst>
                                    <p:set>
                                      <p:cBhvr>
                                        <p:cTn id="280" dur="1" fill="hold">
                                          <p:stCondLst>
                                            <p:cond delay="0"/>
                                          </p:stCondLst>
                                        </p:cTn>
                                        <p:tgtEl>
                                          <p:spTgt spid="89"/>
                                        </p:tgtEl>
                                        <p:attrNameLst>
                                          <p:attrName>style.visibility</p:attrName>
                                        </p:attrNameLst>
                                      </p:cBhvr>
                                      <p:to>
                                        <p:strVal val="hidden"/>
                                      </p:to>
                                    </p:set>
                                  </p:childTnLst>
                                </p:cTn>
                              </p:par>
                              <p:par>
                                <p:cTn id="281" presetID="1" presetClass="entr" presetSubtype="0" fill="hold" nodeType="withEffect">
                                  <p:stCondLst>
                                    <p:cond delay="1100"/>
                                  </p:stCondLst>
                                  <p:childTnLst>
                                    <p:set>
                                      <p:cBhvr>
                                        <p:cTn id="282" dur="1" fill="hold">
                                          <p:stCondLst>
                                            <p:cond delay="0"/>
                                          </p:stCondLst>
                                        </p:cTn>
                                        <p:tgtEl>
                                          <p:spTgt spid="149"/>
                                        </p:tgtEl>
                                        <p:attrNameLst>
                                          <p:attrName>style.visibility</p:attrName>
                                        </p:attrNameLst>
                                      </p:cBhvr>
                                      <p:to>
                                        <p:strVal val="visible"/>
                                      </p:to>
                                    </p:set>
                                  </p:childTnLst>
                                </p:cTn>
                              </p:par>
                              <p:par>
                                <p:cTn id="283" presetID="1" presetClass="exit" presetSubtype="0" fill="hold" nodeType="withEffect">
                                  <p:stCondLst>
                                    <p:cond delay="1100"/>
                                  </p:stCondLst>
                                  <p:childTnLst>
                                    <p:set>
                                      <p:cBhvr>
                                        <p:cTn id="284" dur="1" fill="hold">
                                          <p:stCondLst>
                                            <p:cond delay="0"/>
                                          </p:stCondLst>
                                        </p:cTn>
                                        <p:tgtEl>
                                          <p:spTgt spid="90"/>
                                        </p:tgtEl>
                                        <p:attrNameLst>
                                          <p:attrName>style.visibility</p:attrName>
                                        </p:attrNameLst>
                                      </p:cBhvr>
                                      <p:to>
                                        <p:strVal val="hidden"/>
                                      </p:to>
                                    </p:set>
                                  </p:childTnLst>
                                </p:cTn>
                              </p:par>
                              <p:par>
                                <p:cTn id="285" presetID="1" presetClass="entr" presetSubtype="0" fill="hold" nodeType="withEffect">
                                  <p:stCondLst>
                                    <p:cond delay="1100"/>
                                  </p:stCondLst>
                                  <p:childTnLst>
                                    <p:set>
                                      <p:cBhvr>
                                        <p:cTn id="286" dur="1" fill="hold">
                                          <p:stCondLst>
                                            <p:cond delay="0"/>
                                          </p:stCondLst>
                                        </p:cTn>
                                        <p:tgtEl>
                                          <p:spTgt spid="150"/>
                                        </p:tgtEl>
                                        <p:attrNameLst>
                                          <p:attrName>style.visibility</p:attrName>
                                        </p:attrNameLst>
                                      </p:cBhvr>
                                      <p:to>
                                        <p:strVal val="visible"/>
                                      </p:to>
                                    </p:set>
                                  </p:childTnLst>
                                </p:cTn>
                              </p:par>
                              <p:par>
                                <p:cTn id="287" presetID="1" presetClass="exit" presetSubtype="0" fill="hold" nodeType="withEffect">
                                  <p:stCondLst>
                                    <p:cond delay="1100"/>
                                  </p:stCondLst>
                                  <p:childTnLst>
                                    <p:set>
                                      <p:cBhvr>
                                        <p:cTn id="288" dur="1" fill="hold">
                                          <p:stCondLst>
                                            <p:cond delay="0"/>
                                          </p:stCondLst>
                                        </p:cTn>
                                        <p:tgtEl>
                                          <p:spTgt spid="91"/>
                                        </p:tgtEl>
                                        <p:attrNameLst>
                                          <p:attrName>style.visibility</p:attrName>
                                        </p:attrNameLst>
                                      </p:cBhvr>
                                      <p:to>
                                        <p:strVal val="hidden"/>
                                      </p:to>
                                    </p:set>
                                  </p:childTnLst>
                                </p:cTn>
                              </p:par>
                              <p:par>
                                <p:cTn id="289" presetID="1" presetClass="entr" presetSubtype="0" fill="hold" nodeType="withEffect">
                                  <p:stCondLst>
                                    <p:cond delay="1100"/>
                                  </p:stCondLst>
                                  <p:childTnLst>
                                    <p:set>
                                      <p:cBhvr>
                                        <p:cTn id="290" dur="1" fill="hold">
                                          <p:stCondLst>
                                            <p:cond delay="0"/>
                                          </p:stCondLst>
                                        </p:cTn>
                                        <p:tgtEl>
                                          <p:spTgt spid="151"/>
                                        </p:tgtEl>
                                        <p:attrNameLst>
                                          <p:attrName>style.visibility</p:attrName>
                                        </p:attrNameLst>
                                      </p:cBhvr>
                                      <p:to>
                                        <p:strVal val="visible"/>
                                      </p:to>
                                    </p:set>
                                  </p:childTnLst>
                                </p:cTn>
                              </p:par>
                            </p:childTnLst>
                          </p:cTn>
                        </p:par>
                      </p:childTnLst>
                    </p:cTn>
                  </p:par>
                  <p:par>
                    <p:cTn id="291" fill="hold">
                      <p:stCondLst>
                        <p:cond delay="indefinite"/>
                      </p:stCondLst>
                      <p:childTnLst>
                        <p:par>
                          <p:cTn id="292" fill="hold">
                            <p:stCondLst>
                              <p:cond delay="0"/>
                            </p:stCondLst>
                            <p:childTnLst>
                              <p:par>
                                <p:cTn id="293" presetID="1" presetClass="entr" presetSubtype="0" fill="hold" nodeType="clickEffect">
                                  <p:stCondLst>
                                    <p:cond delay="0"/>
                                  </p:stCondLst>
                                  <p:childTnLst>
                                    <p:set>
                                      <p:cBhvr>
                                        <p:cTn id="294" dur="1" fill="hold">
                                          <p:stCondLst>
                                            <p:cond delay="0"/>
                                          </p:stCondLst>
                                        </p:cTn>
                                        <p:tgtEl>
                                          <p:spTgt spid="180"/>
                                        </p:tgtEl>
                                        <p:attrNameLst>
                                          <p:attrName>style.visibility</p:attrName>
                                        </p:attrNameLst>
                                      </p:cBhvr>
                                      <p:to>
                                        <p:strVal val="visible"/>
                                      </p:to>
                                    </p:set>
                                  </p:childTnLst>
                                </p:cTn>
                              </p:par>
                              <p:par>
                                <p:cTn id="295" presetID="0" presetClass="path" presetSubtype="0" fill="hold" nodeType="withEffect">
                                  <p:stCondLst>
                                    <p:cond delay="0"/>
                                  </p:stCondLst>
                                  <p:childTnLst>
                                    <p:animMotion origin="layout" path="M 0 0 L -0.096551675 -0.041046123 E" pathEditMode="relative" rAng="0">
                                      <p:cBhvr additive="base">
                                        <p:cTn id="296" dur="1000" fill="hold">
                                          <p:stCondLst>
                                            <p:cond delay="0"/>
                                          </p:stCondLst>
                                        </p:cTn>
                                        <p:tgtEl>
                                          <p:spTgt spid="180"/>
                                        </p:tgtEl>
                                      </p:cBhvr>
                                      <p:rCtr x="0" y="0"/>
                                    </p:animMotion>
                                  </p:childTnLst>
                                </p:cTn>
                              </p:par>
                              <p:par>
                                <p:cTn id="297" presetID="1" presetClass="exit" presetSubtype="0" fill="hold" nodeType="withEffect">
                                  <p:stCondLst>
                                    <p:cond delay="1000"/>
                                  </p:stCondLst>
                                  <p:childTnLst>
                                    <p:set>
                                      <p:cBhvr>
                                        <p:cTn id="298" dur="1" fill="hold">
                                          <p:stCondLst>
                                            <p:cond delay="0"/>
                                          </p:stCondLst>
                                        </p:cTn>
                                        <p:tgtEl>
                                          <p:spTgt spid="180"/>
                                        </p:tgtEl>
                                        <p:attrNameLst>
                                          <p:attrName>style.visibility</p:attrName>
                                        </p:attrNameLst>
                                      </p:cBhvr>
                                      <p:to>
                                        <p:strVal val="hidden"/>
                                      </p:to>
                                    </p:set>
                                  </p:childTnLst>
                                </p:cTn>
                              </p:par>
                              <p:par>
                                <p:cTn id="299" presetID="1" presetClass="entr" presetSubtype="0" fill="hold" nodeType="withEffect">
                                  <p:stCondLst>
                                    <p:cond delay="0"/>
                                  </p:stCondLst>
                                  <p:childTnLst>
                                    <p:set>
                                      <p:cBhvr>
                                        <p:cTn id="300" dur="1" fill="hold">
                                          <p:stCondLst>
                                            <p:cond delay="0"/>
                                          </p:stCondLst>
                                        </p:cTn>
                                        <p:tgtEl>
                                          <p:spTgt spid="181"/>
                                        </p:tgtEl>
                                        <p:attrNameLst>
                                          <p:attrName>style.visibility</p:attrName>
                                        </p:attrNameLst>
                                      </p:cBhvr>
                                      <p:to>
                                        <p:strVal val="visible"/>
                                      </p:to>
                                    </p:set>
                                  </p:childTnLst>
                                </p:cTn>
                              </p:par>
                              <p:par>
                                <p:cTn id="301" presetID="0" presetClass="path" presetSubtype="0" fill="hold" nodeType="withEffect">
                                  <p:stCondLst>
                                    <p:cond delay="0"/>
                                  </p:stCondLst>
                                  <p:childTnLst>
                                    <p:animMotion origin="layout" path="M 0 0 L -0.097746545 0.056664664 E" pathEditMode="relative" rAng="0">
                                      <p:cBhvr additive="base">
                                        <p:cTn id="302" dur="1000" fill="hold">
                                          <p:stCondLst>
                                            <p:cond delay="0"/>
                                          </p:stCondLst>
                                        </p:cTn>
                                        <p:tgtEl>
                                          <p:spTgt spid="181"/>
                                        </p:tgtEl>
                                      </p:cBhvr>
                                      <p:rCtr x="0" y="0"/>
                                    </p:animMotion>
                                  </p:childTnLst>
                                </p:cTn>
                              </p:par>
                              <p:par>
                                <p:cTn id="303" presetID="1" presetClass="exit" presetSubtype="0" fill="hold" nodeType="withEffect">
                                  <p:stCondLst>
                                    <p:cond delay="1000"/>
                                  </p:stCondLst>
                                  <p:childTnLst>
                                    <p:set>
                                      <p:cBhvr>
                                        <p:cTn id="304" dur="1" fill="hold">
                                          <p:stCondLst>
                                            <p:cond delay="0"/>
                                          </p:stCondLst>
                                        </p:cTn>
                                        <p:tgtEl>
                                          <p:spTgt spid="181"/>
                                        </p:tgtEl>
                                        <p:attrNameLst>
                                          <p:attrName>style.visibility</p:attrName>
                                        </p:attrNameLst>
                                      </p:cBhvr>
                                      <p:to>
                                        <p:strVal val="hidden"/>
                                      </p:to>
                                    </p:set>
                                  </p:childTnLst>
                                </p:cTn>
                              </p:par>
                              <p:par>
                                <p:cTn id="305" presetID="1" presetClass="entr" presetSubtype="0" fill="hold" nodeType="withEffect">
                                  <p:stCondLst>
                                    <p:cond delay="0"/>
                                  </p:stCondLst>
                                  <p:childTnLst>
                                    <p:set>
                                      <p:cBhvr>
                                        <p:cTn id="306" dur="1" fill="hold">
                                          <p:stCondLst>
                                            <p:cond delay="0"/>
                                          </p:stCondLst>
                                        </p:cTn>
                                        <p:tgtEl>
                                          <p:spTgt spid="182"/>
                                        </p:tgtEl>
                                        <p:attrNameLst>
                                          <p:attrName>style.visibility</p:attrName>
                                        </p:attrNameLst>
                                      </p:cBhvr>
                                      <p:to>
                                        <p:strVal val="visible"/>
                                      </p:to>
                                    </p:set>
                                  </p:childTnLst>
                                </p:cTn>
                              </p:par>
                              <p:par>
                                <p:cTn id="307" presetID="0" presetClass="path" presetSubtype="0" fill="hold" nodeType="withEffect">
                                  <p:stCondLst>
                                    <p:cond delay="0"/>
                                  </p:stCondLst>
                                  <p:childTnLst>
                                    <p:animMotion origin="layout" path="M 0 0 L -0.108914639 0.172579718 E" pathEditMode="relative" rAng="0">
                                      <p:cBhvr additive="base">
                                        <p:cTn id="308" dur="1000" fill="hold">
                                          <p:stCondLst>
                                            <p:cond delay="0"/>
                                          </p:stCondLst>
                                        </p:cTn>
                                        <p:tgtEl>
                                          <p:spTgt spid="182"/>
                                        </p:tgtEl>
                                      </p:cBhvr>
                                      <p:rCtr x="0" y="0"/>
                                    </p:animMotion>
                                  </p:childTnLst>
                                </p:cTn>
                              </p:par>
                              <p:par>
                                <p:cTn id="309" presetID="1" presetClass="exit" presetSubtype="0" fill="hold" nodeType="withEffect">
                                  <p:stCondLst>
                                    <p:cond delay="1000"/>
                                  </p:stCondLst>
                                  <p:childTnLst>
                                    <p:set>
                                      <p:cBhvr>
                                        <p:cTn id="310" dur="1" fill="hold">
                                          <p:stCondLst>
                                            <p:cond delay="0"/>
                                          </p:stCondLst>
                                        </p:cTn>
                                        <p:tgtEl>
                                          <p:spTgt spid="182"/>
                                        </p:tgtEl>
                                        <p:attrNameLst>
                                          <p:attrName>style.visibility</p:attrName>
                                        </p:attrNameLst>
                                      </p:cBhvr>
                                      <p:to>
                                        <p:strVal val="hidden"/>
                                      </p:to>
                                    </p:set>
                                  </p:childTnLst>
                                </p:cTn>
                              </p:par>
                              <p:par>
                                <p:cTn id="311" presetID="1" presetClass="entr" presetSubtype="0" fill="hold" nodeType="withEffect">
                                  <p:stCondLst>
                                    <p:cond delay="0"/>
                                  </p:stCondLst>
                                  <p:childTnLst>
                                    <p:set>
                                      <p:cBhvr>
                                        <p:cTn id="312" dur="1" fill="hold">
                                          <p:stCondLst>
                                            <p:cond delay="0"/>
                                          </p:stCondLst>
                                        </p:cTn>
                                        <p:tgtEl>
                                          <p:spTgt spid="183"/>
                                        </p:tgtEl>
                                        <p:attrNameLst>
                                          <p:attrName>style.visibility</p:attrName>
                                        </p:attrNameLst>
                                      </p:cBhvr>
                                      <p:to>
                                        <p:strVal val="visible"/>
                                      </p:to>
                                    </p:set>
                                  </p:childTnLst>
                                </p:cTn>
                              </p:par>
                              <p:par>
                                <p:cTn id="313" presetID="0" presetClass="path" presetSubtype="0" fill="hold" nodeType="withEffect">
                                  <p:stCondLst>
                                    <p:cond delay="0"/>
                                  </p:stCondLst>
                                  <p:childTnLst>
                                    <p:animMotion origin="layout" path="M 0 0 L -0.108914639 -0.172579718 E" pathEditMode="relative" rAng="0">
                                      <p:cBhvr additive="base">
                                        <p:cTn id="314" dur="1000" fill="hold">
                                          <p:stCondLst>
                                            <p:cond delay="0"/>
                                          </p:stCondLst>
                                        </p:cTn>
                                        <p:tgtEl>
                                          <p:spTgt spid="183"/>
                                        </p:tgtEl>
                                      </p:cBhvr>
                                      <p:rCtr x="0" y="0"/>
                                    </p:animMotion>
                                  </p:childTnLst>
                                </p:cTn>
                              </p:par>
                              <p:par>
                                <p:cTn id="315" presetID="1" presetClass="exit" presetSubtype="0" fill="hold" nodeType="withEffect">
                                  <p:stCondLst>
                                    <p:cond delay="1000"/>
                                  </p:stCondLst>
                                  <p:childTnLst>
                                    <p:set>
                                      <p:cBhvr>
                                        <p:cTn id="316" dur="1" fill="hold">
                                          <p:stCondLst>
                                            <p:cond delay="0"/>
                                          </p:stCondLst>
                                        </p:cTn>
                                        <p:tgtEl>
                                          <p:spTgt spid="183"/>
                                        </p:tgtEl>
                                        <p:attrNameLst>
                                          <p:attrName>style.visibility</p:attrName>
                                        </p:attrNameLst>
                                      </p:cBhvr>
                                      <p:to>
                                        <p:strVal val="hidden"/>
                                      </p:to>
                                    </p:set>
                                  </p:childTnLst>
                                </p:cTn>
                              </p:par>
                              <p:par>
                                <p:cTn id="317" presetID="1" presetClass="entr" presetSubtype="0" fill="hold" nodeType="withEffect">
                                  <p:stCondLst>
                                    <p:cond delay="0"/>
                                  </p:stCondLst>
                                  <p:childTnLst>
                                    <p:set>
                                      <p:cBhvr>
                                        <p:cTn id="318" dur="1" fill="hold">
                                          <p:stCondLst>
                                            <p:cond delay="0"/>
                                          </p:stCondLst>
                                        </p:cTn>
                                        <p:tgtEl>
                                          <p:spTgt spid="184"/>
                                        </p:tgtEl>
                                        <p:attrNameLst>
                                          <p:attrName>style.visibility</p:attrName>
                                        </p:attrNameLst>
                                      </p:cBhvr>
                                      <p:to>
                                        <p:strVal val="visible"/>
                                      </p:to>
                                    </p:set>
                                  </p:childTnLst>
                                </p:cTn>
                              </p:par>
                              <p:par>
                                <p:cTn id="319" presetID="0" presetClass="path" presetSubtype="0" fill="hold" nodeType="withEffect">
                                  <p:stCondLst>
                                    <p:cond delay="0"/>
                                  </p:stCondLst>
                                  <p:childTnLst>
                                    <p:animMotion origin="layout" path="M 0 0 L -0.097746545 -0.056664664 E" pathEditMode="relative" rAng="0">
                                      <p:cBhvr additive="base">
                                        <p:cTn id="320" dur="1000" fill="hold">
                                          <p:stCondLst>
                                            <p:cond delay="0"/>
                                          </p:stCondLst>
                                        </p:cTn>
                                        <p:tgtEl>
                                          <p:spTgt spid="184"/>
                                        </p:tgtEl>
                                      </p:cBhvr>
                                      <p:rCtr x="0" y="0"/>
                                    </p:animMotion>
                                  </p:childTnLst>
                                </p:cTn>
                              </p:par>
                              <p:par>
                                <p:cTn id="321" presetID="1" presetClass="exit" presetSubtype="0" fill="hold" nodeType="withEffect">
                                  <p:stCondLst>
                                    <p:cond delay="1000"/>
                                  </p:stCondLst>
                                  <p:childTnLst>
                                    <p:set>
                                      <p:cBhvr>
                                        <p:cTn id="322" dur="1" fill="hold">
                                          <p:stCondLst>
                                            <p:cond delay="0"/>
                                          </p:stCondLst>
                                        </p:cTn>
                                        <p:tgtEl>
                                          <p:spTgt spid="184"/>
                                        </p:tgtEl>
                                        <p:attrNameLst>
                                          <p:attrName>style.visibility</p:attrName>
                                        </p:attrNameLst>
                                      </p:cBhvr>
                                      <p:to>
                                        <p:strVal val="hidden"/>
                                      </p:to>
                                    </p:set>
                                  </p:childTnLst>
                                </p:cTn>
                              </p:par>
                              <p:par>
                                <p:cTn id="323" presetID="1" presetClass="entr" presetSubtype="0" fill="hold" nodeType="withEffect">
                                  <p:stCondLst>
                                    <p:cond delay="0"/>
                                  </p:stCondLst>
                                  <p:childTnLst>
                                    <p:set>
                                      <p:cBhvr>
                                        <p:cTn id="324" dur="1" fill="hold">
                                          <p:stCondLst>
                                            <p:cond delay="0"/>
                                          </p:stCondLst>
                                        </p:cTn>
                                        <p:tgtEl>
                                          <p:spTgt spid="185"/>
                                        </p:tgtEl>
                                        <p:attrNameLst>
                                          <p:attrName>style.visibility</p:attrName>
                                        </p:attrNameLst>
                                      </p:cBhvr>
                                      <p:to>
                                        <p:strVal val="visible"/>
                                      </p:to>
                                    </p:set>
                                  </p:childTnLst>
                                </p:cTn>
                              </p:par>
                              <p:par>
                                <p:cTn id="325" presetID="0" presetClass="path" presetSubtype="0" fill="hold" nodeType="withEffect">
                                  <p:stCondLst>
                                    <p:cond delay="0"/>
                                  </p:stCondLst>
                                  <p:childTnLst>
                                    <p:animMotion origin="layout" path="M 0 0 L -0.096551675 0.041046123 E" pathEditMode="relative" rAng="0">
                                      <p:cBhvr additive="base">
                                        <p:cTn id="326" dur="1000" fill="hold">
                                          <p:stCondLst>
                                            <p:cond delay="0"/>
                                          </p:stCondLst>
                                        </p:cTn>
                                        <p:tgtEl>
                                          <p:spTgt spid="185"/>
                                        </p:tgtEl>
                                      </p:cBhvr>
                                      <p:rCtr x="0" y="0"/>
                                    </p:animMotion>
                                  </p:childTnLst>
                                </p:cTn>
                              </p:par>
                              <p:par>
                                <p:cTn id="327" presetID="1" presetClass="exit" presetSubtype="0" fill="hold" nodeType="withEffect">
                                  <p:stCondLst>
                                    <p:cond delay="1000"/>
                                  </p:stCondLst>
                                  <p:childTnLst>
                                    <p:set>
                                      <p:cBhvr>
                                        <p:cTn id="328" dur="1" fill="hold">
                                          <p:stCondLst>
                                            <p:cond delay="0"/>
                                          </p:stCondLst>
                                        </p:cTn>
                                        <p:tgtEl>
                                          <p:spTgt spid="185"/>
                                        </p:tgtEl>
                                        <p:attrNameLst>
                                          <p:attrName>style.visibility</p:attrName>
                                        </p:attrNameLst>
                                      </p:cBhvr>
                                      <p:to>
                                        <p:strVal val="hidden"/>
                                      </p:to>
                                    </p:set>
                                  </p:childTnLst>
                                </p:cTn>
                              </p:par>
                              <p:par>
                                <p:cTn id="329" presetID="1" presetClass="exit" presetSubtype="0" fill="hold" nodeType="withEffect">
                                  <p:stCondLst>
                                    <p:cond delay="1100"/>
                                  </p:stCondLst>
                                  <p:childTnLst>
                                    <p:set>
                                      <p:cBhvr>
                                        <p:cTn id="330" dur="1" fill="hold">
                                          <p:stCondLst>
                                            <p:cond delay="0"/>
                                          </p:stCondLst>
                                        </p:cTn>
                                        <p:tgtEl>
                                          <p:spTgt spid="78"/>
                                        </p:tgtEl>
                                        <p:attrNameLst>
                                          <p:attrName>style.visibility</p:attrName>
                                        </p:attrNameLst>
                                      </p:cBhvr>
                                      <p:to>
                                        <p:strVal val="hidden"/>
                                      </p:to>
                                    </p:set>
                                  </p:childTnLst>
                                </p:cTn>
                              </p:par>
                              <p:par>
                                <p:cTn id="331" presetID="1" presetClass="entr" presetSubtype="0" fill="hold" nodeType="withEffect">
                                  <p:stCondLst>
                                    <p:cond delay="1100"/>
                                  </p:stCondLst>
                                  <p:childTnLst>
                                    <p:set>
                                      <p:cBhvr>
                                        <p:cTn id="332" dur="1" fill="hold">
                                          <p:stCondLst>
                                            <p:cond delay="0"/>
                                          </p:stCondLst>
                                        </p:cTn>
                                        <p:tgtEl>
                                          <p:spTgt spid="138"/>
                                        </p:tgtEl>
                                        <p:attrNameLst>
                                          <p:attrName>style.visibility</p:attrName>
                                        </p:attrNameLst>
                                      </p:cBhvr>
                                      <p:to>
                                        <p:strVal val="visible"/>
                                      </p:to>
                                    </p:set>
                                  </p:childTnLst>
                                </p:cTn>
                              </p:par>
                              <p:par>
                                <p:cTn id="333" presetID="1" presetClass="exit" presetSubtype="0" fill="hold" nodeType="withEffect">
                                  <p:stCondLst>
                                    <p:cond delay="1100"/>
                                  </p:stCondLst>
                                  <p:childTnLst>
                                    <p:set>
                                      <p:cBhvr>
                                        <p:cTn id="334" dur="1" fill="hold">
                                          <p:stCondLst>
                                            <p:cond delay="0"/>
                                          </p:stCondLst>
                                        </p:cTn>
                                        <p:tgtEl>
                                          <p:spTgt spid="79"/>
                                        </p:tgtEl>
                                        <p:attrNameLst>
                                          <p:attrName>style.visibility</p:attrName>
                                        </p:attrNameLst>
                                      </p:cBhvr>
                                      <p:to>
                                        <p:strVal val="hidden"/>
                                      </p:to>
                                    </p:set>
                                  </p:childTnLst>
                                </p:cTn>
                              </p:par>
                              <p:par>
                                <p:cTn id="335" presetID="1" presetClass="entr" presetSubtype="0" fill="hold" nodeType="withEffect">
                                  <p:stCondLst>
                                    <p:cond delay="1100"/>
                                  </p:stCondLst>
                                  <p:childTnLst>
                                    <p:set>
                                      <p:cBhvr>
                                        <p:cTn id="336" dur="1" fill="hold">
                                          <p:stCondLst>
                                            <p:cond delay="0"/>
                                          </p:stCondLst>
                                        </p:cTn>
                                        <p:tgtEl>
                                          <p:spTgt spid="139"/>
                                        </p:tgtEl>
                                        <p:attrNameLst>
                                          <p:attrName>style.visibility</p:attrName>
                                        </p:attrNameLst>
                                      </p:cBhvr>
                                      <p:to>
                                        <p:strVal val="visible"/>
                                      </p:to>
                                    </p:set>
                                  </p:childTnLst>
                                </p:cTn>
                              </p:par>
                              <p:par>
                                <p:cTn id="337" presetID="1" presetClass="exit" presetSubtype="0" fill="hold" nodeType="withEffect">
                                  <p:stCondLst>
                                    <p:cond delay="1100"/>
                                  </p:stCondLst>
                                  <p:childTnLst>
                                    <p:set>
                                      <p:cBhvr>
                                        <p:cTn id="338" dur="1" fill="hold">
                                          <p:stCondLst>
                                            <p:cond delay="0"/>
                                          </p:stCondLst>
                                        </p:cTn>
                                        <p:tgtEl>
                                          <p:spTgt spid="80"/>
                                        </p:tgtEl>
                                        <p:attrNameLst>
                                          <p:attrName>style.visibility</p:attrName>
                                        </p:attrNameLst>
                                      </p:cBhvr>
                                      <p:to>
                                        <p:strVal val="hidden"/>
                                      </p:to>
                                    </p:set>
                                  </p:childTnLst>
                                </p:cTn>
                              </p:par>
                              <p:par>
                                <p:cTn id="339" presetID="1" presetClass="entr" presetSubtype="0" fill="hold" nodeType="withEffect">
                                  <p:stCondLst>
                                    <p:cond delay="1100"/>
                                  </p:stCondLst>
                                  <p:childTnLst>
                                    <p:set>
                                      <p:cBhvr>
                                        <p:cTn id="340" dur="1" fill="hold">
                                          <p:stCondLst>
                                            <p:cond delay="0"/>
                                          </p:stCondLst>
                                        </p:cTn>
                                        <p:tgtEl>
                                          <p:spTgt spid="140"/>
                                        </p:tgtEl>
                                        <p:attrNameLst>
                                          <p:attrName>style.visibility</p:attrName>
                                        </p:attrNameLst>
                                      </p:cBhvr>
                                      <p:to>
                                        <p:strVal val="visible"/>
                                      </p:to>
                                    </p:set>
                                  </p:childTnLst>
                                </p:cTn>
                              </p:par>
                              <p:par>
                                <p:cTn id="341" presetID="1" presetClass="exit" presetSubtype="0" fill="hold" nodeType="withEffect">
                                  <p:stCondLst>
                                    <p:cond delay="1100"/>
                                  </p:stCondLst>
                                  <p:childTnLst>
                                    <p:set>
                                      <p:cBhvr>
                                        <p:cTn id="342" dur="1" fill="hold">
                                          <p:stCondLst>
                                            <p:cond delay="0"/>
                                          </p:stCondLst>
                                        </p:cTn>
                                        <p:tgtEl>
                                          <p:spTgt spid="81"/>
                                        </p:tgtEl>
                                        <p:attrNameLst>
                                          <p:attrName>style.visibility</p:attrName>
                                        </p:attrNameLst>
                                      </p:cBhvr>
                                      <p:to>
                                        <p:strVal val="hidden"/>
                                      </p:to>
                                    </p:set>
                                  </p:childTnLst>
                                </p:cTn>
                              </p:par>
                              <p:par>
                                <p:cTn id="343" presetID="1" presetClass="entr" presetSubtype="0" fill="hold" nodeType="withEffect">
                                  <p:stCondLst>
                                    <p:cond delay="1100"/>
                                  </p:stCondLst>
                                  <p:childTnLst>
                                    <p:set>
                                      <p:cBhvr>
                                        <p:cTn id="344" dur="1" fill="hold">
                                          <p:stCondLst>
                                            <p:cond delay="0"/>
                                          </p:stCondLst>
                                        </p:cTn>
                                        <p:tgtEl>
                                          <p:spTgt spid="141"/>
                                        </p:tgtEl>
                                        <p:attrNameLst>
                                          <p:attrName>style.visibility</p:attrName>
                                        </p:attrNameLst>
                                      </p:cBhvr>
                                      <p:to>
                                        <p:strVal val="visible"/>
                                      </p:to>
                                    </p:set>
                                  </p:childTnLst>
                                </p:cTn>
                              </p:par>
                              <p:par>
                                <p:cTn id="345" presetID="1" presetClass="exit" presetSubtype="0" fill="hold" nodeType="withEffect">
                                  <p:stCondLst>
                                    <p:cond delay="1100"/>
                                  </p:stCondLst>
                                  <p:childTnLst>
                                    <p:set>
                                      <p:cBhvr>
                                        <p:cTn id="346" dur="1" fill="hold">
                                          <p:stCondLst>
                                            <p:cond delay="0"/>
                                          </p:stCondLst>
                                        </p:cTn>
                                        <p:tgtEl>
                                          <p:spTgt spid="82"/>
                                        </p:tgtEl>
                                        <p:attrNameLst>
                                          <p:attrName>style.visibility</p:attrName>
                                        </p:attrNameLst>
                                      </p:cBhvr>
                                      <p:to>
                                        <p:strVal val="hidden"/>
                                      </p:to>
                                    </p:set>
                                  </p:childTnLst>
                                </p:cTn>
                              </p:par>
                              <p:par>
                                <p:cTn id="347" presetID="1" presetClass="entr" presetSubtype="0" fill="hold" nodeType="withEffect">
                                  <p:stCondLst>
                                    <p:cond delay="1100"/>
                                  </p:stCondLst>
                                  <p:childTnLst>
                                    <p:set>
                                      <p:cBhvr>
                                        <p:cTn id="348" dur="1" fill="hold">
                                          <p:stCondLst>
                                            <p:cond delay="0"/>
                                          </p:stCondLst>
                                        </p:cTn>
                                        <p:tgtEl>
                                          <p:spTgt spid="142"/>
                                        </p:tgtEl>
                                        <p:attrNameLst>
                                          <p:attrName>style.visibility</p:attrName>
                                        </p:attrNameLst>
                                      </p:cBhvr>
                                      <p:to>
                                        <p:strVal val="visible"/>
                                      </p:to>
                                    </p:set>
                                  </p:childTnLst>
                                </p:cTn>
                              </p:par>
                              <p:par>
                                <p:cTn id="349" presetID="1" presetClass="exit" presetSubtype="0" fill="hold" nodeType="withEffect">
                                  <p:stCondLst>
                                    <p:cond delay="1100"/>
                                  </p:stCondLst>
                                  <p:childTnLst>
                                    <p:set>
                                      <p:cBhvr>
                                        <p:cTn id="350" dur="1" fill="hold">
                                          <p:stCondLst>
                                            <p:cond delay="0"/>
                                          </p:stCondLst>
                                        </p:cTn>
                                        <p:tgtEl>
                                          <p:spTgt spid="83"/>
                                        </p:tgtEl>
                                        <p:attrNameLst>
                                          <p:attrName>style.visibility</p:attrName>
                                        </p:attrNameLst>
                                      </p:cBhvr>
                                      <p:to>
                                        <p:strVal val="hidden"/>
                                      </p:to>
                                    </p:set>
                                  </p:childTnLst>
                                </p:cTn>
                              </p:par>
                              <p:par>
                                <p:cTn id="351" presetID="1" presetClass="entr" presetSubtype="0" fill="hold" nodeType="withEffect">
                                  <p:stCondLst>
                                    <p:cond delay="1100"/>
                                  </p:stCondLst>
                                  <p:childTnLst>
                                    <p:set>
                                      <p:cBhvr>
                                        <p:cTn id="352" dur="1" fill="hold">
                                          <p:stCondLst>
                                            <p:cond delay="0"/>
                                          </p:stCondLst>
                                        </p:cTn>
                                        <p:tgtEl>
                                          <p:spTgt spid="143"/>
                                        </p:tgtEl>
                                        <p:attrNameLst>
                                          <p:attrName>style.visibility</p:attrName>
                                        </p:attrNameLst>
                                      </p:cBhvr>
                                      <p:to>
                                        <p:strVal val="visible"/>
                                      </p:to>
                                    </p:set>
                                  </p:childTnLst>
                                </p:cTn>
                              </p:par>
                            </p:childTnLst>
                          </p:cTn>
                        </p:par>
                      </p:childTnLst>
                    </p:cTn>
                  </p:par>
                  <p:par>
                    <p:cTn id="353" fill="hold">
                      <p:stCondLst>
                        <p:cond delay="indefinite"/>
                      </p:stCondLst>
                      <p:childTnLst>
                        <p:par>
                          <p:cTn id="354" fill="hold">
                            <p:stCondLst>
                              <p:cond delay="0"/>
                            </p:stCondLst>
                            <p:childTnLst>
                              <p:par>
                                <p:cTn id="355" presetID="1" presetClass="entr" presetSubtype="0" fill="hold" nodeType="clickEffect">
                                  <p:stCondLst>
                                    <p:cond delay="0"/>
                                  </p:stCondLst>
                                  <p:childTnLst>
                                    <p:set>
                                      <p:cBhvr>
                                        <p:cTn id="356" dur="1" fill="hold">
                                          <p:stCondLst>
                                            <p:cond delay="0"/>
                                          </p:stCondLst>
                                        </p:cTn>
                                        <p:tgtEl>
                                          <p:spTgt spid="174"/>
                                        </p:tgtEl>
                                        <p:attrNameLst>
                                          <p:attrName>style.visibility</p:attrName>
                                        </p:attrNameLst>
                                      </p:cBhvr>
                                      <p:to>
                                        <p:strVal val="visible"/>
                                      </p:to>
                                    </p:set>
                                  </p:childTnLst>
                                </p:cTn>
                              </p:par>
                              <p:par>
                                <p:cTn id="357" presetID="0" presetClass="path" presetSubtype="0" fill="hold" nodeType="withEffect">
                                  <p:stCondLst>
                                    <p:cond delay="0"/>
                                  </p:stCondLst>
                                  <p:childTnLst>
                                    <p:animMotion origin="layout" path="M 0 0 L -0.097113288 0.048791217 E" pathEditMode="relative" rAng="0">
                                      <p:cBhvr additive="base">
                                        <p:cTn id="358" dur="1000" fill="hold">
                                          <p:stCondLst>
                                            <p:cond delay="0"/>
                                          </p:stCondLst>
                                        </p:cTn>
                                        <p:tgtEl>
                                          <p:spTgt spid="174"/>
                                        </p:tgtEl>
                                      </p:cBhvr>
                                      <p:rCtr x="0" y="0"/>
                                    </p:animMotion>
                                  </p:childTnLst>
                                </p:cTn>
                              </p:par>
                              <p:par>
                                <p:cTn id="359" presetID="1" presetClass="exit" presetSubtype="0" fill="hold" nodeType="withEffect">
                                  <p:stCondLst>
                                    <p:cond delay="1000"/>
                                  </p:stCondLst>
                                  <p:childTnLst>
                                    <p:set>
                                      <p:cBhvr>
                                        <p:cTn id="360" dur="1" fill="hold">
                                          <p:stCondLst>
                                            <p:cond delay="0"/>
                                          </p:stCondLst>
                                        </p:cTn>
                                        <p:tgtEl>
                                          <p:spTgt spid="174"/>
                                        </p:tgtEl>
                                        <p:attrNameLst>
                                          <p:attrName>style.visibility</p:attrName>
                                        </p:attrNameLst>
                                      </p:cBhvr>
                                      <p:to>
                                        <p:strVal val="hidden"/>
                                      </p:to>
                                    </p:set>
                                  </p:childTnLst>
                                </p:cTn>
                              </p:par>
                              <p:par>
                                <p:cTn id="361" presetID="1" presetClass="entr" presetSubtype="0" fill="hold" nodeType="withEffect">
                                  <p:stCondLst>
                                    <p:cond delay="0"/>
                                  </p:stCondLst>
                                  <p:childTnLst>
                                    <p:set>
                                      <p:cBhvr>
                                        <p:cTn id="362" dur="1" fill="hold">
                                          <p:stCondLst>
                                            <p:cond delay="0"/>
                                          </p:stCondLst>
                                        </p:cTn>
                                        <p:tgtEl>
                                          <p:spTgt spid="175"/>
                                        </p:tgtEl>
                                        <p:attrNameLst>
                                          <p:attrName>style.visibility</p:attrName>
                                        </p:attrNameLst>
                                      </p:cBhvr>
                                      <p:to>
                                        <p:strVal val="visible"/>
                                      </p:to>
                                    </p:set>
                                  </p:childTnLst>
                                </p:cTn>
                              </p:par>
                              <p:par>
                                <p:cTn id="363" presetID="0" presetClass="path" presetSubtype="0" fill="hold" nodeType="withEffect">
                                  <p:stCondLst>
                                    <p:cond delay="0"/>
                                  </p:stCondLst>
                                  <p:childTnLst>
                                    <p:animMotion origin="layout" path="M 0 0 L -0.109788891 0.182451104 E" pathEditMode="relative" rAng="0">
                                      <p:cBhvr additive="base">
                                        <p:cTn id="364" dur="1000" fill="hold">
                                          <p:stCondLst>
                                            <p:cond delay="0"/>
                                          </p:stCondLst>
                                        </p:cTn>
                                        <p:tgtEl>
                                          <p:spTgt spid="175"/>
                                        </p:tgtEl>
                                      </p:cBhvr>
                                      <p:rCtr x="0" y="0"/>
                                    </p:animMotion>
                                  </p:childTnLst>
                                </p:cTn>
                              </p:par>
                              <p:par>
                                <p:cTn id="365" presetID="1" presetClass="exit" presetSubtype="0" fill="hold" nodeType="withEffect">
                                  <p:stCondLst>
                                    <p:cond delay="1000"/>
                                  </p:stCondLst>
                                  <p:childTnLst>
                                    <p:set>
                                      <p:cBhvr>
                                        <p:cTn id="366" dur="1" fill="hold">
                                          <p:stCondLst>
                                            <p:cond delay="0"/>
                                          </p:stCondLst>
                                        </p:cTn>
                                        <p:tgtEl>
                                          <p:spTgt spid="175"/>
                                        </p:tgtEl>
                                        <p:attrNameLst>
                                          <p:attrName>style.visibility</p:attrName>
                                        </p:attrNameLst>
                                      </p:cBhvr>
                                      <p:to>
                                        <p:strVal val="hidden"/>
                                      </p:to>
                                    </p:set>
                                  </p:childTnLst>
                                </p:cTn>
                              </p:par>
                              <p:par>
                                <p:cTn id="367" presetID="1" presetClass="entr" presetSubtype="0" fill="hold" nodeType="withEffect">
                                  <p:stCondLst>
                                    <p:cond delay="0"/>
                                  </p:stCondLst>
                                  <p:childTnLst>
                                    <p:set>
                                      <p:cBhvr>
                                        <p:cTn id="368" dur="1" fill="hold">
                                          <p:stCondLst>
                                            <p:cond delay="0"/>
                                          </p:stCondLst>
                                        </p:cTn>
                                        <p:tgtEl>
                                          <p:spTgt spid="176"/>
                                        </p:tgtEl>
                                        <p:attrNameLst>
                                          <p:attrName>style.visibility</p:attrName>
                                        </p:attrNameLst>
                                      </p:cBhvr>
                                      <p:to>
                                        <p:strVal val="visible"/>
                                      </p:to>
                                    </p:set>
                                  </p:childTnLst>
                                </p:cTn>
                              </p:par>
                              <p:par>
                                <p:cTn id="369" presetID="0" presetClass="path" presetSubtype="0" fill="hold" nodeType="withEffect">
                                  <p:stCondLst>
                                    <p:cond delay="0"/>
                                  </p:stCondLst>
                                  <p:childTnLst>
                                    <p:animMotion origin="layout" path="M 0 0 L -0.097113288 -0.048791217 E" pathEditMode="relative" rAng="0">
                                      <p:cBhvr additive="base">
                                        <p:cTn id="370" dur="1000" fill="hold">
                                          <p:stCondLst>
                                            <p:cond delay="0"/>
                                          </p:stCondLst>
                                        </p:cTn>
                                        <p:tgtEl>
                                          <p:spTgt spid="176"/>
                                        </p:tgtEl>
                                      </p:cBhvr>
                                      <p:rCtr x="0" y="0"/>
                                    </p:animMotion>
                                  </p:childTnLst>
                                </p:cTn>
                              </p:par>
                              <p:par>
                                <p:cTn id="371" presetID="1" presetClass="exit" presetSubtype="0" fill="hold" nodeType="withEffect">
                                  <p:stCondLst>
                                    <p:cond delay="1000"/>
                                  </p:stCondLst>
                                  <p:childTnLst>
                                    <p:set>
                                      <p:cBhvr>
                                        <p:cTn id="372" dur="1" fill="hold">
                                          <p:stCondLst>
                                            <p:cond delay="0"/>
                                          </p:stCondLst>
                                        </p:cTn>
                                        <p:tgtEl>
                                          <p:spTgt spid="176"/>
                                        </p:tgtEl>
                                        <p:attrNameLst>
                                          <p:attrName>style.visibility</p:attrName>
                                        </p:attrNameLst>
                                      </p:cBhvr>
                                      <p:to>
                                        <p:strVal val="hidden"/>
                                      </p:to>
                                    </p:set>
                                  </p:childTnLst>
                                </p:cTn>
                              </p:par>
                              <p:par>
                                <p:cTn id="373" presetID="1" presetClass="entr" presetSubtype="0" fill="hold" nodeType="withEffect">
                                  <p:stCondLst>
                                    <p:cond delay="0"/>
                                  </p:stCondLst>
                                  <p:childTnLst>
                                    <p:set>
                                      <p:cBhvr>
                                        <p:cTn id="374" dur="1" fill="hold">
                                          <p:stCondLst>
                                            <p:cond delay="0"/>
                                          </p:stCondLst>
                                        </p:cTn>
                                        <p:tgtEl>
                                          <p:spTgt spid="177"/>
                                        </p:tgtEl>
                                        <p:attrNameLst>
                                          <p:attrName>style.visibility</p:attrName>
                                        </p:attrNameLst>
                                      </p:cBhvr>
                                      <p:to>
                                        <p:strVal val="visible"/>
                                      </p:to>
                                    </p:set>
                                  </p:childTnLst>
                                </p:cTn>
                              </p:par>
                              <p:par>
                                <p:cTn id="375" presetID="0" presetClass="path" presetSubtype="0" fill="hold" nodeType="withEffect">
                                  <p:stCondLst>
                                    <p:cond delay="0"/>
                                  </p:stCondLst>
                                  <p:childTnLst>
                                    <p:animMotion origin="layout" path="M 0 0 L -0.098443009 0.064677533 E" pathEditMode="relative" rAng="0">
                                      <p:cBhvr additive="base">
                                        <p:cTn id="376" dur="1000" fill="hold">
                                          <p:stCondLst>
                                            <p:cond delay="0"/>
                                          </p:stCondLst>
                                        </p:cTn>
                                        <p:tgtEl>
                                          <p:spTgt spid="177"/>
                                        </p:tgtEl>
                                      </p:cBhvr>
                                      <p:rCtr x="0" y="0"/>
                                    </p:animMotion>
                                  </p:childTnLst>
                                </p:cTn>
                              </p:par>
                              <p:par>
                                <p:cTn id="377" presetID="1" presetClass="exit" presetSubtype="0" fill="hold" nodeType="withEffect">
                                  <p:stCondLst>
                                    <p:cond delay="1000"/>
                                  </p:stCondLst>
                                  <p:childTnLst>
                                    <p:set>
                                      <p:cBhvr>
                                        <p:cTn id="378" dur="1" fill="hold">
                                          <p:stCondLst>
                                            <p:cond delay="0"/>
                                          </p:stCondLst>
                                        </p:cTn>
                                        <p:tgtEl>
                                          <p:spTgt spid="177"/>
                                        </p:tgtEl>
                                        <p:attrNameLst>
                                          <p:attrName>style.visibility</p:attrName>
                                        </p:attrNameLst>
                                      </p:cBhvr>
                                      <p:to>
                                        <p:strVal val="hidden"/>
                                      </p:to>
                                    </p:set>
                                  </p:childTnLst>
                                </p:cTn>
                              </p:par>
                              <p:par>
                                <p:cTn id="379" presetID="1" presetClass="entr" presetSubtype="0" fill="hold" nodeType="withEffect">
                                  <p:stCondLst>
                                    <p:cond delay="0"/>
                                  </p:stCondLst>
                                  <p:childTnLst>
                                    <p:set>
                                      <p:cBhvr>
                                        <p:cTn id="380" dur="1" fill="hold">
                                          <p:stCondLst>
                                            <p:cond delay="0"/>
                                          </p:stCondLst>
                                        </p:cTn>
                                        <p:tgtEl>
                                          <p:spTgt spid="178"/>
                                        </p:tgtEl>
                                        <p:attrNameLst>
                                          <p:attrName>style.visibility</p:attrName>
                                        </p:attrNameLst>
                                      </p:cBhvr>
                                      <p:to>
                                        <p:strVal val="visible"/>
                                      </p:to>
                                    </p:set>
                                  </p:childTnLst>
                                </p:cTn>
                              </p:par>
                              <p:par>
                                <p:cTn id="381" presetID="0" presetClass="path" presetSubtype="0" fill="hold" nodeType="withEffect">
                                  <p:stCondLst>
                                    <p:cond delay="0"/>
                                  </p:stCondLst>
                                  <p:childTnLst>
                                    <p:animMotion origin="layout" path="M 0 0 L -0.108026312 -0.162822267 E" pathEditMode="relative" rAng="0">
                                      <p:cBhvr additive="base">
                                        <p:cTn id="382" dur="1000" fill="hold">
                                          <p:stCondLst>
                                            <p:cond delay="0"/>
                                          </p:stCondLst>
                                        </p:cTn>
                                        <p:tgtEl>
                                          <p:spTgt spid="178"/>
                                        </p:tgtEl>
                                      </p:cBhvr>
                                      <p:rCtr x="0" y="0"/>
                                    </p:animMotion>
                                  </p:childTnLst>
                                </p:cTn>
                              </p:par>
                              <p:par>
                                <p:cTn id="383" presetID="1" presetClass="exit" presetSubtype="0" fill="hold" nodeType="withEffect">
                                  <p:stCondLst>
                                    <p:cond delay="1000"/>
                                  </p:stCondLst>
                                  <p:childTnLst>
                                    <p:set>
                                      <p:cBhvr>
                                        <p:cTn id="384" dur="1" fill="hold">
                                          <p:stCondLst>
                                            <p:cond delay="0"/>
                                          </p:stCondLst>
                                        </p:cTn>
                                        <p:tgtEl>
                                          <p:spTgt spid="178"/>
                                        </p:tgtEl>
                                        <p:attrNameLst>
                                          <p:attrName>style.visibility</p:attrName>
                                        </p:attrNameLst>
                                      </p:cBhvr>
                                      <p:to>
                                        <p:strVal val="hidden"/>
                                      </p:to>
                                    </p:set>
                                  </p:childTnLst>
                                </p:cTn>
                              </p:par>
                              <p:par>
                                <p:cTn id="385" presetID="1" presetClass="entr" presetSubtype="0" fill="hold" nodeType="withEffect">
                                  <p:stCondLst>
                                    <p:cond delay="0"/>
                                  </p:stCondLst>
                                  <p:childTnLst>
                                    <p:set>
                                      <p:cBhvr>
                                        <p:cTn id="386" dur="1" fill="hold">
                                          <p:stCondLst>
                                            <p:cond delay="0"/>
                                          </p:stCondLst>
                                        </p:cTn>
                                        <p:tgtEl>
                                          <p:spTgt spid="179"/>
                                        </p:tgtEl>
                                        <p:attrNameLst>
                                          <p:attrName>style.visibility</p:attrName>
                                        </p:attrNameLst>
                                      </p:cBhvr>
                                      <p:to>
                                        <p:strVal val="visible"/>
                                      </p:to>
                                    </p:set>
                                  </p:childTnLst>
                                </p:cTn>
                              </p:par>
                              <p:par>
                                <p:cTn id="387" presetID="0" presetClass="path" presetSubtype="0" fill="hold" nodeType="withEffect">
                                  <p:stCondLst>
                                    <p:cond delay="0"/>
                                  </p:stCondLst>
                                  <p:childTnLst>
                                    <p:animMotion origin="layout" path="M 0 0 L -0.096069673 -0.033415538 E" pathEditMode="relative" rAng="0">
                                      <p:cBhvr additive="base">
                                        <p:cTn id="388" dur="1000" fill="hold">
                                          <p:stCondLst>
                                            <p:cond delay="0"/>
                                          </p:stCondLst>
                                        </p:cTn>
                                        <p:tgtEl>
                                          <p:spTgt spid="179"/>
                                        </p:tgtEl>
                                      </p:cBhvr>
                                      <p:rCtr x="0" y="0"/>
                                    </p:animMotion>
                                  </p:childTnLst>
                                </p:cTn>
                              </p:par>
                              <p:par>
                                <p:cTn id="389" presetID="1" presetClass="exit" presetSubtype="0" fill="hold" nodeType="withEffect">
                                  <p:stCondLst>
                                    <p:cond delay="1000"/>
                                  </p:stCondLst>
                                  <p:childTnLst>
                                    <p:set>
                                      <p:cBhvr>
                                        <p:cTn id="390" dur="1" fill="hold">
                                          <p:stCondLst>
                                            <p:cond delay="0"/>
                                          </p:stCondLst>
                                        </p:cTn>
                                        <p:tgtEl>
                                          <p:spTgt spid="179"/>
                                        </p:tgtEl>
                                        <p:attrNameLst>
                                          <p:attrName>style.visibility</p:attrName>
                                        </p:attrNameLst>
                                      </p:cBhvr>
                                      <p:to>
                                        <p:strVal val="hidden"/>
                                      </p:to>
                                    </p:set>
                                  </p:childTnLst>
                                </p:cTn>
                              </p:par>
                              <p:par>
                                <p:cTn id="391" presetID="1" presetClass="exit" presetSubtype="0" fill="hold" nodeType="withEffect">
                                  <p:stCondLst>
                                    <p:cond delay="1100"/>
                                  </p:stCondLst>
                                  <p:childTnLst>
                                    <p:set>
                                      <p:cBhvr>
                                        <p:cTn id="392" dur="1" fill="hold">
                                          <p:stCondLst>
                                            <p:cond delay="0"/>
                                          </p:stCondLst>
                                        </p:cTn>
                                        <p:tgtEl>
                                          <p:spTgt spid="72"/>
                                        </p:tgtEl>
                                        <p:attrNameLst>
                                          <p:attrName>style.visibility</p:attrName>
                                        </p:attrNameLst>
                                      </p:cBhvr>
                                      <p:to>
                                        <p:strVal val="hidden"/>
                                      </p:to>
                                    </p:set>
                                  </p:childTnLst>
                                </p:cTn>
                              </p:par>
                              <p:par>
                                <p:cTn id="393" presetID="1" presetClass="entr" presetSubtype="0" fill="hold" nodeType="withEffect">
                                  <p:stCondLst>
                                    <p:cond delay="1100"/>
                                  </p:stCondLst>
                                  <p:childTnLst>
                                    <p:set>
                                      <p:cBhvr>
                                        <p:cTn id="394" dur="1" fill="hold">
                                          <p:stCondLst>
                                            <p:cond delay="0"/>
                                          </p:stCondLst>
                                        </p:cTn>
                                        <p:tgtEl>
                                          <p:spTgt spid="132"/>
                                        </p:tgtEl>
                                        <p:attrNameLst>
                                          <p:attrName>style.visibility</p:attrName>
                                        </p:attrNameLst>
                                      </p:cBhvr>
                                      <p:to>
                                        <p:strVal val="visible"/>
                                      </p:to>
                                    </p:set>
                                  </p:childTnLst>
                                </p:cTn>
                              </p:par>
                              <p:par>
                                <p:cTn id="395" presetID="1" presetClass="exit" presetSubtype="0" fill="hold" nodeType="withEffect">
                                  <p:stCondLst>
                                    <p:cond delay="1100"/>
                                  </p:stCondLst>
                                  <p:childTnLst>
                                    <p:set>
                                      <p:cBhvr>
                                        <p:cTn id="396" dur="1" fill="hold">
                                          <p:stCondLst>
                                            <p:cond delay="0"/>
                                          </p:stCondLst>
                                        </p:cTn>
                                        <p:tgtEl>
                                          <p:spTgt spid="73"/>
                                        </p:tgtEl>
                                        <p:attrNameLst>
                                          <p:attrName>style.visibility</p:attrName>
                                        </p:attrNameLst>
                                      </p:cBhvr>
                                      <p:to>
                                        <p:strVal val="hidden"/>
                                      </p:to>
                                    </p:set>
                                  </p:childTnLst>
                                </p:cTn>
                              </p:par>
                              <p:par>
                                <p:cTn id="397" presetID="1" presetClass="entr" presetSubtype="0" fill="hold" nodeType="withEffect">
                                  <p:stCondLst>
                                    <p:cond delay="1100"/>
                                  </p:stCondLst>
                                  <p:childTnLst>
                                    <p:set>
                                      <p:cBhvr>
                                        <p:cTn id="398" dur="1" fill="hold">
                                          <p:stCondLst>
                                            <p:cond delay="0"/>
                                          </p:stCondLst>
                                        </p:cTn>
                                        <p:tgtEl>
                                          <p:spTgt spid="133"/>
                                        </p:tgtEl>
                                        <p:attrNameLst>
                                          <p:attrName>style.visibility</p:attrName>
                                        </p:attrNameLst>
                                      </p:cBhvr>
                                      <p:to>
                                        <p:strVal val="visible"/>
                                      </p:to>
                                    </p:set>
                                  </p:childTnLst>
                                </p:cTn>
                              </p:par>
                              <p:par>
                                <p:cTn id="399" presetID="1" presetClass="exit" presetSubtype="0" fill="hold" nodeType="withEffect">
                                  <p:stCondLst>
                                    <p:cond delay="1100"/>
                                  </p:stCondLst>
                                  <p:childTnLst>
                                    <p:set>
                                      <p:cBhvr>
                                        <p:cTn id="400" dur="1" fill="hold">
                                          <p:stCondLst>
                                            <p:cond delay="0"/>
                                          </p:stCondLst>
                                        </p:cTn>
                                        <p:tgtEl>
                                          <p:spTgt spid="74"/>
                                        </p:tgtEl>
                                        <p:attrNameLst>
                                          <p:attrName>style.visibility</p:attrName>
                                        </p:attrNameLst>
                                      </p:cBhvr>
                                      <p:to>
                                        <p:strVal val="hidden"/>
                                      </p:to>
                                    </p:set>
                                  </p:childTnLst>
                                </p:cTn>
                              </p:par>
                              <p:par>
                                <p:cTn id="401" presetID="1" presetClass="entr" presetSubtype="0" fill="hold" nodeType="withEffect">
                                  <p:stCondLst>
                                    <p:cond delay="1100"/>
                                  </p:stCondLst>
                                  <p:childTnLst>
                                    <p:set>
                                      <p:cBhvr>
                                        <p:cTn id="402" dur="1" fill="hold">
                                          <p:stCondLst>
                                            <p:cond delay="0"/>
                                          </p:stCondLst>
                                        </p:cTn>
                                        <p:tgtEl>
                                          <p:spTgt spid="134"/>
                                        </p:tgtEl>
                                        <p:attrNameLst>
                                          <p:attrName>style.visibility</p:attrName>
                                        </p:attrNameLst>
                                      </p:cBhvr>
                                      <p:to>
                                        <p:strVal val="visible"/>
                                      </p:to>
                                    </p:set>
                                  </p:childTnLst>
                                </p:cTn>
                              </p:par>
                              <p:par>
                                <p:cTn id="403" presetID="1" presetClass="exit" presetSubtype="0" fill="hold" nodeType="withEffect">
                                  <p:stCondLst>
                                    <p:cond delay="1100"/>
                                  </p:stCondLst>
                                  <p:childTnLst>
                                    <p:set>
                                      <p:cBhvr>
                                        <p:cTn id="404" dur="1" fill="hold">
                                          <p:stCondLst>
                                            <p:cond delay="0"/>
                                          </p:stCondLst>
                                        </p:cTn>
                                        <p:tgtEl>
                                          <p:spTgt spid="75"/>
                                        </p:tgtEl>
                                        <p:attrNameLst>
                                          <p:attrName>style.visibility</p:attrName>
                                        </p:attrNameLst>
                                      </p:cBhvr>
                                      <p:to>
                                        <p:strVal val="hidden"/>
                                      </p:to>
                                    </p:set>
                                  </p:childTnLst>
                                </p:cTn>
                              </p:par>
                              <p:par>
                                <p:cTn id="405" presetID="1" presetClass="entr" presetSubtype="0" fill="hold" nodeType="withEffect">
                                  <p:stCondLst>
                                    <p:cond delay="1100"/>
                                  </p:stCondLst>
                                  <p:childTnLst>
                                    <p:set>
                                      <p:cBhvr>
                                        <p:cTn id="406" dur="1" fill="hold">
                                          <p:stCondLst>
                                            <p:cond delay="0"/>
                                          </p:stCondLst>
                                        </p:cTn>
                                        <p:tgtEl>
                                          <p:spTgt spid="135"/>
                                        </p:tgtEl>
                                        <p:attrNameLst>
                                          <p:attrName>style.visibility</p:attrName>
                                        </p:attrNameLst>
                                      </p:cBhvr>
                                      <p:to>
                                        <p:strVal val="visible"/>
                                      </p:to>
                                    </p:set>
                                  </p:childTnLst>
                                </p:cTn>
                              </p:par>
                              <p:par>
                                <p:cTn id="407" presetID="1" presetClass="exit" presetSubtype="0" fill="hold" nodeType="withEffect">
                                  <p:stCondLst>
                                    <p:cond delay="1100"/>
                                  </p:stCondLst>
                                  <p:childTnLst>
                                    <p:set>
                                      <p:cBhvr>
                                        <p:cTn id="408" dur="1" fill="hold">
                                          <p:stCondLst>
                                            <p:cond delay="0"/>
                                          </p:stCondLst>
                                        </p:cTn>
                                        <p:tgtEl>
                                          <p:spTgt spid="76"/>
                                        </p:tgtEl>
                                        <p:attrNameLst>
                                          <p:attrName>style.visibility</p:attrName>
                                        </p:attrNameLst>
                                      </p:cBhvr>
                                      <p:to>
                                        <p:strVal val="hidden"/>
                                      </p:to>
                                    </p:set>
                                  </p:childTnLst>
                                </p:cTn>
                              </p:par>
                              <p:par>
                                <p:cTn id="409" presetID="1" presetClass="entr" presetSubtype="0" fill="hold" nodeType="withEffect">
                                  <p:stCondLst>
                                    <p:cond delay="1100"/>
                                  </p:stCondLst>
                                  <p:childTnLst>
                                    <p:set>
                                      <p:cBhvr>
                                        <p:cTn id="410" dur="1" fill="hold">
                                          <p:stCondLst>
                                            <p:cond delay="0"/>
                                          </p:stCondLst>
                                        </p:cTn>
                                        <p:tgtEl>
                                          <p:spTgt spid="136"/>
                                        </p:tgtEl>
                                        <p:attrNameLst>
                                          <p:attrName>style.visibility</p:attrName>
                                        </p:attrNameLst>
                                      </p:cBhvr>
                                      <p:to>
                                        <p:strVal val="visible"/>
                                      </p:to>
                                    </p:set>
                                  </p:childTnLst>
                                </p:cTn>
                              </p:par>
                              <p:par>
                                <p:cTn id="411" presetID="1" presetClass="exit" presetSubtype="0" fill="hold" nodeType="withEffect">
                                  <p:stCondLst>
                                    <p:cond delay="1100"/>
                                  </p:stCondLst>
                                  <p:childTnLst>
                                    <p:set>
                                      <p:cBhvr>
                                        <p:cTn id="412" dur="1" fill="hold">
                                          <p:stCondLst>
                                            <p:cond delay="0"/>
                                          </p:stCondLst>
                                        </p:cTn>
                                        <p:tgtEl>
                                          <p:spTgt spid="77"/>
                                        </p:tgtEl>
                                        <p:attrNameLst>
                                          <p:attrName>style.visibility</p:attrName>
                                        </p:attrNameLst>
                                      </p:cBhvr>
                                      <p:to>
                                        <p:strVal val="hidden"/>
                                      </p:to>
                                    </p:set>
                                  </p:childTnLst>
                                </p:cTn>
                              </p:par>
                              <p:par>
                                <p:cTn id="413" presetID="1" presetClass="entr" presetSubtype="0" fill="hold" nodeType="withEffect">
                                  <p:stCondLst>
                                    <p:cond delay="1100"/>
                                  </p:stCondLst>
                                  <p:childTnLst>
                                    <p:set>
                                      <p:cBhvr>
                                        <p:cTn id="414" dur="1" fill="hold">
                                          <p:stCondLst>
                                            <p:cond delay="0"/>
                                          </p:stCondLst>
                                        </p:cTn>
                                        <p:tgtEl>
                                          <p:spTgt spid="1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FAA9BBD-7C9B-255F-E1F3-4940F79ADFEF}"/>
              </a:ext>
            </a:extLst>
          </p:cNvPr>
          <p:cNvPicPr>
            <a:picLocks noChangeAspect="1"/>
          </p:cNvPicPr>
          <p:nvPr/>
        </p:nvPicPr>
        <p:blipFill>
          <a:blip r:embed="rId2"/>
          <a:stretch>
            <a:fillRect/>
          </a:stretch>
        </p:blipFill>
        <p:spPr>
          <a:xfrm>
            <a:off x="823924" y="756194"/>
            <a:ext cx="11368076" cy="5345611"/>
          </a:xfrm>
          <a:prstGeom prst="rect">
            <a:avLst/>
          </a:prstGeom>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9C0ADF8F-0437-5E92-E4B5-814662C3653B}"/>
                  </a:ext>
                </a:extLst>
              </p14:cNvPr>
              <p14:cNvContentPartPr/>
              <p14:nvPr/>
            </p14:nvContentPartPr>
            <p14:xfrm>
              <a:off x="7593055" y="2484271"/>
              <a:ext cx="779760" cy="445680"/>
            </p14:xfrm>
          </p:contentPart>
        </mc:Choice>
        <mc:Fallback>
          <p:pic>
            <p:nvPicPr>
              <p:cNvPr id="4" name="Ink 3">
                <a:extLst>
                  <a:ext uri="{FF2B5EF4-FFF2-40B4-BE49-F238E27FC236}">
                    <a16:creationId xmlns:a16="http://schemas.microsoft.com/office/drawing/2014/main" id="{9C0ADF8F-0437-5E92-E4B5-814662C3653B}"/>
                  </a:ext>
                </a:extLst>
              </p:cNvPr>
              <p:cNvPicPr/>
              <p:nvPr/>
            </p:nvPicPr>
            <p:blipFill>
              <a:blip r:embed="rId4"/>
              <a:stretch>
                <a:fillRect/>
              </a:stretch>
            </p:blipFill>
            <p:spPr>
              <a:xfrm>
                <a:off x="7575415" y="2466271"/>
                <a:ext cx="815400" cy="4813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F1F637E8-8D4A-4BB1-AEEA-982C5D7EEC9A}"/>
                  </a:ext>
                </a:extLst>
              </p14:cNvPr>
              <p14:cNvContentPartPr/>
              <p14:nvPr/>
            </p14:nvContentPartPr>
            <p14:xfrm>
              <a:off x="2532535" y="3073591"/>
              <a:ext cx="737640" cy="537840"/>
            </p14:xfrm>
          </p:contentPart>
        </mc:Choice>
        <mc:Fallback>
          <p:pic>
            <p:nvPicPr>
              <p:cNvPr id="6" name="Ink 5">
                <a:extLst>
                  <a:ext uri="{FF2B5EF4-FFF2-40B4-BE49-F238E27FC236}">
                    <a16:creationId xmlns:a16="http://schemas.microsoft.com/office/drawing/2014/main" id="{F1F637E8-8D4A-4BB1-AEEA-982C5D7EEC9A}"/>
                  </a:ext>
                </a:extLst>
              </p:cNvPr>
              <p:cNvPicPr/>
              <p:nvPr/>
            </p:nvPicPr>
            <p:blipFill>
              <a:blip r:embed="rId6"/>
              <a:stretch>
                <a:fillRect/>
              </a:stretch>
            </p:blipFill>
            <p:spPr>
              <a:xfrm>
                <a:off x="2514895" y="3055951"/>
                <a:ext cx="773280" cy="573480"/>
              </a:xfrm>
              <a:prstGeom prst="rect">
                <a:avLst/>
              </a:prstGeom>
            </p:spPr>
          </p:pic>
        </mc:Fallback>
      </mc:AlternateContent>
      <p:sp>
        <p:nvSpPr>
          <p:cNvPr id="7" name="TextBox 6">
            <a:extLst>
              <a:ext uri="{FF2B5EF4-FFF2-40B4-BE49-F238E27FC236}">
                <a16:creationId xmlns:a16="http://schemas.microsoft.com/office/drawing/2014/main" id="{F5A45208-DE6D-3FCE-151F-BF784BCFDEF7}"/>
              </a:ext>
            </a:extLst>
          </p:cNvPr>
          <p:cNvSpPr txBox="1"/>
          <p:nvPr/>
        </p:nvSpPr>
        <p:spPr>
          <a:xfrm>
            <a:off x="5498116" y="1309002"/>
            <a:ext cx="6693884" cy="461665"/>
          </a:xfrm>
          <a:prstGeom prst="rect">
            <a:avLst/>
          </a:prstGeom>
          <a:noFill/>
        </p:spPr>
        <p:txBody>
          <a:bodyPr wrap="none" rtlCol="0">
            <a:spAutoFit/>
          </a:bodyPr>
          <a:lstStyle/>
          <a:p>
            <a:r>
              <a:rPr lang="en-US" sz="2400">
                <a:solidFill>
                  <a:srgbClr val="FF0000"/>
                </a:solidFill>
              </a:rPr>
              <a:t>If we increase this w, will the Error go up or down?</a:t>
            </a:r>
          </a:p>
        </p:txBody>
      </p:sp>
      <p:sp>
        <p:nvSpPr>
          <p:cNvPr id="9" name="TextBox 8">
            <a:extLst>
              <a:ext uri="{FF2B5EF4-FFF2-40B4-BE49-F238E27FC236}">
                <a16:creationId xmlns:a16="http://schemas.microsoft.com/office/drawing/2014/main" id="{F3EE0392-4E06-56C4-C6CE-FD30CFCADD1C}"/>
              </a:ext>
            </a:extLst>
          </p:cNvPr>
          <p:cNvSpPr txBox="1"/>
          <p:nvPr/>
        </p:nvSpPr>
        <p:spPr>
          <a:xfrm>
            <a:off x="823924" y="2323475"/>
            <a:ext cx="4219488" cy="1107996"/>
          </a:xfrm>
          <a:prstGeom prst="rect">
            <a:avLst/>
          </a:prstGeom>
          <a:noFill/>
        </p:spPr>
        <p:txBody>
          <a:bodyPr wrap="none" rtlCol="0">
            <a:spAutoFit/>
          </a:bodyPr>
          <a:lstStyle/>
          <a:p>
            <a:r>
              <a:rPr lang="en-US" sz="2400" b="1">
                <a:solidFill>
                  <a:srgbClr val="00B0F0"/>
                </a:solidFill>
              </a:rPr>
              <a:t>If we increase this w, will the </a:t>
            </a:r>
          </a:p>
          <a:p>
            <a:r>
              <a:rPr lang="en-US" sz="2400" b="1">
                <a:solidFill>
                  <a:srgbClr val="00B0F0"/>
                </a:solidFill>
              </a:rPr>
              <a:t>Error go up or down?</a:t>
            </a:r>
          </a:p>
          <a:p>
            <a:endParaRPr lang="en-US"/>
          </a:p>
        </p:txBody>
      </p:sp>
    </p:spTree>
    <p:extLst>
      <p:ext uri="{BB962C8B-B14F-4D97-AF65-F5344CB8AC3E}">
        <p14:creationId xmlns:p14="http://schemas.microsoft.com/office/powerpoint/2010/main" val="1415173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5A9BA-2F6B-8A4A-75C8-CBB418BF6547}"/>
              </a:ext>
            </a:extLst>
          </p:cNvPr>
          <p:cNvSpPr>
            <a:spLocks noGrp="1"/>
          </p:cNvSpPr>
          <p:nvPr>
            <p:ph type="title"/>
          </p:nvPr>
        </p:nvSpPr>
        <p:spPr>
          <a:xfrm>
            <a:off x="518160" y="353758"/>
            <a:ext cx="10515600" cy="1325563"/>
          </a:xfrm>
        </p:spPr>
        <p:txBody>
          <a:bodyPr/>
          <a:lstStyle/>
          <a:p>
            <a:r>
              <a:rPr lang="en-US"/>
              <a:t>Why do we </a:t>
            </a:r>
            <a:r>
              <a:rPr lang="en-US" i="1"/>
              <a:t>back</a:t>
            </a:r>
            <a:r>
              <a:rPr lang="en-US"/>
              <a:t>propagate?</a:t>
            </a:r>
          </a:p>
        </p:txBody>
      </p:sp>
      <p:sp>
        <p:nvSpPr>
          <p:cNvPr id="3" name="Content Placeholder 2">
            <a:extLst>
              <a:ext uri="{FF2B5EF4-FFF2-40B4-BE49-F238E27FC236}">
                <a16:creationId xmlns:a16="http://schemas.microsoft.com/office/drawing/2014/main" id="{205D39E5-9AC8-B4C9-2CC0-247F7E15A3FD}"/>
              </a:ext>
            </a:extLst>
          </p:cNvPr>
          <p:cNvSpPr>
            <a:spLocks noGrp="1"/>
          </p:cNvSpPr>
          <p:nvPr>
            <p:ph idx="1"/>
          </p:nvPr>
        </p:nvSpPr>
        <p:spPr>
          <a:xfrm>
            <a:off x="838200" y="1825625"/>
            <a:ext cx="6050455" cy="4351338"/>
          </a:xfrm>
        </p:spPr>
        <p:txBody>
          <a:bodyPr>
            <a:normAutofit fontScale="55000" lnSpcReduction="20000"/>
          </a:bodyPr>
          <a:lstStyle/>
          <a:p>
            <a:r>
              <a:rPr lang="en-US"/>
              <a:t>Let’s think about the problem of w-modification, and let’s compare the last set of w’s and the first</a:t>
            </a:r>
          </a:p>
          <a:p>
            <a:r>
              <a:rPr lang="en-US"/>
              <a:t>Last W5: The output probabilities are directly determined by the Last w’s!!!! The error is very directly determined by the last W’s</a:t>
            </a:r>
          </a:p>
          <a:p>
            <a:r>
              <a:rPr lang="en-US"/>
              <a:t>We can use the error between computed and desired directly to determine better w’s. </a:t>
            </a:r>
          </a:p>
          <a:p>
            <a:r>
              <a:rPr lang="en-US"/>
              <a:t>First W2 affects its activations, which affects another 2 layers of activations along with other W’s. It’s really hard to figure out the culpability of W2 for the mistakes made all the way at the end!!!!! Moreover, the effect of W2 on errors INCLUDES the effect of  W5 on them, since W5 is downstream of W2!!!!</a:t>
            </a:r>
          </a:p>
          <a:p>
            <a:r>
              <a:rPr lang="en-US"/>
              <a:t>So which problem is easier: Improving W2 or W5?</a:t>
            </a:r>
          </a:p>
          <a:p>
            <a:r>
              <a:rPr lang="en-US"/>
              <a:t>W5 is easy! What algorithm do we use to solve small problems then bigger ones that depend on them?</a:t>
            </a:r>
          </a:p>
          <a:p>
            <a:r>
              <a:rPr lang="en-US"/>
              <a:t>Dynamic programming?</a:t>
            </a:r>
          </a:p>
          <a:p>
            <a:r>
              <a:rPr lang="en-US" i="1"/>
              <a:t>Back</a:t>
            </a:r>
            <a:r>
              <a:rPr lang="en-US"/>
              <a:t>propagation is Bellman-Viterbi Dynamic Programming!!! </a:t>
            </a:r>
          </a:p>
          <a:p>
            <a:r>
              <a:rPr lang="en-US"/>
              <a:t>Backpropagation = SGD + Dynamic programming </a:t>
            </a:r>
            <a:r>
              <a:rPr lang="en-US">
                <a:sym typeface="Wingdings" pitchFamily="2" charset="2"/>
              </a:rPr>
              <a:t>😉</a:t>
            </a:r>
            <a:endParaRPr lang="en-US"/>
          </a:p>
          <a:p>
            <a:endParaRPr lang="en-US"/>
          </a:p>
          <a:p>
            <a:endParaRPr lang="en-US"/>
          </a:p>
          <a:p>
            <a:endParaRPr lang="en-US"/>
          </a:p>
        </p:txBody>
      </p:sp>
      <p:pic>
        <p:nvPicPr>
          <p:cNvPr id="8" name="Picture 7">
            <a:extLst>
              <a:ext uri="{FF2B5EF4-FFF2-40B4-BE49-F238E27FC236}">
                <a16:creationId xmlns:a16="http://schemas.microsoft.com/office/drawing/2014/main" id="{CD718672-74C0-D53B-0EEA-D79B0E0233D1}"/>
              </a:ext>
            </a:extLst>
          </p:cNvPr>
          <p:cNvPicPr>
            <a:picLocks noChangeAspect="1"/>
          </p:cNvPicPr>
          <p:nvPr/>
        </p:nvPicPr>
        <p:blipFill>
          <a:blip r:embed="rId2"/>
          <a:stretch>
            <a:fillRect/>
          </a:stretch>
        </p:blipFill>
        <p:spPr>
          <a:xfrm>
            <a:off x="6888655" y="1690214"/>
            <a:ext cx="5126592" cy="2853651"/>
          </a:xfrm>
          <a:prstGeom prst="rect">
            <a:avLst/>
          </a:prstGeom>
        </p:spPr>
      </p:pic>
      <p:cxnSp>
        <p:nvCxnSpPr>
          <p:cNvPr id="10" name="Straight Arrow Connector 9">
            <a:extLst>
              <a:ext uri="{FF2B5EF4-FFF2-40B4-BE49-F238E27FC236}">
                <a16:creationId xmlns:a16="http://schemas.microsoft.com/office/drawing/2014/main" id="{7CCA14E0-7009-8402-7697-8251C7D39864}"/>
              </a:ext>
            </a:extLst>
          </p:cNvPr>
          <p:cNvCxnSpPr/>
          <p:nvPr/>
        </p:nvCxnSpPr>
        <p:spPr>
          <a:xfrm flipH="1">
            <a:off x="7723163" y="858129"/>
            <a:ext cx="211015" cy="13504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9CD7491A-7759-C9BA-2467-4605473A0BE3}"/>
              </a:ext>
            </a:extLst>
          </p:cNvPr>
          <p:cNvCxnSpPr/>
          <p:nvPr/>
        </p:nvCxnSpPr>
        <p:spPr>
          <a:xfrm flipH="1">
            <a:off x="10274518" y="1004071"/>
            <a:ext cx="211015" cy="13504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C468918D-C7F5-D652-FB81-3C49B308B695}"/>
              </a:ext>
            </a:extLst>
          </p:cNvPr>
          <p:cNvSpPr txBox="1"/>
          <p:nvPr/>
        </p:nvSpPr>
        <p:spPr>
          <a:xfrm>
            <a:off x="7723163" y="353758"/>
            <a:ext cx="993542" cy="369332"/>
          </a:xfrm>
          <a:prstGeom prst="rect">
            <a:avLst/>
          </a:prstGeom>
          <a:noFill/>
        </p:spPr>
        <p:txBody>
          <a:bodyPr wrap="none" rtlCol="0">
            <a:spAutoFit/>
          </a:bodyPr>
          <a:lstStyle/>
          <a:p>
            <a:r>
              <a:rPr lang="en-US"/>
              <a:t>First W2</a:t>
            </a:r>
          </a:p>
        </p:txBody>
      </p:sp>
      <p:sp>
        <p:nvSpPr>
          <p:cNvPr id="13" name="TextBox 12">
            <a:extLst>
              <a:ext uri="{FF2B5EF4-FFF2-40B4-BE49-F238E27FC236}">
                <a16:creationId xmlns:a16="http://schemas.microsoft.com/office/drawing/2014/main" id="{D7082DD2-ABA8-3CAF-ECDA-DEBFC0FB4DB6}"/>
              </a:ext>
            </a:extLst>
          </p:cNvPr>
          <p:cNvSpPr txBox="1"/>
          <p:nvPr/>
        </p:nvSpPr>
        <p:spPr>
          <a:xfrm>
            <a:off x="10176313" y="407953"/>
            <a:ext cx="987643" cy="369332"/>
          </a:xfrm>
          <a:prstGeom prst="rect">
            <a:avLst/>
          </a:prstGeom>
          <a:noFill/>
        </p:spPr>
        <p:txBody>
          <a:bodyPr wrap="none" rtlCol="0">
            <a:spAutoFit/>
          </a:bodyPr>
          <a:lstStyle/>
          <a:p>
            <a:r>
              <a:rPr lang="en-US"/>
              <a:t>Last W5</a:t>
            </a:r>
          </a:p>
        </p:txBody>
      </p:sp>
    </p:spTree>
    <p:extLst>
      <p:ext uri="{BB962C8B-B14F-4D97-AF65-F5344CB8AC3E}">
        <p14:creationId xmlns:p14="http://schemas.microsoft.com/office/powerpoint/2010/main" val="1362156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title">
            <a:extLst>
              <a:ext uri="{FF2B5EF4-FFF2-40B4-BE49-F238E27FC236}">
                <a16:creationId xmlns:a16="http://schemas.microsoft.com/office/drawing/2014/main" id="{1DAB5CB2-8BDC-48A9-8BC8-95676DFC0EDD}"/>
              </a:ext>
            </a:extLst>
          </p:cNvPr>
          <p:cNvSpPr>
            <a:spLocks noGrp="1"/>
          </p:cNvSpPr>
          <p:nvPr/>
        </p:nvSpPr>
        <p:spPr>
          <a:xfrm>
            <a:off x="476250" y="357187"/>
            <a:ext cx="11239500" cy="555625"/>
          </a:xfrm>
          <a:prstGeom prst="rect">
            <a:avLst/>
          </a:prstGeom>
          <a:noFill/>
          <a:ln w="0">
            <a:noFill/>
            <a:prstDash val="solid"/>
          </a:ln>
        </p:spPr>
        <p:txBody>
          <a:bodyPr wrap="none" lIns="0" tIns="0" rIns="0" bIns="0" anchor="ctr"/>
          <a:lstStyle>
            <a:defPPr algn="ctr">
              <a:defRPr sz="3600" b="1">
                <a:solidFill>
                  <a:srgbClr val="25364A"/>
                </a:solidFill>
                <a:latin typeface="Nimbus Sans"/>
                <a:ea typeface="Nimbus Sans"/>
                <a:cs typeface="Nimbus Sans"/>
              </a:defRPr>
            </a:defPPr>
            <a:lvl1pPr algn="ctr">
              <a:defRPr sz="3600" b="1">
                <a:solidFill>
                  <a:srgbClr val="25364A"/>
                </a:solidFill>
                <a:latin typeface="Nimbus Sans"/>
                <a:ea typeface="Nimbus Sans"/>
                <a:cs typeface="Nimbus Sans"/>
              </a:defRPr>
            </a:lvl1pPr>
            <a:lvl2pPr algn="ctr">
              <a:defRPr sz="3600" b="1">
                <a:solidFill>
                  <a:srgbClr val="25364A"/>
                </a:solidFill>
                <a:latin typeface="Nimbus Sans"/>
                <a:ea typeface="Nimbus Sans"/>
                <a:cs typeface="Nimbus Sans"/>
              </a:defRPr>
            </a:lvl2pPr>
            <a:lvl3pPr algn="ctr">
              <a:defRPr sz="3600" b="1">
                <a:solidFill>
                  <a:srgbClr val="25364A"/>
                </a:solidFill>
                <a:latin typeface="Nimbus Sans"/>
                <a:ea typeface="Nimbus Sans"/>
                <a:cs typeface="Nimbus Sans"/>
              </a:defRPr>
            </a:lvl3pPr>
            <a:lvl4pPr algn="ctr">
              <a:defRPr sz="3600" b="1">
                <a:solidFill>
                  <a:srgbClr val="25364A"/>
                </a:solidFill>
                <a:latin typeface="Nimbus Sans"/>
                <a:ea typeface="Nimbus Sans"/>
                <a:cs typeface="Nimbus Sans"/>
              </a:defRPr>
            </a:lvl4pPr>
            <a:lvl5pPr algn="ctr">
              <a:defRPr sz="3600" b="1">
                <a:solidFill>
                  <a:srgbClr val="25364A"/>
                </a:solidFill>
                <a:latin typeface="Nimbus Sans"/>
                <a:ea typeface="Nimbus Sans"/>
                <a:cs typeface="Nimbus Sans"/>
              </a:defRPr>
            </a:lvl5pPr>
            <a:lvl6pPr algn="ctr">
              <a:defRPr sz="3600" b="1">
                <a:solidFill>
                  <a:srgbClr val="25364A"/>
                </a:solidFill>
                <a:latin typeface="Nimbus Sans"/>
                <a:ea typeface="Nimbus Sans"/>
                <a:cs typeface="Nimbus Sans"/>
              </a:defRPr>
            </a:lvl6pPr>
            <a:lvl7pPr algn="ctr">
              <a:defRPr sz="3600" b="1">
                <a:solidFill>
                  <a:srgbClr val="25364A"/>
                </a:solidFill>
                <a:latin typeface="Nimbus Sans"/>
                <a:ea typeface="Nimbus Sans"/>
                <a:cs typeface="Nimbus Sans"/>
              </a:defRPr>
            </a:lvl7pPr>
            <a:lvl8pPr algn="ctr">
              <a:defRPr sz="3600" b="1">
                <a:solidFill>
                  <a:srgbClr val="25364A"/>
                </a:solidFill>
                <a:latin typeface="Nimbus Sans"/>
                <a:ea typeface="Nimbus Sans"/>
                <a:cs typeface="Nimbus Sans"/>
              </a:defRPr>
            </a:lvl8pPr>
            <a:lvl9pPr algn="ctr">
              <a:defRPr sz="3600" b="1">
                <a:solidFill>
                  <a:srgbClr val="25364A"/>
                </a:solidFill>
                <a:latin typeface="Nimbus Sans"/>
                <a:ea typeface="Nimbus Sans"/>
                <a:cs typeface="Nimbus Sans"/>
              </a:defRPr>
            </a:lvl9pPr>
          </a:lstStyle>
          <a:p>
            <a:pPr algn="ctr">
              <a:defRPr sz="3600" b="1">
                <a:solidFill>
                  <a:srgbClr val="25364A"/>
                </a:solidFill>
                <a:latin typeface="Nimbus Sans"/>
                <a:ea typeface="Nimbus Sans"/>
                <a:cs typeface="Nimbus Sans"/>
              </a:defRPr>
            </a:pPr>
            <a:r>
              <a:rPr sz="3000"/>
              <a:t>Training matrices</a:t>
            </a:r>
          </a:p>
        </p:txBody>
      </p:sp>
      <p:sp>
        <p:nvSpPr>
          <p:cNvPr id="2" name="network-caption">
            <a:extLst>
              <a:ext uri="{FF2B5EF4-FFF2-40B4-BE49-F238E27FC236}">
                <a16:creationId xmlns:a16="http://schemas.microsoft.com/office/drawing/2014/main" id="{E4475F96-6B41-41E0-AFF5-07EC38337C3E}"/>
              </a:ext>
            </a:extLst>
          </p:cNvPr>
          <p:cNvSpPr>
            <a:spLocks noGrp="1"/>
          </p:cNvSpPr>
          <p:nvPr/>
        </p:nvSpPr>
        <p:spPr>
          <a:xfrm>
            <a:off x="238125" y="1349375"/>
            <a:ext cx="5238750" cy="357188"/>
          </a:xfrm>
          <a:prstGeom prst="rect">
            <a:avLst/>
          </a:prstGeom>
          <a:noFill/>
          <a:ln w="0">
            <a:noFill/>
            <a:prstDash val="solid"/>
          </a:ln>
        </p:spPr>
        <p:txBody>
          <a:bodyPr wrap="none" lIns="0" tIns="0" rIns="0" bIns="0" anchor="ctr"/>
          <a:lstStyle>
            <a:defPPr algn="ctr">
              <a:defRPr sz="2400" b="1">
                <a:solidFill>
                  <a:srgbClr val="594576"/>
                </a:solidFill>
                <a:latin typeface="Nimbus Sans"/>
                <a:ea typeface="Nimbus Sans"/>
                <a:cs typeface="Nimbus Sans"/>
              </a:defRPr>
            </a:defPPr>
            <a:lvl1pPr algn="ctr">
              <a:defRPr sz="2400" b="1">
                <a:solidFill>
                  <a:srgbClr val="594576"/>
                </a:solidFill>
                <a:latin typeface="Nimbus Sans"/>
                <a:ea typeface="Nimbus Sans"/>
                <a:cs typeface="Nimbus Sans"/>
              </a:defRPr>
            </a:lvl1pPr>
            <a:lvl2pPr algn="ctr">
              <a:defRPr sz="2400" b="1">
                <a:solidFill>
                  <a:srgbClr val="594576"/>
                </a:solidFill>
                <a:latin typeface="Nimbus Sans"/>
                <a:ea typeface="Nimbus Sans"/>
                <a:cs typeface="Nimbus Sans"/>
              </a:defRPr>
            </a:lvl2pPr>
            <a:lvl3pPr algn="ctr">
              <a:defRPr sz="2400" b="1">
                <a:solidFill>
                  <a:srgbClr val="594576"/>
                </a:solidFill>
                <a:latin typeface="Nimbus Sans"/>
                <a:ea typeface="Nimbus Sans"/>
                <a:cs typeface="Nimbus Sans"/>
              </a:defRPr>
            </a:lvl3pPr>
            <a:lvl4pPr algn="ctr">
              <a:defRPr sz="2400" b="1">
                <a:solidFill>
                  <a:srgbClr val="594576"/>
                </a:solidFill>
                <a:latin typeface="Nimbus Sans"/>
                <a:ea typeface="Nimbus Sans"/>
                <a:cs typeface="Nimbus Sans"/>
              </a:defRPr>
            </a:lvl4pPr>
            <a:lvl5pPr algn="ctr">
              <a:defRPr sz="2400" b="1">
                <a:solidFill>
                  <a:srgbClr val="594576"/>
                </a:solidFill>
                <a:latin typeface="Nimbus Sans"/>
                <a:ea typeface="Nimbus Sans"/>
                <a:cs typeface="Nimbus Sans"/>
              </a:defRPr>
            </a:lvl5pPr>
            <a:lvl6pPr algn="ctr">
              <a:defRPr sz="2400" b="1">
                <a:solidFill>
                  <a:srgbClr val="594576"/>
                </a:solidFill>
                <a:latin typeface="Nimbus Sans"/>
                <a:ea typeface="Nimbus Sans"/>
                <a:cs typeface="Nimbus Sans"/>
              </a:defRPr>
            </a:lvl6pPr>
            <a:lvl7pPr algn="ctr">
              <a:defRPr sz="2400" b="1">
                <a:solidFill>
                  <a:srgbClr val="594576"/>
                </a:solidFill>
                <a:latin typeface="Nimbus Sans"/>
                <a:ea typeface="Nimbus Sans"/>
                <a:cs typeface="Nimbus Sans"/>
              </a:defRPr>
            </a:lvl7pPr>
            <a:lvl8pPr algn="ctr">
              <a:defRPr sz="2400" b="1">
                <a:solidFill>
                  <a:srgbClr val="594576"/>
                </a:solidFill>
                <a:latin typeface="Nimbus Sans"/>
                <a:ea typeface="Nimbus Sans"/>
                <a:cs typeface="Nimbus Sans"/>
              </a:defRPr>
            </a:lvl8pPr>
            <a:lvl9pPr algn="ctr">
              <a:defRPr sz="2400" b="1">
                <a:solidFill>
                  <a:srgbClr val="594576"/>
                </a:solidFill>
                <a:latin typeface="Nimbus Sans"/>
                <a:ea typeface="Nimbus Sans"/>
                <a:cs typeface="Nimbus Sans"/>
              </a:defRPr>
            </a:lvl9pPr>
          </a:lstStyle>
          <a:p>
            <a:pPr algn="ctr">
              <a:defRPr sz="2400" b="1">
                <a:solidFill>
                  <a:srgbClr val="594576"/>
                </a:solidFill>
                <a:latin typeface="Nimbus Sans"/>
                <a:ea typeface="Nimbus Sans"/>
                <a:cs typeface="Nimbus Sans"/>
              </a:defRPr>
            </a:pPr>
            <a:r>
              <a:rPr sz="2000"/>
              <a:t>Before backpropagation</a:t>
            </a:r>
          </a:p>
        </p:txBody>
      </p:sp>
      <p:sp>
        <p:nvSpPr>
          <p:cNvPr id="3" name="link-0-0-0">
            <a:extLst>
              <a:ext uri="{FF2B5EF4-FFF2-40B4-BE49-F238E27FC236}">
                <a16:creationId xmlns:a16="http://schemas.microsoft.com/office/drawing/2014/main" id="{67F3A890-DEF5-4D43-AECA-3036547E6EE5}"/>
              </a:ext>
            </a:extLst>
          </p:cNvPr>
          <p:cNvSpPr>
            <a:spLocks noGrp="1"/>
          </p:cNvSpPr>
          <p:nvPr/>
        </p:nvSpPr>
        <p:spPr>
          <a:xfrm flipV="1">
            <a:off x="950226" y="2864437"/>
            <a:ext cx="599861" cy="263938"/>
          </a:xfrm>
          <a:prstGeom prst="line">
            <a:avLst/>
          </a:prstGeom>
          <a:noFill/>
          <a:ln w="10478">
            <a:solidFill>
              <a:srgbClr val="A8B4C2"/>
            </a:solidFill>
            <a:prstDash val="solid"/>
          </a:ln>
        </p:spPr>
        <p:txBody>
          <a:bodyPr/>
          <a:lstStyle/>
          <a:p>
            <a:endParaRPr lang="en-US" sz="1500"/>
          </a:p>
        </p:txBody>
      </p:sp>
      <p:sp>
        <p:nvSpPr>
          <p:cNvPr id="4" name="link-0-0-1">
            <a:extLst>
              <a:ext uri="{FF2B5EF4-FFF2-40B4-BE49-F238E27FC236}">
                <a16:creationId xmlns:a16="http://schemas.microsoft.com/office/drawing/2014/main" id="{C5A5FDEE-2538-4B6C-B638-67DA2A60CB2F}"/>
              </a:ext>
            </a:extLst>
          </p:cNvPr>
          <p:cNvSpPr>
            <a:spLocks noGrp="1"/>
          </p:cNvSpPr>
          <p:nvPr/>
        </p:nvSpPr>
        <p:spPr>
          <a:xfrm>
            <a:off x="950226" y="3300999"/>
            <a:ext cx="599861" cy="263938"/>
          </a:xfrm>
          <a:prstGeom prst="line">
            <a:avLst/>
          </a:prstGeom>
          <a:noFill/>
          <a:ln w="10478">
            <a:solidFill>
              <a:srgbClr val="A8B4C2"/>
            </a:solidFill>
            <a:prstDash val="solid"/>
          </a:ln>
        </p:spPr>
        <p:txBody>
          <a:bodyPr/>
          <a:lstStyle/>
          <a:p>
            <a:endParaRPr lang="en-US" sz="1500"/>
          </a:p>
        </p:txBody>
      </p:sp>
      <p:sp>
        <p:nvSpPr>
          <p:cNvPr id="5" name="link-0-0-2">
            <a:extLst>
              <a:ext uri="{FF2B5EF4-FFF2-40B4-BE49-F238E27FC236}">
                <a16:creationId xmlns:a16="http://schemas.microsoft.com/office/drawing/2014/main" id="{3FB2C816-CB14-48CE-8D52-9B9DEA55FECD}"/>
              </a:ext>
            </a:extLst>
          </p:cNvPr>
          <p:cNvSpPr>
            <a:spLocks noGrp="1"/>
          </p:cNvSpPr>
          <p:nvPr/>
        </p:nvSpPr>
        <p:spPr>
          <a:xfrm>
            <a:off x="883477" y="3385515"/>
            <a:ext cx="733359" cy="968034"/>
          </a:xfrm>
          <a:prstGeom prst="line">
            <a:avLst/>
          </a:prstGeom>
          <a:noFill/>
          <a:ln w="10478">
            <a:solidFill>
              <a:srgbClr val="A8B4C2"/>
            </a:solidFill>
            <a:prstDash val="solid"/>
          </a:ln>
        </p:spPr>
        <p:txBody>
          <a:bodyPr/>
          <a:lstStyle/>
          <a:p>
            <a:endParaRPr lang="en-US" sz="1500"/>
          </a:p>
        </p:txBody>
      </p:sp>
      <p:sp>
        <p:nvSpPr>
          <p:cNvPr id="6" name="link-0-1-0">
            <a:extLst>
              <a:ext uri="{FF2B5EF4-FFF2-40B4-BE49-F238E27FC236}">
                <a16:creationId xmlns:a16="http://schemas.microsoft.com/office/drawing/2014/main" id="{CA68A11B-A24E-4EAF-8881-8E8C48234D00}"/>
              </a:ext>
            </a:extLst>
          </p:cNvPr>
          <p:cNvSpPr>
            <a:spLocks noGrp="1"/>
          </p:cNvSpPr>
          <p:nvPr/>
        </p:nvSpPr>
        <p:spPr>
          <a:xfrm flipV="1">
            <a:off x="883477" y="2948952"/>
            <a:ext cx="733359" cy="968034"/>
          </a:xfrm>
          <a:prstGeom prst="line">
            <a:avLst/>
          </a:prstGeom>
          <a:noFill/>
          <a:ln w="10478">
            <a:solidFill>
              <a:srgbClr val="A8B4C2"/>
            </a:solidFill>
            <a:prstDash val="solid"/>
          </a:ln>
        </p:spPr>
        <p:txBody>
          <a:bodyPr/>
          <a:lstStyle/>
          <a:p>
            <a:endParaRPr lang="en-US" sz="1500"/>
          </a:p>
        </p:txBody>
      </p:sp>
      <p:sp>
        <p:nvSpPr>
          <p:cNvPr id="7" name="link-0-1-1">
            <a:extLst>
              <a:ext uri="{FF2B5EF4-FFF2-40B4-BE49-F238E27FC236}">
                <a16:creationId xmlns:a16="http://schemas.microsoft.com/office/drawing/2014/main" id="{56F1BC7D-AD98-483D-B35C-0EF37B793017}"/>
              </a:ext>
            </a:extLst>
          </p:cNvPr>
          <p:cNvSpPr>
            <a:spLocks noGrp="1"/>
          </p:cNvSpPr>
          <p:nvPr/>
        </p:nvSpPr>
        <p:spPr>
          <a:xfrm flipV="1">
            <a:off x="950226" y="3737562"/>
            <a:ext cx="599861" cy="263938"/>
          </a:xfrm>
          <a:prstGeom prst="line">
            <a:avLst/>
          </a:prstGeom>
          <a:noFill/>
          <a:ln w="10478">
            <a:solidFill>
              <a:srgbClr val="A8B4C2"/>
            </a:solidFill>
            <a:prstDash val="solid"/>
          </a:ln>
        </p:spPr>
        <p:txBody>
          <a:bodyPr/>
          <a:lstStyle/>
          <a:p>
            <a:endParaRPr lang="en-US" sz="1500"/>
          </a:p>
        </p:txBody>
      </p:sp>
      <p:sp>
        <p:nvSpPr>
          <p:cNvPr id="8" name="link-0-1-2">
            <a:extLst>
              <a:ext uri="{FF2B5EF4-FFF2-40B4-BE49-F238E27FC236}">
                <a16:creationId xmlns:a16="http://schemas.microsoft.com/office/drawing/2014/main" id="{11E82429-C58F-4328-9C92-B81F7A80545F}"/>
              </a:ext>
            </a:extLst>
          </p:cNvPr>
          <p:cNvSpPr>
            <a:spLocks noGrp="1"/>
          </p:cNvSpPr>
          <p:nvPr/>
        </p:nvSpPr>
        <p:spPr>
          <a:xfrm>
            <a:off x="950226" y="4174124"/>
            <a:ext cx="599861" cy="263938"/>
          </a:xfrm>
          <a:prstGeom prst="line">
            <a:avLst/>
          </a:prstGeom>
          <a:noFill/>
          <a:ln w="10478">
            <a:solidFill>
              <a:srgbClr val="A8B4C2"/>
            </a:solidFill>
            <a:prstDash val="solid"/>
          </a:ln>
        </p:spPr>
        <p:txBody>
          <a:bodyPr/>
          <a:lstStyle/>
          <a:p>
            <a:endParaRPr lang="en-US" sz="1500"/>
          </a:p>
        </p:txBody>
      </p:sp>
      <p:sp>
        <p:nvSpPr>
          <p:cNvPr id="9" name="link-1-0-0">
            <a:extLst>
              <a:ext uri="{FF2B5EF4-FFF2-40B4-BE49-F238E27FC236}">
                <a16:creationId xmlns:a16="http://schemas.microsoft.com/office/drawing/2014/main" id="{555D6652-956A-4CC6-AE33-115168CEA3E2}"/>
              </a:ext>
            </a:extLst>
          </p:cNvPr>
          <p:cNvSpPr>
            <a:spLocks noGrp="1"/>
          </p:cNvSpPr>
          <p:nvPr/>
        </p:nvSpPr>
        <p:spPr>
          <a:xfrm>
            <a:off x="1942414" y="2864437"/>
            <a:ext cx="599861" cy="263938"/>
          </a:xfrm>
          <a:prstGeom prst="line">
            <a:avLst/>
          </a:prstGeom>
          <a:noFill/>
          <a:ln w="10478">
            <a:solidFill>
              <a:srgbClr val="A8B4C2"/>
            </a:solidFill>
            <a:prstDash val="solid"/>
          </a:ln>
        </p:spPr>
        <p:txBody>
          <a:bodyPr/>
          <a:lstStyle/>
          <a:p>
            <a:endParaRPr lang="en-US" sz="1500"/>
          </a:p>
        </p:txBody>
      </p:sp>
      <p:sp>
        <p:nvSpPr>
          <p:cNvPr id="10" name="link-1-0-1">
            <a:extLst>
              <a:ext uri="{FF2B5EF4-FFF2-40B4-BE49-F238E27FC236}">
                <a16:creationId xmlns:a16="http://schemas.microsoft.com/office/drawing/2014/main" id="{FEC32DB3-40D0-489E-9ED7-87718BF94A50}"/>
              </a:ext>
            </a:extLst>
          </p:cNvPr>
          <p:cNvSpPr>
            <a:spLocks noGrp="1"/>
          </p:cNvSpPr>
          <p:nvPr/>
        </p:nvSpPr>
        <p:spPr>
          <a:xfrm>
            <a:off x="1875665" y="2948952"/>
            <a:ext cx="733359" cy="968034"/>
          </a:xfrm>
          <a:prstGeom prst="line">
            <a:avLst/>
          </a:prstGeom>
          <a:noFill/>
          <a:ln w="10478">
            <a:solidFill>
              <a:srgbClr val="A8B4C2"/>
            </a:solidFill>
            <a:prstDash val="solid"/>
          </a:ln>
        </p:spPr>
        <p:txBody>
          <a:bodyPr/>
          <a:lstStyle/>
          <a:p>
            <a:endParaRPr lang="en-US" sz="1500"/>
          </a:p>
        </p:txBody>
      </p:sp>
      <p:sp>
        <p:nvSpPr>
          <p:cNvPr id="11" name="link-1-1-0">
            <a:extLst>
              <a:ext uri="{FF2B5EF4-FFF2-40B4-BE49-F238E27FC236}">
                <a16:creationId xmlns:a16="http://schemas.microsoft.com/office/drawing/2014/main" id="{0875E580-020B-4D3A-A3E6-13031B944D72}"/>
              </a:ext>
            </a:extLst>
          </p:cNvPr>
          <p:cNvSpPr>
            <a:spLocks noGrp="1"/>
          </p:cNvSpPr>
          <p:nvPr/>
        </p:nvSpPr>
        <p:spPr>
          <a:xfrm flipV="1">
            <a:off x="1942414" y="3300999"/>
            <a:ext cx="599861" cy="263938"/>
          </a:xfrm>
          <a:prstGeom prst="line">
            <a:avLst/>
          </a:prstGeom>
          <a:noFill/>
          <a:ln w="10478">
            <a:solidFill>
              <a:srgbClr val="A8B4C2"/>
            </a:solidFill>
            <a:prstDash val="solid"/>
          </a:ln>
        </p:spPr>
        <p:txBody>
          <a:bodyPr/>
          <a:lstStyle/>
          <a:p>
            <a:endParaRPr lang="en-US" sz="1500"/>
          </a:p>
        </p:txBody>
      </p:sp>
      <p:sp>
        <p:nvSpPr>
          <p:cNvPr id="12" name="link-1-1-1">
            <a:extLst>
              <a:ext uri="{FF2B5EF4-FFF2-40B4-BE49-F238E27FC236}">
                <a16:creationId xmlns:a16="http://schemas.microsoft.com/office/drawing/2014/main" id="{7BECC0B6-7F85-4F5A-A607-0C0DADD0E015}"/>
              </a:ext>
            </a:extLst>
          </p:cNvPr>
          <p:cNvSpPr>
            <a:spLocks noGrp="1"/>
          </p:cNvSpPr>
          <p:nvPr/>
        </p:nvSpPr>
        <p:spPr>
          <a:xfrm>
            <a:off x="1942414" y="3737562"/>
            <a:ext cx="599861" cy="263938"/>
          </a:xfrm>
          <a:prstGeom prst="line">
            <a:avLst/>
          </a:prstGeom>
          <a:noFill/>
          <a:ln w="10478">
            <a:solidFill>
              <a:srgbClr val="A8B4C2"/>
            </a:solidFill>
            <a:prstDash val="solid"/>
          </a:ln>
        </p:spPr>
        <p:txBody>
          <a:bodyPr/>
          <a:lstStyle/>
          <a:p>
            <a:endParaRPr lang="en-US" sz="1500"/>
          </a:p>
        </p:txBody>
      </p:sp>
      <p:sp>
        <p:nvSpPr>
          <p:cNvPr id="13" name="link-1-2-0">
            <a:extLst>
              <a:ext uri="{FF2B5EF4-FFF2-40B4-BE49-F238E27FC236}">
                <a16:creationId xmlns:a16="http://schemas.microsoft.com/office/drawing/2014/main" id="{E9A55531-457F-47E2-989E-60315794A5B4}"/>
              </a:ext>
            </a:extLst>
          </p:cNvPr>
          <p:cNvSpPr>
            <a:spLocks noGrp="1"/>
          </p:cNvSpPr>
          <p:nvPr/>
        </p:nvSpPr>
        <p:spPr>
          <a:xfrm flipV="1">
            <a:off x="1875665" y="3385515"/>
            <a:ext cx="733359" cy="968034"/>
          </a:xfrm>
          <a:prstGeom prst="line">
            <a:avLst/>
          </a:prstGeom>
          <a:noFill/>
          <a:ln w="10478">
            <a:solidFill>
              <a:srgbClr val="A8B4C2"/>
            </a:solidFill>
            <a:prstDash val="solid"/>
          </a:ln>
        </p:spPr>
        <p:txBody>
          <a:bodyPr/>
          <a:lstStyle/>
          <a:p>
            <a:endParaRPr lang="en-US" sz="1500"/>
          </a:p>
        </p:txBody>
      </p:sp>
      <p:sp>
        <p:nvSpPr>
          <p:cNvPr id="14" name="link-1-2-1">
            <a:extLst>
              <a:ext uri="{FF2B5EF4-FFF2-40B4-BE49-F238E27FC236}">
                <a16:creationId xmlns:a16="http://schemas.microsoft.com/office/drawing/2014/main" id="{22AF0E58-D2D0-428E-BBD8-E1535AAE4EC6}"/>
              </a:ext>
            </a:extLst>
          </p:cNvPr>
          <p:cNvSpPr>
            <a:spLocks noGrp="1"/>
          </p:cNvSpPr>
          <p:nvPr/>
        </p:nvSpPr>
        <p:spPr>
          <a:xfrm flipV="1">
            <a:off x="1942414" y="4174124"/>
            <a:ext cx="599861" cy="263938"/>
          </a:xfrm>
          <a:prstGeom prst="line">
            <a:avLst/>
          </a:prstGeom>
          <a:noFill/>
          <a:ln w="10478">
            <a:solidFill>
              <a:srgbClr val="A8B4C2"/>
            </a:solidFill>
            <a:prstDash val="solid"/>
          </a:ln>
        </p:spPr>
        <p:txBody>
          <a:bodyPr/>
          <a:lstStyle/>
          <a:p>
            <a:endParaRPr lang="en-US" sz="1500"/>
          </a:p>
        </p:txBody>
      </p:sp>
      <p:sp>
        <p:nvSpPr>
          <p:cNvPr id="15" name="link-2-0-0">
            <a:extLst>
              <a:ext uri="{FF2B5EF4-FFF2-40B4-BE49-F238E27FC236}">
                <a16:creationId xmlns:a16="http://schemas.microsoft.com/office/drawing/2014/main" id="{BF9B4A07-217C-4FFD-81CB-5A1F9C5FBB19}"/>
              </a:ext>
            </a:extLst>
          </p:cNvPr>
          <p:cNvSpPr>
            <a:spLocks noGrp="1"/>
          </p:cNvSpPr>
          <p:nvPr/>
        </p:nvSpPr>
        <p:spPr>
          <a:xfrm flipV="1">
            <a:off x="2915659" y="2660510"/>
            <a:ext cx="637746" cy="433668"/>
          </a:xfrm>
          <a:prstGeom prst="line">
            <a:avLst/>
          </a:prstGeom>
          <a:noFill/>
          <a:ln w="10478">
            <a:solidFill>
              <a:srgbClr val="A8B4C2"/>
            </a:solidFill>
            <a:prstDash val="solid"/>
          </a:ln>
        </p:spPr>
        <p:txBody>
          <a:bodyPr/>
          <a:lstStyle/>
          <a:p>
            <a:endParaRPr lang="en-US" sz="1500"/>
          </a:p>
        </p:txBody>
      </p:sp>
      <p:sp>
        <p:nvSpPr>
          <p:cNvPr id="16" name="link-2-0-1">
            <a:extLst>
              <a:ext uri="{FF2B5EF4-FFF2-40B4-BE49-F238E27FC236}">
                <a16:creationId xmlns:a16="http://schemas.microsoft.com/office/drawing/2014/main" id="{9D77B0A4-41E5-47DA-A7D0-98721C6ACA16}"/>
              </a:ext>
            </a:extLst>
          </p:cNvPr>
          <p:cNvSpPr>
            <a:spLocks noGrp="1"/>
          </p:cNvSpPr>
          <p:nvPr/>
        </p:nvSpPr>
        <p:spPr>
          <a:xfrm>
            <a:off x="2952068" y="3231778"/>
            <a:ext cx="564928" cy="45194"/>
          </a:xfrm>
          <a:prstGeom prst="line">
            <a:avLst/>
          </a:prstGeom>
          <a:noFill/>
          <a:ln w="10478">
            <a:solidFill>
              <a:srgbClr val="A8B4C2"/>
            </a:solidFill>
            <a:prstDash val="solid"/>
          </a:ln>
        </p:spPr>
        <p:txBody>
          <a:bodyPr/>
          <a:lstStyle/>
          <a:p>
            <a:endParaRPr lang="en-US" sz="1500"/>
          </a:p>
        </p:txBody>
      </p:sp>
      <p:sp>
        <p:nvSpPr>
          <p:cNvPr id="17" name="link-2-0-2">
            <a:extLst>
              <a:ext uri="{FF2B5EF4-FFF2-40B4-BE49-F238E27FC236}">
                <a16:creationId xmlns:a16="http://schemas.microsoft.com/office/drawing/2014/main" id="{B281E8ED-E548-4882-B705-24551A843BB4}"/>
              </a:ext>
            </a:extLst>
          </p:cNvPr>
          <p:cNvSpPr>
            <a:spLocks noGrp="1"/>
          </p:cNvSpPr>
          <p:nvPr/>
        </p:nvSpPr>
        <p:spPr>
          <a:xfrm>
            <a:off x="2902538" y="3352532"/>
            <a:ext cx="663988" cy="557749"/>
          </a:xfrm>
          <a:prstGeom prst="line">
            <a:avLst/>
          </a:prstGeom>
          <a:noFill/>
          <a:ln w="10478">
            <a:solidFill>
              <a:srgbClr val="A8B4C2"/>
            </a:solidFill>
            <a:prstDash val="solid"/>
          </a:ln>
        </p:spPr>
        <p:txBody>
          <a:bodyPr/>
          <a:lstStyle/>
          <a:p>
            <a:endParaRPr lang="en-US" sz="1500"/>
          </a:p>
        </p:txBody>
      </p:sp>
      <p:sp>
        <p:nvSpPr>
          <p:cNvPr id="18" name="link-2-0-3">
            <a:extLst>
              <a:ext uri="{FF2B5EF4-FFF2-40B4-BE49-F238E27FC236}">
                <a16:creationId xmlns:a16="http://schemas.microsoft.com/office/drawing/2014/main" id="{9C0A9D9B-145E-4D9F-ADE6-A1C6556A8FFC}"/>
              </a:ext>
            </a:extLst>
          </p:cNvPr>
          <p:cNvSpPr>
            <a:spLocks noGrp="1"/>
          </p:cNvSpPr>
          <p:nvPr/>
        </p:nvSpPr>
        <p:spPr>
          <a:xfrm>
            <a:off x="2852022" y="3396424"/>
            <a:ext cx="765017" cy="1224027"/>
          </a:xfrm>
          <a:prstGeom prst="line">
            <a:avLst/>
          </a:prstGeom>
          <a:noFill/>
          <a:ln w="10478">
            <a:solidFill>
              <a:srgbClr val="A8B4C2"/>
            </a:solidFill>
            <a:prstDash val="solid"/>
          </a:ln>
        </p:spPr>
        <p:txBody>
          <a:bodyPr/>
          <a:lstStyle/>
          <a:p>
            <a:endParaRPr lang="en-US" sz="1500"/>
          </a:p>
        </p:txBody>
      </p:sp>
      <p:sp>
        <p:nvSpPr>
          <p:cNvPr id="19" name="link-2-1-0">
            <a:extLst>
              <a:ext uri="{FF2B5EF4-FFF2-40B4-BE49-F238E27FC236}">
                <a16:creationId xmlns:a16="http://schemas.microsoft.com/office/drawing/2014/main" id="{E3D2972D-07E3-4571-B76F-D2798CE15D4F}"/>
              </a:ext>
            </a:extLst>
          </p:cNvPr>
          <p:cNvSpPr>
            <a:spLocks noGrp="1"/>
          </p:cNvSpPr>
          <p:nvPr/>
        </p:nvSpPr>
        <p:spPr>
          <a:xfrm flipV="1">
            <a:off x="2854095" y="2720425"/>
            <a:ext cx="760873" cy="1186962"/>
          </a:xfrm>
          <a:prstGeom prst="line">
            <a:avLst/>
          </a:prstGeom>
          <a:noFill/>
          <a:ln w="10478">
            <a:solidFill>
              <a:srgbClr val="A8B4C2"/>
            </a:solidFill>
            <a:prstDash val="solid"/>
          </a:ln>
        </p:spPr>
        <p:txBody>
          <a:bodyPr/>
          <a:lstStyle/>
          <a:p>
            <a:endParaRPr lang="en-US" sz="1500"/>
          </a:p>
        </p:txBody>
      </p:sp>
      <p:sp>
        <p:nvSpPr>
          <p:cNvPr id="20" name="link-2-1-1">
            <a:extLst>
              <a:ext uri="{FF2B5EF4-FFF2-40B4-BE49-F238E27FC236}">
                <a16:creationId xmlns:a16="http://schemas.microsoft.com/office/drawing/2014/main" id="{C44FF6B7-F3F1-4E9F-954F-F63A3FA4EA15}"/>
              </a:ext>
            </a:extLst>
          </p:cNvPr>
          <p:cNvSpPr>
            <a:spLocks noGrp="1"/>
          </p:cNvSpPr>
          <p:nvPr/>
        </p:nvSpPr>
        <p:spPr>
          <a:xfrm flipV="1">
            <a:off x="2905788" y="3427943"/>
            <a:ext cx="657488" cy="525990"/>
          </a:xfrm>
          <a:prstGeom prst="line">
            <a:avLst/>
          </a:prstGeom>
          <a:noFill/>
          <a:ln w="10478">
            <a:solidFill>
              <a:srgbClr val="A8B4C2"/>
            </a:solidFill>
            <a:prstDash val="solid"/>
          </a:ln>
        </p:spPr>
        <p:txBody>
          <a:bodyPr/>
          <a:lstStyle/>
          <a:p>
            <a:endParaRPr lang="en-US" sz="1500"/>
          </a:p>
        </p:txBody>
      </p:sp>
      <p:sp>
        <p:nvSpPr>
          <p:cNvPr id="21" name="link-2-1-2">
            <a:extLst>
              <a:ext uri="{FF2B5EF4-FFF2-40B4-BE49-F238E27FC236}">
                <a16:creationId xmlns:a16="http://schemas.microsoft.com/office/drawing/2014/main" id="{AE7E485A-3AEF-4B34-9CFA-E85716346314}"/>
              </a:ext>
            </a:extLst>
          </p:cNvPr>
          <p:cNvSpPr>
            <a:spLocks noGrp="1"/>
          </p:cNvSpPr>
          <p:nvPr/>
        </p:nvSpPr>
        <p:spPr>
          <a:xfrm flipV="1">
            <a:off x="2952579" y="4056691"/>
            <a:ext cx="563905" cy="22556"/>
          </a:xfrm>
          <a:prstGeom prst="line">
            <a:avLst/>
          </a:prstGeom>
          <a:noFill/>
          <a:ln w="10478">
            <a:solidFill>
              <a:srgbClr val="A8B4C2"/>
            </a:solidFill>
            <a:prstDash val="solid"/>
          </a:ln>
        </p:spPr>
        <p:txBody>
          <a:bodyPr/>
          <a:lstStyle/>
          <a:p>
            <a:endParaRPr lang="en-US" sz="1500"/>
          </a:p>
        </p:txBody>
      </p:sp>
      <p:sp>
        <p:nvSpPr>
          <p:cNvPr id="22" name="link-2-1-3">
            <a:extLst>
              <a:ext uri="{FF2B5EF4-FFF2-40B4-BE49-F238E27FC236}">
                <a16:creationId xmlns:a16="http://schemas.microsoft.com/office/drawing/2014/main" id="{D000218A-3D07-484B-8E10-C78EB625BDDA}"/>
              </a:ext>
            </a:extLst>
          </p:cNvPr>
          <p:cNvSpPr>
            <a:spLocks noGrp="1"/>
          </p:cNvSpPr>
          <p:nvPr/>
        </p:nvSpPr>
        <p:spPr>
          <a:xfrm>
            <a:off x="2912359" y="4213037"/>
            <a:ext cx="644343" cy="463928"/>
          </a:xfrm>
          <a:prstGeom prst="line">
            <a:avLst/>
          </a:prstGeom>
          <a:noFill/>
          <a:ln w="10478">
            <a:solidFill>
              <a:srgbClr val="A8B4C2"/>
            </a:solidFill>
            <a:prstDash val="solid"/>
          </a:ln>
        </p:spPr>
        <p:txBody>
          <a:bodyPr/>
          <a:lstStyle/>
          <a:p>
            <a:endParaRPr lang="en-US" sz="1500"/>
          </a:p>
        </p:txBody>
      </p:sp>
      <p:sp>
        <p:nvSpPr>
          <p:cNvPr id="23" name="link-3-0-0">
            <a:extLst>
              <a:ext uri="{FF2B5EF4-FFF2-40B4-BE49-F238E27FC236}">
                <a16:creationId xmlns:a16="http://schemas.microsoft.com/office/drawing/2014/main" id="{7A0A0858-1D9C-4509-A050-319C121FF1EA}"/>
              </a:ext>
            </a:extLst>
          </p:cNvPr>
          <p:cNvSpPr>
            <a:spLocks noGrp="1"/>
          </p:cNvSpPr>
          <p:nvPr/>
        </p:nvSpPr>
        <p:spPr>
          <a:xfrm flipV="1">
            <a:off x="3942246" y="2415109"/>
            <a:ext cx="568946" cy="91032"/>
          </a:xfrm>
          <a:prstGeom prst="line">
            <a:avLst/>
          </a:prstGeom>
          <a:noFill/>
          <a:ln w="10478">
            <a:solidFill>
              <a:srgbClr val="A8B4C2"/>
            </a:solidFill>
            <a:prstDash val="solid"/>
          </a:ln>
        </p:spPr>
        <p:txBody>
          <a:bodyPr/>
          <a:lstStyle/>
          <a:p>
            <a:endParaRPr lang="en-US" sz="1500"/>
          </a:p>
        </p:txBody>
      </p:sp>
      <p:sp>
        <p:nvSpPr>
          <p:cNvPr id="24" name="link-3-0-1">
            <a:extLst>
              <a:ext uri="{FF2B5EF4-FFF2-40B4-BE49-F238E27FC236}">
                <a16:creationId xmlns:a16="http://schemas.microsoft.com/office/drawing/2014/main" id="{FC9DCCA1-3D71-4920-B13E-27AC64E6C732}"/>
              </a:ext>
            </a:extLst>
          </p:cNvPr>
          <p:cNvSpPr>
            <a:spLocks noGrp="1"/>
          </p:cNvSpPr>
          <p:nvPr/>
        </p:nvSpPr>
        <p:spPr>
          <a:xfrm>
            <a:off x="3923833" y="2632740"/>
            <a:ext cx="605773" cy="290771"/>
          </a:xfrm>
          <a:prstGeom prst="line">
            <a:avLst/>
          </a:prstGeom>
          <a:noFill/>
          <a:ln w="10478">
            <a:solidFill>
              <a:srgbClr val="A8B4C2"/>
            </a:solidFill>
            <a:prstDash val="solid"/>
          </a:ln>
        </p:spPr>
        <p:txBody>
          <a:bodyPr/>
          <a:lstStyle/>
          <a:p>
            <a:endParaRPr lang="en-US" sz="1500"/>
          </a:p>
        </p:txBody>
      </p:sp>
      <p:sp>
        <p:nvSpPr>
          <p:cNvPr id="25" name="link-3-0-2">
            <a:extLst>
              <a:ext uri="{FF2B5EF4-FFF2-40B4-BE49-F238E27FC236}">
                <a16:creationId xmlns:a16="http://schemas.microsoft.com/office/drawing/2014/main" id="{907E0142-046D-4716-8272-53A56A3C41ED}"/>
              </a:ext>
            </a:extLst>
          </p:cNvPr>
          <p:cNvSpPr>
            <a:spLocks noGrp="1"/>
          </p:cNvSpPr>
          <p:nvPr/>
        </p:nvSpPr>
        <p:spPr>
          <a:xfrm>
            <a:off x="3873361" y="2699864"/>
            <a:ext cx="706717" cy="791523"/>
          </a:xfrm>
          <a:prstGeom prst="line">
            <a:avLst/>
          </a:prstGeom>
          <a:noFill/>
          <a:ln w="10478">
            <a:solidFill>
              <a:srgbClr val="A8B4C2"/>
            </a:solidFill>
            <a:prstDash val="solid"/>
          </a:ln>
        </p:spPr>
        <p:txBody>
          <a:bodyPr/>
          <a:lstStyle/>
          <a:p>
            <a:endParaRPr lang="en-US" sz="1500"/>
          </a:p>
        </p:txBody>
      </p:sp>
      <p:sp>
        <p:nvSpPr>
          <p:cNvPr id="26" name="link-3-0-3">
            <a:extLst>
              <a:ext uri="{FF2B5EF4-FFF2-40B4-BE49-F238E27FC236}">
                <a16:creationId xmlns:a16="http://schemas.microsoft.com/office/drawing/2014/main" id="{64335D04-3131-45EF-A659-42F3E71D2435}"/>
              </a:ext>
            </a:extLst>
          </p:cNvPr>
          <p:cNvSpPr>
            <a:spLocks noGrp="1"/>
          </p:cNvSpPr>
          <p:nvPr/>
        </p:nvSpPr>
        <p:spPr>
          <a:xfrm>
            <a:off x="3836498" y="2726336"/>
            <a:ext cx="780443" cy="1373579"/>
          </a:xfrm>
          <a:prstGeom prst="line">
            <a:avLst/>
          </a:prstGeom>
          <a:noFill/>
          <a:ln w="10478">
            <a:solidFill>
              <a:srgbClr val="A8B4C2"/>
            </a:solidFill>
            <a:prstDash val="solid"/>
          </a:ln>
        </p:spPr>
        <p:txBody>
          <a:bodyPr/>
          <a:lstStyle/>
          <a:p>
            <a:endParaRPr lang="en-US" sz="1500"/>
          </a:p>
        </p:txBody>
      </p:sp>
      <p:sp>
        <p:nvSpPr>
          <p:cNvPr id="27" name="link-3-0-4">
            <a:extLst>
              <a:ext uri="{FF2B5EF4-FFF2-40B4-BE49-F238E27FC236}">
                <a16:creationId xmlns:a16="http://schemas.microsoft.com/office/drawing/2014/main" id="{BB4759A3-4E61-4D72-B01E-F7B877407F6E}"/>
              </a:ext>
            </a:extLst>
          </p:cNvPr>
          <p:cNvSpPr>
            <a:spLocks noGrp="1"/>
          </p:cNvSpPr>
          <p:nvPr/>
        </p:nvSpPr>
        <p:spPr>
          <a:xfrm>
            <a:off x="3813052" y="2737827"/>
            <a:ext cx="827332" cy="1985596"/>
          </a:xfrm>
          <a:prstGeom prst="line">
            <a:avLst/>
          </a:prstGeom>
          <a:noFill/>
          <a:ln w="10478">
            <a:solidFill>
              <a:srgbClr val="A8B4C2"/>
            </a:solidFill>
            <a:prstDash val="solid"/>
          </a:ln>
        </p:spPr>
        <p:txBody>
          <a:bodyPr/>
          <a:lstStyle/>
          <a:p>
            <a:endParaRPr lang="en-US" sz="1500"/>
          </a:p>
        </p:txBody>
      </p:sp>
      <p:sp>
        <p:nvSpPr>
          <p:cNvPr id="28" name="link-3-1-0">
            <a:extLst>
              <a:ext uri="{FF2B5EF4-FFF2-40B4-BE49-F238E27FC236}">
                <a16:creationId xmlns:a16="http://schemas.microsoft.com/office/drawing/2014/main" id="{97D9EE7D-43EB-48C5-9273-1046DB58D493}"/>
              </a:ext>
            </a:extLst>
          </p:cNvPr>
          <p:cNvSpPr>
            <a:spLocks noGrp="1"/>
          </p:cNvSpPr>
          <p:nvPr/>
        </p:nvSpPr>
        <p:spPr>
          <a:xfrm flipV="1">
            <a:off x="3888345" y="2526352"/>
            <a:ext cx="676749" cy="622609"/>
          </a:xfrm>
          <a:prstGeom prst="line">
            <a:avLst/>
          </a:prstGeom>
          <a:noFill/>
          <a:ln w="10478">
            <a:solidFill>
              <a:srgbClr val="A8B4C2"/>
            </a:solidFill>
            <a:prstDash val="solid"/>
          </a:ln>
        </p:spPr>
        <p:txBody>
          <a:bodyPr/>
          <a:lstStyle/>
          <a:p>
            <a:endParaRPr lang="en-US" sz="1500"/>
          </a:p>
        </p:txBody>
      </p:sp>
      <p:sp>
        <p:nvSpPr>
          <p:cNvPr id="29" name="link-3-1-1">
            <a:extLst>
              <a:ext uri="{FF2B5EF4-FFF2-40B4-BE49-F238E27FC236}">
                <a16:creationId xmlns:a16="http://schemas.microsoft.com/office/drawing/2014/main" id="{F1F62C0C-7BEE-4862-84D3-5C207E2DABBC}"/>
              </a:ext>
            </a:extLst>
          </p:cNvPr>
          <p:cNvSpPr>
            <a:spLocks noGrp="1"/>
          </p:cNvSpPr>
          <p:nvPr/>
        </p:nvSpPr>
        <p:spPr>
          <a:xfrm flipV="1">
            <a:off x="3937000" y="3074035"/>
            <a:ext cx="579437" cy="162243"/>
          </a:xfrm>
          <a:prstGeom prst="line">
            <a:avLst/>
          </a:prstGeom>
          <a:noFill/>
          <a:ln w="10478">
            <a:solidFill>
              <a:srgbClr val="A8B4C2"/>
            </a:solidFill>
            <a:prstDash val="solid"/>
          </a:ln>
        </p:spPr>
        <p:txBody>
          <a:bodyPr/>
          <a:lstStyle/>
          <a:p>
            <a:endParaRPr lang="en-US" sz="1500"/>
          </a:p>
        </p:txBody>
      </p:sp>
      <p:sp>
        <p:nvSpPr>
          <p:cNvPr id="30" name="link-3-1-2">
            <a:extLst>
              <a:ext uri="{FF2B5EF4-FFF2-40B4-BE49-F238E27FC236}">
                <a16:creationId xmlns:a16="http://schemas.microsoft.com/office/drawing/2014/main" id="{7ECF8532-8D56-4F60-9F2A-2E0A53DA8F00}"/>
              </a:ext>
            </a:extLst>
          </p:cNvPr>
          <p:cNvSpPr>
            <a:spLocks noGrp="1"/>
          </p:cNvSpPr>
          <p:nvPr/>
        </p:nvSpPr>
        <p:spPr>
          <a:xfrm>
            <a:off x="3932269" y="3366655"/>
            <a:ext cx="588900" cy="212004"/>
          </a:xfrm>
          <a:prstGeom prst="line">
            <a:avLst/>
          </a:prstGeom>
          <a:noFill/>
          <a:ln w="10478">
            <a:solidFill>
              <a:srgbClr val="A8B4C2"/>
            </a:solidFill>
            <a:prstDash val="solid"/>
          </a:ln>
        </p:spPr>
        <p:txBody>
          <a:bodyPr/>
          <a:lstStyle/>
          <a:p>
            <a:endParaRPr lang="en-US" sz="1500"/>
          </a:p>
        </p:txBody>
      </p:sp>
      <p:sp>
        <p:nvSpPr>
          <p:cNvPr id="31" name="link-3-1-3">
            <a:extLst>
              <a:ext uri="{FF2B5EF4-FFF2-40B4-BE49-F238E27FC236}">
                <a16:creationId xmlns:a16="http://schemas.microsoft.com/office/drawing/2014/main" id="{63B6E32E-1F87-4DA7-8946-9BED9EF4C0D1}"/>
              </a:ext>
            </a:extLst>
          </p:cNvPr>
          <p:cNvSpPr>
            <a:spLocks noGrp="1"/>
          </p:cNvSpPr>
          <p:nvPr/>
        </p:nvSpPr>
        <p:spPr>
          <a:xfrm>
            <a:off x="3882167" y="3445605"/>
            <a:ext cx="689104" cy="689104"/>
          </a:xfrm>
          <a:prstGeom prst="line">
            <a:avLst/>
          </a:prstGeom>
          <a:noFill/>
          <a:ln w="10478">
            <a:solidFill>
              <a:srgbClr val="A8B4C2"/>
            </a:solidFill>
            <a:prstDash val="solid"/>
          </a:ln>
        </p:spPr>
        <p:txBody>
          <a:bodyPr/>
          <a:lstStyle/>
          <a:p>
            <a:endParaRPr lang="en-US" sz="1500"/>
          </a:p>
        </p:txBody>
      </p:sp>
      <p:sp>
        <p:nvSpPr>
          <p:cNvPr id="32" name="link-3-1-4">
            <a:extLst>
              <a:ext uri="{FF2B5EF4-FFF2-40B4-BE49-F238E27FC236}">
                <a16:creationId xmlns:a16="http://schemas.microsoft.com/office/drawing/2014/main" id="{57310588-830E-44D3-A974-AAB16B488378}"/>
              </a:ext>
            </a:extLst>
          </p:cNvPr>
          <p:cNvSpPr>
            <a:spLocks noGrp="1"/>
          </p:cNvSpPr>
          <p:nvPr/>
        </p:nvSpPr>
        <p:spPr>
          <a:xfrm>
            <a:off x="3842198" y="3477042"/>
            <a:ext cx="769043" cy="1261229"/>
          </a:xfrm>
          <a:prstGeom prst="line">
            <a:avLst/>
          </a:prstGeom>
          <a:noFill/>
          <a:ln w="10478">
            <a:solidFill>
              <a:srgbClr val="A8B4C2"/>
            </a:solidFill>
            <a:prstDash val="solid"/>
          </a:ln>
        </p:spPr>
        <p:txBody>
          <a:bodyPr/>
          <a:lstStyle/>
          <a:p>
            <a:endParaRPr lang="en-US" sz="1500"/>
          </a:p>
        </p:txBody>
      </p:sp>
      <p:sp>
        <p:nvSpPr>
          <p:cNvPr id="33" name="link-3-2-0">
            <a:extLst>
              <a:ext uri="{FF2B5EF4-FFF2-40B4-BE49-F238E27FC236}">
                <a16:creationId xmlns:a16="http://schemas.microsoft.com/office/drawing/2014/main" id="{F68116AD-8653-4CE3-BA02-E88CC51FE52C}"/>
              </a:ext>
            </a:extLst>
          </p:cNvPr>
          <p:cNvSpPr>
            <a:spLocks noGrp="1"/>
          </p:cNvSpPr>
          <p:nvPr/>
        </p:nvSpPr>
        <p:spPr>
          <a:xfrm flipV="1">
            <a:off x="3840243" y="2565408"/>
            <a:ext cx="772953" cy="1298561"/>
          </a:xfrm>
          <a:prstGeom prst="line">
            <a:avLst/>
          </a:prstGeom>
          <a:noFill/>
          <a:ln w="10478">
            <a:solidFill>
              <a:srgbClr val="A8B4C2"/>
            </a:solidFill>
            <a:prstDash val="solid"/>
          </a:ln>
        </p:spPr>
        <p:txBody>
          <a:bodyPr/>
          <a:lstStyle/>
          <a:p>
            <a:endParaRPr lang="en-US" sz="1500"/>
          </a:p>
        </p:txBody>
      </p:sp>
      <p:sp>
        <p:nvSpPr>
          <p:cNvPr id="34" name="link-3-2-1">
            <a:extLst>
              <a:ext uri="{FF2B5EF4-FFF2-40B4-BE49-F238E27FC236}">
                <a16:creationId xmlns:a16="http://schemas.microsoft.com/office/drawing/2014/main" id="{86688FCA-9C75-47C5-BE62-48DD79861D3A}"/>
              </a:ext>
            </a:extLst>
          </p:cNvPr>
          <p:cNvSpPr>
            <a:spLocks noGrp="1"/>
          </p:cNvSpPr>
          <p:nvPr/>
        </p:nvSpPr>
        <p:spPr>
          <a:xfrm flipV="1">
            <a:off x="3879167" y="3170734"/>
            <a:ext cx="695104" cy="722908"/>
          </a:xfrm>
          <a:prstGeom prst="line">
            <a:avLst/>
          </a:prstGeom>
          <a:noFill/>
          <a:ln w="10478">
            <a:solidFill>
              <a:srgbClr val="A8B4C2"/>
            </a:solidFill>
            <a:prstDash val="solid"/>
          </a:ln>
        </p:spPr>
        <p:txBody>
          <a:bodyPr/>
          <a:lstStyle/>
          <a:p>
            <a:endParaRPr lang="en-US" sz="1500"/>
          </a:p>
        </p:txBody>
      </p:sp>
      <p:sp>
        <p:nvSpPr>
          <p:cNvPr id="35" name="link-3-2-2">
            <a:extLst>
              <a:ext uri="{FF2B5EF4-FFF2-40B4-BE49-F238E27FC236}">
                <a16:creationId xmlns:a16="http://schemas.microsoft.com/office/drawing/2014/main" id="{50A1C39A-23C4-46A7-AD68-5DD878874F24}"/>
              </a:ext>
            </a:extLst>
          </p:cNvPr>
          <p:cNvSpPr>
            <a:spLocks noGrp="1"/>
          </p:cNvSpPr>
          <p:nvPr/>
        </p:nvSpPr>
        <p:spPr>
          <a:xfrm flipV="1">
            <a:off x="3929610" y="3730844"/>
            <a:ext cx="594219" cy="237688"/>
          </a:xfrm>
          <a:prstGeom prst="line">
            <a:avLst/>
          </a:prstGeom>
          <a:noFill/>
          <a:ln w="10478">
            <a:solidFill>
              <a:srgbClr val="A8B4C2"/>
            </a:solidFill>
            <a:prstDash val="solid"/>
          </a:ln>
        </p:spPr>
        <p:txBody>
          <a:bodyPr/>
          <a:lstStyle/>
          <a:p>
            <a:endParaRPr lang="en-US" sz="1500"/>
          </a:p>
        </p:txBody>
      </p:sp>
      <p:sp>
        <p:nvSpPr>
          <p:cNvPr id="36" name="link-3-2-3">
            <a:extLst>
              <a:ext uri="{FF2B5EF4-FFF2-40B4-BE49-F238E27FC236}">
                <a16:creationId xmlns:a16="http://schemas.microsoft.com/office/drawing/2014/main" id="{4687C065-404B-42F2-AABA-E0329968CB0D}"/>
              </a:ext>
            </a:extLst>
          </p:cNvPr>
          <p:cNvSpPr>
            <a:spLocks noGrp="1"/>
          </p:cNvSpPr>
          <p:nvPr/>
        </p:nvSpPr>
        <p:spPr>
          <a:xfrm>
            <a:off x="3939020" y="4098140"/>
            <a:ext cx="575398" cy="138096"/>
          </a:xfrm>
          <a:prstGeom prst="line">
            <a:avLst/>
          </a:prstGeom>
          <a:noFill/>
          <a:ln w="10478">
            <a:solidFill>
              <a:srgbClr val="A8B4C2"/>
            </a:solidFill>
            <a:prstDash val="solid"/>
          </a:ln>
        </p:spPr>
        <p:txBody>
          <a:bodyPr/>
          <a:lstStyle/>
          <a:p>
            <a:endParaRPr lang="en-US" sz="1500"/>
          </a:p>
        </p:txBody>
      </p:sp>
      <p:sp>
        <p:nvSpPr>
          <p:cNvPr id="37" name="link-3-2-4">
            <a:extLst>
              <a:ext uri="{FF2B5EF4-FFF2-40B4-BE49-F238E27FC236}">
                <a16:creationId xmlns:a16="http://schemas.microsoft.com/office/drawing/2014/main" id="{127DB28F-1638-43AB-890B-3B777B2370E9}"/>
              </a:ext>
            </a:extLst>
          </p:cNvPr>
          <p:cNvSpPr>
            <a:spLocks noGrp="1"/>
          </p:cNvSpPr>
          <p:nvPr/>
        </p:nvSpPr>
        <p:spPr>
          <a:xfrm>
            <a:off x="3891513" y="4189706"/>
            <a:ext cx="670413" cy="589963"/>
          </a:xfrm>
          <a:prstGeom prst="line">
            <a:avLst/>
          </a:prstGeom>
          <a:noFill/>
          <a:ln w="10478">
            <a:solidFill>
              <a:srgbClr val="A8B4C2"/>
            </a:solidFill>
            <a:prstDash val="solid"/>
          </a:ln>
        </p:spPr>
        <p:txBody>
          <a:bodyPr/>
          <a:lstStyle/>
          <a:p>
            <a:endParaRPr lang="en-US" sz="1500"/>
          </a:p>
        </p:txBody>
      </p:sp>
      <p:sp>
        <p:nvSpPr>
          <p:cNvPr id="38" name="link-3-3-0">
            <a:extLst>
              <a:ext uri="{FF2B5EF4-FFF2-40B4-BE49-F238E27FC236}">
                <a16:creationId xmlns:a16="http://schemas.microsoft.com/office/drawing/2014/main" id="{12F8464B-D117-4BEE-8078-75EEAB24BD9A}"/>
              </a:ext>
            </a:extLst>
          </p:cNvPr>
          <p:cNvSpPr>
            <a:spLocks noGrp="1"/>
          </p:cNvSpPr>
          <p:nvPr/>
        </p:nvSpPr>
        <p:spPr>
          <a:xfrm flipV="1">
            <a:off x="3811898" y="2579554"/>
            <a:ext cx="829643" cy="2024328"/>
          </a:xfrm>
          <a:prstGeom prst="line">
            <a:avLst/>
          </a:prstGeom>
          <a:noFill/>
          <a:ln w="10478">
            <a:solidFill>
              <a:srgbClr val="A8B4C2"/>
            </a:solidFill>
            <a:prstDash val="solid"/>
          </a:ln>
        </p:spPr>
        <p:txBody>
          <a:bodyPr/>
          <a:lstStyle/>
          <a:p>
            <a:endParaRPr lang="en-US" sz="1500"/>
          </a:p>
        </p:txBody>
      </p:sp>
      <p:sp>
        <p:nvSpPr>
          <p:cNvPr id="39" name="link-3-3-1">
            <a:extLst>
              <a:ext uri="{FF2B5EF4-FFF2-40B4-BE49-F238E27FC236}">
                <a16:creationId xmlns:a16="http://schemas.microsoft.com/office/drawing/2014/main" id="{15249DBC-D698-4022-AA34-975B17BF59C7}"/>
              </a:ext>
            </a:extLst>
          </p:cNvPr>
          <p:cNvSpPr>
            <a:spLocks noGrp="1"/>
          </p:cNvSpPr>
          <p:nvPr/>
        </p:nvSpPr>
        <p:spPr>
          <a:xfrm flipV="1">
            <a:off x="3834705" y="3203592"/>
            <a:ext cx="784029" cy="1411252"/>
          </a:xfrm>
          <a:prstGeom prst="line">
            <a:avLst/>
          </a:prstGeom>
          <a:noFill/>
          <a:ln w="10478">
            <a:solidFill>
              <a:srgbClr val="A8B4C2"/>
            </a:solidFill>
            <a:prstDash val="solid"/>
          </a:ln>
        </p:spPr>
        <p:txBody>
          <a:bodyPr/>
          <a:lstStyle/>
          <a:p>
            <a:endParaRPr lang="en-US" sz="1500"/>
          </a:p>
        </p:txBody>
      </p:sp>
      <p:sp>
        <p:nvSpPr>
          <p:cNvPr id="40" name="link-3-3-2">
            <a:extLst>
              <a:ext uri="{FF2B5EF4-FFF2-40B4-BE49-F238E27FC236}">
                <a16:creationId xmlns:a16="http://schemas.microsoft.com/office/drawing/2014/main" id="{DF380C89-494D-4BC8-8B5F-A2B0F808492B}"/>
              </a:ext>
            </a:extLst>
          </p:cNvPr>
          <p:cNvSpPr>
            <a:spLocks noGrp="1"/>
          </p:cNvSpPr>
          <p:nvPr/>
        </p:nvSpPr>
        <p:spPr>
          <a:xfrm flipV="1">
            <a:off x="3870558" y="3813573"/>
            <a:ext cx="712322" cy="826293"/>
          </a:xfrm>
          <a:prstGeom prst="line">
            <a:avLst/>
          </a:prstGeom>
          <a:noFill/>
          <a:ln w="10478">
            <a:solidFill>
              <a:srgbClr val="A8B4C2"/>
            </a:solidFill>
            <a:prstDash val="solid"/>
          </a:ln>
        </p:spPr>
        <p:txBody>
          <a:bodyPr/>
          <a:lstStyle/>
          <a:p>
            <a:endParaRPr lang="en-US" sz="1500"/>
          </a:p>
        </p:txBody>
      </p:sp>
      <p:sp>
        <p:nvSpPr>
          <p:cNvPr id="41" name="link-3-3-3">
            <a:extLst>
              <a:ext uri="{FF2B5EF4-FFF2-40B4-BE49-F238E27FC236}">
                <a16:creationId xmlns:a16="http://schemas.microsoft.com/office/drawing/2014/main" id="{6F8870E0-BD1D-4857-B9B9-BC64040FB1FE}"/>
              </a:ext>
            </a:extLst>
          </p:cNvPr>
          <p:cNvSpPr>
            <a:spLocks noGrp="1"/>
          </p:cNvSpPr>
          <p:nvPr/>
        </p:nvSpPr>
        <p:spPr>
          <a:xfrm flipV="1">
            <a:off x="3920767" y="4385123"/>
            <a:ext cx="611904" cy="318190"/>
          </a:xfrm>
          <a:prstGeom prst="line">
            <a:avLst/>
          </a:prstGeom>
          <a:noFill/>
          <a:ln w="10478">
            <a:solidFill>
              <a:srgbClr val="A8B4C2"/>
            </a:solidFill>
            <a:prstDash val="solid"/>
          </a:ln>
        </p:spPr>
        <p:txBody>
          <a:bodyPr/>
          <a:lstStyle/>
          <a:p>
            <a:endParaRPr lang="en-US" sz="1500"/>
          </a:p>
        </p:txBody>
      </p:sp>
      <p:sp>
        <p:nvSpPr>
          <p:cNvPr id="42" name="link-3-3-4">
            <a:extLst>
              <a:ext uri="{FF2B5EF4-FFF2-40B4-BE49-F238E27FC236}">
                <a16:creationId xmlns:a16="http://schemas.microsoft.com/office/drawing/2014/main" id="{D8270D46-8794-44D5-ABC4-D53D20DFE1E5}"/>
              </a:ext>
            </a:extLst>
          </p:cNvPr>
          <p:cNvSpPr>
            <a:spLocks noGrp="1"/>
          </p:cNvSpPr>
          <p:nvPr/>
        </p:nvSpPr>
        <p:spPr>
          <a:xfrm>
            <a:off x="3943411" y="4827722"/>
            <a:ext cx="566616" cy="67994"/>
          </a:xfrm>
          <a:prstGeom prst="line">
            <a:avLst/>
          </a:prstGeom>
          <a:noFill/>
          <a:ln w="10478">
            <a:solidFill>
              <a:srgbClr val="A8B4C2"/>
            </a:solidFill>
            <a:prstDash val="solid"/>
          </a:ln>
        </p:spPr>
        <p:txBody>
          <a:bodyPr/>
          <a:lstStyle/>
          <a:p>
            <a:endParaRPr lang="en-US" sz="1500"/>
          </a:p>
        </p:txBody>
      </p:sp>
      <p:sp>
        <p:nvSpPr>
          <p:cNvPr id="43" name="neuron-0-0">
            <a:extLst>
              <a:ext uri="{FF2B5EF4-FFF2-40B4-BE49-F238E27FC236}">
                <a16:creationId xmlns:a16="http://schemas.microsoft.com/office/drawing/2014/main" id="{DAFEE7F8-9281-4325-B7D5-9F29499A31B5}"/>
              </a:ext>
            </a:extLst>
          </p:cNvPr>
          <p:cNvSpPr>
            <a:spLocks noGrp="1"/>
          </p:cNvSpPr>
          <p:nvPr/>
        </p:nvSpPr>
        <p:spPr>
          <a:xfrm>
            <a:off x="539750" y="3000375"/>
            <a:ext cx="428625" cy="428625"/>
          </a:xfrm>
          <a:prstGeom prst="ellipse">
            <a:avLst/>
          </a:prstGeom>
          <a:solidFill>
            <a:srgbClr val="DCECF4"/>
          </a:solidFill>
          <a:ln w="14288">
            <a:solidFill>
              <a:srgbClr val="34495E"/>
            </a:solidFill>
            <a:prstDash val="solid"/>
          </a:ln>
        </p:spPr>
        <p:txBody>
          <a:bodyPr/>
          <a:lstStyle/>
          <a:p>
            <a:endParaRPr lang="en-US" sz="1500"/>
          </a:p>
        </p:txBody>
      </p:sp>
      <p:sp>
        <p:nvSpPr>
          <p:cNvPr id="44" name="activation-0-0">
            <a:extLst>
              <a:ext uri="{FF2B5EF4-FFF2-40B4-BE49-F238E27FC236}">
                <a16:creationId xmlns:a16="http://schemas.microsoft.com/office/drawing/2014/main" id="{EF4F3187-B4D5-4866-893E-9CF6608C3E10}"/>
              </a:ext>
            </a:extLst>
          </p:cNvPr>
          <p:cNvSpPr>
            <a:spLocks noGrp="1"/>
          </p:cNvSpPr>
          <p:nvPr/>
        </p:nvSpPr>
        <p:spPr>
          <a:xfrm>
            <a:off x="547687" y="3079750"/>
            <a:ext cx="412750" cy="269875"/>
          </a:xfrm>
          <a:prstGeom prst="rect">
            <a:avLst/>
          </a:prstGeom>
          <a:noFill/>
          <a:ln w="0">
            <a:noFill/>
            <a:prstDash val="solid"/>
          </a:ln>
        </p:spPr>
        <p:txBody>
          <a:bodyPr wrap="none" lIns="0" tIns="0" rIns="0" bIns="0" anchor="ctr"/>
          <a:lstStyle>
            <a:defPPr algn="ctr">
              <a:defRPr sz="1500" b="1">
                <a:solidFill>
                  <a:srgbClr val="25364A"/>
                </a:solidFill>
                <a:latin typeface="Nimbus Sans"/>
                <a:ea typeface="Nimbus Sans"/>
                <a:cs typeface="Nimbus Sans"/>
              </a:defRPr>
            </a:defPPr>
            <a:lvl1pPr algn="ctr">
              <a:defRPr sz="1500" b="1">
                <a:solidFill>
                  <a:srgbClr val="25364A"/>
                </a:solidFill>
                <a:latin typeface="Nimbus Sans"/>
                <a:ea typeface="Nimbus Sans"/>
                <a:cs typeface="Nimbus Sans"/>
              </a:defRPr>
            </a:lvl1pPr>
            <a:lvl2pPr algn="ctr">
              <a:defRPr sz="1500" b="1">
                <a:solidFill>
                  <a:srgbClr val="25364A"/>
                </a:solidFill>
                <a:latin typeface="Nimbus Sans"/>
                <a:ea typeface="Nimbus Sans"/>
                <a:cs typeface="Nimbus Sans"/>
              </a:defRPr>
            </a:lvl2pPr>
            <a:lvl3pPr algn="ctr">
              <a:defRPr sz="1500" b="1">
                <a:solidFill>
                  <a:srgbClr val="25364A"/>
                </a:solidFill>
                <a:latin typeface="Nimbus Sans"/>
                <a:ea typeface="Nimbus Sans"/>
                <a:cs typeface="Nimbus Sans"/>
              </a:defRPr>
            </a:lvl3pPr>
            <a:lvl4pPr algn="ctr">
              <a:defRPr sz="1500" b="1">
                <a:solidFill>
                  <a:srgbClr val="25364A"/>
                </a:solidFill>
                <a:latin typeface="Nimbus Sans"/>
                <a:ea typeface="Nimbus Sans"/>
                <a:cs typeface="Nimbus Sans"/>
              </a:defRPr>
            </a:lvl4pPr>
            <a:lvl5pPr algn="ctr">
              <a:defRPr sz="1500" b="1">
                <a:solidFill>
                  <a:srgbClr val="25364A"/>
                </a:solidFill>
                <a:latin typeface="Nimbus Sans"/>
                <a:ea typeface="Nimbus Sans"/>
                <a:cs typeface="Nimbus Sans"/>
              </a:defRPr>
            </a:lvl5pPr>
            <a:lvl6pPr algn="ctr">
              <a:defRPr sz="1500" b="1">
                <a:solidFill>
                  <a:srgbClr val="25364A"/>
                </a:solidFill>
                <a:latin typeface="Nimbus Sans"/>
                <a:ea typeface="Nimbus Sans"/>
                <a:cs typeface="Nimbus Sans"/>
              </a:defRPr>
            </a:lvl6pPr>
            <a:lvl7pPr algn="ctr">
              <a:defRPr sz="1500" b="1">
                <a:solidFill>
                  <a:srgbClr val="25364A"/>
                </a:solidFill>
                <a:latin typeface="Nimbus Sans"/>
                <a:ea typeface="Nimbus Sans"/>
                <a:cs typeface="Nimbus Sans"/>
              </a:defRPr>
            </a:lvl7pPr>
            <a:lvl8pPr algn="ctr">
              <a:defRPr sz="1500" b="1">
                <a:solidFill>
                  <a:srgbClr val="25364A"/>
                </a:solidFill>
                <a:latin typeface="Nimbus Sans"/>
                <a:ea typeface="Nimbus Sans"/>
                <a:cs typeface="Nimbus Sans"/>
              </a:defRPr>
            </a:lvl8pPr>
            <a:lvl9pPr algn="ctr">
              <a:defRPr sz="1500" b="1">
                <a:solidFill>
                  <a:srgbClr val="25364A"/>
                </a:solidFill>
                <a:latin typeface="Nimbus Sans"/>
                <a:ea typeface="Nimbus Sans"/>
                <a:cs typeface="Nimbus Sans"/>
              </a:defRPr>
            </a:lvl9pPr>
          </a:lstStyle>
          <a:p>
            <a:pPr algn="ctr">
              <a:defRPr sz="1500" b="1">
                <a:solidFill>
                  <a:srgbClr val="25364A"/>
                </a:solidFill>
                <a:latin typeface="Nimbus Sans"/>
                <a:ea typeface="Nimbus Sans"/>
                <a:cs typeface="Nimbus Sans"/>
              </a:defRPr>
            </a:pPr>
            <a:r>
              <a:rPr sz="1250"/>
              <a:t>320</a:t>
            </a:r>
          </a:p>
        </p:txBody>
      </p:sp>
      <p:sp>
        <p:nvSpPr>
          <p:cNvPr id="45" name="neuron-0-1">
            <a:extLst>
              <a:ext uri="{FF2B5EF4-FFF2-40B4-BE49-F238E27FC236}">
                <a16:creationId xmlns:a16="http://schemas.microsoft.com/office/drawing/2014/main" id="{24AF170C-641C-4C22-80AC-765612AC5473}"/>
              </a:ext>
            </a:extLst>
          </p:cNvPr>
          <p:cNvSpPr>
            <a:spLocks noGrp="1"/>
          </p:cNvSpPr>
          <p:nvPr/>
        </p:nvSpPr>
        <p:spPr>
          <a:xfrm>
            <a:off x="539750" y="3873500"/>
            <a:ext cx="428625" cy="428625"/>
          </a:xfrm>
          <a:prstGeom prst="ellipse">
            <a:avLst/>
          </a:prstGeom>
          <a:solidFill>
            <a:srgbClr val="DCECF4"/>
          </a:solidFill>
          <a:ln w="14288">
            <a:solidFill>
              <a:srgbClr val="34495E"/>
            </a:solidFill>
            <a:prstDash val="solid"/>
          </a:ln>
        </p:spPr>
        <p:txBody>
          <a:bodyPr/>
          <a:lstStyle/>
          <a:p>
            <a:endParaRPr lang="en-US" sz="1500"/>
          </a:p>
        </p:txBody>
      </p:sp>
      <p:sp>
        <p:nvSpPr>
          <p:cNvPr id="46" name="activation-0-1">
            <a:extLst>
              <a:ext uri="{FF2B5EF4-FFF2-40B4-BE49-F238E27FC236}">
                <a16:creationId xmlns:a16="http://schemas.microsoft.com/office/drawing/2014/main" id="{05CC036D-F5D6-4443-82B2-CF9D6C3F73D8}"/>
              </a:ext>
            </a:extLst>
          </p:cNvPr>
          <p:cNvSpPr>
            <a:spLocks noGrp="1"/>
          </p:cNvSpPr>
          <p:nvPr/>
        </p:nvSpPr>
        <p:spPr>
          <a:xfrm>
            <a:off x="547687" y="3952875"/>
            <a:ext cx="412750" cy="269875"/>
          </a:xfrm>
          <a:prstGeom prst="rect">
            <a:avLst/>
          </a:prstGeom>
          <a:noFill/>
          <a:ln w="0">
            <a:noFill/>
            <a:prstDash val="solid"/>
          </a:ln>
        </p:spPr>
        <p:txBody>
          <a:bodyPr wrap="none" lIns="0" tIns="0" rIns="0" bIns="0" anchor="ctr"/>
          <a:lstStyle>
            <a:defPPr algn="ctr">
              <a:defRPr sz="1500" b="1">
                <a:solidFill>
                  <a:srgbClr val="25364A"/>
                </a:solidFill>
                <a:latin typeface="Nimbus Sans"/>
                <a:ea typeface="Nimbus Sans"/>
                <a:cs typeface="Nimbus Sans"/>
              </a:defRPr>
            </a:defPPr>
            <a:lvl1pPr algn="ctr">
              <a:defRPr sz="1500" b="1">
                <a:solidFill>
                  <a:srgbClr val="25364A"/>
                </a:solidFill>
                <a:latin typeface="Nimbus Sans"/>
                <a:ea typeface="Nimbus Sans"/>
                <a:cs typeface="Nimbus Sans"/>
              </a:defRPr>
            </a:lvl1pPr>
            <a:lvl2pPr algn="ctr">
              <a:defRPr sz="1500" b="1">
                <a:solidFill>
                  <a:srgbClr val="25364A"/>
                </a:solidFill>
                <a:latin typeface="Nimbus Sans"/>
                <a:ea typeface="Nimbus Sans"/>
                <a:cs typeface="Nimbus Sans"/>
              </a:defRPr>
            </a:lvl2pPr>
            <a:lvl3pPr algn="ctr">
              <a:defRPr sz="1500" b="1">
                <a:solidFill>
                  <a:srgbClr val="25364A"/>
                </a:solidFill>
                <a:latin typeface="Nimbus Sans"/>
                <a:ea typeface="Nimbus Sans"/>
                <a:cs typeface="Nimbus Sans"/>
              </a:defRPr>
            </a:lvl3pPr>
            <a:lvl4pPr algn="ctr">
              <a:defRPr sz="1500" b="1">
                <a:solidFill>
                  <a:srgbClr val="25364A"/>
                </a:solidFill>
                <a:latin typeface="Nimbus Sans"/>
                <a:ea typeface="Nimbus Sans"/>
                <a:cs typeface="Nimbus Sans"/>
              </a:defRPr>
            </a:lvl4pPr>
            <a:lvl5pPr algn="ctr">
              <a:defRPr sz="1500" b="1">
                <a:solidFill>
                  <a:srgbClr val="25364A"/>
                </a:solidFill>
                <a:latin typeface="Nimbus Sans"/>
                <a:ea typeface="Nimbus Sans"/>
                <a:cs typeface="Nimbus Sans"/>
              </a:defRPr>
            </a:lvl5pPr>
            <a:lvl6pPr algn="ctr">
              <a:defRPr sz="1500" b="1">
                <a:solidFill>
                  <a:srgbClr val="25364A"/>
                </a:solidFill>
                <a:latin typeface="Nimbus Sans"/>
                <a:ea typeface="Nimbus Sans"/>
                <a:cs typeface="Nimbus Sans"/>
              </a:defRPr>
            </a:lvl6pPr>
            <a:lvl7pPr algn="ctr">
              <a:defRPr sz="1500" b="1">
                <a:solidFill>
                  <a:srgbClr val="25364A"/>
                </a:solidFill>
                <a:latin typeface="Nimbus Sans"/>
                <a:ea typeface="Nimbus Sans"/>
                <a:cs typeface="Nimbus Sans"/>
              </a:defRPr>
            </a:lvl7pPr>
            <a:lvl8pPr algn="ctr">
              <a:defRPr sz="1500" b="1">
                <a:solidFill>
                  <a:srgbClr val="25364A"/>
                </a:solidFill>
                <a:latin typeface="Nimbus Sans"/>
                <a:ea typeface="Nimbus Sans"/>
                <a:cs typeface="Nimbus Sans"/>
              </a:defRPr>
            </a:lvl8pPr>
            <a:lvl9pPr algn="ctr">
              <a:defRPr sz="1500" b="1">
                <a:solidFill>
                  <a:srgbClr val="25364A"/>
                </a:solidFill>
                <a:latin typeface="Nimbus Sans"/>
                <a:ea typeface="Nimbus Sans"/>
                <a:cs typeface="Nimbus Sans"/>
              </a:defRPr>
            </a:lvl9pPr>
          </a:lstStyle>
          <a:p>
            <a:pPr algn="ctr">
              <a:defRPr sz="1500" b="1">
                <a:solidFill>
                  <a:srgbClr val="25364A"/>
                </a:solidFill>
                <a:latin typeface="Nimbus Sans"/>
                <a:ea typeface="Nimbus Sans"/>
                <a:cs typeface="Nimbus Sans"/>
              </a:defRPr>
            </a:pPr>
            <a:r>
              <a:rPr sz="1250"/>
              <a:t>2000</a:t>
            </a:r>
          </a:p>
        </p:txBody>
      </p:sp>
      <p:sp>
        <p:nvSpPr>
          <p:cNvPr id="47" name="neuron-1-0">
            <a:extLst>
              <a:ext uri="{FF2B5EF4-FFF2-40B4-BE49-F238E27FC236}">
                <a16:creationId xmlns:a16="http://schemas.microsoft.com/office/drawing/2014/main" id="{31DD3CFB-3495-4226-B3BC-B94997E93658}"/>
              </a:ext>
            </a:extLst>
          </p:cNvPr>
          <p:cNvSpPr>
            <a:spLocks noGrp="1"/>
          </p:cNvSpPr>
          <p:nvPr/>
        </p:nvSpPr>
        <p:spPr>
          <a:xfrm>
            <a:off x="1531937" y="2563813"/>
            <a:ext cx="428625" cy="428625"/>
          </a:xfrm>
          <a:prstGeom prst="ellipse">
            <a:avLst/>
          </a:prstGeom>
          <a:solidFill>
            <a:srgbClr val="E7E2F3"/>
          </a:solidFill>
          <a:ln w="14288">
            <a:solidFill>
              <a:srgbClr val="34495E"/>
            </a:solidFill>
            <a:prstDash val="solid"/>
          </a:ln>
        </p:spPr>
        <p:txBody>
          <a:bodyPr/>
          <a:lstStyle/>
          <a:p>
            <a:endParaRPr lang="en-US" sz="1500"/>
          </a:p>
        </p:txBody>
      </p:sp>
      <p:sp>
        <p:nvSpPr>
          <p:cNvPr id="48" name="activation-1-0">
            <a:extLst>
              <a:ext uri="{FF2B5EF4-FFF2-40B4-BE49-F238E27FC236}">
                <a16:creationId xmlns:a16="http://schemas.microsoft.com/office/drawing/2014/main" id="{36FC0C8B-97E5-475C-B378-87D337515222}"/>
              </a:ext>
            </a:extLst>
          </p:cNvPr>
          <p:cNvSpPr>
            <a:spLocks noGrp="1"/>
          </p:cNvSpPr>
          <p:nvPr/>
        </p:nvSpPr>
        <p:spPr>
          <a:xfrm>
            <a:off x="1539875" y="2643188"/>
            <a:ext cx="412750" cy="269875"/>
          </a:xfrm>
          <a:prstGeom prst="rect">
            <a:avLst/>
          </a:prstGeom>
          <a:noFill/>
          <a:ln w="0">
            <a:noFill/>
            <a:prstDash val="solid"/>
          </a:ln>
        </p:spPr>
        <p:txBody>
          <a:bodyPr wrap="none" lIns="0" tIns="0" rIns="0" bIns="0" anchor="ctr"/>
          <a:lstStyle>
            <a:defPPr algn="ctr">
              <a:defRPr sz="1500" b="1">
                <a:solidFill>
                  <a:srgbClr val="25364A"/>
                </a:solidFill>
                <a:latin typeface="Nimbus Sans"/>
                <a:ea typeface="Nimbus Sans"/>
                <a:cs typeface="Nimbus Sans"/>
              </a:defRPr>
            </a:defPPr>
            <a:lvl1pPr algn="ctr">
              <a:defRPr sz="1500" b="1">
                <a:solidFill>
                  <a:srgbClr val="25364A"/>
                </a:solidFill>
                <a:latin typeface="Nimbus Sans"/>
                <a:ea typeface="Nimbus Sans"/>
                <a:cs typeface="Nimbus Sans"/>
              </a:defRPr>
            </a:lvl1pPr>
            <a:lvl2pPr algn="ctr">
              <a:defRPr sz="1500" b="1">
                <a:solidFill>
                  <a:srgbClr val="25364A"/>
                </a:solidFill>
                <a:latin typeface="Nimbus Sans"/>
                <a:ea typeface="Nimbus Sans"/>
                <a:cs typeface="Nimbus Sans"/>
              </a:defRPr>
            </a:lvl2pPr>
            <a:lvl3pPr algn="ctr">
              <a:defRPr sz="1500" b="1">
                <a:solidFill>
                  <a:srgbClr val="25364A"/>
                </a:solidFill>
                <a:latin typeface="Nimbus Sans"/>
                <a:ea typeface="Nimbus Sans"/>
                <a:cs typeface="Nimbus Sans"/>
              </a:defRPr>
            </a:lvl3pPr>
            <a:lvl4pPr algn="ctr">
              <a:defRPr sz="1500" b="1">
                <a:solidFill>
                  <a:srgbClr val="25364A"/>
                </a:solidFill>
                <a:latin typeface="Nimbus Sans"/>
                <a:ea typeface="Nimbus Sans"/>
                <a:cs typeface="Nimbus Sans"/>
              </a:defRPr>
            </a:lvl4pPr>
            <a:lvl5pPr algn="ctr">
              <a:defRPr sz="1500" b="1">
                <a:solidFill>
                  <a:srgbClr val="25364A"/>
                </a:solidFill>
                <a:latin typeface="Nimbus Sans"/>
                <a:ea typeface="Nimbus Sans"/>
                <a:cs typeface="Nimbus Sans"/>
              </a:defRPr>
            </a:lvl5pPr>
            <a:lvl6pPr algn="ctr">
              <a:defRPr sz="1500" b="1">
                <a:solidFill>
                  <a:srgbClr val="25364A"/>
                </a:solidFill>
                <a:latin typeface="Nimbus Sans"/>
                <a:ea typeface="Nimbus Sans"/>
                <a:cs typeface="Nimbus Sans"/>
              </a:defRPr>
            </a:lvl6pPr>
            <a:lvl7pPr algn="ctr">
              <a:defRPr sz="1500" b="1">
                <a:solidFill>
                  <a:srgbClr val="25364A"/>
                </a:solidFill>
                <a:latin typeface="Nimbus Sans"/>
                <a:ea typeface="Nimbus Sans"/>
                <a:cs typeface="Nimbus Sans"/>
              </a:defRPr>
            </a:lvl7pPr>
            <a:lvl8pPr algn="ctr">
              <a:defRPr sz="1500" b="1">
                <a:solidFill>
                  <a:srgbClr val="25364A"/>
                </a:solidFill>
                <a:latin typeface="Nimbus Sans"/>
                <a:ea typeface="Nimbus Sans"/>
                <a:cs typeface="Nimbus Sans"/>
              </a:defRPr>
            </a:lvl8pPr>
            <a:lvl9pPr algn="ctr">
              <a:defRPr sz="1500" b="1">
                <a:solidFill>
                  <a:srgbClr val="25364A"/>
                </a:solidFill>
                <a:latin typeface="Nimbus Sans"/>
                <a:ea typeface="Nimbus Sans"/>
                <a:cs typeface="Nimbus Sans"/>
              </a:defRPr>
            </a:lvl9pPr>
          </a:lstStyle>
          <a:p>
            <a:pPr algn="ctr">
              <a:defRPr sz="1500" b="1">
                <a:solidFill>
                  <a:srgbClr val="25364A"/>
                </a:solidFill>
                <a:latin typeface="Nimbus Sans"/>
                <a:ea typeface="Nimbus Sans"/>
                <a:cs typeface="Nimbus Sans"/>
              </a:defRPr>
            </a:pPr>
            <a:r>
              <a:rPr sz="1250"/>
              <a:t>-0.4</a:t>
            </a:r>
          </a:p>
        </p:txBody>
      </p:sp>
      <p:sp>
        <p:nvSpPr>
          <p:cNvPr id="49" name="neuron-1-1">
            <a:extLst>
              <a:ext uri="{FF2B5EF4-FFF2-40B4-BE49-F238E27FC236}">
                <a16:creationId xmlns:a16="http://schemas.microsoft.com/office/drawing/2014/main" id="{5782C997-9345-41F6-ABAB-AA9BA3AB3102}"/>
              </a:ext>
            </a:extLst>
          </p:cNvPr>
          <p:cNvSpPr>
            <a:spLocks noGrp="1"/>
          </p:cNvSpPr>
          <p:nvPr/>
        </p:nvSpPr>
        <p:spPr>
          <a:xfrm>
            <a:off x="1531937" y="3436938"/>
            <a:ext cx="428625" cy="428625"/>
          </a:xfrm>
          <a:prstGeom prst="ellipse">
            <a:avLst/>
          </a:prstGeom>
          <a:solidFill>
            <a:srgbClr val="E7E2F3"/>
          </a:solidFill>
          <a:ln w="14288">
            <a:solidFill>
              <a:srgbClr val="34495E"/>
            </a:solidFill>
            <a:prstDash val="solid"/>
          </a:ln>
        </p:spPr>
        <p:txBody>
          <a:bodyPr/>
          <a:lstStyle/>
          <a:p>
            <a:endParaRPr lang="en-US" sz="1500"/>
          </a:p>
        </p:txBody>
      </p:sp>
      <p:sp>
        <p:nvSpPr>
          <p:cNvPr id="50" name="activation-1-1">
            <a:extLst>
              <a:ext uri="{FF2B5EF4-FFF2-40B4-BE49-F238E27FC236}">
                <a16:creationId xmlns:a16="http://schemas.microsoft.com/office/drawing/2014/main" id="{C5C8D50D-CE84-4FE3-B17E-1260AF43B309}"/>
              </a:ext>
            </a:extLst>
          </p:cNvPr>
          <p:cNvSpPr>
            <a:spLocks noGrp="1"/>
          </p:cNvSpPr>
          <p:nvPr/>
        </p:nvSpPr>
        <p:spPr>
          <a:xfrm>
            <a:off x="1539875" y="3516313"/>
            <a:ext cx="412750" cy="269875"/>
          </a:xfrm>
          <a:prstGeom prst="rect">
            <a:avLst/>
          </a:prstGeom>
          <a:noFill/>
          <a:ln w="0">
            <a:noFill/>
            <a:prstDash val="solid"/>
          </a:ln>
        </p:spPr>
        <p:txBody>
          <a:bodyPr wrap="none" lIns="0" tIns="0" rIns="0" bIns="0" anchor="ctr"/>
          <a:lstStyle>
            <a:defPPr algn="ctr">
              <a:defRPr sz="1500" b="1">
                <a:solidFill>
                  <a:srgbClr val="25364A"/>
                </a:solidFill>
                <a:latin typeface="Nimbus Sans"/>
                <a:ea typeface="Nimbus Sans"/>
                <a:cs typeface="Nimbus Sans"/>
              </a:defRPr>
            </a:defPPr>
            <a:lvl1pPr algn="ctr">
              <a:defRPr sz="1500" b="1">
                <a:solidFill>
                  <a:srgbClr val="25364A"/>
                </a:solidFill>
                <a:latin typeface="Nimbus Sans"/>
                <a:ea typeface="Nimbus Sans"/>
                <a:cs typeface="Nimbus Sans"/>
              </a:defRPr>
            </a:lvl1pPr>
            <a:lvl2pPr algn="ctr">
              <a:defRPr sz="1500" b="1">
                <a:solidFill>
                  <a:srgbClr val="25364A"/>
                </a:solidFill>
                <a:latin typeface="Nimbus Sans"/>
                <a:ea typeface="Nimbus Sans"/>
                <a:cs typeface="Nimbus Sans"/>
              </a:defRPr>
            </a:lvl2pPr>
            <a:lvl3pPr algn="ctr">
              <a:defRPr sz="1500" b="1">
                <a:solidFill>
                  <a:srgbClr val="25364A"/>
                </a:solidFill>
                <a:latin typeface="Nimbus Sans"/>
                <a:ea typeface="Nimbus Sans"/>
                <a:cs typeface="Nimbus Sans"/>
              </a:defRPr>
            </a:lvl3pPr>
            <a:lvl4pPr algn="ctr">
              <a:defRPr sz="1500" b="1">
                <a:solidFill>
                  <a:srgbClr val="25364A"/>
                </a:solidFill>
                <a:latin typeface="Nimbus Sans"/>
                <a:ea typeface="Nimbus Sans"/>
                <a:cs typeface="Nimbus Sans"/>
              </a:defRPr>
            </a:lvl4pPr>
            <a:lvl5pPr algn="ctr">
              <a:defRPr sz="1500" b="1">
                <a:solidFill>
                  <a:srgbClr val="25364A"/>
                </a:solidFill>
                <a:latin typeface="Nimbus Sans"/>
                <a:ea typeface="Nimbus Sans"/>
                <a:cs typeface="Nimbus Sans"/>
              </a:defRPr>
            </a:lvl5pPr>
            <a:lvl6pPr algn="ctr">
              <a:defRPr sz="1500" b="1">
                <a:solidFill>
                  <a:srgbClr val="25364A"/>
                </a:solidFill>
                <a:latin typeface="Nimbus Sans"/>
                <a:ea typeface="Nimbus Sans"/>
                <a:cs typeface="Nimbus Sans"/>
              </a:defRPr>
            </a:lvl6pPr>
            <a:lvl7pPr algn="ctr">
              <a:defRPr sz="1500" b="1">
                <a:solidFill>
                  <a:srgbClr val="25364A"/>
                </a:solidFill>
                <a:latin typeface="Nimbus Sans"/>
                <a:ea typeface="Nimbus Sans"/>
                <a:cs typeface="Nimbus Sans"/>
              </a:defRPr>
            </a:lvl7pPr>
            <a:lvl8pPr algn="ctr">
              <a:defRPr sz="1500" b="1">
                <a:solidFill>
                  <a:srgbClr val="25364A"/>
                </a:solidFill>
                <a:latin typeface="Nimbus Sans"/>
                <a:ea typeface="Nimbus Sans"/>
                <a:cs typeface="Nimbus Sans"/>
              </a:defRPr>
            </a:lvl8pPr>
            <a:lvl9pPr algn="ctr">
              <a:defRPr sz="1500" b="1">
                <a:solidFill>
                  <a:srgbClr val="25364A"/>
                </a:solidFill>
                <a:latin typeface="Nimbus Sans"/>
                <a:ea typeface="Nimbus Sans"/>
                <a:cs typeface="Nimbus Sans"/>
              </a:defRPr>
            </a:lvl9pPr>
          </a:lstStyle>
          <a:p>
            <a:pPr algn="ctr">
              <a:defRPr sz="1500" b="1">
                <a:solidFill>
                  <a:srgbClr val="25364A"/>
                </a:solidFill>
                <a:latin typeface="Nimbus Sans"/>
                <a:ea typeface="Nimbus Sans"/>
                <a:cs typeface="Nimbus Sans"/>
              </a:defRPr>
            </a:pPr>
            <a:r>
              <a:rPr sz="1250"/>
              <a:t>6.64</a:t>
            </a:r>
          </a:p>
        </p:txBody>
      </p:sp>
      <p:sp>
        <p:nvSpPr>
          <p:cNvPr id="51" name="neuron-1-2">
            <a:extLst>
              <a:ext uri="{FF2B5EF4-FFF2-40B4-BE49-F238E27FC236}">
                <a16:creationId xmlns:a16="http://schemas.microsoft.com/office/drawing/2014/main" id="{5D46FC22-D533-4ABC-8991-1FE2BAD1C182}"/>
              </a:ext>
            </a:extLst>
          </p:cNvPr>
          <p:cNvSpPr>
            <a:spLocks noGrp="1"/>
          </p:cNvSpPr>
          <p:nvPr/>
        </p:nvSpPr>
        <p:spPr>
          <a:xfrm>
            <a:off x="1531937" y="4310063"/>
            <a:ext cx="428625" cy="428625"/>
          </a:xfrm>
          <a:prstGeom prst="ellipse">
            <a:avLst/>
          </a:prstGeom>
          <a:solidFill>
            <a:srgbClr val="E7E2F3"/>
          </a:solidFill>
          <a:ln w="14288">
            <a:solidFill>
              <a:srgbClr val="34495E"/>
            </a:solidFill>
            <a:prstDash val="solid"/>
          </a:ln>
        </p:spPr>
        <p:txBody>
          <a:bodyPr/>
          <a:lstStyle/>
          <a:p>
            <a:endParaRPr lang="en-US" sz="1500"/>
          </a:p>
        </p:txBody>
      </p:sp>
      <p:sp>
        <p:nvSpPr>
          <p:cNvPr id="52" name="activation-1-2">
            <a:extLst>
              <a:ext uri="{FF2B5EF4-FFF2-40B4-BE49-F238E27FC236}">
                <a16:creationId xmlns:a16="http://schemas.microsoft.com/office/drawing/2014/main" id="{ECF87FAE-26D3-4E6E-B146-26B1D7D7520F}"/>
              </a:ext>
            </a:extLst>
          </p:cNvPr>
          <p:cNvSpPr>
            <a:spLocks noGrp="1"/>
          </p:cNvSpPr>
          <p:nvPr/>
        </p:nvSpPr>
        <p:spPr>
          <a:xfrm>
            <a:off x="1539875" y="4389438"/>
            <a:ext cx="412750" cy="269875"/>
          </a:xfrm>
          <a:prstGeom prst="rect">
            <a:avLst/>
          </a:prstGeom>
          <a:noFill/>
          <a:ln w="0">
            <a:noFill/>
            <a:prstDash val="solid"/>
          </a:ln>
        </p:spPr>
        <p:txBody>
          <a:bodyPr wrap="none" lIns="0" tIns="0" rIns="0" bIns="0" anchor="ctr"/>
          <a:lstStyle>
            <a:defPPr algn="ctr">
              <a:defRPr sz="1500" b="1">
                <a:solidFill>
                  <a:srgbClr val="25364A"/>
                </a:solidFill>
                <a:latin typeface="Nimbus Sans"/>
                <a:ea typeface="Nimbus Sans"/>
                <a:cs typeface="Nimbus Sans"/>
              </a:defRPr>
            </a:defPPr>
            <a:lvl1pPr algn="ctr">
              <a:defRPr sz="1500" b="1">
                <a:solidFill>
                  <a:srgbClr val="25364A"/>
                </a:solidFill>
                <a:latin typeface="Nimbus Sans"/>
                <a:ea typeface="Nimbus Sans"/>
                <a:cs typeface="Nimbus Sans"/>
              </a:defRPr>
            </a:lvl1pPr>
            <a:lvl2pPr algn="ctr">
              <a:defRPr sz="1500" b="1">
                <a:solidFill>
                  <a:srgbClr val="25364A"/>
                </a:solidFill>
                <a:latin typeface="Nimbus Sans"/>
                <a:ea typeface="Nimbus Sans"/>
                <a:cs typeface="Nimbus Sans"/>
              </a:defRPr>
            </a:lvl2pPr>
            <a:lvl3pPr algn="ctr">
              <a:defRPr sz="1500" b="1">
                <a:solidFill>
                  <a:srgbClr val="25364A"/>
                </a:solidFill>
                <a:latin typeface="Nimbus Sans"/>
                <a:ea typeface="Nimbus Sans"/>
                <a:cs typeface="Nimbus Sans"/>
              </a:defRPr>
            </a:lvl3pPr>
            <a:lvl4pPr algn="ctr">
              <a:defRPr sz="1500" b="1">
                <a:solidFill>
                  <a:srgbClr val="25364A"/>
                </a:solidFill>
                <a:latin typeface="Nimbus Sans"/>
                <a:ea typeface="Nimbus Sans"/>
                <a:cs typeface="Nimbus Sans"/>
              </a:defRPr>
            </a:lvl4pPr>
            <a:lvl5pPr algn="ctr">
              <a:defRPr sz="1500" b="1">
                <a:solidFill>
                  <a:srgbClr val="25364A"/>
                </a:solidFill>
                <a:latin typeface="Nimbus Sans"/>
                <a:ea typeface="Nimbus Sans"/>
                <a:cs typeface="Nimbus Sans"/>
              </a:defRPr>
            </a:lvl5pPr>
            <a:lvl6pPr algn="ctr">
              <a:defRPr sz="1500" b="1">
                <a:solidFill>
                  <a:srgbClr val="25364A"/>
                </a:solidFill>
                <a:latin typeface="Nimbus Sans"/>
                <a:ea typeface="Nimbus Sans"/>
                <a:cs typeface="Nimbus Sans"/>
              </a:defRPr>
            </a:lvl6pPr>
            <a:lvl7pPr algn="ctr">
              <a:defRPr sz="1500" b="1">
                <a:solidFill>
                  <a:srgbClr val="25364A"/>
                </a:solidFill>
                <a:latin typeface="Nimbus Sans"/>
                <a:ea typeface="Nimbus Sans"/>
                <a:cs typeface="Nimbus Sans"/>
              </a:defRPr>
            </a:lvl7pPr>
            <a:lvl8pPr algn="ctr">
              <a:defRPr sz="1500" b="1">
                <a:solidFill>
                  <a:srgbClr val="25364A"/>
                </a:solidFill>
                <a:latin typeface="Nimbus Sans"/>
                <a:ea typeface="Nimbus Sans"/>
                <a:cs typeface="Nimbus Sans"/>
              </a:defRPr>
            </a:lvl8pPr>
            <a:lvl9pPr algn="ctr">
              <a:defRPr sz="1500" b="1">
                <a:solidFill>
                  <a:srgbClr val="25364A"/>
                </a:solidFill>
                <a:latin typeface="Nimbus Sans"/>
                <a:ea typeface="Nimbus Sans"/>
                <a:cs typeface="Nimbus Sans"/>
              </a:defRPr>
            </a:lvl9pPr>
          </a:lstStyle>
          <a:p>
            <a:pPr algn="ctr">
              <a:defRPr sz="1500" b="1">
                <a:solidFill>
                  <a:srgbClr val="25364A"/>
                </a:solidFill>
                <a:latin typeface="Nimbus Sans"/>
                <a:ea typeface="Nimbus Sans"/>
                <a:cs typeface="Nimbus Sans"/>
              </a:defRPr>
            </a:pPr>
            <a:r>
              <a:rPr sz="1250"/>
              <a:t>2.72</a:t>
            </a:r>
          </a:p>
        </p:txBody>
      </p:sp>
      <p:sp>
        <p:nvSpPr>
          <p:cNvPr id="53" name="neuron-2-0">
            <a:extLst>
              <a:ext uri="{FF2B5EF4-FFF2-40B4-BE49-F238E27FC236}">
                <a16:creationId xmlns:a16="http://schemas.microsoft.com/office/drawing/2014/main" id="{6881E121-4161-45A6-9427-04E941B731C5}"/>
              </a:ext>
            </a:extLst>
          </p:cNvPr>
          <p:cNvSpPr>
            <a:spLocks noGrp="1"/>
          </p:cNvSpPr>
          <p:nvPr/>
        </p:nvSpPr>
        <p:spPr>
          <a:xfrm>
            <a:off x="2524125" y="3000375"/>
            <a:ext cx="428625" cy="428625"/>
          </a:xfrm>
          <a:prstGeom prst="ellipse">
            <a:avLst/>
          </a:prstGeom>
          <a:solidFill>
            <a:srgbClr val="E7E2F3"/>
          </a:solidFill>
          <a:ln w="14288">
            <a:solidFill>
              <a:srgbClr val="34495E"/>
            </a:solidFill>
            <a:prstDash val="solid"/>
          </a:ln>
        </p:spPr>
        <p:txBody>
          <a:bodyPr/>
          <a:lstStyle/>
          <a:p>
            <a:endParaRPr lang="en-US" sz="1500"/>
          </a:p>
        </p:txBody>
      </p:sp>
      <p:sp>
        <p:nvSpPr>
          <p:cNvPr id="54" name="activation-2-0">
            <a:extLst>
              <a:ext uri="{FF2B5EF4-FFF2-40B4-BE49-F238E27FC236}">
                <a16:creationId xmlns:a16="http://schemas.microsoft.com/office/drawing/2014/main" id="{CFEAC7A1-5D8A-4D40-8A23-054B0C92B0FD}"/>
              </a:ext>
            </a:extLst>
          </p:cNvPr>
          <p:cNvSpPr>
            <a:spLocks noGrp="1"/>
          </p:cNvSpPr>
          <p:nvPr/>
        </p:nvSpPr>
        <p:spPr>
          <a:xfrm>
            <a:off x="2532063" y="3079750"/>
            <a:ext cx="412750" cy="269875"/>
          </a:xfrm>
          <a:prstGeom prst="rect">
            <a:avLst/>
          </a:prstGeom>
          <a:noFill/>
          <a:ln w="0">
            <a:noFill/>
            <a:prstDash val="solid"/>
          </a:ln>
        </p:spPr>
        <p:txBody>
          <a:bodyPr wrap="none" lIns="0" tIns="0" rIns="0" bIns="0" anchor="ctr"/>
          <a:lstStyle>
            <a:defPPr algn="ctr">
              <a:defRPr sz="1500" b="1">
                <a:solidFill>
                  <a:srgbClr val="25364A"/>
                </a:solidFill>
                <a:latin typeface="Nimbus Sans"/>
                <a:ea typeface="Nimbus Sans"/>
                <a:cs typeface="Nimbus Sans"/>
              </a:defRPr>
            </a:defPPr>
            <a:lvl1pPr algn="ctr">
              <a:defRPr sz="1500" b="1">
                <a:solidFill>
                  <a:srgbClr val="25364A"/>
                </a:solidFill>
                <a:latin typeface="Nimbus Sans"/>
                <a:ea typeface="Nimbus Sans"/>
                <a:cs typeface="Nimbus Sans"/>
              </a:defRPr>
            </a:lvl1pPr>
            <a:lvl2pPr algn="ctr">
              <a:defRPr sz="1500" b="1">
                <a:solidFill>
                  <a:srgbClr val="25364A"/>
                </a:solidFill>
                <a:latin typeface="Nimbus Sans"/>
                <a:ea typeface="Nimbus Sans"/>
                <a:cs typeface="Nimbus Sans"/>
              </a:defRPr>
            </a:lvl2pPr>
            <a:lvl3pPr algn="ctr">
              <a:defRPr sz="1500" b="1">
                <a:solidFill>
                  <a:srgbClr val="25364A"/>
                </a:solidFill>
                <a:latin typeface="Nimbus Sans"/>
                <a:ea typeface="Nimbus Sans"/>
                <a:cs typeface="Nimbus Sans"/>
              </a:defRPr>
            </a:lvl3pPr>
            <a:lvl4pPr algn="ctr">
              <a:defRPr sz="1500" b="1">
                <a:solidFill>
                  <a:srgbClr val="25364A"/>
                </a:solidFill>
                <a:latin typeface="Nimbus Sans"/>
                <a:ea typeface="Nimbus Sans"/>
                <a:cs typeface="Nimbus Sans"/>
              </a:defRPr>
            </a:lvl4pPr>
            <a:lvl5pPr algn="ctr">
              <a:defRPr sz="1500" b="1">
                <a:solidFill>
                  <a:srgbClr val="25364A"/>
                </a:solidFill>
                <a:latin typeface="Nimbus Sans"/>
                <a:ea typeface="Nimbus Sans"/>
                <a:cs typeface="Nimbus Sans"/>
              </a:defRPr>
            </a:lvl5pPr>
            <a:lvl6pPr algn="ctr">
              <a:defRPr sz="1500" b="1">
                <a:solidFill>
                  <a:srgbClr val="25364A"/>
                </a:solidFill>
                <a:latin typeface="Nimbus Sans"/>
                <a:ea typeface="Nimbus Sans"/>
                <a:cs typeface="Nimbus Sans"/>
              </a:defRPr>
            </a:lvl6pPr>
            <a:lvl7pPr algn="ctr">
              <a:defRPr sz="1500" b="1">
                <a:solidFill>
                  <a:srgbClr val="25364A"/>
                </a:solidFill>
                <a:latin typeface="Nimbus Sans"/>
                <a:ea typeface="Nimbus Sans"/>
                <a:cs typeface="Nimbus Sans"/>
              </a:defRPr>
            </a:lvl7pPr>
            <a:lvl8pPr algn="ctr">
              <a:defRPr sz="1500" b="1">
                <a:solidFill>
                  <a:srgbClr val="25364A"/>
                </a:solidFill>
                <a:latin typeface="Nimbus Sans"/>
                <a:ea typeface="Nimbus Sans"/>
                <a:cs typeface="Nimbus Sans"/>
              </a:defRPr>
            </a:lvl8pPr>
            <a:lvl9pPr algn="ctr">
              <a:defRPr sz="1500" b="1">
                <a:solidFill>
                  <a:srgbClr val="25364A"/>
                </a:solidFill>
                <a:latin typeface="Nimbus Sans"/>
                <a:ea typeface="Nimbus Sans"/>
                <a:cs typeface="Nimbus Sans"/>
              </a:defRPr>
            </a:lvl9pPr>
          </a:lstStyle>
          <a:p>
            <a:pPr algn="ctr">
              <a:defRPr sz="1500" b="1">
                <a:solidFill>
                  <a:srgbClr val="25364A"/>
                </a:solidFill>
                <a:latin typeface="Nimbus Sans"/>
                <a:ea typeface="Nimbus Sans"/>
                <a:cs typeface="Nimbus Sans"/>
              </a:defRPr>
            </a:pPr>
            <a:r>
              <a:rPr sz="1250"/>
              <a:t>5.5</a:t>
            </a:r>
          </a:p>
        </p:txBody>
      </p:sp>
      <p:sp>
        <p:nvSpPr>
          <p:cNvPr id="55" name="neuron-2-1">
            <a:extLst>
              <a:ext uri="{FF2B5EF4-FFF2-40B4-BE49-F238E27FC236}">
                <a16:creationId xmlns:a16="http://schemas.microsoft.com/office/drawing/2014/main" id="{53363B63-C7E6-4D51-9872-21893ECC4507}"/>
              </a:ext>
            </a:extLst>
          </p:cNvPr>
          <p:cNvSpPr>
            <a:spLocks noGrp="1"/>
          </p:cNvSpPr>
          <p:nvPr/>
        </p:nvSpPr>
        <p:spPr>
          <a:xfrm>
            <a:off x="2524125" y="3873500"/>
            <a:ext cx="428625" cy="428625"/>
          </a:xfrm>
          <a:prstGeom prst="ellipse">
            <a:avLst/>
          </a:prstGeom>
          <a:solidFill>
            <a:srgbClr val="E7E2F3"/>
          </a:solidFill>
          <a:ln w="14288">
            <a:solidFill>
              <a:srgbClr val="34495E"/>
            </a:solidFill>
            <a:prstDash val="solid"/>
          </a:ln>
        </p:spPr>
        <p:txBody>
          <a:bodyPr/>
          <a:lstStyle/>
          <a:p>
            <a:endParaRPr lang="en-US" sz="1500"/>
          </a:p>
        </p:txBody>
      </p:sp>
      <p:sp>
        <p:nvSpPr>
          <p:cNvPr id="56" name="activation-2-1">
            <a:extLst>
              <a:ext uri="{FF2B5EF4-FFF2-40B4-BE49-F238E27FC236}">
                <a16:creationId xmlns:a16="http://schemas.microsoft.com/office/drawing/2014/main" id="{033E0275-CB44-4CED-B50E-8114B7819683}"/>
              </a:ext>
            </a:extLst>
          </p:cNvPr>
          <p:cNvSpPr>
            <a:spLocks noGrp="1"/>
          </p:cNvSpPr>
          <p:nvPr/>
        </p:nvSpPr>
        <p:spPr>
          <a:xfrm>
            <a:off x="2532063" y="3952875"/>
            <a:ext cx="412750" cy="269875"/>
          </a:xfrm>
          <a:prstGeom prst="rect">
            <a:avLst/>
          </a:prstGeom>
          <a:noFill/>
          <a:ln w="0">
            <a:noFill/>
            <a:prstDash val="solid"/>
          </a:ln>
        </p:spPr>
        <p:txBody>
          <a:bodyPr wrap="none" lIns="0" tIns="0" rIns="0" bIns="0" anchor="ctr"/>
          <a:lstStyle>
            <a:defPPr algn="ctr">
              <a:defRPr sz="1500" b="1">
                <a:solidFill>
                  <a:srgbClr val="25364A"/>
                </a:solidFill>
                <a:latin typeface="Nimbus Sans"/>
                <a:ea typeface="Nimbus Sans"/>
                <a:cs typeface="Nimbus Sans"/>
              </a:defRPr>
            </a:defPPr>
            <a:lvl1pPr algn="ctr">
              <a:defRPr sz="1500" b="1">
                <a:solidFill>
                  <a:srgbClr val="25364A"/>
                </a:solidFill>
                <a:latin typeface="Nimbus Sans"/>
                <a:ea typeface="Nimbus Sans"/>
                <a:cs typeface="Nimbus Sans"/>
              </a:defRPr>
            </a:lvl1pPr>
            <a:lvl2pPr algn="ctr">
              <a:defRPr sz="1500" b="1">
                <a:solidFill>
                  <a:srgbClr val="25364A"/>
                </a:solidFill>
                <a:latin typeface="Nimbus Sans"/>
                <a:ea typeface="Nimbus Sans"/>
                <a:cs typeface="Nimbus Sans"/>
              </a:defRPr>
            </a:lvl2pPr>
            <a:lvl3pPr algn="ctr">
              <a:defRPr sz="1500" b="1">
                <a:solidFill>
                  <a:srgbClr val="25364A"/>
                </a:solidFill>
                <a:latin typeface="Nimbus Sans"/>
                <a:ea typeface="Nimbus Sans"/>
                <a:cs typeface="Nimbus Sans"/>
              </a:defRPr>
            </a:lvl3pPr>
            <a:lvl4pPr algn="ctr">
              <a:defRPr sz="1500" b="1">
                <a:solidFill>
                  <a:srgbClr val="25364A"/>
                </a:solidFill>
                <a:latin typeface="Nimbus Sans"/>
                <a:ea typeface="Nimbus Sans"/>
                <a:cs typeface="Nimbus Sans"/>
              </a:defRPr>
            </a:lvl4pPr>
            <a:lvl5pPr algn="ctr">
              <a:defRPr sz="1500" b="1">
                <a:solidFill>
                  <a:srgbClr val="25364A"/>
                </a:solidFill>
                <a:latin typeface="Nimbus Sans"/>
                <a:ea typeface="Nimbus Sans"/>
                <a:cs typeface="Nimbus Sans"/>
              </a:defRPr>
            </a:lvl5pPr>
            <a:lvl6pPr algn="ctr">
              <a:defRPr sz="1500" b="1">
                <a:solidFill>
                  <a:srgbClr val="25364A"/>
                </a:solidFill>
                <a:latin typeface="Nimbus Sans"/>
                <a:ea typeface="Nimbus Sans"/>
                <a:cs typeface="Nimbus Sans"/>
              </a:defRPr>
            </a:lvl6pPr>
            <a:lvl7pPr algn="ctr">
              <a:defRPr sz="1500" b="1">
                <a:solidFill>
                  <a:srgbClr val="25364A"/>
                </a:solidFill>
                <a:latin typeface="Nimbus Sans"/>
                <a:ea typeface="Nimbus Sans"/>
                <a:cs typeface="Nimbus Sans"/>
              </a:defRPr>
            </a:lvl7pPr>
            <a:lvl8pPr algn="ctr">
              <a:defRPr sz="1500" b="1">
                <a:solidFill>
                  <a:srgbClr val="25364A"/>
                </a:solidFill>
                <a:latin typeface="Nimbus Sans"/>
                <a:ea typeface="Nimbus Sans"/>
                <a:cs typeface="Nimbus Sans"/>
              </a:defRPr>
            </a:lvl8pPr>
            <a:lvl9pPr algn="ctr">
              <a:defRPr sz="1500" b="1">
                <a:solidFill>
                  <a:srgbClr val="25364A"/>
                </a:solidFill>
                <a:latin typeface="Nimbus Sans"/>
                <a:ea typeface="Nimbus Sans"/>
                <a:cs typeface="Nimbus Sans"/>
              </a:defRPr>
            </a:lvl9pPr>
          </a:lstStyle>
          <a:p>
            <a:pPr algn="ctr">
              <a:defRPr sz="1500" b="1">
                <a:solidFill>
                  <a:srgbClr val="25364A"/>
                </a:solidFill>
                <a:latin typeface="Nimbus Sans"/>
                <a:ea typeface="Nimbus Sans"/>
                <a:cs typeface="Nimbus Sans"/>
              </a:defRPr>
            </a:pPr>
            <a:r>
              <a:rPr sz="1250"/>
              <a:t>-5.93</a:t>
            </a:r>
          </a:p>
        </p:txBody>
      </p:sp>
      <p:sp>
        <p:nvSpPr>
          <p:cNvPr id="57" name="neuron-3-0">
            <a:extLst>
              <a:ext uri="{FF2B5EF4-FFF2-40B4-BE49-F238E27FC236}">
                <a16:creationId xmlns:a16="http://schemas.microsoft.com/office/drawing/2014/main" id="{0EB8185A-EE34-4206-9603-73AABF9F825D}"/>
              </a:ext>
            </a:extLst>
          </p:cNvPr>
          <p:cNvSpPr>
            <a:spLocks noGrp="1"/>
          </p:cNvSpPr>
          <p:nvPr/>
        </p:nvSpPr>
        <p:spPr>
          <a:xfrm>
            <a:off x="3516313" y="2325688"/>
            <a:ext cx="428625" cy="428625"/>
          </a:xfrm>
          <a:prstGeom prst="ellipse">
            <a:avLst/>
          </a:prstGeom>
          <a:solidFill>
            <a:srgbClr val="E7E2F3"/>
          </a:solidFill>
          <a:ln w="14288">
            <a:solidFill>
              <a:srgbClr val="34495E"/>
            </a:solidFill>
            <a:prstDash val="solid"/>
          </a:ln>
        </p:spPr>
        <p:txBody>
          <a:bodyPr/>
          <a:lstStyle/>
          <a:p>
            <a:endParaRPr lang="en-US" sz="1500"/>
          </a:p>
        </p:txBody>
      </p:sp>
      <p:sp>
        <p:nvSpPr>
          <p:cNvPr id="58" name="activation-3-0">
            <a:extLst>
              <a:ext uri="{FF2B5EF4-FFF2-40B4-BE49-F238E27FC236}">
                <a16:creationId xmlns:a16="http://schemas.microsoft.com/office/drawing/2014/main" id="{FAE77BFA-000D-47A5-8B15-C10AAF0D5B2C}"/>
              </a:ext>
            </a:extLst>
          </p:cNvPr>
          <p:cNvSpPr>
            <a:spLocks noGrp="1"/>
          </p:cNvSpPr>
          <p:nvPr/>
        </p:nvSpPr>
        <p:spPr>
          <a:xfrm>
            <a:off x="3524250" y="2405063"/>
            <a:ext cx="412750" cy="269875"/>
          </a:xfrm>
          <a:prstGeom prst="rect">
            <a:avLst/>
          </a:prstGeom>
          <a:noFill/>
          <a:ln w="0">
            <a:noFill/>
            <a:prstDash val="solid"/>
          </a:ln>
        </p:spPr>
        <p:txBody>
          <a:bodyPr wrap="none" lIns="0" tIns="0" rIns="0" bIns="0" anchor="ctr"/>
          <a:lstStyle>
            <a:defPPr algn="ctr">
              <a:defRPr sz="1500" b="1">
                <a:solidFill>
                  <a:srgbClr val="25364A"/>
                </a:solidFill>
                <a:latin typeface="Nimbus Sans"/>
                <a:ea typeface="Nimbus Sans"/>
                <a:cs typeface="Nimbus Sans"/>
              </a:defRPr>
            </a:defPPr>
            <a:lvl1pPr algn="ctr">
              <a:defRPr sz="1500" b="1">
                <a:solidFill>
                  <a:srgbClr val="25364A"/>
                </a:solidFill>
                <a:latin typeface="Nimbus Sans"/>
                <a:ea typeface="Nimbus Sans"/>
                <a:cs typeface="Nimbus Sans"/>
              </a:defRPr>
            </a:lvl1pPr>
            <a:lvl2pPr algn="ctr">
              <a:defRPr sz="1500" b="1">
                <a:solidFill>
                  <a:srgbClr val="25364A"/>
                </a:solidFill>
                <a:latin typeface="Nimbus Sans"/>
                <a:ea typeface="Nimbus Sans"/>
                <a:cs typeface="Nimbus Sans"/>
              </a:defRPr>
            </a:lvl2pPr>
            <a:lvl3pPr algn="ctr">
              <a:defRPr sz="1500" b="1">
                <a:solidFill>
                  <a:srgbClr val="25364A"/>
                </a:solidFill>
                <a:latin typeface="Nimbus Sans"/>
                <a:ea typeface="Nimbus Sans"/>
                <a:cs typeface="Nimbus Sans"/>
              </a:defRPr>
            </a:lvl3pPr>
            <a:lvl4pPr algn="ctr">
              <a:defRPr sz="1500" b="1">
                <a:solidFill>
                  <a:srgbClr val="25364A"/>
                </a:solidFill>
                <a:latin typeface="Nimbus Sans"/>
                <a:ea typeface="Nimbus Sans"/>
                <a:cs typeface="Nimbus Sans"/>
              </a:defRPr>
            </a:lvl4pPr>
            <a:lvl5pPr algn="ctr">
              <a:defRPr sz="1500" b="1">
                <a:solidFill>
                  <a:srgbClr val="25364A"/>
                </a:solidFill>
                <a:latin typeface="Nimbus Sans"/>
                <a:ea typeface="Nimbus Sans"/>
                <a:cs typeface="Nimbus Sans"/>
              </a:defRPr>
            </a:lvl5pPr>
            <a:lvl6pPr algn="ctr">
              <a:defRPr sz="1500" b="1">
                <a:solidFill>
                  <a:srgbClr val="25364A"/>
                </a:solidFill>
                <a:latin typeface="Nimbus Sans"/>
                <a:ea typeface="Nimbus Sans"/>
                <a:cs typeface="Nimbus Sans"/>
              </a:defRPr>
            </a:lvl6pPr>
            <a:lvl7pPr algn="ctr">
              <a:defRPr sz="1500" b="1">
                <a:solidFill>
                  <a:srgbClr val="25364A"/>
                </a:solidFill>
                <a:latin typeface="Nimbus Sans"/>
                <a:ea typeface="Nimbus Sans"/>
                <a:cs typeface="Nimbus Sans"/>
              </a:defRPr>
            </a:lvl7pPr>
            <a:lvl8pPr algn="ctr">
              <a:defRPr sz="1500" b="1">
                <a:solidFill>
                  <a:srgbClr val="25364A"/>
                </a:solidFill>
                <a:latin typeface="Nimbus Sans"/>
                <a:ea typeface="Nimbus Sans"/>
                <a:cs typeface="Nimbus Sans"/>
              </a:defRPr>
            </a:lvl8pPr>
            <a:lvl9pPr algn="ctr">
              <a:defRPr sz="1500" b="1">
                <a:solidFill>
                  <a:srgbClr val="25364A"/>
                </a:solidFill>
                <a:latin typeface="Nimbus Sans"/>
                <a:ea typeface="Nimbus Sans"/>
                <a:cs typeface="Nimbus Sans"/>
              </a:defRPr>
            </a:lvl9pPr>
          </a:lstStyle>
          <a:p>
            <a:pPr algn="ctr">
              <a:defRPr sz="1500" b="1">
                <a:solidFill>
                  <a:srgbClr val="25364A"/>
                </a:solidFill>
                <a:latin typeface="Nimbus Sans"/>
                <a:ea typeface="Nimbus Sans"/>
                <a:cs typeface="Nimbus Sans"/>
              </a:defRPr>
            </a:pPr>
            <a:r>
              <a:rPr sz="1250"/>
              <a:t>1.57</a:t>
            </a:r>
          </a:p>
        </p:txBody>
      </p:sp>
      <p:sp>
        <p:nvSpPr>
          <p:cNvPr id="59" name="neuron-3-1">
            <a:extLst>
              <a:ext uri="{FF2B5EF4-FFF2-40B4-BE49-F238E27FC236}">
                <a16:creationId xmlns:a16="http://schemas.microsoft.com/office/drawing/2014/main" id="{2DDA13E1-1E0F-4863-A08B-2FF6F63DCD32}"/>
              </a:ext>
            </a:extLst>
          </p:cNvPr>
          <p:cNvSpPr>
            <a:spLocks noGrp="1"/>
          </p:cNvSpPr>
          <p:nvPr/>
        </p:nvSpPr>
        <p:spPr>
          <a:xfrm>
            <a:off x="3516313" y="3079750"/>
            <a:ext cx="428625" cy="428625"/>
          </a:xfrm>
          <a:prstGeom prst="ellipse">
            <a:avLst/>
          </a:prstGeom>
          <a:solidFill>
            <a:srgbClr val="E7E2F3"/>
          </a:solidFill>
          <a:ln w="14288">
            <a:solidFill>
              <a:srgbClr val="34495E"/>
            </a:solidFill>
            <a:prstDash val="solid"/>
          </a:ln>
        </p:spPr>
        <p:txBody>
          <a:bodyPr/>
          <a:lstStyle/>
          <a:p>
            <a:endParaRPr lang="en-US" sz="1500"/>
          </a:p>
        </p:txBody>
      </p:sp>
      <p:sp>
        <p:nvSpPr>
          <p:cNvPr id="60" name="activation-3-1">
            <a:extLst>
              <a:ext uri="{FF2B5EF4-FFF2-40B4-BE49-F238E27FC236}">
                <a16:creationId xmlns:a16="http://schemas.microsoft.com/office/drawing/2014/main" id="{40BA2422-6CF5-48DB-96D3-D4E9DA822BF4}"/>
              </a:ext>
            </a:extLst>
          </p:cNvPr>
          <p:cNvSpPr>
            <a:spLocks noGrp="1"/>
          </p:cNvSpPr>
          <p:nvPr/>
        </p:nvSpPr>
        <p:spPr>
          <a:xfrm>
            <a:off x="3524250" y="3159125"/>
            <a:ext cx="412750" cy="269875"/>
          </a:xfrm>
          <a:prstGeom prst="rect">
            <a:avLst/>
          </a:prstGeom>
          <a:noFill/>
          <a:ln w="0">
            <a:noFill/>
            <a:prstDash val="solid"/>
          </a:ln>
        </p:spPr>
        <p:txBody>
          <a:bodyPr wrap="none" lIns="0" tIns="0" rIns="0" bIns="0" anchor="ctr"/>
          <a:lstStyle>
            <a:defPPr algn="ctr">
              <a:defRPr sz="1500" b="1">
                <a:solidFill>
                  <a:srgbClr val="25364A"/>
                </a:solidFill>
                <a:latin typeface="Nimbus Sans"/>
                <a:ea typeface="Nimbus Sans"/>
                <a:cs typeface="Nimbus Sans"/>
              </a:defRPr>
            </a:defPPr>
            <a:lvl1pPr algn="ctr">
              <a:defRPr sz="1500" b="1">
                <a:solidFill>
                  <a:srgbClr val="25364A"/>
                </a:solidFill>
                <a:latin typeface="Nimbus Sans"/>
                <a:ea typeface="Nimbus Sans"/>
                <a:cs typeface="Nimbus Sans"/>
              </a:defRPr>
            </a:lvl1pPr>
            <a:lvl2pPr algn="ctr">
              <a:defRPr sz="1500" b="1">
                <a:solidFill>
                  <a:srgbClr val="25364A"/>
                </a:solidFill>
                <a:latin typeface="Nimbus Sans"/>
                <a:ea typeface="Nimbus Sans"/>
                <a:cs typeface="Nimbus Sans"/>
              </a:defRPr>
            </a:lvl2pPr>
            <a:lvl3pPr algn="ctr">
              <a:defRPr sz="1500" b="1">
                <a:solidFill>
                  <a:srgbClr val="25364A"/>
                </a:solidFill>
                <a:latin typeface="Nimbus Sans"/>
                <a:ea typeface="Nimbus Sans"/>
                <a:cs typeface="Nimbus Sans"/>
              </a:defRPr>
            </a:lvl3pPr>
            <a:lvl4pPr algn="ctr">
              <a:defRPr sz="1500" b="1">
                <a:solidFill>
                  <a:srgbClr val="25364A"/>
                </a:solidFill>
                <a:latin typeface="Nimbus Sans"/>
                <a:ea typeface="Nimbus Sans"/>
                <a:cs typeface="Nimbus Sans"/>
              </a:defRPr>
            </a:lvl4pPr>
            <a:lvl5pPr algn="ctr">
              <a:defRPr sz="1500" b="1">
                <a:solidFill>
                  <a:srgbClr val="25364A"/>
                </a:solidFill>
                <a:latin typeface="Nimbus Sans"/>
                <a:ea typeface="Nimbus Sans"/>
                <a:cs typeface="Nimbus Sans"/>
              </a:defRPr>
            </a:lvl5pPr>
            <a:lvl6pPr algn="ctr">
              <a:defRPr sz="1500" b="1">
                <a:solidFill>
                  <a:srgbClr val="25364A"/>
                </a:solidFill>
                <a:latin typeface="Nimbus Sans"/>
                <a:ea typeface="Nimbus Sans"/>
                <a:cs typeface="Nimbus Sans"/>
              </a:defRPr>
            </a:lvl6pPr>
            <a:lvl7pPr algn="ctr">
              <a:defRPr sz="1500" b="1">
                <a:solidFill>
                  <a:srgbClr val="25364A"/>
                </a:solidFill>
                <a:latin typeface="Nimbus Sans"/>
                <a:ea typeface="Nimbus Sans"/>
                <a:cs typeface="Nimbus Sans"/>
              </a:defRPr>
            </a:lvl7pPr>
            <a:lvl8pPr algn="ctr">
              <a:defRPr sz="1500" b="1">
                <a:solidFill>
                  <a:srgbClr val="25364A"/>
                </a:solidFill>
                <a:latin typeface="Nimbus Sans"/>
                <a:ea typeface="Nimbus Sans"/>
                <a:cs typeface="Nimbus Sans"/>
              </a:defRPr>
            </a:lvl8pPr>
            <a:lvl9pPr algn="ctr">
              <a:defRPr sz="1500" b="1">
                <a:solidFill>
                  <a:srgbClr val="25364A"/>
                </a:solidFill>
                <a:latin typeface="Nimbus Sans"/>
                <a:ea typeface="Nimbus Sans"/>
                <a:cs typeface="Nimbus Sans"/>
              </a:defRPr>
            </a:lvl9pPr>
          </a:lstStyle>
          <a:p>
            <a:pPr algn="ctr">
              <a:defRPr sz="1500" b="1">
                <a:solidFill>
                  <a:srgbClr val="25364A"/>
                </a:solidFill>
                <a:latin typeface="Nimbus Sans"/>
                <a:ea typeface="Nimbus Sans"/>
                <a:cs typeface="Nimbus Sans"/>
              </a:defRPr>
            </a:pPr>
            <a:r>
              <a:rPr sz="1250"/>
              <a:t>-1.95</a:t>
            </a:r>
          </a:p>
        </p:txBody>
      </p:sp>
      <p:sp>
        <p:nvSpPr>
          <p:cNvPr id="61" name="neuron-3-2">
            <a:extLst>
              <a:ext uri="{FF2B5EF4-FFF2-40B4-BE49-F238E27FC236}">
                <a16:creationId xmlns:a16="http://schemas.microsoft.com/office/drawing/2014/main" id="{26F8DAAE-16B0-49ED-AA4A-87815F9FCBF4}"/>
              </a:ext>
            </a:extLst>
          </p:cNvPr>
          <p:cNvSpPr>
            <a:spLocks noGrp="1"/>
          </p:cNvSpPr>
          <p:nvPr/>
        </p:nvSpPr>
        <p:spPr>
          <a:xfrm>
            <a:off x="3516313" y="3833813"/>
            <a:ext cx="428625" cy="428625"/>
          </a:xfrm>
          <a:prstGeom prst="ellipse">
            <a:avLst/>
          </a:prstGeom>
          <a:solidFill>
            <a:srgbClr val="E7E2F3"/>
          </a:solidFill>
          <a:ln w="14288">
            <a:solidFill>
              <a:srgbClr val="34495E"/>
            </a:solidFill>
            <a:prstDash val="solid"/>
          </a:ln>
        </p:spPr>
        <p:txBody>
          <a:bodyPr/>
          <a:lstStyle/>
          <a:p>
            <a:endParaRPr lang="en-US" sz="1500"/>
          </a:p>
        </p:txBody>
      </p:sp>
      <p:sp>
        <p:nvSpPr>
          <p:cNvPr id="62" name="activation-3-2">
            <a:extLst>
              <a:ext uri="{FF2B5EF4-FFF2-40B4-BE49-F238E27FC236}">
                <a16:creationId xmlns:a16="http://schemas.microsoft.com/office/drawing/2014/main" id="{15F00101-FEA6-4A64-94C7-3BC306F89D84}"/>
              </a:ext>
            </a:extLst>
          </p:cNvPr>
          <p:cNvSpPr>
            <a:spLocks noGrp="1"/>
          </p:cNvSpPr>
          <p:nvPr/>
        </p:nvSpPr>
        <p:spPr>
          <a:xfrm>
            <a:off x="3524250" y="3913188"/>
            <a:ext cx="412750" cy="269875"/>
          </a:xfrm>
          <a:prstGeom prst="rect">
            <a:avLst/>
          </a:prstGeom>
          <a:noFill/>
          <a:ln w="0">
            <a:noFill/>
            <a:prstDash val="solid"/>
          </a:ln>
        </p:spPr>
        <p:txBody>
          <a:bodyPr wrap="none" lIns="0" tIns="0" rIns="0" bIns="0" anchor="ctr"/>
          <a:lstStyle>
            <a:defPPr algn="ctr">
              <a:defRPr sz="1500" b="1">
                <a:solidFill>
                  <a:srgbClr val="25364A"/>
                </a:solidFill>
                <a:latin typeface="Nimbus Sans"/>
                <a:ea typeface="Nimbus Sans"/>
                <a:cs typeface="Nimbus Sans"/>
              </a:defRPr>
            </a:defPPr>
            <a:lvl1pPr algn="ctr">
              <a:defRPr sz="1500" b="1">
                <a:solidFill>
                  <a:srgbClr val="25364A"/>
                </a:solidFill>
                <a:latin typeface="Nimbus Sans"/>
                <a:ea typeface="Nimbus Sans"/>
                <a:cs typeface="Nimbus Sans"/>
              </a:defRPr>
            </a:lvl1pPr>
            <a:lvl2pPr algn="ctr">
              <a:defRPr sz="1500" b="1">
                <a:solidFill>
                  <a:srgbClr val="25364A"/>
                </a:solidFill>
                <a:latin typeface="Nimbus Sans"/>
                <a:ea typeface="Nimbus Sans"/>
                <a:cs typeface="Nimbus Sans"/>
              </a:defRPr>
            </a:lvl2pPr>
            <a:lvl3pPr algn="ctr">
              <a:defRPr sz="1500" b="1">
                <a:solidFill>
                  <a:srgbClr val="25364A"/>
                </a:solidFill>
                <a:latin typeface="Nimbus Sans"/>
                <a:ea typeface="Nimbus Sans"/>
                <a:cs typeface="Nimbus Sans"/>
              </a:defRPr>
            </a:lvl3pPr>
            <a:lvl4pPr algn="ctr">
              <a:defRPr sz="1500" b="1">
                <a:solidFill>
                  <a:srgbClr val="25364A"/>
                </a:solidFill>
                <a:latin typeface="Nimbus Sans"/>
                <a:ea typeface="Nimbus Sans"/>
                <a:cs typeface="Nimbus Sans"/>
              </a:defRPr>
            </a:lvl4pPr>
            <a:lvl5pPr algn="ctr">
              <a:defRPr sz="1500" b="1">
                <a:solidFill>
                  <a:srgbClr val="25364A"/>
                </a:solidFill>
                <a:latin typeface="Nimbus Sans"/>
                <a:ea typeface="Nimbus Sans"/>
                <a:cs typeface="Nimbus Sans"/>
              </a:defRPr>
            </a:lvl5pPr>
            <a:lvl6pPr algn="ctr">
              <a:defRPr sz="1500" b="1">
                <a:solidFill>
                  <a:srgbClr val="25364A"/>
                </a:solidFill>
                <a:latin typeface="Nimbus Sans"/>
                <a:ea typeface="Nimbus Sans"/>
                <a:cs typeface="Nimbus Sans"/>
              </a:defRPr>
            </a:lvl6pPr>
            <a:lvl7pPr algn="ctr">
              <a:defRPr sz="1500" b="1">
                <a:solidFill>
                  <a:srgbClr val="25364A"/>
                </a:solidFill>
                <a:latin typeface="Nimbus Sans"/>
                <a:ea typeface="Nimbus Sans"/>
                <a:cs typeface="Nimbus Sans"/>
              </a:defRPr>
            </a:lvl7pPr>
            <a:lvl8pPr algn="ctr">
              <a:defRPr sz="1500" b="1">
                <a:solidFill>
                  <a:srgbClr val="25364A"/>
                </a:solidFill>
                <a:latin typeface="Nimbus Sans"/>
                <a:ea typeface="Nimbus Sans"/>
                <a:cs typeface="Nimbus Sans"/>
              </a:defRPr>
            </a:lvl8pPr>
            <a:lvl9pPr algn="ctr">
              <a:defRPr sz="1500" b="1">
                <a:solidFill>
                  <a:srgbClr val="25364A"/>
                </a:solidFill>
                <a:latin typeface="Nimbus Sans"/>
                <a:ea typeface="Nimbus Sans"/>
                <a:cs typeface="Nimbus Sans"/>
              </a:defRPr>
            </a:lvl9pPr>
          </a:lstStyle>
          <a:p>
            <a:pPr algn="ctr">
              <a:defRPr sz="1500" b="1">
                <a:solidFill>
                  <a:srgbClr val="25364A"/>
                </a:solidFill>
                <a:latin typeface="Nimbus Sans"/>
                <a:ea typeface="Nimbus Sans"/>
                <a:cs typeface="Nimbus Sans"/>
              </a:defRPr>
            </a:pPr>
            <a:r>
              <a:rPr sz="1250"/>
              <a:t>-1.95</a:t>
            </a:r>
          </a:p>
        </p:txBody>
      </p:sp>
      <p:sp>
        <p:nvSpPr>
          <p:cNvPr id="63" name="neuron-3-3">
            <a:extLst>
              <a:ext uri="{FF2B5EF4-FFF2-40B4-BE49-F238E27FC236}">
                <a16:creationId xmlns:a16="http://schemas.microsoft.com/office/drawing/2014/main" id="{F0AE81AC-8892-43EE-AEDC-63395169B01E}"/>
              </a:ext>
            </a:extLst>
          </p:cNvPr>
          <p:cNvSpPr>
            <a:spLocks noGrp="1"/>
          </p:cNvSpPr>
          <p:nvPr/>
        </p:nvSpPr>
        <p:spPr>
          <a:xfrm>
            <a:off x="3516313" y="4587875"/>
            <a:ext cx="428625" cy="428625"/>
          </a:xfrm>
          <a:prstGeom prst="ellipse">
            <a:avLst/>
          </a:prstGeom>
          <a:solidFill>
            <a:srgbClr val="E7E2F3"/>
          </a:solidFill>
          <a:ln w="14288">
            <a:solidFill>
              <a:srgbClr val="34495E"/>
            </a:solidFill>
            <a:prstDash val="solid"/>
          </a:ln>
        </p:spPr>
        <p:txBody>
          <a:bodyPr/>
          <a:lstStyle/>
          <a:p>
            <a:endParaRPr lang="en-US" sz="1500"/>
          </a:p>
        </p:txBody>
      </p:sp>
      <p:sp>
        <p:nvSpPr>
          <p:cNvPr id="64" name="activation-3-3">
            <a:extLst>
              <a:ext uri="{FF2B5EF4-FFF2-40B4-BE49-F238E27FC236}">
                <a16:creationId xmlns:a16="http://schemas.microsoft.com/office/drawing/2014/main" id="{2C45D2EA-5451-4AD7-925D-4E8118DC356C}"/>
              </a:ext>
            </a:extLst>
          </p:cNvPr>
          <p:cNvSpPr>
            <a:spLocks noGrp="1"/>
          </p:cNvSpPr>
          <p:nvPr/>
        </p:nvSpPr>
        <p:spPr>
          <a:xfrm>
            <a:off x="3524250" y="4667250"/>
            <a:ext cx="412750" cy="269875"/>
          </a:xfrm>
          <a:prstGeom prst="rect">
            <a:avLst/>
          </a:prstGeom>
          <a:noFill/>
          <a:ln w="0">
            <a:noFill/>
            <a:prstDash val="solid"/>
          </a:ln>
        </p:spPr>
        <p:txBody>
          <a:bodyPr wrap="none" lIns="0" tIns="0" rIns="0" bIns="0" anchor="ctr"/>
          <a:lstStyle>
            <a:defPPr algn="ctr">
              <a:defRPr sz="1500" b="1">
                <a:solidFill>
                  <a:srgbClr val="25364A"/>
                </a:solidFill>
                <a:latin typeface="Nimbus Sans"/>
                <a:ea typeface="Nimbus Sans"/>
                <a:cs typeface="Nimbus Sans"/>
              </a:defRPr>
            </a:defPPr>
            <a:lvl1pPr algn="ctr">
              <a:defRPr sz="1500" b="1">
                <a:solidFill>
                  <a:srgbClr val="25364A"/>
                </a:solidFill>
                <a:latin typeface="Nimbus Sans"/>
                <a:ea typeface="Nimbus Sans"/>
                <a:cs typeface="Nimbus Sans"/>
              </a:defRPr>
            </a:lvl1pPr>
            <a:lvl2pPr algn="ctr">
              <a:defRPr sz="1500" b="1">
                <a:solidFill>
                  <a:srgbClr val="25364A"/>
                </a:solidFill>
                <a:latin typeface="Nimbus Sans"/>
                <a:ea typeface="Nimbus Sans"/>
                <a:cs typeface="Nimbus Sans"/>
              </a:defRPr>
            </a:lvl2pPr>
            <a:lvl3pPr algn="ctr">
              <a:defRPr sz="1500" b="1">
                <a:solidFill>
                  <a:srgbClr val="25364A"/>
                </a:solidFill>
                <a:latin typeface="Nimbus Sans"/>
                <a:ea typeface="Nimbus Sans"/>
                <a:cs typeface="Nimbus Sans"/>
              </a:defRPr>
            </a:lvl3pPr>
            <a:lvl4pPr algn="ctr">
              <a:defRPr sz="1500" b="1">
                <a:solidFill>
                  <a:srgbClr val="25364A"/>
                </a:solidFill>
                <a:latin typeface="Nimbus Sans"/>
                <a:ea typeface="Nimbus Sans"/>
                <a:cs typeface="Nimbus Sans"/>
              </a:defRPr>
            </a:lvl4pPr>
            <a:lvl5pPr algn="ctr">
              <a:defRPr sz="1500" b="1">
                <a:solidFill>
                  <a:srgbClr val="25364A"/>
                </a:solidFill>
                <a:latin typeface="Nimbus Sans"/>
                <a:ea typeface="Nimbus Sans"/>
                <a:cs typeface="Nimbus Sans"/>
              </a:defRPr>
            </a:lvl5pPr>
            <a:lvl6pPr algn="ctr">
              <a:defRPr sz="1500" b="1">
                <a:solidFill>
                  <a:srgbClr val="25364A"/>
                </a:solidFill>
                <a:latin typeface="Nimbus Sans"/>
                <a:ea typeface="Nimbus Sans"/>
                <a:cs typeface="Nimbus Sans"/>
              </a:defRPr>
            </a:lvl6pPr>
            <a:lvl7pPr algn="ctr">
              <a:defRPr sz="1500" b="1">
                <a:solidFill>
                  <a:srgbClr val="25364A"/>
                </a:solidFill>
                <a:latin typeface="Nimbus Sans"/>
                <a:ea typeface="Nimbus Sans"/>
                <a:cs typeface="Nimbus Sans"/>
              </a:defRPr>
            </a:lvl7pPr>
            <a:lvl8pPr algn="ctr">
              <a:defRPr sz="1500" b="1">
                <a:solidFill>
                  <a:srgbClr val="25364A"/>
                </a:solidFill>
                <a:latin typeface="Nimbus Sans"/>
                <a:ea typeface="Nimbus Sans"/>
                <a:cs typeface="Nimbus Sans"/>
              </a:defRPr>
            </a:lvl8pPr>
            <a:lvl9pPr algn="ctr">
              <a:defRPr sz="1500" b="1">
                <a:solidFill>
                  <a:srgbClr val="25364A"/>
                </a:solidFill>
                <a:latin typeface="Nimbus Sans"/>
                <a:ea typeface="Nimbus Sans"/>
                <a:cs typeface="Nimbus Sans"/>
              </a:defRPr>
            </a:lvl9pPr>
          </a:lstStyle>
          <a:p>
            <a:pPr algn="ctr">
              <a:defRPr sz="1500" b="1">
                <a:solidFill>
                  <a:srgbClr val="25364A"/>
                </a:solidFill>
                <a:latin typeface="Nimbus Sans"/>
                <a:ea typeface="Nimbus Sans"/>
                <a:cs typeface="Nimbus Sans"/>
              </a:defRPr>
            </a:pPr>
            <a:r>
              <a:rPr sz="1250"/>
              <a:t>-2.88</a:t>
            </a:r>
          </a:p>
        </p:txBody>
      </p:sp>
      <p:sp>
        <p:nvSpPr>
          <p:cNvPr id="65" name="neuron-4-0">
            <a:extLst>
              <a:ext uri="{FF2B5EF4-FFF2-40B4-BE49-F238E27FC236}">
                <a16:creationId xmlns:a16="http://schemas.microsoft.com/office/drawing/2014/main" id="{AE4DBDAC-6C70-4EAA-8B36-0A6397CD20DC}"/>
              </a:ext>
            </a:extLst>
          </p:cNvPr>
          <p:cNvSpPr>
            <a:spLocks noGrp="1"/>
          </p:cNvSpPr>
          <p:nvPr/>
        </p:nvSpPr>
        <p:spPr>
          <a:xfrm>
            <a:off x="4508500" y="2166938"/>
            <a:ext cx="428625" cy="428625"/>
          </a:xfrm>
          <a:prstGeom prst="ellipse">
            <a:avLst/>
          </a:prstGeom>
          <a:solidFill>
            <a:srgbClr val="DDEFE5"/>
          </a:solidFill>
          <a:ln w="14288">
            <a:solidFill>
              <a:srgbClr val="34495E"/>
            </a:solidFill>
            <a:prstDash val="solid"/>
          </a:ln>
        </p:spPr>
        <p:txBody>
          <a:bodyPr/>
          <a:lstStyle/>
          <a:p>
            <a:endParaRPr lang="en-US" sz="1500"/>
          </a:p>
        </p:txBody>
      </p:sp>
      <p:sp>
        <p:nvSpPr>
          <p:cNvPr id="66" name="activation-4-0">
            <a:extLst>
              <a:ext uri="{FF2B5EF4-FFF2-40B4-BE49-F238E27FC236}">
                <a16:creationId xmlns:a16="http://schemas.microsoft.com/office/drawing/2014/main" id="{FEE4A99E-E551-4125-9273-4A41D841F732}"/>
              </a:ext>
            </a:extLst>
          </p:cNvPr>
          <p:cNvSpPr>
            <a:spLocks noGrp="1"/>
          </p:cNvSpPr>
          <p:nvPr/>
        </p:nvSpPr>
        <p:spPr>
          <a:xfrm>
            <a:off x="4516438" y="2246313"/>
            <a:ext cx="412750" cy="269875"/>
          </a:xfrm>
          <a:prstGeom prst="rect">
            <a:avLst/>
          </a:prstGeom>
          <a:noFill/>
          <a:ln w="0">
            <a:noFill/>
            <a:prstDash val="solid"/>
          </a:ln>
        </p:spPr>
        <p:txBody>
          <a:bodyPr wrap="none" lIns="0" tIns="0" rIns="0" bIns="0" anchor="ctr"/>
          <a:lstStyle>
            <a:defPPr algn="ctr">
              <a:defRPr sz="1275" b="1">
                <a:solidFill>
                  <a:srgbClr val="25364A"/>
                </a:solidFill>
                <a:latin typeface="Nimbus Sans"/>
                <a:ea typeface="Nimbus Sans"/>
                <a:cs typeface="Nimbus Sans"/>
              </a:defRPr>
            </a:defPPr>
            <a:lvl1pPr algn="ctr">
              <a:defRPr sz="1275" b="1">
                <a:solidFill>
                  <a:srgbClr val="25364A"/>
                </a:solidFill>
                <a:latin typeface="Nimbus Sans"/>
                <a:ea typeface="Nimbus Sans"/>
                <a:cs typeface="Nimbus Sans"/>
              </a:defRPr>
            </a:lvl1pPr>
            <a:lvl2pPr algn="ctr">
              <a:defRPr sz="1275" b="1">
                <a:solidFill>
                  <a:srgbClr val="25364A"/>
                </a:solidFill>
                <a:latin typeface="Nimbus Sans"/>
                <a:ea typeface="Nimbus Sans"/>
                <a:cs typeface="Nimbus Sans"/>
              </a:defRPr>
            </a:lvl2pPr>
            <a:lvl3pPr algn="ctr">
              <a:defRPr sz="1275" b="1">
                <a:solidFill>
                  <a:srgbClr val="25364A"/>
                </a:solidFill>
                <a:latin typeface="Nimbus Sans"/>
                <a:ea typeface="Nimbus Sans"/>
                <a:cs typeface="Nimbus Sans"/>
              </a:defRPr>
            </a:lvl3pPr>
            <a:lvl4pPr algn="ctr">
              <a:defRPr sz="1275" b="1">
                <a:solidFill>
                  <a:srgbClr val="25364A"/>
                </a:solidFill>
                <a:latin typeface="Nimbus Sans"/>
                <a:ea typeface="Nimbus Sans"/>
                <a:cs typeface="Nimbus Sans"/>
              </a:defRPr>
            </a:lvl4pPr>
            <a:lvl5pPr algn="ctr">
              <a:defRPr sz="1275" b="1">
                <a:solidFill>
                  <a:srgbClr val="25364A"/>
                </a:solidFill>
                <a:latin typeface="Nimbus Sans"/>
                <a:ea typeface="Nimbus Sans"/>
                <a:cs typeface="Nimbus Sans"/>
              </a:defRPr>
            </a:lvl5pPr>
            <a:lvl6pPr algn="ctr">
              <a:defRPr sz="1275" b="1">
                <a:solidFill>
                  <a:srgbClr val="25364A"/>
                </a:solidFill>
                <a:latin typeface="Nimbus Sans"/>
                <a:ea typeface="Nimbus Sans"/>
                <a:cs typeface="Nimbus Sans"/>
              </a:defRPr>
            </a:lvl6pPr>
            <a:lvl7pPr algn="ctr">
              <a:defRPr sz="1275" b="1">
                <a:solidFill>
                  <a:srgbClr val="25364A"/>
                </a:solidFill>
                <a:latin typeface="Nimbus Sans"/>
                <a:ea typeface="Nimbus Sans"/>
                <a:cs typeface="Nimbus Sans"/>
              </a:defRPr>
            </a:lvl7pPr>
            <a:lvl8pPr algn="ctr">
              <a:defRPr sz="1275" b="1">
                <a:solidFill>
                  <a:srgbClr val="25364A"/>
                </a:solidFill>
                <a:latin typeface="Nimbus Sans"/>
                <a:ea typeface="Nimbus Sans"/>
                <a:cs typeface="Nimbus Sans"/>
              </a:defRPr>
            </a:lvl8pPr>
            <a:lvl9pPr algn="ctr">
              <a:defRPr sz="1275" b="1">
                <a:solidFill>
                  <a:srgbClr val="25364A"/>
                </a:solidFill>
                <a:latin typeface="Nimbus Sans"/>
                <a:ea typeface="Nimbus Sans"/>
                <a:cs typeface="Nimbus Sans"/>
              </a:defRPr>
            </a:lvl9pPr>
          </a:lstStyle>
          <a:p>
            <a:pPr algn="ctr">
              <a:defRPr sz="1275" b="1">
                <a:solidFill>
                  <a:srgbClr val="25364A"/>
                </a:solidFill>
                <a:latin typeface="Nimbus Sans"/>
                <a:ea typeface="Nimbus Sans"/>
                <a:cs typeface="Nimbus Sans"/>
              </a:defRPr>
            </a:pPr>
            <a:r>
              <a:rPr sz="1062"/>
              <a:t>55.7%</a:t>
            </a:r>
          </a:p>
        </p:txBody>
      </p:sp>
      <p:sp>
        <p:nvSpPr>
          <p:cNvPr id="67" name="neuron-4-1">
            <a:extLst>
              <a:ext uri="{FF2B5EF4-FFF2-40B4-BE49-F238E27FC236}">
                <a16:creationId xmlns:a16="http://schemas.microsoft.com/office/drawing/2014/main" id="{3BDCD584-FD61-44AB-9ABE-C2C1BAB9FEC1}"/>
              </a:ext>
            </a:extLst>
          </p:cNvPr>
          <p:cNvSpPr>
            <a:spLocks noGrp="1"/>
          </p:cNvSpPr>
          <p:nvPr/>
        </p:nvSpPr>
        <p:spPr>
          <a:xfrm>
            <a:off x="4508500" y="2801938"/>
            <a:ext cx="428625" cy="428625"/>
          </a:xfrm>
          <a:prstGeom prst="ellipse">
            <a:avLst/>
          </a:prstGeom>
          <a:solidFill>
            <a:srgbClr val="DDEFE5"/>
          </a:solidFill>
          <a:ln w="14288">
            <a:solidFill>
              <a:srgbClr val="34495E"/>
            </a:solidFill>
            <a:prstDash val="solid"/>
          </a:ln>
        </p:spPr>
        <p:txBody>
          <a:bodyPr/>
          <a:lstStyle/>
          <a:p>
            <a:endParaRPr lang="en-US" sz="1500"/>
          </a:p>
        </p:txBody>
      </p:sp>
      <p:sp>
        <p:nvSpPr>
          <p:cNvPr id="68" name="activation-4-1">
            <a:extLst>
              <a:ext uri="{FF2B5EF4-FFF2-40B4-BE49-F238E27FC236}">
                <a16:creationId xmlns:a16="http://schemas.microsoft.com/office/drawing/2014/main" id="{974B781C-534E-4D06-86C5-3D3B4342D6F3}"/>
              </a:ext>
            </a:extLst>
          </p:cNvPr>
          <p:cNvSpPr>
            <a:spLocks noGrp="1"/>
          </p:cNvSpPr>
          <p:nvPr/>
        </p:nvSpPr>
        <p:spPr>
          <a:xfrm>
            <a:off x="4516438" y="2881313"/>
            <a:ext cx="412750" cy="269875"/>
          </a:xfrm>
          <a:prstGeom prst="rect">
            <a:avLst/>
          </a:prstGeom>
          <a:noFill/>
          <a:ln w="0">
            <a:noFill/>
            <a:prstDash val="solid"/>
          </a:ln>
        </p:spPr>
        <p:txBody>
          <a:bodyPr wrap="none" lIns="0" tIns="0" rIns="0" bIns="0" anchor="ctr"/>
          <a:lstStyle>
            <a:defPPr algn="ctr">
              <a:defRPr sz="1275" b="1">
                <a:solidFill>
                  <a:srgbClr val="25364A"/>
                </a:solidFill>
                <a:latin typeface="Nimbus Sans"/>
                <a:ea typeface="Nimbus Sans"/>
                <a:cs typeface="Nimbus Sans"/>
              </a:defRPr>
            </a:defPPr>
            <a:lvl1pPr algn="ctr">
              <a:defRPr sz="1275" b="1">
                <a:solidFill>
                  <a:srgbClr val="25364A"/>
                </a:solidFill>
                <a:latin typeface="Nimbus Sans"/>
                <a:ea typeface="Nimbus Sans"/>
                <a:cs typeface="Nimbus Sans"/>
              </a:defRPr>
            </a:lvl1pPr>
            <a:lvl2pPr algn="ctr">
              <a:defRPr sz="1275" b="1">
                <a:solidFill>
                  <a:srgbClr val="25364A"/>
                </a:solidFill>
                <a:latin typeface="Nimbus Sans"/>
                <a:ea typeface="Nimbus Sans"/>
                <a:cs typeface="Nimbus Sans"/>
              </a:defRPr>
            </a:lvl2pPr>
            <a:lvl3pPr algn="ctr">
              <a:defRPr sz="1275" b="1">
                <a:solidFill>
                  <a:srgbClr val="25364A"/>
                </a:solidFill>
                <a:latin typeface="Nimbus Sans"/>
                <a:ea typeface="Nimbus Sans"/>
                <a:cs typeface="Nimbus Sans"/>
              </a:defRPr>
            </a:lvl3pPr>
            <a:lvl4pPr algn="ctr">
              <a:defRPr sz="1275" b="1">
                <a:solidFill>
                  <a:srgbClr val="25364A"/>
                </a:solidFill>
                <a:latin typeface="Nimbus Sans"/>
                <a:ea typeface="Nimbus Sans"/>
                <a:cs typeface="Nimbus Sans"/>
              </a:defRPr>
            </a:lvl4pPr>
            <a:lvl5pPr algn="ctr">
              <a:defRPr sz="1275" b="1">
                <a:solidFill>
                  <a:srgbClr val="25364A"/>
                </a:solidFill>
                <a:latin typeface="Nimbus Sans"/>
                <a:ea typeface="Nimbus Sans"/>
                <a:cs typeface="Nimbus Sans"/>
              </a:defRPr>
            </a:lvl5pPr>
            <a:lvl6pPr algn="ctr">
              <a:defRPr sz="1275" b="1">
                <a:solidFill>
                  <a:srgbClr val="25364A"/>
                </a:solidFill>
                <a:latin typeface="Nimbus Sans"/>
                <a:ea typeface="Nimbus Sans"/>
                <a:cs typeface="Nimbus Sans"/>
              </a:defRPr>
            </a:lvl6pPr>
            <a:lvl7pPr algn="ctr">
              <a:defRPr sz="1275" b="1">
                <a:solidFill>
                  <a:srgbClr val="25364A"/>
                </a:solidFill>
                <a:latin typeface="Nimbus Sans"/>
                <a:ea typeface="Nimbus Sans"/>
                <a:cs typeface="Nimbus Sans"/>
              </a:defRPr>
            </a:lvl7pPr>
            <a:lvl8pPr algn="ctr">
              <a:defRPr sz="1275" b="1">
                <a:solidFill>
                  <a:srgbClr val="25364A"/>
                </a:solidFill>
                <a:latin typeface="Nimbus Sans"/>
                <a:ea typeface="Nimbus Sans"/>
                <a:cs typeface="Nimbus Sans"/>
              </a:defRPr>
            </a:lvl8pPr>
            <a:lvl9pPr algn="ctr">
              <a:defRPr sz="1275" b="1">
                <a:solidFill>
                  <a:srgbClr val="25364A"/>
                </a:solidFill>
                <a:latin typeface="Nimbus Sans"/>
                <a:ea typeface="Nimbus Sans"/>
                <a:cs typeface="Nimbus Sans"/>
              </a:defRPr>
            </a:lvl9pPr>
          </a:lstStyle>
          <a:p>
            <a:pPr algn="ctr">
              <a:defRPr sz="1275" b="1">
                <a:solidFill>
                  <a:srgbClr val="25364A"/>
                </a:solidFill>
                <a:latin typeface="Nimbus Sans"/>
                <a:ea typeface="Nimbus Sans"/>
                <a:cs typeface="Nimbus Sans"/>
              </a:defRPr>
            </a:pPr>
            <a:r>
              <a:rPr sz="1062"/>
              <a:t>7.4%</a:t>
            </a:r>
          </a:p>
        </p:txBody>
      </p:sp>
      <p:sp>
        <p:nvSpPr>
          <p:cNvPr id="69" name="neuron-4-2">
            <a:extLst>
              <a:ext uri="{FF2B5EF4-FFF2-40B4-BE49-F238E27FC236}">
                <a16:creationId xmlns:a16="http://schemas.microsoft.com/office/drawing/2014/main" id="{42FBA4BE-8BDE-446B-9D51-49608C0DE27A}"/>
              </a:ext>
            </a:extLst>
          </p:cNvPr>
          <p:cNvSpPr>
            <a:spLocks noGrp="1"/>
          </p:cNvSpPr>
          <p:nvPr/>
        </p:nvSpPr>
        <p:spPr>
          <a:xfrm>
            <a:off x="4508500" y="3436938"/>
            <a:ext cx="428625" cy="428625"/>
          </a:xfrm>
          <a:prstGeom prst="ellipse">
            <a:avLst/>
          </a:prstGeom>
          <a:solidFill>
            <a:srgbClr val="DDEFE5"/>
          </a:solidFill>
          <a:ln w="14288">
            <a:solidFill>
              <a:srgbClr val="34495E"/>
            </a:solidFill>
            <a:prstDash val="solid"/>
          </a:ln>
        </p:spPr>
        <p:txBody>
          <a:bodyPr/>
          <a:lstStyle/>
          <a:p>
            <a:endParaRPr lang="en-US" sz="1500"/>
          </a:p>
        </p:txBody>
      </p:sp>
      <p:sp>
        <p:nvSpPr>
          <p:cNvPr id="70" name="activation-4-2">
            <a:extLst>
              <a:ext uri="{FF2B5EF4-FFF2-40B4-BE49-F238E27FC236}">
                <a16:creationId xmlns:a16="http://schemas.microsoft.com/office/drawing/2014/main" id="{47E95D64-5A02-47B7-978C-614DC7134A0D}"/>
              </a:ext>
            </a:extLst>
          </p:cNvPr>
          <p:cNvSpPr>
            <a:spLocks noGrp="1"/>
          </p:cNvSpPr>
          <p:nvPr/>
        </p:nvSpPr>
        <p:spPr>
          <a:xfrm>
            <a:off x="4516438" y="3516313"/>
            <a:ext cx="412750" cy="269875"/>
          </a:xfrm>
          <a:prstGeom prst="rect">
            <a:avLst/>
          </a:prstGeom>
          <a:noFill/>
          <a:ln w="0">
            <a:noFill/>
            <a:prstDash val="solid"/>
          </a:ln>
        </p:spPr>
        <p:txBody>
          <a:bodyPr wrap="none" lIns="0" tIns="0" rIns="0" bIns="0" anchor="ctr"/>
          <a:lstStyle>
            <a:defPPr algn="ctr">
              <a:defRPr sz="1275" b="1">
                <a:solidFill>
                  <a:srgbClr val="25364A"/>
                </a:solidFill>
                <a:latin typeface="Nimbus Sans"/>
                <a:ea typeface="Nimbus Sans"/>
                <a:cs typeface="Nimbus Sans"/>
              </a:defRPr>
            </a:defPPr>
            <a:lvl1pPr algn="ctr">
              <a:defRPr sz="1275" b="1">
                <a:solidFill>
                  <a:srgbClr val="25364A"/>
                </a:solidFill>
                <a:latin typeface="Nimbus Sans"/>
                <a:ea typeface="Nimbus Sans"/>
                <a:cs typeface="Nimbus Sans"/>
              </a:defRPr>
            </a:lvl1pPr>
            <a:lvl2pPr algn="ctr">
              <a:defRPr sz="1275" b="1">
                <a:solidFill>
                  <a:srgbClr val="25364A"/>
                </a:solidFill>
                <a:latin typeface="Nimbus Sans"/>
                <a:ea typeface="Nimbus Sans"/>
                <a:cs typeface="Nimbus Sans"/>
              </a:defRPr>
            </a:lvl2pPr>
            <a:lvl3pPr algn="ctr">
              <a:defRPr sz="1275" b="1">
                <a:solidFill>
                  <a:srgbClr val="25364A"/>
                </a:solidFill>
                <a:latin typeface="Nimbus Sans"/>
                <a:ea typeface="Nimbus Sans"/>
                <a:cs typeface="Nimbus Sans"/>
              </a:defRPr>
            </a:lvl3pPr>
            <a:lvl4pPr algn="ctr">
              <a:defRPr sz="1275" b="1">
                <a:solidFill>
                  <a:srgbClr val="25364A"/>
                </a:solidFill>
                <a:latin typeface="Nimbus Sans"/>
                <a:ea typeface="Nimbus Sans"/>
                <a:cs typeface="Nimbus Sans"/>
              </a:defRPr>
            </a:lvl4pPr>
            <a:lvl5pPr algn="ctr">
              <a:defRPr sz="1275" b="1">
                <a:solidFill>
                  <a:srgbClr val="25364A"/>
                </a:solidFill>
                <a:latin typeface="Nimbus Sans"/>
                <a:ea typeface="Nimbus Sans"/>
                <a:cs typeface="Nimbus Sans"/>
              </a:defRPr>
            </a:lvl5pPr>
            <a:lvl6pPr algn="ctr">
              <a:defRPr sz="1275" b="1">
                <a:solidFill>
                  <a:srgbClr val="25364A"/>
                </a:solidFill>
                <a:latin typeface="Nimbus Sans"/>
                <a:ea typeface="Nimbus Sans"/>
                <a:cs typeface="Nimbus Sans"/>
              </a:defRPr>
            </a:lvl6pPr>
            <a:lvl7pPr algn="ctr">
              <a:defRPr sz="1275" b="1">
                <a:solidFill>
                  <a:srgbClr val="25364A"/>
                </a:solidFill>
                <a:latin typeface="Nimbus Sans"/>
                <a:ea typeface="Nimbus Sans"/>
                <a:cs typeface="Nimbus Sans"/>
              </a:defRPr>
            </a:lvl7pPr>
            <a:lvl8pPr algn="ctr">
              <a:defRPr sz="1275" b="1">
                <a:solidFill>
                  <a:srgbClr val="25364A"/>
                </a:solidFill>
                <a:latin typeface="Nimbus Sans"/>
                <a:ea typeface="Nimbus Sans"/>
                <a:cs typeface="Nimbus Sans"/>
              </a:defRPr>
            </a:lvl8pPr>
            <a:lvl9pPr algn="ctr">
              <a:defRPr sz="1275" b="1">
                <a:solidFill>
                  <a:srgbClr val="25364A"/>
                </a:solidFill>
                <a:latin typeface="Nimbus Sans"/>
                <a:ea typeface="Nimbus Sans"/>
                <a:cs typeface="Nimbus Sans"/>
              </a:defRPr>
            </a:lvl9pPr>
          </a:lstStyle>
          <a:p>
            <a:pPr algn="ctr">
              <a:defRPr sz="1275" b="1">
                <a:solidFill>
                  <a:srgbClr val="25364A"/>
                </a:solidFill>
                <a:latin typeface="Nimbus Sans"/>
                <a:ea typeface="Nimbus Sans"/>
                <a:cs typeface="Nimbus Sans"/>
              </a:defRPr>
            </a:pPr>
            <a:r>
              <a:rPr sz="1062"/>
              <a:t>8.1%</a:t>
            </a:r>
          </a:p>
        </p:txBody>
      </p:sp>
      <p:sp>
        <p:nvSpPr>
          <p:cNvPr id="71" name="neuron-4-3">
            <a:extLst>
              <a:ext uri="{FF2B5EF4-FFF2-40B4-BE49-F238E27FC236}">
                <a16:creationId xmlns:a16="http://schemas.microsoft.com/office/drawing/2014/main" id="{72FEC5DC-CF24-4814-96A9-642FEBCCE272}"/>
              </a:ext>
            </a:extLst>
          </p:cNvPr>
          <p:cNvSpPr>
            <a:spLocks noGrp="1"/>
          </p:cNvSpPr>
          <p:nvPr/>
        </p:nvSpPr>
        <p:spPr>
          <a:xfrm>
            <a:off x="4508500" y="4071938"/>
            <a:ext cx="428625" cy="428625"/>
          </a:xfrm>
          <a:prstGeom prst="ellipse">
            <a:avLst/>
          </a:prstGeom>
          <a:solidFill>
            <a:srgbClr val="DDEFE5"/>
          </a:solidFill>
          <a:ln w="14288">
            <a:solidFill>
              <a:srgbClr val="34495E"/>
            </a:solidFill>
            <a:prstDash val="solid"/>
          </a:ln>
        </p:spPr>
        <p:txBody>
          <a:bodyPr/>
          <a:lstStyle/>
          <a:p>
            <a:endParaRPr lang="en-US" sz="1500"/>
          </a:p>
        </p:txBody>
      </p:sp>
      <p:sp>
        <p:nvSpPr>
          <p:cNvPr id="72" name="activation-4-3">
            <a:extLst>
              <a:ext uri="{FF2B5EF4-FFF2-40B4-BE49-F238E27FC236}">
                <a16:creationId xmlns:a16="http://schemas.microsoft.com/office/drawing/2014/main" id="{E318FA85-827E-4279-874B-05581D329CF1}"/>
              </a:ext>
            </a:extLst>
          </p:cNvPr>
          <p:cNvSpPr>
            <a:spLocks noGrp="1"/>
          </p:cNvSpPr>
          <p:nvPr/>
        </p:nvSpPr>
        <p:spPr>
          <a:xfrm>
            <a:off x="4516438" y="4151313"/>
            <a:ext cx="412750" cy="269875"/>
          </a:xfrm>
          <a:prstGeom prst="rect">
            <a:avLst/>
          </a:prstGeom>
          <a:noFill/>
          <a:ln w="0">
            <a:noFill/>
            <a:prstDash val="solid"/>
          </a:ln>
        </p:spPr>
        <p:txBody>
          <a:bodyPr wrap="none" lIns="0" tIns="0" rIns="0" bIns="0" anchor="ctr"/>
          <a:lstStyle>
            <a:defPPr algn="ctr">
              <a:defRPr sz="1275" b="1">
                <a:solidFill>
                  <a:srgbClr val="25364A"/>
                </a:solidFill>
                <a:latin typeface="Nimbus Sans"/>
                <a:ea typeface="Nimbus Sans"/>
                <a:cs typeface="Nimbus Sans"/>
              </a:defRPr>
            </a:defPPr>
            <a:lvl1pPr algn="ctr">
              <a:defRPr sz="1275" b="1">
                <a:solidFill>
                  <a:srgbClr val="25364A"/>
                </a:solidFill>
                <a:latin typeface="Nimbus Sans"/>
                <a:ea typeface="Nimbus Sans"/>
                <a:cs typeface="Nimbus Sans"/>
              </a:defRPr>
            </a:lvl1pPr>
            <a:lvl2pPr algn="ctr">
              <a:defRPr sz="1275" b="1">
                <a:solidFill>
                  <a:srgbClr val="25364A"/>
                </a:solidFill>
                <a:latin typeface="Nimbus Sans"/>
                <a:ea typeface="Nimbus Sans"/>
                <a:cs typeface="Nimbus Sans"/>
              </a:defRPr>
            </a:lvl2pPr>
            <a:lvl3pPr algn="ctr">
              <a:defRPr sz="1275" b="1">
                <a:solidFill>
                  <a:srgbClr val="25364A"/>
                </a:solidFill>
                <a:latin typeface="Nimbus Sans"/>
                <a:ea typeface="Nimbus Sans"/>
                <a:cs typeface="Nimbus Sans"/>
              </a:defRPr>
            </a:lvl3pPr>
            <a:lvl4pPr algn="ctr">
              <a:defRPr sz="1275" b="1">
                <a:solidFill>
                  <a:srgbClr val="25364A"/>
                </a:solidFill>
                <a:latin typeface="Nimbus Sans"/>
                <a:ea typeface="Nimbus Sans"/>
                <a:cs typeface="Nimbus Sans"/>
              </a:defRPr>
            </a:lvl4pPr>
            <a:lvl5pPr algn="ctr">
              <a:defRPr sz="1275" b="1">
                <a:solidFill>
                  <a:srgbClr val="25364A"/>
                </a:solidFill>
                <a:latin typeface="Nimbus Sans"/>
                <a:ea typeface="Nimbus Sans"/>
                <a:cs typeface="Nimbus Sans"/>
              </a:defRPr>
            </a:lvl5pPr>
            <a:lvl6pPr algn="ctr">
              <a:defRPr sz="1275" b="1">
                <a:solidFill>
                  <a:srgbClr val="25364A"/>
                </a:solidFill>
                <a:latin typeface="Nimbus Sans"/>
                <a:ea typeface="Nimbus Sans"/>
                <a:cs typeface="Nimbus Sans"/>
              </a:defRPr>
            </a:lvl6pPr>
            <a:lvl7pPr algn="ctr">
              <a:defRPr sz="1275" b="1">
                <a:solidFill>
                  <a:srgbClr val="25364A"/>
                </a:solidFill>
                <a:latin typeface="Nimbus Sans"/>
                <a:ea typeface="Nimbus Sans"/>
                <a:cs typeface="Nimbus Sans"/>
              </a:defRPr>
            </a:lvl7pPr>
            <a:lvl8pPr algn="ctr">
              <a:defRPr sz="1275" b="1">
                <a:solidFill>
                  <a:srgbClr val="25364A"/>
                </a:solidFill>
                <a:latin typeface="Nimbus Sans"/>
                <a:ea typeface="Nimbus Sans"/>
                <a:cs typeface="Nimbus Sans"/>
              </a:defRPr>
            </a:lvl8pPr>
            <a:lvl9pPr algn="ctr">
              <a:defRPr sz="1275" b="1">
                <a:solidFill>
                  <a:srgbClr val="25364A"/>
                </a:solidFill>
                <a:latin typeface="Nimbus Sans"/>
                <a:ea typeface="Nimbus Sans"/>
                <a:cs typeface="Nimbus Sans"/>
              </a:defRPr>
            </a:lvl9pPr>
          </a:lstStyle>
          <a:p>
            <a:pPr algn="ctr">
              <a:defRPr sz="1275" b="1">
                <a:solidFill>
                  <a:srgbClr val="25364A"/>
                </a:solidFill>
                <a:latin typeface="Nimbus Sans"/>
                <a:ea typeface="Nimbus Sans"/>
                <a:cs typeface="Nimbus Sans"/>
              </a:defRPr>
            </a:pPr>
            <a:r>
              <a:rPr sz="1062"/>
              <a:t>18.5%</a:t>
            </a:r>
          </a:p>
        </p:txBody>
      </p:sp>
      <p:sp>
        <p:nvSpPr>
          <p:cNvPr id="73" name="neuron-4-4">
            <a:extLst>
              <a:ext uri="{FF2B5EF4-FFF2-40B4-BE49-F238E27FC236}">
                <a16:creationId xmlns:a16="http://schemas.microsoft.com/office/drawing/2014/main" id="{86A2122C-48BE-4062-A0FA-AF90A5199D41}"/>
              </a:ext>
            </a:extLst>
          </p:cNvPr>
          <p:cNvSpPr>
            <a:spLocks noGrp="1"/>
          </p:cNvSpPr>
          <p:nvPr/>
        </p:nvSpPr>
        <p:spPr>
          <a:xfrm>
            <a:off x="4508500" y="4706938"/>
            <a:ext cx="428625" cy="428625"/>
          </a:xfrm>
          <a:prstGeom prst="ellipse">
            <a:avLst/>
          </a:prstGeom>
          <a:solidFill>
            <a:srgbClr val="DDEFE5"/>
          </a:solidFill>
          <a:ln w="14288">
            <a:solidFill>
              <a:srgbClr val="34495E"/>
            </a:solidFill>
            <a:prstDash val="solid"/>
          </a:ln>
        </p:spPr>
        <p:txBody>
          <a:bodyPr/>
          <a:lstStyle/>
          <a:p>
            <a:endParaRPr lang="en-US" sz="1500"/>
          </a:p>
        </p:txBody>
      </p:sp>
      <p:sp>
        <p:nvSpPr>
          <p:cNvPr id="74" name="activation-4-4">
            <a:extLst>
              <a:ext uri="{FF2B5EF4-FFF2-40B4-BE49-F238E27FC236}">
                <a16:creationId xmlns:a16="http://schemas.microsoft.com/office/drawing/2014/main" id="{D8B9603B-44B8-4C5F-AADE-EDDE58058749}"/>
              </a:ext>
            </a:extLst>
          </p:cNvPr>
          <p:cNvSpPr>
            <a:spLocks noGrp="1"/>
          </p:cNvSpPr>
          <p:nvPr/>
        </p:nvSpPr>
        <p:spPr>
          <a:xfrm>
            <a:off x="4516438" y="4786313"/>
            <a:ext cx="412750" cy="269875"/>
          </a:xfrm>
          <a:prstGeom prst="rect">
            <a:avLst/>
          </a:prstGeom>
          <a:noFill/>
          <a:ln w="0">
            <a:noFill/>
            <a:prstDash val="solid"/>
          </a:ln>
        </p:spPr>
        <p:txBody>
          <a:bodyPr wrap="none" lIns="0" tIns="0" rIns="0" bIns="0" anchor="ctr"/>
          <a:lstStyle>
            <a:defPPr algn="ctr">
              <a:defRPr sz="1275" b="1">
                <a:solidFill>
                  <a:srgbClr val="25364A"/>
                </a:solidFill>
                <a:latin typeface="Nimbus Sans"/>
                <a:ea typeface="Nimbus Sans"/>
                <a:cs typeface="Nimbus Sans"/>
              </a:defRPr>
            </a:defPPr>
            <a:lvl1pPr algn="ctr">
              <a:defRPr sz="1275" b="1">
                <a:solidFill>
                  <a:srgbClr val="25364A"/>
                </a:solidFill>
                <a:latin typeface="Nimbus Sans"/>
                <a:ea typeface="Nimbus Sans"/>
                <a:cs typeface="Nimbus Sans"/>
              </a:defRPr>
            </a:lvl1pPr>
            <a:lvl2pPr algn="ctr">
              <a:defRPr sz="1275" b="1">
                <a:solidFill>
                  <a:srgbClr val="25364A"/>
                </a:solidFill>
                <a:latin typeface="Nimbus Sans"/>
                <a:ea typeface="Nimbus Sans"/>
                <a:cs typeface="Nimbus Sans"/>
              </a:defRPr>
            </a:lvl2pPr>
            <a:lvl3pPr algn="ctr">
              <a:defRPr sz="1275" b="1">
                <a:solidFill>
                  <a:srgbClr val="25364A"/>
                </a:solidFill>
                <a:latin typeface="Nimbus Sans"/>
                <a:ea typeface="Nimbus Sans"/>
                <a:cs typeface="Nimbus Sans"/>
              </a:defRPr>
            </a:lvl3pPr>
            <a:lvl4pPr algn="ctr">
              <a:defRPr sz="1275" b="1">
                <a:solidFill>
                  <a:srgbClr val="25364A"/>
                </a:solidFill>
                <a:latin typeface="Nimbus Sans"/>
                <a:ea typeface="Nimbus Sans"/>
                <a:cs typeface="Nimbus Sans"/>
              </a:defRPr>
            </a:lvl4pPr>
            <a:lvl5pPr algn="ctr">
              <a:defRPr sz="1275" b="1">
                <a:solidFill>
                  <a:srgbClr val="25364A"/>
                </a:solidFill>
                <a:latin typeface="Nimbus Sans"/>
                <a:ea typeface="Nimbus Sans"/>
                <a:cs typeface="Nimbus Sans"/>
              </a:defRPr>
            </a:lvl5pPr>
            <a:lvl6pPr algn="ctr">
              <a:defRPr sz="1275" b="1">
                <a:solidFill>
                  <a:srgbClr val="25364A"/>
                </a:solidFill>
                <a:latin typeface="Nimbus Sans"/>
                <a:ea typeface="Nimbus Sans"/>
                <a:cs typeface="Nimbus Sans"/>
              </a:defRPr>
            </a:lvl6pPr>
            <a:lvl7pPr algn="ctr">
              <a:defRPr sz="1275" b="1">
                <a:solidFill>
                  <a:srgbClr val="25364A"/>
                </a:solidFill>
                <a:latin typeface="Nimbus Sans"/>
                <a:ea typeface="Nimbus Sans"/>
                <a:cs typeface="Nimbus Sans"/>
              </a:defRPr>
            </a:lvl7pPr>
            <a:lvl8pPr algn="ctr">
              <a:defRPr sz="1275" b="1">
                <a:solidFill>
                  <a:srgbClr val="25364A"/>
                </a:solidFill>
                <a:latin typeface="Nimbus Sans"/>
                <a:ea typeface="Nimbus Sans"/>
                <a:cs typeface="Nimbus Sans"/>
              </a:defRPr>
            </a:lvl8pPr>
            <a:lvl9pPr algn="ctr">
              <a:defRPr sz="1275" b="1">
                <a:solidFill>
                  <a:srgbClr val="25364A"/>
                </a:solidFill>
                <a:latin typeface="Nimbus Sans"/>
                <a:ea typeface="Nimbus Sans"/>
                <a:cs typeface="Nimbus Sans"/>
              </a:defRPr>
            </a:lvl9pPr>
          </a:lstStyle>
          <a:p>
            <a:pPr algn="ctr">
              <a:defRPr sz="1275" b="1">
                <a:solidFill>
                  <a:srgbClr val="25364A"/>
                </a:solidFill>
                <a:latin typeface="Nimbus Sans"/>
                <a:ea typeface="Nimbus Sans"/>
                <a:cs typeface="Nimbus Sans"/>
              </a:defRPr>
            </a:pPr>
            <a:r>
              <a:rPr sz="1062"/>
              <a:t>10.2%</a:t>
            </a:r>
          </a:p>
        </p:txBody>
      </p:sp>
      <p:sp>
        <p:nvSpPr>
          <p:cNvPr id="75" name="F-0">
            <a:extLst>
              <a:ext uri="{FF2B5EF4-FFF2-40B4-BE49-F238E27FC236}">
                <a16:creationId xmlns:a16="http://schemas.microsoft.com/office/drawing/2014/main" id="{C39A09AB-26C9-4EEC-BE5F-D64D89973EEE}"/>
              </a:ext>
            </a:extLst>
          </p:cNvPr>
          <p:cNvSpPr>
            <a:spLocks noGrp="1"/>
          </p:cNvSpPr>
          <p:nvPr/>
        </p:nvSpPr>
        <p:spPr>
          <a:xfrm>
            <a:off x="55562" y="3040063"/>
            <a:ext cx="396875" cy="349250"/>
          </a:xfrm>
          <a:prstGeom prst="rect">
            <a:avLst/>
          </a:prstGeom>
          <a:noFill/>
          <a:ln w="0">
            <a:noFill/>
            <a:prstDash val="solid"/>
          </a:ln>
        </p:spPr>
        <p:txBody>
          <a:bodyPr wrap="none" lIns="0" tIns="0" rIns="0" bIns="0" anchor="ctr"/>
          <a:lstStyle>
            <a:defPPr algn="ctr">
              <a:defRPr sz="2325" b="0">
                <a:solidFill>
                  <a:srgbClr val="25364A"/>
                </a:solidFill>
                <a:latin typeface="Nimbus Sans"/>
                <a:ea typeface="Nimbus Sans"/>
                <a:cs typeface="Nimbus Sans"/>
              </a:defRPr>
            </a:defPPr>
            <a:lvl1pPr algn="ctr">
              <a:defRPr sz="2325" b="0">
                <a:solidFill>
                  <a:srgbClr val="25364A"/>
                </a:solidFill>
                <a:latin typeface="Nimbus Sans"/>
                <a:ea typeface="Nimbus Sans"/>
                <a:cs typeface="Nimbus Sans"/>
              </a:defRPr>
            </a:lvl1pPr>
            <a:lvl2pPr algn="ctr">
              <a:defRPr sz="2325" b="0">
                <a:solidFill>
                  <a:srgbClr val="25364A"/>
                </a:solidFill>
                <a:latin typeface="Nimbus Sans"/>
                <a:ea typeface="Nimbus Sans"/>
                <a:cs typeface="Nimbus Sans"/>
              </a:defRPr>
            </a:lvl2pPr>
            <a:lvl3pPr algn="ctr">
              <a:defRPr sz="2325" b="0">
                <a:solidFill>
                  <a:srgbClr val="25364A"/>
                </a:solidFill>
                <a:latin typeface="Nimbus Sans"/>
                <a:ea typeface="Nimbus Sans"/>
                <a:cs typeface="Nimbus Sans"/>
              </a:defRPr>
            </a:lvl3pPr>
            <a:lvl4pPr algn="ctr">
              <a:defRPr sz="2325" b="0">
                <a:solidFill>
                  <a:srgbClr val="25364A"/>
                </a:solidFill>
                <a:latin typeface="Nimbus Sans"/>
                <a:ea typeface="Nimbus Sans"/>
                <a:cs typeface="Nimbus Sans"/>
              </a:defRPr>
            </a:lvl4pPr>
            <a:lvl5pPr algn="ctr">
              <a:defRPr sz="2325" b="0">
                <a:solidFill>
                  <a:srgbClr val="25364A"/>
                </a:solidFill>
                <a:latin typeface="Nimbus Sans"/>
                <a:ea typeface="Nimbus Sans"/>
                <a:cs typeface="Nimbus Sans"/>
              </a:defRPr>
            </a:lvl5pPr>
            <a:lvl6pPr algn="ctr">
              <a:defRPr sz="2325" b="0">
                <a:solidFill>
                  <a:srgbClr val="25364A"/>
                </a:solidFill>
                <a:latin typeface="Nimbus Sans"/>
                <a:ea typeface="Nimbus Sans"/>
                <a:cs typeface="Nimbus Sans"/>
              </a:defRPr>
            </a:lvl6pPr>
            <a:lvl7pPr algn="ctr">
              <a:defRPr sz="2325" b="0">
                <a:solidFill>
                  <a:srgbClr val="25364A"/>
                </a:solidFill>
                <a:latin typeface="Nimbus Sans"/>
                <a:ea typeface="Nimbus Sans"/>
                <a:cs typeface="Nimbus Sans"/>
              </a:defRPr>
            </a:lvl7pPr>
            <a:lvl8pPr algn="ctr">
              <a:defRPr sz="2325" b="0">
                <a:solidFill>
                  <a:srgbClr val="25364A"/>
                </a:solidFill>
                <a:latin typeface="Nimbus Sans"/>
                <a:ea typeface="Nimbus Sans"/>
                <a:cs typeface="Nimbus Sans"/>
              </a:defRPr>
            </a:lvl8pPr>
            <a:lvl9pPr algn="ctr">
              <a:defRPr sz="2325" b="0">
                <a:solidFill>
                  <a:srgbClr val="25364A"/>
                </a:solidFill>
                <a:latin typeface="Nimbus Sans"/>
                <a:ea typeface="Nimbus Sans"/>
                <a:cs typeface="Nimbus Sans"/>
              </a:defRPr>
            </a:lvl9pPr>
          </a:lstStyle>
          <a:p>
            <a:pPr algn="ctr">
              <a:defRPr sz="2325" b="0">
                <a:solidFill>
                  <a:srgbClr val="25364A"/>
                </a:solidFill>
                <a:latin typeface="Nimbus Sans"/>
                <a:ea typeface="Nimbus Sans"/>
                <a:cs typeface="Nimbus Sans"/>
              </a:defRPr>
            </a:pPr>
            <a:r>
              <a:rPr sz="1937"/>
              <a:t>F1</a:t>
            </a:r>
          </a:p>
        </p:txBody>
      </p:sp>
      <p:sp>
        <p:nvSpPr>
          <p:cNvPr id="76" name="F-1">
            <a:extLst>
              <a:ext uri="{FF2B5EF4-FFF2-40B4-BE49-F238E27FC236}">
                <a16:creationId xmlns:a16="http://schemas.microsoft.com/office/drawing/2014/main" id="{10599ACD-81FB-47CA-85DC-4A0B9ECD3EC5}"/>
              </a:ext>
            </a:extLst>
          </p:cNvPr>
          <p:cNvSpPr>
            <a:spLocks noGrp="1"/>
          </p:cNvSpPr>
          <p:nvPr/>
        </p:nvSpPr>
        <p:spPr>
          <a:xfrm>
            <a:off x="55562" y="3913188"/>
            <a:ext cx="396875" cy="349250"/>
          </a:xfrm>
          <a:prstGeom prst="rect">
            <a:avLst/>
          </a:prstGeom>
          <a:noFill/>
          <a:ln w="0">
            <a:noFill/>
            <a:prstDash val="solid"/>
          </a:ln>
        </p:spPr>
        <p:txBody>
          <a:bodyPr wrap="none" lIns="0" tIns="0" rIns="0" bIns="0" anchor="ctr"/>
          <a:lstStyle>
            <a:defPPr algn="ctr">
              <a:defRPr sz="2325" b="0">
                <a:solidFill>
                  <a:srgbClr val="25364A"/>
                </a:solidFill>
                <a:latin typeface="Nimbus Sans"/>
                <a:ea typeface="Nimbus Sans"/>
                <a:cs typeface="Nimbus Sans"/>
              </a:defRPr>
            </a:defPPr>
            <a:lvl1pPr algn="ctr">
              <a:defRPr sz="2325" b="0">
                <a:solidFill>
                  <a:srgbClr val="25364A"/>
                </a:solidFill>
                <a:latin typeface="Nimbus Sans"/>
                <a:ea typeface="Nimbus Sans"/>
                <a:cs typeface="Nimbus Sans"/>
              </a:defRPr>
            </a:lvl1pPr>
            <a:lvl2pPr algn="ctr">
              <a:defRPr sz="2325" b="0">
                <a:solidFill>
                  <a:srgbClr val="25364A"/>
                </a:solidFill>
                <a:latin typeface="Nimbus Sans"/>
                <a:ea typeface="Nimbus Sans"/>
                <a:cs typeface="Nimbus Sans"/>
              </a:defRPr>
            </a:lvl2pPr>
            <a:lvl3pPr algn="ctr">
              <a:defRPr sz="2325" b="0">
                <a:solidFill>
                  <a:srgbClr val="25364A"/>
                </a:solidFill>
                <a:latin typeface="Nimbus Sans"/>
                <a:ea typeface="Nimbus Sans"/>
                <a:cs typeface="Nimbus Sans"/>
              </a:defRPr>
            </a:lvl3pPr>
            <a:lvl4pPr algn="ctr">
              <a:defRPr sz="2325" b="0">
                <a:solidFill>
                  <a:srgbClr val="25364A"/>
                </a:solidFill>
                <a:latin typeface="Nimbus Sans"/>
                <a:ea typeface="Nimbus Sans"/>
                <a:cs typeface="Nimbus Sans"/>
              </a:defRPr>
            </a:lvl4pPr>
            <a:lvl5pPr algn="ctr">
              <a:defRPr sz="2325" b="0">
                <a:solidFill>
                  <a:srgbClr val="25364A"/>
                </a:solidFill>
                <a:latin typeface="Nimbus Sans"/>
                <a:ea typeface="Nimbus Sans"/>
                <a:cs typeface="Nimbus Sans"/>
              </a:defRPr>
            </a:lvl5pPr>
            <a:lvl6pPr algn="ctr">
              <a:defRPr sz="2325" b="0">
                <a:solidFill>
                  <a:srgbClr val="25364A"/>
                </a:solidFill>
                <a:latin typeface="Nimbus Sans"/>
                <a:ea typeface="Nimbus Sans"/>
                <a:cs typeface="Nimbus Sans"/>
              </a:defRPr>
            </a:lvl6pPr>
            <a:lvl7pPr algn="ctr">
              <a:defRPr sz="2325" b="0">
                <a:solidFill>
                  <a:srgbClr val="25364A"/>
                </a:solidFill>
                <a:latin typeface="Nimbus Sans"/>
                <a:ea typeface="Nimbus Sans"/>
                <a:cs typeface="Nimbus Sans"/>
              </a:defRPr>
            </a:lvl7pPr>
            <a:lvl8pPr algn="ctr">
              <a:defRPr sz="2325" b="0">
                <a:solidFill>
                  <a:srgbClr val="25364A"/>
                </a:solidFill>
                <a:latin typeface="Nimbus Sans"/>
                <a:ea typeface="Nimbus Sans"/>
                <a:cs typeface="Nimbus Sans"/>
              </a:defRPr>
            </a:lvl8pPr>
            <a:lvl9pPr algn="ctr">
              <a:defRPr sz="2325" b="0">
                <a:solidFill>
                  <a:srgbClr val="25364A"/>
                </a:solidFill>
                <a:latin typeface="Nimbus Sans"/>
                <a:ea typeface="Nimbus Sans"/>
                <a:cs typeface="Nimbus Sans"/>
              </a:defRPr>
            </a:lvl9pPr>
          </a:lstStyle>
          <a:p>
            <a:pPr algn="ctr">
              <a:defRPr sz="2325" b="0">
                <a:solidFill>
                  <a:srgbClr val="25364A"/>
                </a:solidFill>
                <a:latin typeface="Nimbus Sans"/>
                <a:ea typeface="Nimbus Sans"/>
                <a:cs typeface="Nimbus Sans"/>
              </a:defRPr>
            </a:pPr>
            <a:r>
              <a:rPr sz="1937"/>
              <a:t>F2</a:t>
            </a:r>
          </a:p>
        </p:txBody>
      </p:sp>
      <p:sp>
        <p:nvSpPr>
          <p:cNvPr id="77" name="vowel-0">
            <a:extLst>
              <a:ext uri="{FF2B5EF4-FFF2-40B4-BE49-F238E27FC236}">
                <a16:creationId xmlns:a16="http://schemas.microsoft.com/office/drawing/2014/main" id="{A268AAB4-DC4E-46B7-93FF-BA0DE9099077}"/>
              </a:ext>
            </a:extLst>
          </p:cNvPr>
          <p:cNvSpPr>
            <a:spLocks noGrp="1"/>
          </p:cNvSpPr>
          <p:nvPr/>
        </p:nvSpPr>
        <p:spPr>
          <a:xfrm>
            <a:off x="5008563" y="2206625"/>
            <a:ext cx="690563" cy="349250"/>
          </a:xfrm>
          <a:prstGeom prst="rect">
            <a:avLst/>
          </a:prstGeom>
          <a:noFill/>
          <a:ln w="0">
            <a:noFill/>
            <a:prstDash val="solid"/>
          </a:ln>
        </p:spPr>
        <p:txBody>
          <a:bodyPr wrap="none" lIns="0" tIns="0" rIns="0" bIns="0" anchor="ctr"/>
          <a:lstStyle>
            <a:defPPr algn="ctr">
              <a:defRPr sz="2025" b="0">
                <a:solidFill>
                  <a:srgbClr val="25364A"/>
                </a:solidFill>
                <a:latin typeface="Nimbus Sans"/>
                <a:ea typeface="Nimbus Sans"/>
                <a:cs typeface="Nimbus Sans"/>
              </a:defRPr>
            </a:defPPr>
            <a:lvl1pPr algn="ctr">
              <a:defRPr sz="2025" b="0">
                <a:solidFill>
                  <a:srgbClr val="25364A"/>
                </a:solidFill>
                <a:latin typeface="Nimbus Sans"/>
                <a:ea typeface="Nimbus Sans"/>
                <a:cs typeface="Nimbus Sans"/>
              </a:defRPr>
            </a:lvl1pPr>
            <a:lvl2pPr algn="ctr">
              <a:defRPr sz="2025" b="0">
                <a:solidFill>
                  <a:srgbClr val="25364A"/>
                </a:solidFill>
                <a:latin typeface="Nimbus Sans"/>
                <a:ea typeface="Nimbus Sans"/>
                <a:cs typeface="Nimbus Sans"/>
              </a:defRPr>
            </a:lvl2pPr>
            <a:lvl3pPr algn="ctr">
              <a:defRPr sz="2025" b="0">
                <a:solidFill>
                  <a:srgbClr val="25364A"/>
                </a:solidFill>
                <a:latin typeface="Nimbus Sans"/>
                <a:ea typeface="Nimbus Sans"/>
                <a:cs typeface="Nimbus Sans"/>
              </a:defRPr>
            </a:lvl3pPr>
            <a:lvl4pPr algn="ctr">
              <a:defRPr sz="2025" b="0">
                <a:solidFill>
                  <a:srgbClr val="25364A"/>
                </a:solidFill>
                <a:latin typeface="Nimbus Sans"/>
                <a:ea typeface="Nimbus Sans"/>
                <a:cs typeface="Nimbus Sans"/>
              </a:defRPr>
            </a:lvl4pPr>
            <a:lvl5pPr algn="ctr">
              <a:defRPr sz="2025" b="0">
                <a:solidFill>
                  <a:srgbClr val="25364A"/>
                </a:solidFill>
                <a:latin typeface="Nimbus Sans"/>
                <a:ea typeface="Nimbus Sans"/>
                <a:cs typeface="Nimbus Sans"/>
              </a:defRPr>
            </a:lvl5pPr>
            <a:lvl6pPr algn="ctr">
              <a:defRPr sz="2025" b="0">
                <a:solidFill>
                  <a:srgbClr val="25364A"/>
                </a:solidFill>
                <a:latin typeface="Nimbus Sans"/>
                <a:ea typeface="Nimbus Sans"/>
                <a:cs typeface="Nimbus Sans"/>
              </a:defRPr>
            </a:lvl6pPr>
            <a:lvl7pPr algn="ctr">
              <a:defRPr sz="2025" b="0">
                <a:solidFill>
                  <a:srgbClr val="25364A"/>
                </a:solidFill>
                <a:latin typeface="Nimbus Sans"/>
                <a:ea typeface="Nimbus Sans"/>
                <a:cs typeface="Nimbus Sans"/>
              </a:defRPr>
            </a:lvl7pPr>
            <a:lvl8pPr algn="ctr">
              <a:defRPr sz="2025" b="0">
                <a:solidFill>
                  <a:srgbClr val="25364A"/>
                </a:solidFill>
                <a:latin typeface="Nimbus Sans"/>
                <a:ea typeface="Nimbus Sans"/>
                <a:cs typeface="Nimbus Sans"/>
              </a:defRPr>
            </a:lvl8pPr>
            <a:lvl9pPr algn="ctr">
              <a:defRPr sz="2025" b="0">
                <a:solidFill>
                  <a:srgbClr val="25364A"/>
                </a:solidFill>
                <a:latin typeface="Nimbus Sans"/>
                <a:ea typeface="Nimbus Sans"/>
                <a:cs typeface="Nimbus Sans"/>
              </a:defRPr>
            </a:lvl9pPr>
          </a:lstStyle>
          <a:p>
            <a:pPr algn="ctr">
              <a:defRPr sz="2025" b="0">
                <a:solidFill>
                  <a:srgbClr val="25364A"/>
                </a:solidFill>
                <a:latin typeface="Nimbus Sans"/>
                <a:ea typeface="Nimbus Sans"/>
                <a:cs typeface="Nimbus Sans"/>
              </a:defRPr>
            </a:pPr>
            <a:r>
              <a:rPr sz="1687"/>
              <a:t>done</a:t>
            </a:r>
          </a:p>
        </p:txBody>
      </p:sp>
      <p:sp>
        <p:nvSpPr>
          <p:cNvPr id="78" name="vowel-1">
            <a:extLst>
              <a:ext uri="{FF2B5EF4-FFF2-40B4-BE49-F238E27FC236}">
                <a16:creationId xmlns:a16="http://schemas.microsoft.com/office/drawing/2014/main" id="{276994FC-F526-42D1-91E7-194AB154A834}"/>
              </a:ext>
            </a:extLst>
          </p:cNvPr>
          <p:cNvSpPr>
            <a:spLocks noGrp="1"/>
          </p:cNvSpPr>
          <p:nvPr/>
        </p:nvSpPr>
        <p:spPr>
          <a:xfrm>
            <a:off x="5008563" y="2841625"/>
            <a:ext cx="690563" cy="349250"/>
          </a:xfrm>
          <a:prstGeom prst="rect">
            <a:avLst/>
          </a:prstGeom>
          <a:noFill/>
          <a:ln w="0">
            <a:noFill/>
            <a:prstDash val="solid"/>
          </a:ln>
        </p:spPr>
        <p:txBody>
          <a:bodyPr wrap="none" lIns="0" tIns="0" rIns="0" bIns="0" anchor="ctr"/>
          <a:lstStyle>
            <a:defPPr algn="ctr">
              <a:defRPr sz="2025" b="0">
                <a:solidFill>
                  <a:srgbClr val="25364A"/>
                </a:solidFill>
                <a:latin typeface="Nimbus Sans"/>
                <a:ea typeface="Nimbus Sans"/>
                <a:cs typeface="Nimbus Sans"/>
              </a:defRPr>
            </a:defPPr>
            <a:lvl1pPr algn="ctr">
              <a:defRPr sz="2025" b="0">
                <a:solidFill>
                  <a:srgbClr val="25364A"/>
                </a:solidFill>
                <a:latin typeface="Nimbus Sans"/>
                <a:ea typeface="Nimbus Sans"/>
                <a:cs typeface="Nimbus Sans"/>
              </a:defRPr>
            </a:lvl1pPr>
            <a:lvl2pPr algn="ctr">
              <a:defRPr sz="2025" b="0">
                <a:solidFill>
                  <a:srgbClr val="25364A"/>
                </a:solidFill>
                <a:latin typeface="Nimbus Sans"/>
                <a:ea typeface="Nimbus Sans"/>
                <a:cs typeface="Nimbus Sans"/>
              </a:defRPr>
            </a:lvl2pPr>
            <a:lvl3pPr algn="ctr">
              <a:defRPr sz="2025" b="0">
                <a:solidFill>
                  <a:srgbClr val="25364A"/>
                </a:solidFill>
                <a:latin typeface="Nimbus Sans"/>
                <a:ea typeface="Nimbus Sans"/>
                <a:cs typeface="Nimbus Sans"/>
              </a:defRPr>
            </a:lvl3pPr>
            <a:lvl4pPr algn="ctr">
              <a:defRPr sz="2025" b="0">
                <a:solidFill>
                  <a:srgbClr val="25364A"/>
                </a:solidFill>
                <a:latin typeface="Nimbus Sans"/>
                <a:ea typeface="Nimbus Sans"/>
                <a:cs typeface="Nimbus Sans"/>
              </a:defRPr>
            </a:lvl4pPr>
            <a:lvl5pPr algn="ctr">
              <a:defRPr sz="2025" b="0">
                <a:solidFill>
                  <a:srgbClr val="25364A"/>
                </a:solidFill>
                <a:latin typeface="Nimbus Sans"/>
                <a:ea typeface="Nimbus Sans"/>
                <a:cs typeface="Nimbus Sans"/>
              </a:defRPr>
            </a:lvl5pPr>
            <a:lvl6pPr algn="ctr">
              <a:defRPr sz="2025" b="0">
                <a:solidFill>
                  <a:srgbClr val="25364A"/>
                </a:solidFill>
                <a:latin typeface="Nimbus Sans"/>
                <a:ea typeface="Nimbus Sans"/>
                <a:cs typeface="Nimbus Sans"/>
              </a:defRPr>
            </a:lvl6pPr>
            <a:lvl7pPr algn="ctr">
              <a:defRPr sz="2025" b="0">
                <a:solidFill>
                  <a:srgbClr val="25364A"/>
                </a:solidFill>
                <a:latin typeface="Nimbus Sans"/>
                <a:ea typeface="Nimbus Sans"/>
                <a:cs typeface="Nimbus Sans"/>
              </a:defRPr>
            </a:lvl7pPr>
            <a:lvl8pPr algn="ctr">
              <a:defRPr sz="2025" b="0">
                <a:solidFill>
                  <a:srgbClr val="25364A"/>
                </a:solidFill>
                <a:latin typeface="Nimbus Sans"/>
                <a:ea typeface="Nimbus Sans"/>
                <a:cs typeface="Nimbus Sans"/>
              </a:defRPr>
            </a:lvl8pPr>
            <a:lvl9pPr algn="ctr">
              <a:defRPr sz="2025" b="0">
                <a:solidFill>
                  <a:srgbClr val="25364A"/>
                </a:solidFill>
                <a:latin typeface="Nimbus Sans"/>
                <a:ea typeface="Nimbus Sans"/>
                <a:cs typeface="Nimbus Sans"/>
              </a:defRPr>
            </a:lvl9pPr>
          </a:lstStyle>
          <a:p>
            <a:pPr algn="ctr">
              <a:defRPr sz="2025" b="0">
                <a:solidFill>
                  <a:srgbClr val="25364A"/>
                </a:solidFill>
                <a:latin typeface="Nimbus Sans"/>
                <a:ea typeface="Nimbus Sans"/>
                <a:cs typeface="Nimbus Sans"/>
              </a:defRPr>
            </a:pPr>
            <a:r>
              <a:rPr sz="1687"/>
              <a:t>dune</a:t>
            </a:r>
          </a:p>
        </p:txBody>
      </p:sp>
      <p:sp>
        <p:nvSpPr>
          <p:cNvPr id="79" name="vowel-2">
            <a:extLst>
              <a:ext uri="{FF2B5EF4-FFF2-40B4-BE49-F238E27FC236}">
                <a16:creationId xmlns:a16="http://schemas.microsoft.com/office/drawing/2014/main" id="{08F44DF7-1AA7-4532-BAD9-F4D7627BC6F6}"/>
              </a:ext>
            </a:extLst>
          </p:cNvPr>
          <p:cNvSpPr>
            <a:spLocks noGrp="1"/>
          </p:cNvSpPr>
          <p:nvPr/>
        </p:nvSpPr>
        <p:spPr>
          <a:xfrm>
            <a:off x="5008563" y="3476625"/>
            <a:ext cx="690563" cy="349250"/>
          </a:xfrm>
          <a:prstGeom prst="rect">
            <a:avLst/>
          </a:prstGeom>
          <a:noFill/>
          <a:ln w="0">
            <a:noFill/>
            <a:prstDash val="solid"/>
          </a:ln>
        </p:spPr>
        <p:txBody>
          <a:bodyPr wrap="none" lIns="0" tIns="0" rIns="0" bIns="0" anchor="ctr"/>
          <a:lstStyle>
            <a:defPPr algn="ctr">
              <a:defRPr sz="2025" b="0">
                <a:solidFill>
                  <a:srgbClr val="25364A"/>
                </a:solidFill>
                <a:latin typeface="Nimbus Sans"/>
                <a:ea typeface="Nimbus Sans"/>
                <a:cs typeface="Nimbus Sans"/>
              </a:defRPr>
            </a:defPPr>
            <a:lvl1pPr algn="ctr">
              <a:defRPr sz="2025" b="0">
                <a:solidFill>
                  <a:srgbClr val="25364A"/>
                </a:solidFill>
                <a:latin typeface="Nimbus Sans"/>
                <a:ea typeface="Nimbus Sans"/>
                <a:cs typeface="Nimbus Sans"/>
              </a:defRPr>
            </a:lvl1pPr>
            <a:lvl2pPr algn="ctr">
              <a:defRPr sz="2025" b="0">
                <a:solidFill>
                  <a:srgbClr val="25364A"/>
                </a:solidFill>
                <a:latin typeface="Nimbus Sans"/>
                <a:ea typeface="Nimbus Sans"/>
                <a:cs typeface="Nimbus Sans"/>
              </a:defRPr>
            </a:lvl2pPr>
            <a:lvl3pPr algn="ctr">
              <a:defRPr sz="2025" b="0">
                <a:solidFill>
                  <a:srgbClr val="25364A"/>
                </a:solidFill>
                <a:latin typeface="Nimbus Sans"/>
                <a:ea typeface="Nimbus Sans"/>
                <a:cs typeface="Nimbus Sans"/>
              </a:defRPr>
            </a:lvl3pPr>
            <a:lvl4pPr algn="ctr">
              <a:defRPr sz="2025" b="0">
                <a:solidFill>
                  <a:srgbClr val="25364A"/>
                </a:solidFill>
                <a:latin typeface="Nimbus Sans"/>
                <a:ea typeface="Nimbus Sans"/>
                <a:cs typeface="Nimbus Sans"/>
              </a:defRPr>
            </a:lvl4pPr>
            <a:lvl5pPr algn="ctr">
              <a:defRPr sz="2025" b="0">
                <a:solidFill>
                  <a:srgbClr val="25364A"/>
                </a:solidFill>
                <a:latin typeface="Nimbus Sans"/>
                <a:ea typeface="Nimbus Sans"/>
                <a:cs typeface="Nimbus Sans"/>
              </a:defRPr>
            </a:lvl5pPr>
            <a:lvl6pPr algn="ctr">
              <a:defRPr sz="2025" b="0">
                <a:solidFill>
                  <a:srgbClr val="25364A"/>
                </a:solidFill>
                <a:latin typeface="Nimbus Sans"/>
                <a:ea typeface="Nimbus Sans"/>
                <a:cs typeface="Nimbus Sans"/>
              </a:defRPr>
            </a:lvl6pPr>
            <a:lvl7pPr algn="ctr">
              <a:defRPr sz="2025" b="0">
                <a:solidFill>
                  <a:srgbClr val="25364A"/>
                </a:solidFill>
                <a:latin typeface="Nimbus Sans"/>
                <a:ea typeface="Nimbus Sans"/>
                <a:cs typeface="Nimbus Sans"/>
              </a:defRPr>
            </a:lvl7pPr>
            <a:lvl8pPr algn="ctr">
              <a:defRPr sz="2025" b="0">
                <a:solidFill>
                  <a:srgbClr val="25364A"/>
                </a:solidFill>
                <a:latin typeface="Nimbus Sans"/>
                <a:ea typeface="Nimbus Sans"/>
                <a:cs typeface="Nimbus Sans"/>
              </a:defRPr>
            </a:lvl8pPr>
            <a:lvl9pPr algn="ctr">
              <a:defRPr sz="2025" b="0">
                <a:solidFill>
                  <a:srgbClr val="25364A"/>
                </a:solidFill>
                <a:latin typeface="Nimbus Sans"/>
                <a:ea typeface="Nimbus Sans"/>
                <a:cs typeface="Nimbus Sans"/>
              </a:defRPr>
            </a:lvl9pPr>
          </a:lstStyle>
          <a:p>
            <a:pPr algn="ctr">
              <a:defRPr sz="2025" b="0">
                <a:solidFill>
                  <a:srgbClr val="25364A"/>
                </a:solidFill>
                <a:latin typeface="Nimbus Sans"/>
                <a:ea typeface="Nimbus Sans"/>
                <a:cs typeface="Nimbus Sans"/>
              </a:defRPr>
            </a:pPr>
            <a:r>
              <a:rPr sz="1687"/>
              <a:t>dean</a:t>
            </a:r>
          </a:p>
        </p:txBody>
      </p:sp>
      <p:sp>
        <p:nvSpPr>
          <p:cNvPr id="80" name="vowel-3">
            <a:extLst>
              <a:ext uri="{FF2B5EF4-FFF2-40B4-BE49-F238E27FC236}">
                <a16:creationId xmlns:a16="http://schemas.microsoft.com/office/drawing/2014/main" id="{9CFEB6D6-8B51-4D10-A295-02F1B249B027}"/>
              </a:ext>
            </a:extLst>
          </p:cNvPr>
          <p:cNvSpPr>
            <a:spLocks noGrp="1"/>
          </p:cNvSpPr>
          <p:nvPr/>
        </p:nvSpPr>
        <p:spPr>
          <a:xfrm>
            <a:off x="5008563" y="4111625"/>
            <a:ext cx="690563" cy="349250"/>
          </a:xfrm>
          <a:prstGeom prst="rect">
            <a:avLst/>
          </a:prstGeom>
          <a:noFill/>
          <a:ln w="0">
            <a:noFill/>
            <a:prstDash val="solid"/>
          </a:ln>
        </p:spPr>
        <p:txBody>
          <a:bodyPr wrap="none" lIns="0" tIns="0" rIns="0" bIns="0" anchor="ctr"/>
          <a:lstStyle>
            <a:defPPr algn="ctr">
              <a:defRPr sz="2025" b="0">
                <a:solidFill>
                  <a:srgbClr val="25364A"/>
                </a:solidFill>
                <a:latin typeface="Nimbus Sans"/>
                <a:ea typeface="Nimbus Sans"/>
                <a:cs typeface="Nimbus Sans"/>
              </a:defRPr>
            </a:defPPr>
            <a:lvl1pPr algn="ctr">
              <a:defRPr sz="2025" b="0">
                <a:solidFill>
                  <a:srgbClr val="25364A"/>
                </a:solidFill>
                <a:latin typeface="Nimbus Sans"/>
                <a:ea typeface="Nimbus Sans"/>
                <a:cs typeface="Nimbus Sans"/>
              </a:defRPr>
            </a:lvl1pPr>
            <a:lvl2pPr algn="ctr">
              <a:defRPr sz="2025" b="0">
                <a:solidFill>
                  <a:srgbClr val="25364A"/>
                </a:solidFill>
                <a:latin typeface="Nimbus Sans"/>
                <a:ea typeface="Nimbus Sans"/>
                <a:cs typeface="Nimbus Sans"/>
              </a:defRPr>
            </a:lvl2pPr>
            <a:lvl3pPr algn="ctr">
              <a:defRPr sz="2025" b="0">
                <a:solidFill>
                  <a:srgbClr val="25364A"/>
                </a:solidFill>
                <a:latin typeface="Nimbus Sans"/>
                <a:ea typeface="Nimbus Sans"/>
                <a:cs typeface="Nimbus Sans"/>
              </a:defRPr>
            </a:lvl3pPr>
            <a:lvl4pPr algn="ctr">
              <a:defRPr sz="2025" b="0">
                <a:solidFill>
                  <a:srgbClr val="25364A"/>
                </a:solidFill>
                <a:latin typeface="Nimbus Sans"/>
                <a:ea typeface="Nimbus Sans"/>
                <a:cs typeface="Nimbus Sans"/>
              </a:defRPr>
            </a:lvl4pPr>
            <a:lvl5pPr algn="ctr">
              <a:defRPr sz="2025" b="0">
                <a:solidFill>
                  <a:srgbClr val="25364A"/>
                </a:solidFill>
                <a:latin typeface="Nimbus Sans"/>
                <a:ea typeface="Nimbus Sans"/>
                <a:cs typeface="Nimbus Sans"/>
              </a:defRPr>
            </a:lvl5pPr>
            <a:lvl6pPr algn="ctr">
              <a:defRPr sz="2025" b="0">
                <a:solidFill>
                  <a:srgbClr val="25364A"/>
                </a:solidFill>
                <a:latin typeface="Nimbus Sans"/>
                <a:ea typeface="Nimbus Sans"/>
                <a:cs typeface="Nimbus Sans"/>
              </a:defRPr>
            </a:lvl6pPr>
            <a:lvl7pPr algn="ctr">
              <a:defRPr sz="2025" b="0">
                <a:solidFill>
                  <a:srgbClr val="25364A"/>
                </a:solidFill>
                <a:latin typeface="Nimbus Sans"/>
                <a:ea typeface="Nimbus Sans"/>
                <a:cs typeface="Nimbus Sans"/>
              </a:defRPr>
            </a:lvl7pPr>
            <a:lvl8pPr algn="ctr">
              <a:defRPr sz="2025" b="0">
                <a:solidFill>
                  <a:srgbClr val="25364A"/>
                </a:solidFill>
                <a:latin typeface="Nimbus Sans"/>
                <a:ea typeface="Nimbus Sans"/>
                <a:cs typeface="Nimbus Sans"/>
              </a:defRPr>
            </a:lvl8pPr>
            <a:lvl9pPr algn="ctr">
              <a:defRPr sz="2025" b="0">
                <a:solidFill>
                  <a:srgbClr val="25364A"/>
                </a:solidFill>
                <a:latin typeface="Nimbus Sans"/>
                <a:ea typeface="Nimbus Sans"/>
                <a:cs typeface="Nimbus Sans"/>
              </a:defRPr>
            </a:lvl9pPr>
          </a:lstStyle>
          <a:p>
            <a:pPr algn="ctr">
              <a:defRPr sz="2025" b="0">
                <a:solidFill>
                  <a:srgbClr val="25364A"/>
                </a:solidFill>
                <a:latin typeface="Nimbus Sans"/>
                <a:ea typeface="Nimbus Sans"/>
                <a:cs typeface="Nimbus Sans"/>
              </a:defRPr>
            </a:pPr>
            <a:r>
              <a:rPr sz="1687"/>
              <a:t>Don</a:t>
            </a:r>
          </a:p>
        </p:txBody>
      </p:sp>
      <p:sp>
        <p:nvSpPr>
          <p:cNvPr id="81" name="vowel-4">
            <a:extLst>
              <a:ext uri="{FF2B5EF4-FFF2-40B4-BE49-F238E27FC236}">
                <a16:creationId xmlns:a16="http://schemas.microsoft.com/office/drawing/2014/main" id="{11A358AF-F521-4A9A-94E8-92A3DED004F8}"/>
              </a:ext>
            </a:extLst>
          </p:cNvPr>
          <p:cNvSpPr>
            <a:spLocks noGrp="1"/>
          </p:cNvSpPr>
          <p:nvPr/>
        </p:nvSpPr>
        <p:spPr>
          <a:xfrm>
            <a:off x="5008563" y="4746625"/>
            <a:ext cx="690563" cy="349250"/>
          </a:xfrm>
          <a:prstGeom prst="rect">
            <a:avLst/>
          </a:prstGeom>
          <a:noFill/>
          <a:ln w="0">
            <a:noFill/>
            <a:prstDash val="solid"/>
          </a:ln>
        </p:spPr>
        <p:txBody>
          <a:bodyPr wrap="none" lIns="0" tIns="0" rIns="0" bIns="0" anchor="ctr"/>
          <a:lstStyle>
            <a:defPPr algn="ctr">
              <a:defRPr sz="2025" b="0">
                <a:solidFill>
                  <a:srgbClr val="25364A"/>
                </a:solidFill>
                <a:latin typeface="Nimbus Sans"/>
                <a:ea typeface="Nimbus Sans"/>
                <a:cs typeface="Nimbus Sans"/>
              </a:defRPr>
            </a:defPPr>
            <a:lvl1pPr algn="ctr">
              <a:defRPr sz="2025" b="0">
                <a:solidFill>
                  <a:srgbClr val="25364A"/>
                </a:solidFill>
                <a:latin typeface="Nimbus Sans"/>
                <a:ea typeface="Nimbus Sans"/>
                <a:cs typeface="Nimbus Sans"/>
              </a:defRPr>
            </a:lvl1pPr>
            <a:lvl2pPr algn="ctr">
              <a:defRPr sz="2025" b="0">
                <a:solidFill>
                  <a:srgbClr val="25364A"/>
                </a:solidFill>
                <a:latin typeface="Nimbus Sans"/>
                <a:ea typeface="Nimbus Sans"/>
                <a:cs typeface="Nimbus Sans"/>
              </a:defRPr>
            </a:lvl2pPr>
            <a:lvl3pPr algn="ctr">
              <a:defRPr sz="2025" b="0">
                <a:solidFill>
                  <a:srgbClr val="25364A"/>
                </a:solidFill>
                <a:latin typeface="Nimbus Sans"/>
                <a:ea typeface="Nimbus Sans"/>
                <a:cs typeface="Nimbus Sans"/>
              </a:defRPr>
            </a:lvl3pPr>
            <a:lvl4pPr algn="ctr">
              <a:defRPr sz="2025" b="0">
                <a:solidFill>
                  <a:srgbClr val="25364A"/>
                </a:solidFill>
                <a:latin typeface="Nimbus Sans"/>
                <a:ea typeface="Nimbus Sans"/>
                <a:cs typeface="Nimbus Sans"/>
              </a:defRPr>
            </a:lvl4pPr>
            <a:lvl5pPr algn="ctr">
              <a:defRPr sz="2025" b="0">
                <a:solidFill>
                  <a:srgbClr val="25364A"/>
                </a:solidFill>
                <a:latin typeface="Nimbus Sans"/>
                <a:ea typeface="Nimbus Sans"/>
                <a:cs typeface="Nimbus Sans"/>
              </a:defRPr>
            </a:lvl5pPr>
            <a:lvl6pPr algn="ctr">
              <a:defRPr sz="2025" b="0">
                <a:solidFill>
                  <a:srgbClr val="25364A"/>
                </a:solidFill>
                <a:latin typeface="Nimbus Sans"/>
                <a:ea typeface="Nimbus Sans"/>
                <a:cs typeface="Nimbus Sans"/>
              </a:defRPr>
            </a:lvl6pPr>
            <a:lvl7pPr algn="ctr">
              <a:defRPr sz="2025" b="0">
                <a:solidFill>
                  <a:srgbClr val="25364A"/>
                </a:solidFill>
                <a:latin typeface="Nimbus Sans"/>
                <a:ea typeface="Nimbus Sans"/>
                <a:cs typeface="Nimbus Sans"/>
              </a:defRPr>
            </a:lvl7pPr>
            <a:lvl8pPr algn="ctr">
              <a:defRPr sz="2025" b="0">
                <a:solidFill>
                  <a:srgbClr val="25364A"/>
                </a:solidFill>
                <a:latin typeface="Nimbus Sans"/>
                <a:ea typeface="Nimbus Sans"/>
                <a:cs typeface="Nimbus Sans"/>
              </a:defRPr>
            </a:lvl8pPr>
            <a:lvl9pPr algn="ctr">
              <a:defRPr sz="2025" b="0">
                <a:solidFill>
                  <a:srgbClr val="25364A"/>
                </a:solidFill>
                <a:latin typeface="Nimbus Sans"/>
                <a:ea typeface="Nimbus Sans"/>
                <a:cs typeface="Nimbus Sans"/>
              </a:defRPr>
            </a:lvl9pPr>
          </a:lstStyle>
          <a:p>
            <a:pPr algn="ctr">
              <a:defRPr sz="2025" b="0">
                <a:solidFill>
                  <a:srgbClr val="25364A"/>
                </a:solidFill>
                <a:latin typeface="Nimbus Sans"/>
                <a:ea typeface="Nimbus Sans"/>
                <a:cs typeface="Nimbus Sans"/>
              </a:defRPr>
            </a:pPr>
            <a:r>
              <a:rPr sz="1687"/>
              <a:t>Dan</a:t>
            </a:r>
          </a:p>
        </p:txBody>
      </p:sp>
      <p:sp>
        <p:nvSpPr>
          <p:cNvPr id="82" name="layer-dimensions">
            <a:extLst>
              <a:ext uri="{FF2B5EF4-FFF2-40B4-BE49-F238E27FC236}">
                <a16:creationId xmlns:a16="http://schemas.microsoft.com/office/drawing/2014/main" id="{CE1969C2-147F-4C61-A9B0-91EDDC95D1D8}"/>
              </a:ext>
            </a:extLst>
          </p:cNvPr>
          <p:cNvSpPr>
            <a:spLocks noGrp="1"/>
          </p:cNvSpPr>
          <p:nvPr/>
        </p:nvSpPr>
        <p:spPr>
          <a:xfrm>
            <a:off x="277813" y="5556250"/>
            <a:ext cx="5159375" cy="396875"/>
          </a:xfrm>
          <a:prstGeom prst="rect">
            <a:avLst/>
          </a:prstGeom>
          <a:noFill/>
          <a:ln w="0">
            <a:noFill/>
            <a:prstDash val="solid"/>
          </a:ln>
        </p:spPr>
        <p:txBody>
          <a:bodyPr wrap="none" lIns="0" tIns="0" rIns="0" bIns="0" anchor="ctr"/>
          <a:lstStyle>
            <a:defPPr algn="ctr">
              <a:defRPr sz="2550" b="1">
                <a:solidFill>
                  <a:srgbClr val="594576"/>
                </a:solidFill>
                <a:latin typeface="Nimbus Sans"/>
                <a:ea typeface="Nimbus Sans"/>
                <a:cs typeface="Nimbus Sans"/>
              </a:defRPr>
            </a:defPPr>
            <a:lvl1pPr algn="ctr">
              <a:defRPr sz="2550" b="1">
                <a:solidFill>
                  <a:srgbClr val="594576"/>
                </a:solidFill>
                <a:latin typeface="Nimbus Sans"/>
                <a:ea typeface="Nimbus Sans"/>
                <a:cs typeface="Nimbus Sans"/>
              </a:defRPr>
            </a:lvl1pPr>
            <a:lvl2pPr algn="ctr">
              <a:defRPr sz="2550" b="1">
                <a:solidFill>
                  <a:srgbClr val="594576"/>
                </a:solidFill>
                <a:latin typeface="Nimbus Sans"/>
                <a:ea typeface="Nimbus Sans"/>
                <a:cs typeface="Nimbus Sans"/>
              </a:defRPr>
            </a:lvl2pPr>
            <a:lvl3pPr algn="ctr">
              <a:defRPr sz="2550" b="1">
                <a:solidFill>
                  <a:srgbClr val="594576"/>
                </a:solidFill>
                <a:latin typeface="Nimbus Sans"/>
                <a:ea typeface="Nimbus Sans"/>
                <a:cs typeface="Nimbus Sans"/>
              </a:defRPr>
            </a:lvl3pPr>
            <a:lvl4pPr algn="ctr">
              <a:defRPr sz="2550" b="1">
                <a:solidFill>
                  <a:srgbClr val="594576"/>
                </a:solidFill>
                <a:latin typeface="Nimbus Sans"/>
                <a:ea typeface="Nimbus Sans"/>
                <a:cs typeface="Nimbus Sans"/>
              </a:defRPr>
            </a:lvl4pPr>
            <a:lvl5pPr algn="ctr">
              <a:defRPr sz="2550" b="1">
                <a:solidFill>
                  <a:srgbClr val="594576"/>
                </a:solidFill>
                <a:latin typeface="Nimbus Sans"/>
                <a:ea typeface="Nimbus Sans"/>
                <a:cs typeface="Nimbus Sans"/>
              </a:defRPr>
            </a:lvl5pPr>
            <a:lvl6pPr algn="ctr">
              <a:defRPr sz="2550" b="1">
                <a:solidFill>
                  <a:srgbClr val="594576"/>
                </a:solidFill>
                <a:latin typeface="Nimbus Sans"/>
                <a:ea typeface="Nimbus Sans"/>
                <a:cs typeface="Nimbus Sans"/>
              </a:defRPr>
            </a:lvl6pPr>
            <a:lvl7pPr algn="ctr">
              <a:defRPr sz="2550" b="1">
                <a:solidFill>
                  <a:srgbClr val="594576"/>
                </a:solidFill>
                <a:latin typeface="Nimbus Sans"/>
                <a:ea typeface="Nimbus Sans"/>
                <a:cs typeface="Nimbus Sans"/>
              </a:defRPr>
            </a:lvl7pPr>
            <a:lvl8pPr algn="ctr">
              <a:defRPr sz="2550" b="1">
                <a:solidFill>
                  <a:srgbClr val="594576"/>
                </a:solidFill>
                <a:latin typeface="Nimbus Sans"/>
                <a:ea typeface="Nimbus Sans"/>
                <a:cs typeface="Nimbus Sans"/>
              </a:defRPr>
            </a:lvl8pPr>
            <a:lvl9pPr algn="ctr">
              <a:defRPr sz="2550" b="1">
                <a:solidFill>
                  <a:srgbClr val="594576"/>
                </a:solidFill>
                <a:latin typeface="Nimbus Sans"/>
                <a:ea typeface="Nimbus Sans"/>
                <a:cs typeface="Nimbus Sans"/>
              </a:defRPr>
            </a:lvl9pPr>
          </a:lstStyle>
          <a:p>
            <a:pPr algn="ctr">
              <a:defRPr sz="2550" b="1">
                <a:solidFill>
                  <a:srgbClr val="594576"/>
                </a:solidFill>
                <a:latin typeface="Nimbus Sans"/>
                <a:ea typeface="Nimbus Sans"/>
                <a:cs typeface="Nimbus Sans"/>
              </a:defRPr>
            </a:pPr>
            <a:r>
              <a:rPr sz="2125"/>
              <a:t>2 → 3 → 2 → 4 → 5</a:t>
            </a:r>
          </a:p>
        </p:txBody>
      </p:sp>
      <p:sp>
        <p:nvSpPr>
          <p:cNvPr id="83" name="inputs-title">
            <a:extLst>
              <a:ext uri="{FF2B5EF4-FFF2-40B4-BE49-F238E27FC236}">
                <a16:creationId xmlns:a16="http://schemas.microsoft.com/office/drawing/2014/main" id="{4A7FDD04-96EC-4002-ACF3-D3FCD80F3CBF}"/>
              </a:ext>
            </a:extLst>
          </p:cNvPr>
          <p:cNvSpPr>
            <a:spLocks noGrp="1"/>
          </p:cNvSpPr>
          <p:nvPr/>
        </p:nvSpPr>
        <p:spPr>
          <a:xfrm>
            <a:off x="5905500" y="1349375"/>
            <a:ext cx="2222500" cy="357188"/>
          </a:xfrm>
          <a:prstGeom prst="rect">
            <a:avLst/>
          </a:prstGeom>
          <a:noFill/>
          <a:ln w="0">
            <a:noFill/>
            <a:prstDash val="solid"/>
          </a:ln>
        </p:spPr>
        <p:txBody>
          <a:bodyPr wrap="none" lIns="0" tIns="0" rIns="0" bIns="0" anchor="ctr"/>
          <a:lstStyle>
            <a:defPPr algn="ctr">
              <a:defRPr sz="2175" b="1">
                <a:solidFill>
                  <a:srgbClr val="236C7A"/>
                </a:solidFill>
                <a:latin typeface="Nimbus Sans"/>
                <a:ea typeface="Nimbus Sans"/>
                <a:cs typeface="Nimbus Sans"/>
              </a:defRPr>
            </a:defPPr>
            <a:lvl1pPr algn="ctr">
              <a:defRPr sz="2175" b="1">
                <a:solidFill>
                  <a:srgbClr val="236C7A"/>
                </a:solidFill>
                <a:latin typeface="Nimbus Sans"/>
                <a:ea typeface="Nimbus Sans"/>
                <a:cs typeface="Nimbus Sans"/>
              </a:defRPr>
            </a:lvl1pPr>
            <a:lvl2pPr algn="ctr">
              <a:defRPr sz="2175" b="1">
                <a:solidFill>
                  <a:srgbClr val="236C7A"/>
                </a:solidFill>
                <a:latin typeface="Nimbus Sans"/>
                <a:ea typeface="Nimbus Sans"/>
                <a:cs typeface="Nimbus Sans"/>
              </a:defRPr>
            </a:lvl2pPr>
            <a:lvl3pPr algn="ctr">
              <a:defRPr sz="2175" b="1">
                <a:solidFill>
                  <a:srgbClr val="236C7A"/>
                </a:solidFill>
                <a:latin typeface="Nimbus Sans"/>
                <a:ea typeface="Nimbus Sans"/>
                <a:cs typeface="Nimbus Sans"/>
              </a:defRPr>
            </a:lvl3pPr>
            <a:lvl4pPr algn="ctr">
              <a:defRPr sz="2175" b="1">
                <a:solidFill>
                  <a:srgbClr val="236C7A"/>
                </a:solidFill>
                <a:latin typeface="Nimbus Sans"/>
                <a:ea typeface="Nimbus Sans"/>
                <a:cs typeface="Nimbus Sans"/>
              </a:defRPr>
            </a:lvl4pPr>
            <a:lvl5pPr algn="ctr">
              <a:defRPr sz="2175" b="1">
                <a:solidFill>
                  <a:srgbClr val="236C7A"/>
                </a:solidFill>
                <a:latin typeface="Nimbus Sans"/>
                <a:ea typeface="Nimbus Sans"/>
                <a:cs typeface="Nimbus Sans"/>
              </a:defRPr>
            </a:lvl5pPr>
            <a:lvl6pPr algn="ctr">
              <a:defRPr sz="2175" b="1">
                <a:solidFill>
                  <a:srgbClr val="236C7A"/>
                </a:solidFill>
                <a:latin typeface="Nimbus Sans"/>
                <a:ea typeface="Nimbus Sans"/>
                <a:cs typeface="Nimbus Sans"/>
              </a:defRPr>
            </a:lvl6pPr>
            <a:lvl7pPr algn="ctr">
              <a:defRPr sz="2175" b="1">
                <a:solidFill>
                  <a:srgbClr val="236C7A"/>
                </a:solidFill>
                <a:latin typeface="Nimbus Sans"/>
                <a:ea typeface="Nimbus Sans"/>
                <a:cs typeface="Nimbus Sans"/>
              </a:defRPr>
            </a:lvl7pPr>
            <a:lvl8pPr algn="ctr">
              <a:defRPr sz="2175" b="1">
                <a:solidFill>
                  <a:srgbClr val="236C7A"/>
                </a:solidFill>
                <a:latin typeface="Nimbus Sans"/>
                <a:ea typeface="Nimbus Sans"/>
                <a:cs typeface="Nimbus Sans"/>
              </a:defRPr>
            </a:lvl8pPr>
            <a:lvl9pPr algn="ctr">
              <a:defRPr sz="2175" b="1">
                <a:solidFill>
                  <a:srgbClr val="236C7A"/>
                </a:solidFill>
                <a:latin typeface="Nimbus Sans"/>
                <a:ea typeface="Nimbus Sans"/>
                <a:cs typeface="Nimbus Sans"/>
              </a:defRPr>
            </a:lvl9pPr>
          </a:lstStyle>
          <a:p>
            <a:pPr algn="ctr">
              <a:defRPr sz="2175" b="1">
                <a:solidFill>
                  <a:srgbClr val="236C7A"/>
                </a:solidFill>
                <a:latin typeface="Nimbus Sans"/>
                <a:ea typeface="Nimbus Sans"/>
                <a:cs typeface="Nimbus Sans"/>
              </a:defRPr>
            </a:pPr>
            <a:r>
              <a:rPr sz="1812"/>
              <a:t>Formant_Inputs</a:t>
            </a:r>
          </a:p>
        </p:txBody>
      </p:sp>
      <p:sp>
        <p:nvSpPr>
          <p:cNvPr id="84" name="outputs-title">
            <a:extLst>
              <a:ext uri="{FF2B5EF4-FFF2-40B4-BE49-F238E27FC236}">
                <a16:creationId xmlns:a16="http://schemas.microsoft.com/office/drawing/2014/main" id="{B2891895-97AF-42F5-B463-3650D8FA6717}"/>
              </a:ext>
            </a:extLst>
          </p:cNvPr>
          <p:cNvSpPr>
            <a:spLocks noGrp="1"/>
          </p:cNvSpPr>
          <p:nvPr/>
        </p:nvSpPr>
        <p:spPr>
          <a:xfrm>
            <a:off x="8294688" y="1349375"/>
            <a:ext cx="3492500" cy="357188"/>
          </a:xfrm>
          <a:prstGeom prst="rect">
            <a:avLst/>
          </a:prstGeom>
          <a:noFill/>
          <a:ln w="0">
            <a:noFill/>
            <a:prstDash val="solid"/>
          </a:ln>
        </p:spPr>
        <p:txBody>
          <a:bodyPr wrap="none" lIns="0" tIns="0" rIns="0" bIns="0" anchor="ctr"/>
          <a:lstStyle>
            <a:defPPr algn="ctr">
              <a:defRPr sz="2175" b="1">
                <a:solidFill>
                  <a:srgbClr val="37624D"/>
                </a:solidFill>
                <a:latin typeface="Nimbus Sans"/>
                <a:ea typeface="Nimbus Sans"/>
                <a:cs typeface="Nimbus Sans"/>
              </a:defRPr>
            </a:defPPr>
            <a:lvl1pPr algn="ctr">
              <a:defRPr sz="2175" b="1">
                <a:solidFill>
                  <a:srgbClr val="37624D"/>
                </a:solidFill>
                <a:latin typeface="Nimbus Sans"/>
                <a:ea typeface="Nimbus Sans"/>
                <a:cs typeface="Nimbus Sans"/>
              </a:defRPr>
            </a:lvl1pPr>
            <a:lvl2pPr algn="ctr">
              <a:defRPr sz="2175" b="1">
                <a:solidFill>
                  <a:srgbClr val="37624D"/>
                </a:solidFill>
                <a:latin typeface="Nimbus Sans"/>
                <a:ea typeface="Nimbus Sans"/>
                <a:cs typeface="Nimbus Sans"/>
              </a:defRPr>
            </a:lvl2pPr>
            <a:lvl3pPr algn="ctr">
              <a:defRPr sz="2175" b="1">
                <a:solidFill>
                  <a:srgbClr val="37624D"/>
                </a:solidFill>
                <a:latin typeface="Nimbus Sans"/>
                <a:ea typeface="Nimbus Sans"/>
                <a:cs typeface="Nimbus Sans"/>
              </a:defRPr>
            </a:lvl3pPr>
            <a:lvl4pPr algn="ctr">
              <a:defRPr sz="2175" b="1">
                <a:solidFill>
                  <a:srgbClr val="37624D"/>
                </a:solidFill>
                <a:latin typeface="Nimbus Sans"/>
                <a:ea typeface="Nimbus Sans"/>
                <a:cs typeface="Nimbus Sans"/>
              </a:defRPr>
            </a:lvl4pPr>
            <a:lvl5pPr algn="ctr">
              <a:defRPr sz="2175" b="1">
                <a:solidFill>
                  <a:srgbClr val="37624D"/>
                </a:solidFill>
                <a:latin typeface="Nimbus Sans"/>
                <a:ea typeface="Nimbus Sans"/>
                <a:cs typeface="Nimbus Sans"/>
              </a:defRPr>
            </a:lvl5pPr>
            <a:lvl6pPr algn="ctr">
              <a:defRPr sz="2175" b="1">
                <a:solidFill>
                  <a:srgbClr val="37624D"/>
                </a:solidFill>
                <a:latin typeface="Nimbus Sans"/>
                <a:ea typeface="Nimbus Sans"/>
                <a:cs typeface="Nimbus Sans"/>
              </a:defRPr>
            </a:lvl6pPr>
            <a:lvl7pPr algn="ctr">
              <a:defRPr sz="2175" b="1">
                <a:solidFill>
                  <a:srgbClr val="37624D"/>
                </a:solidFill>
                <a:latin typeface="Nimbus Sans"/>
                <a:ea typeface="Nimbus Sans"/>
                <a:cs typeface="Nimbus Sans"/>
              </a:defRPr>
            </a:lvl7pPr>
            <a:lvl8pPr algn="ctr">
              <a:defRPr sz="2175" b="1">
                <a:solidFill>
                  <a:srgbClr val="37624D"/>
                </a:solidFill>
                <a:latin typeface="Nimbus Sans"/>
                <a:ea typeface="Nimbus Sans"/>
                <a:cs typeface="Nimbus Sans"/>
              </a:defRPr>
            </a:lvl8pPr>
            <a:lvl9pPr algn="ctr">
              <a:defRPr sz="2175" b="1">
                <a:solidFill>
                  <a:srgbClr val="37624D"/>
                </a:solidFill>
                <a:latin typeface="Nimbus Sans"/>
                <a:ea typeface="Nimbus Sans"/>
                <a:cs typeface="Nimbus Sans"/>
              </a:defRPr>
            </a:lvl9pPr>
          </a:lstStyle>
          <a:p>
            <a:pPr algn="ctr">
              <a:defRPr sz="2175" b="1">
                <a:solidFill>
                  <a:srgbClr val="37624D"/>
                </a:solidFill>
                <a:latin typeface="Nimbus Sans"/>
                <a:ea typeface="Nimbus Sans"/>
                <a:cs typeface="Nimbus Sans"/>
              </a:defRPr>
            </a:pPr>
            <a:r>
              <a:rPr sz="1812"/>
              <a:t>TrueVowel_Outputs</a:t>
            </a:r>
          </a:p>
        </p:txBody>
      </p:sp>
      <p:sp>
        <p:nvSpPr>
          <p:cNvPr id="85" name="inputs-shape">
            <a:extLst>
              <a:ext uri="{FF2B5EF4-FFF2-40B4-BE49-F238E27FC236}">
                <a16:creationId xmlns:a16="http://schemas.microsoft.com/office/drawing/2014/main" id="{B03D8E61-1144-4E86-93A7-983D8E037B75}"/>
              </a:ext>
            </a:extLst>
          </p:cNvPr>
          <p:cNvSpPr>
            <a:spLocks noGrp="1"/>
          </p:cNvSpPr>
          <p:nvPr/>
        </p:nvSpPr>
        <p:spPr>
          <a:xfrm>
            <a:off x="5905500" y="1762125"/>
            <a:ext cx="2222500" cy="301625"/>
          </a:xfrm>
          <a:prstGeom prst="rect">
            <a:avLst/>
          </a:prstGeom>
          <a:noFill/>
          <a:ln w="0">
            <a:noFill/>
            <a:prstDash val="solid"/>
          </a:ln>
        </p:spPr>
        <p:txBody>
          <a:bodyPr wrap="none" lIns="0" tIns="0" rIns="0" bIns="0" anchor="ctr"/>
          <a:lstStyle>
            <a:defPPr algn="ctr">
              <a:defRPr sz="2025" b="0">
                <a:solidFill>
                  <a:srgbClr val="526479"/>
                </a:solidFill>
                <a:latin typeface="Nimbus Sans"/>
                <a:ea typeface="Nimbus Sans"/>
                <a:cs typeface="Nimbus Sans"/>
              </a:defRPr>
            </a:defPPr>
            <a:lvl1pPr algn="ctr">
              <a:defRPr sz="2025" b="0">
                <a:solidFill>
                  <a:srgbClr val="526479"/>
                </a:solidFill>
                <a:latin typeface="Nimbus Sans"/>
                <a:ea typeface="Nimbus Sans"/>
                <a:cs typeface="Nimbus Sans"/>
              </a:defRPr>
            </a:lvl1pPr>
            <a:lvl2pPr algn="ctr">
              <a:defRPr sz="2025" b="0">
                <a:solidFill>
                  <a:srgbClr val="526479"/>
                </a:solidFill>
                <a:latin typeface="Nimbus Sans"/>
                <a:ea typeface="Nimbus Sans"/>
                <a:cs typeface="Nimbus Sans"/>
              </a:defRPr>
            </a:lvl2pPr>
            <a:lvl3pPr algn="ctr">
              <a:defRPr sz="2025" b="0">
                <a:solidFill>
                  <a:srgbClr val="526479"/>
                </a:solidFill>
                <a:latin typeface="Nimbus Sans"/>
                <a:ea typeface="Nimbus Sans"/>
                <a:cs typeface="Nimbus Sans"/>
              </a:defRPr>
            </a:lvl3pPr>
            <a:lvl4pPr algn="ctr">
              <a:defRPr sz="2025" b="0">
                <a:solidFill>
                  <a:srgbClr val="526479"/>
                </a:solidFill>
                <a:latin typeface="Nimbus Sans"/>
                <a:ea typeface="Nimbus Sans"/>
                <a:cs typeface="Nimbus Sans"/>
              </a:defRPr>
            </a:lvl4pPr>
            <a:lvl5pPr algn="ctr">
              <a:defRPr sz="2025" b="0">
                <a:solidFill>
                  <a:srgbClr val="526479"/>
                </a:solidFill>
                <a:latin typeface="Nimbus Sans"/>
                <a:ea typeface="Nimbus Sans"/>
                <a:cs typeface="Nimbus Sans"/>
              </a:defRPr>
            </a:lvl5pPr>
            <a:lvl6pPr algn="ctr">
              <a:defRPr sz="2025" b="0">
                <a:solidFill>
                  <a:srgbClr val="526479"/>
                </a:solidFill>
                <a:latin typeface="Nimbus Sans"/>
                <a:ea typeface="Nimbus Sans"/>
                <a:cs typeface="Nimbus Sans"/>
              </a:defRPr>
            </a:lvl6pPr>
            <a:lvl7pPr algn="ctr">
              <a:defRPr sz="2025" b="0">
                <a:solidFill>
                  <a:srgbClr val="526479"/>
                </a:solidFill>
                <a:latin typeface="Nimbus Sans"/>
                <a:ea typeface="Nimbus Sans"/>
                <a:cs typeface="Nimbus Sans"/>
              </a:defRPr>
            </a:lvl7pPr>
            <a:lvl8pPr algn="ctr">
              <a:defRPr sz="2025" b="0">
                <a:solidFill>
                  <a:srgbClr val="526479"/>
                </a:solidFill>
                <a:latin typeface="Nimbus Sans"/>
                <a:ea typeface="Nimbus Sans"/>
                <a:cs typeface="Nimbus Sans"/>
              </a:defRPr>
            </a:lvl8pPr>
            <a:lvl9pPr algn="ctr">
              <a:defRPr sz="2025" b="0">
                <a:solidFill>
                  <a:srgbClr val="526479"/>
                </a:solidFill>
                <a:latin typeface="Nimbus Sans"/>
                <a:ea typeface="Nimbus Sans"/>
                <a:cs typeface="Nimbus Sans"/>
              </a:defRPr>
            </a:lvl9pPr>
          </a:lstStyle>
          <a:p>
            <a:pPr algn="ctr">
              <a:defRPr sz="2025" b="0">
                <a:solidFill>
                  <a:srgbClr val="526479"/>
                </a:solidFill>
                <a:latin typeface="Nimbus Sans"/>
                <a:ea typeface="Nimbus Sans"/>
                <a:cs typeface="Nimbus Sans"/>
              </a:defRPr>
            </a:pPr>
            <a:r>
              <a:rPr sz="1687"/>
              <a:t>110 × 2</a:t>
            </a:r>
          </a:p>
        </p:txBody>
      </p:sp>
      <p:sp>
        <p:nvSpPr>
          <p:cNvPr id="86" name="outputs-shape">
            <a:extLst>
              <a:ext uri="{FF2B5EF4-FFF2-40B4-BE49-F238E27FC236}">
                <a16:creationId xmlns:a16="http://schemas.microsoft.com/office/drawing/2014/main" id="{701AAC5D-28BC-4B7A-86FE-FDE3DFFA682D}"/>
              </a:ext>
            </a:extLst>
          </p:cNvPr>
          <p:cNvSpPr>
            <a:spLocks noGrp="1"/>
          </p:cNvSpPr>
          <p:nvPr/>
        </p:nvSpPr>
        <p:spPr>
          <a:xfrm>
            <a:off x="8294688" y="1762125"/>
            <a:ext cx="3492500" cy="301625"/>
          </a:xfrm>
          <a:prstGeom prst="rect">
            <a:avLst/>
          </a:prstGeom>
          <a:noFill/>
          <a:ln w="0">
            <a:noFill/>
            <a:prstDash val="solid"/>
          </a:ln>
        </p:spPr>
        <p:txBody>
          <a:bodyPr wrap="none" lIns="0" tIns="0" rIns="0" bIns="0" anchor="ctr"/>
          <a:lstStyle>
            <a:defPPr algn="ctr">
              <a:defRPr sz="2025" b="0">
                <a:solidFill>
                  <a:srgbClr val="526479"/>
                </a:solidFill>
                <a:latin typeface="Nimbus Sans"/>
                <a:ea typeface="Nimbus Sans"/>
                <a:cs typeface="Nimbus Sans"/>
              </a:defRPr>
            </a:defPPr>
            <a:lvl1pPr algn="ctr">
              <a:defRPr sz="2025" b="0">
                <a:solidFill>
                  <a:srgbClr val="526479"/>
                </a:solidFill>
                <a:latin typeface="Nimbus Sans"/>
                <a:ea typeface="Nimbus Sans"/>
                <a:cs typeface="Nimbus Sans"/>
              </a:defRPr>
            </a:lvl1pPr>
            <a:lvl2pPr algn="ctr">
              <a:defRPr sz="2025" b="0">
                <a:solidFill>
                  <a:srgbClr val="526479"/>
                </a:solidFill>
                <a:latin typeface="Nimbus Sans"/>
                <a:ea typeface="Nimbus Sans"/>
                <a:cs typeface="Nimbus Sans"/>
              </a:defRPr>
            </a:lvl2pPr>
            <a:lvl3pPr algn="ctr">
              <a:defRPr sz="2025" b="0">
                <a:solidFill>
                  <a:srgbClr val="526479"/>
                </a:solidFill>
                <a:latin typeface="Nimbus Sans"/>
                <a:ea typeface="Nimbus Sans"/>
                <a:cs typeface="Nimbus Sans"/>
              </a:defRPr>
            </a:lvl3pPr>
            <a:lvl4pPr algn="ctr">
              <a:defRPr sz="2025" b="0">
                <a:solidFill>
                  <a:srgbClr val="526479"/>
                </a:solidFill>
                <a:latin typeface="Nimbus Sans"/>
                <a:ea typeface="Nimbus Sans"/>
                <a:cs typeface="Nimbus Sans"/>
              </a:defRPr>
            </a:lvl4pPr>
            <a:lvl5pPr algn="ctr">
              <a:defRPr sz="2025" b="0">
                <a:solidFill>
                  <a:srgbClr val="526479"/>
                </a:solidFill>
                <a:latin typeface="Nimbus Sans"/>
                <a:ea typeface="Nimbus Sans"/>
                <a:cs typeface="Nimbus Sans"/>
              </a:defRPr>
            </a:lvl5pPr>
            <a:lvl6pPr algn="ctr">
              <a:defRPr sz="2025" b="0">
                <a:solidFill>
                  <a:srgbClr val="526479"/>
                </a:solidFill>
                <a:latin typeface="Nimbus Sans"/>
                <a:ea typeface="Nimbus Sans"/>
                <a:cs typeface="Nimbus Sans"/>
              </a:defRPr>
            </a:lvl6pPr>
            <a:lvl7pPr algn="ctr">
              <a:defRPr sz="2025" b="0">
                <a:solidFill>
                  <a:srgbClr val="526479"/>
                </a:solidFill>
                <a:latin typeface="Nimbus Sans"/>
                <a:ea typeface="Nimbus Sans"/>
                <a:cs typeface="Nimbus Sans"/>
              </a:defRPr>
            </a:lvl7pPr>
            <a:lvl8pPr algn="ctr">
              <a:defRPr sz="2025" b="0">
                <a:solidFill>
                  <a:srgbClr val="526479"/>
                </a:solidFill>
                <a:latin typeface="Nimbus Sans"/>
                <a:ea typeface="Nimbus Sans"/>
                <a:cs typeface="Nimbus Sans"/>
              </a:defRPr>
            </a:lvl8pPr>
            <a:lvl9pPr algn="ctr">
              <a:defRPr sz="2025" b="0">
                <a:solidFill>
                  <a:srgbClr val="526479"/>
                </a:solidFill>
                <a:latin typeface="Nimbus Sans"/>
                <a:ea typeface="Nimbus Sans"/>
                <a:cs typeface="Nimbus Sans"/>
              </a:defRPr>
            </a:lvl9pPr>
          </a:lstStyle>
          <a:p>
            <a:pPr algn="ctr">
              <a:defRPr sz="2025" b="0">
                <a:solidFill>
                  <a:srgbClr val="526479"/>
                </a:solidFill>
                <a:latin typeface="Nimbus Sans"/>
                <a:ea typeface="Nimbus Sans"/>
                <a:cs typeface="Nimbus Sans"/>
              </a:defRPr>
            </a:pPr>
            <a:r>
              <a:rPr sz="1687"/>
              <a:t>110 × 5</a:t>
            </a:r>
          </a:p>
        </p:txBody>
      </p:sp>
      <p:graphicFrame>
        <p:nvGraphicFramePr>
          <p:cNvPr id="87" name="Table 86">
            <a:extLst>
              <a:ext uri="{FF2B5EF4-FFF2-40B4-BE49-F238E27FC236}">
                <a16:creationId xmlns:a16="http://schemas.microsoft.com/office/drawing/2014/main" id="{71E74E86-A077-4693-99B2-4E0691F58D07}"/>
              </a:ext>
            </a:extLst>
          </p:cNvPr>
          <p:cNvGraphicFramePr/>
          <p:nvPr/>
        </p:nvGraphicFramePr>
        <p:xfrm>
          <a:off x="5969000" y="2182813"/>
          <a:ext cx="2103438" cy="2936871"/>
        </p:xfrm>
        <a:graphic>
          <a:graphicData uri="http://schemas.openxmlformats.org/drawingml/2006/table">
            <a:tbl>
              <a:tblPr/>
              <a:tblGrid>
                <a:gridCol w="1051719">
                  <a:extLst>
                    <a:ext uri="{9D8B030D-6E8A-4147-A177-3AD203B41FA5}">
                      <a16:colId xmlns:a16="http://schemas.microsoft.com/office/drawing/2014/main" val="20000"/>
                    </a:ext>
                  </a:extLst>
                </a:gridCol>
                <a:gridCol w="1051719">
                  <a:extLst>
                    <a:ext uri="{9D8B030D-6E8A-4147-A177-3AD203B41FA5}">
                      <a16:colId xmlns:a16="http://schemas.microsoft.com/office/drawing/2014/main" val="20001"/>
                    </a:ext>
                  </a:extLst>
                </a:gridCol>
              </a:tblGrid>
              <a:tr h="419553">
                <a:tc>
                  <a:txBody>
                    <a:bodyPr/>
                    <a:lstStyle/>
                    <a:p>
                      <a:pPr algn="ctr"/>
                      <a:r>
                        <a:rPr sz="1400" b="1">
                          <a:solidFill>
                            <a:srgbClr val="25364A"/>
                          </a:solidFill>
                          <a:latin typeface="Nimbus Sans"/>
                          <a:ea typeface="Nimbus Sans"/>
                          <a:cs typeface="Nimbus Sans"/>
                        </a:rPr>
                        <a:t>F1</a:t>
                      </a:r>
                    </a:p>
                  </a:txBody>
                  <a:tcPr marL="76200" marR="76200" marT="38100" marB="38100" anchor="ctr">
                    <a:lnL w="9525">
                      <a:solidFill>
                        <a:srgbClr val="D8E1E9"/>
                      </a:solidFill>
                      <a:prstDash val="solid"/>
                    </a:lnL>
                    <a:lnR w="9525">
                      <a:solidFill>
                        <a:srgbClr val="D8E1E9"/>
                      </a:solidFill>
                      <a:prstDash val="solid"/>
                    </a:lnR>
                    <a:lnT w="9525">
                      <a:solidFill>
                        <a:srgbClr val="D8E1E9"/>
                      </a:solidFill>
                      <a:prstDash val="solid"/>
                    </a:lnT>
                    <a:lnB w="9525">
                      <a:solidFill>
                        <a:srgbClr val="D8E1E9"/>
                      </a:solidFill>
                      <a:prstDash val="solid"/>
                    </a:lnB>
                    <a:solidFill>
                      <a:srgbClr val="EDF2F6"/>
                    </a:solidFill>
                  </a:tcPr>
                </a:tc>
                <a:tc>
                  <a:txBody>
                    <a:bodyPr/>
                    <a:lstStyle/>
                    <a:p>
                      <a:pPr algn="ctr"/>
                      <a:r>
                        <a:rPr sz="1400" b="1">
                          <a:solidFill>
                            <a:srgbClr val="25364A"/>
                          </a:solidFill>
                          <a:latin typeface="Nimbus Sans"/>
                          <a:ea typeface="Nimbus Sans"/>
                          <a:cs typeface="Nimbus Sans"/>
                        </a:rPr>
                        <a:t>F2</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a:solidFill>
                        <a:srgbClr val="D8E1E9"/>
                      </a:solidFill>
                      <a:prstDash val="solid"/>
                    </a:lnT>
                    <a:lnB w="9525">
                      <a:solidFill>
                        <a:srgbClr val="D8E1E9"/>
                      </a:solidFill>
                      <a:prstDash val="solid"/>
                    </a:lnB>
                    <a:solidFill>
                      <a:srgbClr val="EDF2F6"/>
                    </a:solidFill>
                  </a:tcPr>
                </a:tc>
                <a:extLst>
                  <a:ext uri="{0D108BD9-81ED-4DB2-BD59-A6C34878D82A}">
                    <a16:rowId xmlns:a16="http://schemas.microsoft.com/office/drawing/2014/main" val="10000"/>
                  </a:ext>
                </a:extLst>
              </a:tr>
              <a:tr h="419553">
                <a:tc>
                  <a:txBody>
                    <a:bodyPr/>
                    <a:lstStyle/>
                    <a:p>
                      <a:pPr algn="ctr"/>
                      <a:r>
                        <a:rPr sz="1800" b="0">
                          <a:solidFill>
                            <a:srgbClr val="25364A"/>
                          </a:solidFill>
                          <a:latin typeface="Nimbus Sans"/>
                          <a:ea typeface="Nimbus Sans"/>
                          <a:cs typeface="Nimbus Sans"/>
                        </a:rPr>
                        <a:t>500</a:t>
                      </a:r>
                    </a:p>
                  </a:txBody>
                  <a:tcPr marL="76200" marR="76200" marT="38100" marB="38100" anchor="ctr">
                    <a:lnL w="9525">
                      <a:solidFill>
                        <a:srgbClr val="D8E1E9"/>
                      </a:solidFill>
                      <a:prstDash val="soli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tc>
                  <a:txBody>
                    <a:bodyPr/>
                    <a:lstStyle/>
                    <a:p>
                      <a:pPr algn="ctr"/>
                      <a:r>
                        <a:rPr sz="1800" b="0">
                          <a:solidFill>
                            <a:srgbClr val="25364A"/>
                          </a:solidFill>
                          <a:latin typeface="Nimbus Sans"/>
                          <a:ea typeface="Nimbus Sans"/>
                          <a:cs typeface="Nimbus Sans"/>
                        </a:rPr>
                        <a:t>1500</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extLst>
                  <a:ext uri="{0D108BD9-81ED-4DB2-BD59-A6C34878D82A}">
                    <a16:rowId xmlns:a16="http://schemas.microsoft.com/office/drawing/2014/main" val="10001"/>
                  </a:ext>
                </a:extLst>
              </a:tr>
              <a:tr h="419553">
                <a:tc>
                  <a:txBody>
                    <a:bodyPr/>
                    <a:lstStyle/>
                    <a:p>
                      <a:pPr algn="ctr"/>
                      <a:r>
                        <a:rPr sz="1800" b="0">
                          <a:solidFill>
                            <a:srgbClr val="25364A"/>
                          </a:solidFill>
                          <a:latin typeface="Nimbus Sans"/>
                          <a:ea typeface="Nimbus Sans"/>
                          <a:cs typeface="Nimbus Sans"/>
                        </a:rPr>
                        <a:t>350</a:t>
                      </a:r>
                    </a:p>
                  </a:txBody>
                  <a:tcPr marL="76200" marR="76200" marT="38100" marB="38100" anchor="ctr">
                    <a:lnL w="9525">
                      <a:solidFill>
                        <a:srgbClr val="D8E1E9"/>
                      </a:solidFill>
                      <a:prstDash val="soli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tc>
                  <a:txBody>
                    <a:bodyPr/>
                    <a:lstStyle/>
                    <a:p>
                      <a:pPr algn="ctr"/>
                      <a:r>
                        <a:rPr sz="1800" b="0">
                          <a:solidFill>
                            <a:srgbClr val="25364A"/>
                          </a:solidFill>
                          <a:latin typeface="Nimbus Sans"/>
                          <a:ea typeface="Nimbus Sans"/>
                          <a:cs typeface="Nimbus Sans"/>
                        </a:rPr>
                        <a:t>1000</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extLst>
                  <a:ext uri="{0D108BD9-81ED-4DB2-BD59-A6C34878D82A}">
                    <a16:rowId xmlns:a16="http://schemas.microsoft.com/office/drawing/2014/main" val="10002"/>
                  </a:ext>
                </a:extLst>
              </a:tr>
              <a:tr h="419553">
                <a:tc>
                  <a:txBody>
                    <a:bodyPr/>
                    <a:lstStyle/>
                    <a:p>
                      <a:pPr algn="ctr"/>
                      <a:r>
                        <a:rPr sz="1800" b="1">
                          <a:solidFill>
                            <a:srgbClr val="594576"/>
                          </a:solidFill>
                          <a:latin typeface="Nimbus Sans"/>
                          <a:ea typeface="Nimbus Sans"/>
                          <a:cs typeface="Nimbus Sans"/>
                        </a:rPr>
                        <a:t>320</a:t>
                      </a:r>
                    </a:p>
                  </a:txBody>
                  <a:tcPr marL="76200" marR="76200" marT="38100" marB="38100" anchor="ctr">
                    <a:lnL w="9525">
                      <a:solidFill>
                        <a:srgbClr val="D8E1E9"/>
                      </a:solidFill>
                      <a:prstDash val="soli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E9E3F2"/>
                    </a:solidFill>
                  </a:tcPr>
                </a:tc>
                <a:tc>
                  <a:txBody>
                    <a:bodyPr/>
                    <a:lstStyle/>
                    <a:p>
                      <a:pPr algn="ctr"/>
                      <a:r>
                        <a:rPr sz="1800" b="1">
                          <a:solidFill>
                            <a:srgbClr val="594576"/>
                          </a:solidFill>
                          <a:latin typeface="Nimbus Sans"/>
                          <a:ea typeface="Nimbus Sans"/>
                          <a:cs typeface="Nimbus Sans"/>
                        </a:rPr>
                        <a:t>2000</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E9E3F2"/>
                    </a:solidFill>
                  </a:tcPr>
                </a:tc>
                <a:extLst>
                  <a:ext uri="{0D108BD9-81ED-4DB2-BD59-A6C34878D82A}">
                    <a16:rowId xmlns:a16="http://schemas.microsoft.com/office/drawing/2014/main" val="10003"/>
                  </a:ext>
                </a:extLst>
              </a:tr>
              <a:tr h="419553">
                <a:tc>
                  <a:txBody>
                    <a:bodyPr/>
                    <a:lstStyle/>
                    <a:p>
                      <a:pPr algn="ctr"/>
                      <a:r>
                        <a:rPr sz="1800" b="0">
                          <a:solidFill>
                            <a:srgbClr val="25364A"/>
                          </a:solidFill>
                          <a:latin typeface="Nimbus Sans"/>
                          <a:ea typeface="Nimbus Sans"/>
                          <a:cs typeface="Nimbus Sans"/>
                        </a:rPr>
                        <a:t>700</a:t>
                      </a:r>
                    </a:p>
                  </a:txBody>
                  <a:tcPr marL="76200" marR="76200" marT="38100" marB="38100" anchor="ctr">
                    <a:lnL w="9525">
                      <a:solidFill>
                        <a:srgbClr val="D8E1E9"/>
                      </a:solidFill>
                      <a:prstDash val="soli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tc>
                  <a:txBody>
                    <a:bodyPr/>
                    <a:lstStyle/>
                    <a:p>
                      <a:pPr algn="ctr"/>
                      <a:r>
                        <a:rPr sz="1800" b="0">
                          <a:solidFill>
                            <a:srgbClr val="25364A"/>
                          </a:solidFill>
                          <a:latin typeface="Nimbus Sans"/>
                          <a:ea typeface="Nimbus Sans"/>
                          <a:cs typeface="Nimbus Sans"/>
                        </a:rPr>
                        <a:t>1100</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extLst>
                  <a:ext uri="{0D108BD9-81ED-4DB2-BD59-A6C34878D82A}">
                    <a16:rowId xmlns:a16="http://schemas.microsoft.com/office/drawing/2014/main" val="10004"/>
                  </a:ext>
                </a:extLst>
              </a:tr>
              <a:tr h="419553">
                <a:tc>
                  <a:txBody>
                    <a:bodyPr/>
                    <a:lstStyle/>
                    <a:p>
                      <a:pPr algn="ctr"/>
                      <a:r>
                        <a:rPr sz="1800" b="0">
                          <a:solidFill>
                            <a:srgbClr val="25364A"/>
                          </a:solidFill>
                          <a:latin typeface="Nimbus Sans"/>
                          <a:ea typeface="Nimbus Sans"/>
                          <a:cs typeface="Nimbus Sans"/>
                        </a:rPr>
                        <a:t>800</a:t>
                      </a:r>
                    </a:p>
                  </a:txBody>
                  <a:tcPr marL="76200" marR="76200" marT="38100" marB="38100" anchor="ctr">
                    <a:lnL w="9525">
                      <a:solidFill>
                        <a:srgbClr val="D8E1E9"/>
                      </a:solidFill>
                      <a:prstDash val="soli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tc>
                  <a:txBody>
                    <a:bodyPr/>
                    <a:lstStyle/>
                    <a:p>
                      <a:pPr algn="ctr"/>
                      <a:r>
                        <a:rPr sz="1800" b="0">
                          <a:solidFill>
                            <a:srgbClr val="25364A"/>
                          </a:solidFill>
                          <a:latin typeface="Nimbus Sans"/>
                          <a:ea typeface="Nimbus Sans"/>
                          <a:cs typeface="Nimbus Sans"/>
                        </a:rPr>
                        <a:t>1700</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extLst>
                  <a:ext uri="{0D108BD9-81ED-4DB2-BD59-A6C34878D82A}">
                    <a16:rowId xmlns:a16="http://schemas.microsoft.com/office/drawing/2014/main" val="10005"/>
                  </a:ext>
                </a:extLst>
              </a:tr>
              <a:tr h="419553">
                <a:tc>
                  <a:txBody>
                    <a:bodyPr/>
                    <a:lstStyle/>
                    <a:p>
                      <a:pPr algn="ctr"/>
                      <a:r>
                        <a:rPr sz="1800" b="0">
                          <a:solidFill>
                            <a:srgbClr val="25364A"/>
                          </a:solidFill>
                          <a:latin typeface="Nimbus Sans"/>
                          <a:ea typeface="Nimbus Sans"/>
                          <a:cs typeface="Nimbus Sans"/>
                        </a:rPr>
                        <a:t>⋮</a:t>
                      </a:r>
                    </a:p>
                  </a:txBody>
                  <a:tcPr marL="76200" marR="76200" marT="38100" marB="38100" anchor="ctr">
                    <a:lnL w="9525">
                      <a:solidFill>
                        <a:srgbClr val="D8E1E9"/>
                      </a:solidFill>
                      <a:prstDash val="soli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tc>
                  <a:txBody>
                    <a:bodyPr/>
                    <a:lstStyle/>
                    <a:p>
                      <a:pPr algn="ctr"/>
                      <a:r>
                        <a:rPr sz="1800" b="0">
                          <a:solidFill>
                            <a:srgbClr val="25364A"/>
                          </a:solidFill>
                          <a:latin typeface="Nimbus Sans"/>
                          <a:ea typeface="Nimbus Sans"/>
                          <a:cs typeface="Nimbus Sans"/>
                        </a:rPr>
                        <a:t>⋮</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extLst>
                  <a:ext uri="{0D108BD9-81ED-4DB2-BD59-A6C34878D82A}">
                    <a16:rowId xmlns:a16="http://schemas.microsoft.com/office/drawing/2014/main" val="10006"/>
                  </a:ext>
                </a:extLst>
              </a:tr>
            </a:tbl>
          </a:graphicData>
        </a:graphic>
      </p:graphicFrame>
      <p:graphicFrame>
        <p:nvGraphicFramePr>
          <p:cNvPr id="88" name="Table 87">
            <a:extLst>
              <a:ext uri="{FF2B5EF4-FFF2-40B4-BE49-F238E27FC236}">
                <a16:creationId xmlns:a16="http://schemas.microsoft.com/office/drawing/2014/main" id="{FCDA3B20-8AF0-4EFE-A862-1F4BE15960EB}"/>
              </a:ext>
            </a:extLst>
          </p:cNvPr>
          <p:cNvGraphicFramePr/>
          <p:nvPr/>
        </p:nvGraphicFramePr>
        <p:xfrm>
          <a:off x="8294688" y="2182813"/>
          <a:ext cx="3492500" cy="2936871"/>
        </p:xfrm>
        <a:graphic>
          <a:graphicData uri="http://schemas.openxmlformats.org/drawingml/2006/table">
            <a:tbl>
              <a:tblPr/>
              <a:tblGrid>
                <a:gridCol w="698500">
                  <a:extLst>
                    <a:ext uri="{9D8B030D-6E8A-4147-A177-3AD203B41FA5}">
                      <a16:colId xmlns:a16="http://schemas.microsoft.com/office/drawing/2014/main" val="20000"/>
                    </a:ext>
                  </a:extLst>
                </a:gridCol>
                <a:gridCol w="698500">
                  <a:extLst>
                    <a:ext uri="{9D8B030D-6E8A-4147-A177-3AD203B41FA5}">
                      <a16:colId xmlns:a16="http://schemas.microsoft.com/office/drawing/2014/main" val="20001"/>
                    </a:ext>
                  </a:extLst>
                </a:gridCol>
                <a:gridCol w="698500">
                  <a:extLst>
                    <a:ext uri="{9D8B030D-6E8A-4147-A177-3AD203B41FA5}">
                      <a16:colId xmlns:a16="http://schemas.microsoft.com/office/drawing/2014/main" val="20002"/>
                    </a:ext>
                  </a:extLst>
                </a:gridCol>
                <a:gridCol w="698500">
                  <a:extLst>
                    <a:ext uri="{9D8B030D-6E8A-4147-A177-3AD203B41FA5}">
                      <a16:colId xmlns:a16="http://schemas.microsoft.com/office/drawing/2014/main" val="20003"/>
                    </a:ext>
                  </a:extLst>
                </a:gridCol>
                <a:gridCol w="698500">
                  <a:extLst>
                    <a:ext uri="{9D8B030D-6E8A-4147-A177-3AD203B41FA5}">
                      <a16:colId xmlns:a16="http://schemas.microsoft.com/office/drawing/2014/main" val="20004"/>
                    </a:ext>
                  </a:extLst>
                </a:gridCol>
              </a:tblGrid>
              <a:tr h="419553">
                <a:tc>
                  <a:txBody>
                    <a:bodyPr/>
                    <a:lstStyle/>
                    <a:p>
                      <a:pPr algn="ctr"/>
                      <a:r>
                        <a:rPr sz="1400" b="1">
                          <a:solidFill>
                            <a:srgbClr val="25364A"/>
                          </a:solidFill>
                          <a:latin typeface="Nimbus Sans"/>
                          <a:ea typeface="Nimbus Sans"/>
                          <a:cs typeface="Nimbus Sans"/>
                        </a:rPr>
                        <a:t>done</a:t>
                      </a:r>
                    </a:p>
                  </a:txBody>
                  <a:tcPr marL="76200" marR="76200" marT="38100" marB="38100" anchor="ctr">
                    <a:lnL w="9525">
                      <a:solidFill>
                        <a:srgbClr val="D8E1E9"/>
                      </a:solidFill>
                      <a:prstDash val="solid"/>
                    </a:lnL>
                    <a:lnR w="9525">
                      <a:solidFill>
                        <a:srgbClr val="D8E1E9"/>
                      </a:solidFill>
                      <a:prstDash val="solid"/>
                    </a:lnR>
                    <a:lnT w="9525">
                      <a:solidFill>
                        <a:srgbClr val="D8E1E9"/>
                      </a:solidFill>
                      <a:prstDash val="solid"/>
                    </a:lnT>
                    <a:lnB w="9525">
                      <a:solidFill>
                        <a:srgbClr val="D8E1E9"/>
                      </a:solidFill>
                      <a:prstDash val="solid"/>
                    </a:lnB>
                    <a:solidFill>
                      <a:srgbClr val="EDF2F6"/>
                    </a:solidFill>
                  </a:tcPr>
                </a:tc>
                <a:tc>
                  <a:txBody>
                    <a:bodyPr/>
                    <a:lstStyle/>
                    <a:p>
                      <a:pPr algn="ctr"/>
                      <a:r>
                        <a:rPr sz="1400" b="1">
                          <a:solidFill>
                            <a:srgbClr val="25364A"/>
                          </a:solidFill>
                          <a:latin typeface="Nimbus Sans"/>
                          <a:ea typeface="Nimbus Sans"/>
                          <a:cs typeface="Nimbus Sans"/>
                        </a:rPr>
                        <a:t>dune</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a:solidFill>
                        <a:srgbClr val="D8E1E9"/>
                      </a:solidFill>
                      <a:prstDash val="solid"/>
                    </a:lnT>
                    <a:lnB w="9525">
                      <a:solidFill>
                        <a:srgbClr val="D8E1E9"/>
                      </a:solidFill>
                      <a:prstDash val="solid"/>
                    </a:lnB>
                    <a:solidFill>
                      <a:srgbClr val="EDF2F6"/>
                    </a:solidFill>
                  </a:tcPr>
                </a:tc>
                <a:tc>
                  <a:txBody>
                    <a:bodyPr/>
                    <a:lstStyle/>
                    <a:p>
                      <a:pPr algn="ctr"/>
                      <a:r>
                        <a:rPr sz="1400" b="1">
                          <a:solidFill>
                            <a:srgbClr val="25364A"/>
                          </a:solidFill>
                          <a:latin typeface="Nimbus Sans"/>
                          <a:ea typeface="Nimbus Sans"/>
                          <a:cs typeface="Nimbus Sans"/>
                        </a:rPr>
                        <a:t>dean</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a:solidFill>
                        <a:srgbClr val="D8E1E9"/>
                      </a:solidFill>
                      <a:prstDash val="solid"/>
                    </a:lnT>
                    <a:lnB w="9525">
                      <a:solidFill>
                        <a:srgbClr val="D8E1E9"/>
                      </a:solidFill>
                      <a:prstDash val="solid"/>
                    </a:lnB>
                    <a:solidFill>
                      <a:srgbClr val="EDF2F6"/>
                    </a:solidFill>
                  </a:tcPr>
                </a:tc>
                <a:tc>
                  <a:txBody>
                    <a:bodyPr/>
                    <a:lstStyle/>
                    <a:p>
                      <a:pPr algn="ctr"/>
                      <a:r>
                        <a:rPr sz="1400" b="1">
                          <a:solidFill>
                            <a:srgbClr val="25364A"/>
                          </a:solidFill>
                          <a:latin typeface="Nimbus Sans"/>
                          <a:ea typeface="Nimbus Sans"/>
                          <a:cs typeface="Nimbus Sans"/>
                        </a:rPr>
                        <a:t>Don</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a:solidFill>
                        <a:srgbClr val="D8E1E9"/>
                      </a:solidFill>
                      <a:prstDash val="solid"/>
                    </a:lnT>
                    <a:lnB w="9525">
                      <a:solidFill>
                        <a:srgbClr val="D8E1E9"/>
                      </a:solidFill>
                      <a:prstDash val="solid"/>
                    </a:lnB>
                    <a:solidFill>
                      <a:srgbClr val="EDF2F6"/>
                    </a:solidFill>
                  </a:tcPr>
                </a:tc>
                <a:tc>
                  <a:txBody>
                    <a:bodyPr/>
                    <a:lstStyle/>
                    <a:p>
                      <a:pPr algn="ctr"/>
                      <a:r>
                        <a:rPr sz="1400" b="1">
                          <a:solidFill>
                            <a:srgbClr val="25364A"/>
                          </a:solidFill>
                          <a:latin typeface="Nimbus Sans"/>
                          <a:ea typeface="Nimbus Sans"/>
                          <a:cs typeface="Nimbus Sans"/>
                        </a:rPr>
                        <a:t>Dan</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a:solidFill>
                        <a:srgbClr val="D8E1E9"/>
                      </a:solidFill>
                      <a:prstDash val="solid"/>
                    </a:lnT>
                    <a:lnB w="9525">
                      <a:solidFill>
                        <a:srgbClr val="D8E1E9"/>
                      </a:solidFill>
                      <a:prstDash val="solid"/>
                    </a:lnB>
                    <a:solidFill>
                      <a:srgbClr val="EDF2F6"/>
                    </a:solidFill>
                  </a:tcPr>
                </a:tc>
                <a:extLst>
                  <a:ext uri="{0D108BD9-81ED-4DB2-BD59-A6C34878D82A}">
                    <a16:rowId xmlns:a16="http://schemas.microsoft.com/office/drawing/2014/main" val="10000"/>
                  </a:ext>
                </a:extLst>
              </a:tr>
              <a:tr h="419553">
                <a:tc>
                  <a:txBody>
                    <a:bodyPr/>
                    <a:lstStyle/>
                    <a:p>
                      <a:pPr algn="ctr"/>
                      <a:r>
                        <a:rPr sz="1800" b="0">
                          <a:solidFill>
                            <a:srgbClr val="25364A"/>
                          </a:solidFill>
                          <a:latin typeface="Nimbus Sans"/>
                          <a:ea typeface="Nimbus Sans"/>
                          <a:cs typeface="Nimbus Sans"/>
                        </a:rPr>
                        <a:t>1</a:t>
                      </a:r>
                    </a:p>
                  </a:txBody>
                  <a:tcPr marL="76200" marR="76200" marT="38100" marB="38100" anchor="ctr">
                    <a:lnL w="9525">
                      <a:solidFill>
                        <a:srgbClr val="D8E1E9"/>
                      </a:solidFill>
                      <a:prstDash val="soli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tc>
                  <a:txBody>
                    <a:bodyPr/>
                    <a:lstStyle/>
                    <a:p>
                      <a:pPr algn="ctr"/>
                      <a:r>
                        <a:rPr sz="1800" b="0">
                          <a:solidFill>
                            <a:srgbClr val="25364A"/>
                          </a:solidFill>
                          <a:latin typeface="Nimbus Sans"/>
                          <a:ea typeface="Nimbus Sans"/>
                          <a:cs typeface="Nimbus Sans"/>
                        </a:rPr>
                        <a:t>0</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tc>
                  <a:txBody>
                    <a:bodyPr/>
                    <a:lstStyle/>
                    <a:p>
                      <a:pPr algn="ctr"/>
                      <a:r>
                        <a:rPr sz="1800" b="0">
                          <a:solidFill>
                            <a:srgbClr val="25364A"/>
                          </a:solidFill>
                          <a:latin typeface="Nimbus Sans"/>
                          <a:ea typeface="Nimbus Sans"/>
                          <a:cs typeface="Nimbus Sans"/>
                        </a:rPr>
                        <a:t>0</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tc>
                  <a:txBody>
                    <a:bodyPr/>
                    <a:lstStyle/>
                    <a:p>
                      <a:pPr algn="ctr"/>
                      <a:r>
                        <a:rPr sz="1800" b="0">
                          <a:solidFill>
                            <a:srgbClr val="25364A"/>
                          </a:solidFill>
                          <a:latin typeface="Nimbus Sans"/>
                          <a:ea typeface="Nimbus Sans"/>
                          <a:cs typeface="Nimbus Sans"/>
                        </a:rPr>
                        <a:t>0</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tc>
                  <a:txBody>
                    <a:bodyPr/>
                    <a:lstStyle/>
                    <a:p>
                      <a:pPr algn="ctr"/>
                      <a:r>
                        <a:rPr sz="1800" b="0">
                          <a:solidFill>
                            <a:srgbClr val="25364A"/>
                          </a:solidFill>
                          <a:latin typeface="Nimbus Sans"/>
                          <a:ea typeface="Nimbus Sans"/>
                          <a:cs typeface="Nimbus Sans"/>
                        </a:rPr>
                        <a:t>0</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extLst>
                  <a:ext uri="{0D108BD9-81ED-4DB2-BD59-A6C34878D82A}">
                    <a16:rowId xmlns:a16="http://schemas.microsoft.com/office/drawing/2014/main" val="10001"/>
                  </a:ext>
                </a:extLst>
              </a:tr>
              <a:tr h="419553">
                <a:tc>
                  <a:txBody>
                    <a:bodyPr/>
                    <a:lstStyle/>
                    <a:p>
                      <a:pPr algn="ctr"/>
                      <a:r>
                        <a:rPr sz="1800" b="0">
                          <a:solidFill>
                            <a:srgbClr val="25364A"/>
                          </a:solidFill>
                          <a:latin typeface="Nimbus Sans"/>
                          <a:ea typeface="Nimbus Sans"/>
                          <a:cs typeface="Nimbus Sans"/>
                        </a:rPr>
                        <a:t>0</a:t>
                      </a:r>
                    </a:p>
                  </a:txBody>
                  <a:tcPr marL="76200" marR="76200" marT="38100" marB="38100" anchor="ctr">
                    <a:lnL w="9525">
                      <a:solidFill>
                        <a:srgbClr val="D8E1E9"/>
                      </a:solidFill>
                      <a:prstDash val="soli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tc>
                  <a:txBody>
                    <a:bodyPr/>
                    <a:lstStyle/>
                    <a:p>
                      <a:pPr algn="ctr"/>
                      <a:r>
                        <a:rPr sz="1800" b="0">
                          <a:solidFill>
                            <a:srgbClr val="25364A"/>
                          </a:solidFill>
                          <a:latin typeface="Nimbus Sans"/>
                          <a:ea typeface="Nimbus Sans"/>
                          <a:cs typeface="Nimbus Sans"/>
                        </a:rPr>
                        <a:t>1</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tc>
                  <a:txBody>
                    <a:bodyPr/>
                    <a:lstStyle/>
                    <a:p>
                      <a:pPr algn="ctr"/>
                      <a:r>
                        <a:rPr sz="1800" b="0">
                          <a:solidFill>
                            <a:srgbClr val="25364A"/>
                          </a:solidFill>
                          <a:latin typeface="Nimbus Sans"/>
                          <a:ea typeface="Nimbus Sans"/>
                          <a:cs typeface="Nimbus Sans"/>
                        </a:rPr>
                        <a:t>0</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tc>
                  <a:txBody>
                    <a:bodyPr/>
                    <a:lstStyle/>
                    <a:p>
                      <a:pPr algn="ctr"/>
                      <a:r>
                        <a:rPr sz="1800" b="0">
                          <a:solidFill>
                            <a:srgbClr val="25364A"/>
                          </a:solidFill>
                          <a:latin typeface="Nimbus Sans"/>
                          <a:ea typeface="Nimbus Sans"/>
                          <a:cs typeface="Nimbus Sans"/>
                        </a:rPr>
                        <a:t>0</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tc>
                  <a:txBody>
                    <a:bodyPr/>
                    <a:lstStyle/>
                    <a:p>
                      <a:pPr algn="ctr"/>
                      <a:r>
                        <a:rPr sz="1800" b="0">
                          <a:solidFill>
                            <a:srgbClr val="25364A"/>
                          </a:solidFill>
                          <a:latin typeface="Nimbus Sans"/>
                          <a:ea typeface="Nimbus Sans"/>
                          <a:cs typeface="Nimbus Sans"/>
                        </a:rPr>
                        <a:t>0</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extLst>
                  <a:ext uri="{0D108BD9-81ED-4DB2-BD59-A6C34878D82A}">
                    <a16:rowId xmlns:a16="http://schemas.microsoft.com/office/drawing/2014/main" val="10002"/>
                  </a:ext>
                </a:extLst>
              </a:tr>
              <a:tr h="419553">
                <a:tc>
                  <a:txBody>
                    <a:bodyPr/>
                    <a:lstStyle/>
                    <a:p>
                      <a:pPr algn="ctr"/>
                      <a:r>
                        <a:rPr sz="1800" b="1">
                          <a:solidFill>
                            <a:srgbClr val="594576"/>
                          </a:solidFill>
                          <a:latin typeface="Nimbus Sans"/>
                          <a:ea typeface="Nimbus Sans"/>
                          <a:cs typeface="Nimbus Sans"/>
                        </a:rPr>
                        <a:t>0</a:t>
                      </a:r>
                    </a:p>
                  </a:txBody>
                  <a:tcPr marL="76200" marR="76200" marT="38100" marB="38100" anchor="ctr">
                    <a:lnL w="9525">
                      <a:solidFill>
                        <a:srgbClr val="D8E1E9"/>
                      </a:solidFill>
                      <a:prstDash val="soli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E9E3F2"/>
                    </a:solidFill>
                  </a:tcPr>
                </a:tc>
                <a:tc>
                  <a:txBody>
                    <a:bodyPr/>
                    <a:lstStyle/>
                    <a:p>
                      <a:pPr algn="ctr"/>
                      <a:r>
                        <a:rPr sz="1800" b="1">
                          <a:solidFill>
                            <a:srgbClr val="594576"/>
                          </a:solidFill>
                          <a:latin typeface="Nimbus Sans"/>
                          <a:ea typeface="Nimbus Sans"/>
                          <a:cs typeface="Nimbus Sans"/>
                        </a:rPr>
                        <a:t>0</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E9E3F2"/>
                    </a:solidFill>
                  </a:tcPr>
                </a:tc>
                <a:tc>
                  <a:txBody>
                    <a:bodyPr/>
                    <a:lstStyle/>
                    <a:p>
                      <a:pPr algn="ctr"/>
                      <a:r>
                        <a:rPr sz="1800" b="1">
                          <a:solidFill>
                            <a:srgbClr val="594576"/>
                          </a:solidFill>
                          <a:latin typeface="Nimbus Sans"/>
                          <a:ea typeface="Nimbus Sans"/>
                          <a:cs typeface="Nimbus Sans"/>
                        </a:rPr>
                        <a:t>1</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E9E3F2"/>
                    </a:solidFill>
                  </a:tcPr>
                </a:tc>
                <a:tc>
                  <a:txBody>
                    <a:bodyPr/>
                    <a:lstStyle/>
                    <a:p>
                      <a:pPr algn="ctr"/>
                      <a:r>
                        <a:rPr sz="1800" b="1">
                          <a:solidFill>
                            <a:srgbClr val="594576"/>
                          </a:solidFill>
                          <a:latin typeface="Nimbus Sans"/>
                          <a:ea typeface="Nimbus Sans"/>
                          <a:cs typeface="Nimbus Sans"/>
                        </a:rPr>
                        <a:t>0</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E9E3F2"/>
                    </a:solidFill>
                  </a:tcPr>
                </a:tc>
                <a:tc>
                  <a:txBody>
                    <a:bodyPr/>
                    <a:lstStyle/>
                    <a:p>
                      <a:pPr algn="ctr"/>
                      <a:r>
                        <a:rPr sz="1800" b="1">
                          <a:solidFill>
                            <a:srgbClr val="594576"/>
                          </a:solidFill>
                          <a:latin typeface="Nimbus Sans"/>
                          <a:ea typeface="Nimbus Sans"/>
                          <a:cs typeface="Nimbus Sans"/>
                        </a:rPr>
                        <a:t>0</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E9E3F2"/>
                    </a:solidFill>
                  </a:tcPr>
                </a:tc>
                <a:extLst>
                  <a:ext uri="{0D108BD9-81ED-4DB2-BD59-A6C34878D82A}">
                    <a16:rowId xmlns:a16="http://schemas.microsoft.com/office/drawing/2014/main" val="10003"/>
                  </a:ext>
                </a:extLst>
              </a:tr>
              <a:tr h="419553">
                <a:tc>
                  <a:txBody>
                    <a:bodyPr/>
                    <a:lstStyle/>
                    <a:p>
                      <a:pPr algn="ctr"/>
                      <a:r>
                        <a:rPr sz="1800" b="0">
                          <a:solidFill>
                            <a:srgbClr val="25364A"/>
                          </a:solidFill>
                          <a:latin typeface="Nimbus Sans"/>
                          <a:ea typeface="Nimbus Sans"/>
                          <a:cs typeface="Nimbus Sans"/>
                        </a:rPr>
                        <a:t>0</a:t>
                      </a:r>
                    </a:p>
                  </a:txBody>
                  <a:tcPr marL="76200" marR="76200" marT="38100" marB="38100" anchor="ctr">
                    <a:lnL w="9525">
                      <a:solidFill>
                        <a:srgbClr val="D8E1E9"/>
                      </a:solidFill>
                      <a:prstDash val="soli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tc>
                  <a:txBody>
                    <a:bodyPr/>
                    <a:lstStyle/>
                    <a:p>
                      <a:pPr algn="ctr"/>
                      <a:r>
                        <a:rPr sz="1800" b="0">
                          <a:solidFill>
                            <a:srgbClr val="25364A"/>
                          </a:solidFill>
                          <a:latin typeface="Nimbus Sans"/>
                          <a:ea typeface="Nimbus Sans"/>
                          <a:cs typeface="Nimbus Sans"/>
                        </a:rPr>
                        <a:t>0</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tc>
                  <a:txBody>
                    <a:bodyPr/>
                    <a:lstStyle/>
                    <a:p>
                      <a:pPr algn="ctr"/>
                      <a:r>
                        <a:rPr sz="1800" b="0">
                          <a:solidFill>
                            <a:srgbClr val="25364A"/>
                          </a:solidFill>
                          <a:latin typeface="Nimbus Sans"/>
                          <a:ea typeface="Nimbus Sans"/>
                          <a:cs typeface="Nimbus Sans"/>
                        </a:rPr>
                        <a:t>0</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tc>
                  <a:txBody>
                    <a:bodyPr/>
                    <a:lstStyle/>
                    <a:p>
                      <a:pPr algn="ctr"/>
                      <a:r>
                        <a:rPr sz="1800" b="0">
                          <a:solidFill>
                            <a:srgbClr val="25364A"/>
                          </a:solidFill>
                          <a:latin typeface="Nimbus Sans"/>
                          <a:ea typeface="Nimbus Sans"/>
                          <a:cs typeface="Nimbus Sans"/>
                        </a:rPr>
                        <a:t>1</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tc>
                  <a:txBody>
                    <a:bodyPr/>
                    <a:lstStyle/>
                    <a:p>
                      <a:pPr algn="ctr"/>
                      <a:r>
                        <a:rPr sz="1800" b="0">
                          <a:solidFill>
                            <a:srgbClr val="25364A"/>
                          </a:solidFill>
                          <a:latin typeface="Nimbus Sans"/>
                          <a:ea typeface="Nimbus Sans"/>
                          <a:cs typeface="Nimbus Sans"/>
                        </a:rPr>
                        <a:t>0</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extLst>
                  <a:ext uri="{0D108BD9-81ED-4DB2-BD59-A6C34878D82A}">
                    <a16:rowId xmlns:a16="http://schemas.microsoft.com/office/drawing/2014/main" val="10004"/>
                  </a:ext>
                </a:extLst>
              </a:tr>
              <a:tr h="419553">
                <a:tc>
                  <a:txBody>
                    <a:bodyPr/>
                    <a:lstStyle/>
                    <a:p>
                      <a:pPr algn="ctr"/>
                      <a:r>
                        <a:rPr sz="1800" b="0">
                          <a:solidFill>
                            <a:srgbClr val="25364A"/>
                          </a:solidFill>
                          <a:latin typeface="Nimbus Sans"/>
                          <a:ea typeface="Nimbus Sans"/>
                          <a:cs typeface="Nimbus Sans"/>
                        </a:rPr>
                        <a:t>0</a:t>
                      </a:r>
                    </a:p>
                  </a:txBody>
                  <a:tcPr marL="76200" marR="76200" marT="38100" marB="38100" anchor="ctr">
                    <a:lnL w="9525">
                      <a:solidFill>
                        <a:srgbClr val="D8E1E9"/>
                      </a:solidFill>
                      <a:prstDash val="soli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tc>
                  <a:txBody>
                    <a:bodyPr/>
                    <a:lstStyle/>
                    <a:p>
                      <a:pPr algn="ctr"/>
                      <a:r>
                        <a:rPr sz="1800" b="0">
                          <a:solidFill>
                            <a:srgbClr val="25364A"/>
                          </a:solidFill>
                          <a:latin typeface="Nimbus Sans"/>
                          <a:ea typeface="Nimbus Sans"/>
                          <a:cs typeface="Nimbus Sans"/>
                        </a:rPr>
                        <a:t>0</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tc>
                  <a:txBody>
                    <a:bodyPr/>
                    <a:lstStyle/>
                    <a:p>
                      <a:pPr algn="ctr"/>
                      <a:r>
                        <a:rPr sz="1800" b="0">
                          <a:solidFill>
                            <a:srgbClr val="25364A"/>
                          </a:solidFill>
                          <a:latin typeface="Nimbus Sans"/>
                          <a:ea typeface="Nimbus Sans"/>
                          <a:cs typeface="Nimbus Sans"/>
                        </a:rPr>
                        <a:t>0</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tc>
                  <a:txBody>
                    <a:bodyPr/>
                    <a:lstStyle/>
                    <a:p>
                      <a:pPr algn="ctr"/>
                      <a:r>
                        <a:rPr sz="1800" b="0">
                          <a:solidFill>
                            <a:srgbClr val="25364A"/>
                          </a:solidFill>
                          <a:latin typeface="Nimbus Sans"/>
                          <a:ea typeface="Nimbus Sans"/>
                          <a:cs typeface="Nimbus Sans"/>
                        </a:rPr>
                        <a:t>0</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tc>
                  <a:txBody>
                    <a:bodyPr/>
                    <a:lstStyle/>
                    <a:p>
                      <a:pPr algn="ctr"/>
                      <a:r>
                        <a:rPr sz="1800" b="0">
                          <a:solidFill>
                            <a:srgbClr val="25364A"/>
                          </a:solidFill>
                          <a:latin typeface="Nimbus Sans"/>
                          <a:ea typeface="Nimbus Sans"/>
                          <a:cs typeface="Nimbus Sans"/>
                        </a:rPr>
                        <a:t>1</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extLst>
                  <a:ext uri="{0D108BD9-81ED-4DB2-BD59-A6C34878D82A}">
                    <a16:rowId xmlns:a16="http://schemas.microsoft.com/office/drawing/2014/main" val="10005"/>
                  </a:ext>
                </a:extLst>
              </a:tr>
              <a:tr h="419553">
                <a:tc>
                  <a:txBody>
                    <a:bodyPr/>
                    <a:lstStyle/>
                    <a:p>
                      <a:pPr algn="ctr"/>
                      <a:r>
                        <a:rPr sz="1800" b="0">
                          <a:solidFill>
                            <a:srgbClr val="25364A"/>
                          </a:solidFill>
                          <a:latin typeface="Nimbus Sans"/>
                          <a:ea typeface="Nimbus Sans"/>
                          <a:cs typeface="Nimbus Sans"/>
                        </a:rPr>
                        <a:t>⋮</a:t>
                      </a:r>
                    </a:p>
                  </a:txBody>
                  <a:tcPr marL="76200" marR="76200" marT="38100" marB="38100" anchor="ctr">
                    <a:lnL w="9525">
                      <a:solidFill>
                        <a:srgbClr val="D8E1E9"/>
                      </a:solidFill>
                      <a:prstDash val="soli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tc>
                  <a:txBody>
                    <a:bodyPr/>
                    <a:lstStyle/>
                    <a:p>
                      <a:pPr algn="ctr"/>
                      <a:r>
                        <a:rPr sz="1800" b="0">
                          <a:solidFill>
                            <a:srgbClr val="25364A"/>
                          </a:solidFill>
                          <a:latin typeface="Nimbus Sans"/>
                          <a:ea typeface="Nimbus Sans"/>
                          <a:cs typeface="Nimbus Sans"/>
                        </a:rPr>
                        <a:t>⋮</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tc>
                  <a:txBody>
                    <a:bodyPr/>
                    <a:lstStyle/>
                    <a:p>
                      <a:pPr algn="ctr"/>
                      <a:r>
                        <a:rPr sz="1800" b="0">
                          <a:solidFill>
                            <a:srgbClr val="25364A"/>
                          </a:solidFill>
                          <a:latin typeface="Nimbus Sans"/>
                          <a:ea typeface="Nimbus Sans"/>
                          <a:cs typeface="Nimbus Sans"/>
                        </a:rPr>
                        <a:t>⋮</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tc>
                  <a:txBody>
                    <a:bodyPr/>
                    <a:lstStyle/>
                    <a:p>
                      <a:pPr algn="ctr"/>
                      <a:r>
                        <a:rPr sz="1800" b="0">
                          <a:solidFill>
                            <a:srgbClr val="25364A"/>
                          </a:solidFill>
                          <a:latin typeface="Nimbus Sans"/>
                          <a:ea typeface="Nimbus Sans"/>
                          <a:cs typeface="Nimbus Sans"/>
                        </a:rPr>
                        <a:t>⋮</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tc>
                  <a:txBody>
                    <a:bodyPr/>
                    <a:lstStyle/>
                    <a:p>
                      <a:pPr algn="ctr"/>
                      <a:r>
                        <a:rPr sz="1800" b="0">
                          <a:solidFill>
                            <a:srgbClr val="25364A"/>
                          </a:solidFill>
                          <a:latin typeface="Nimbus Sans"/>
                          <a:ea typeface="Nimbus Sans"/>
                          <a:cs typeface="Nimbus Sans"/>
                        </a:rPr>
                        <a:t>⋮</a:t>
                      </a:r>
                    </a:p>
                  </a:txBody>
                  <a:tcPr marL="76200" marR="76200" marT="38100" marB="38100" anchor="ctr">
                    <a:lnL w="9525" cap="flat" cmpd="sng" algn="ctr">
                      <a:solidFill>
                        <a:srgbClr val="D8E1E9"/>
                      </a:solidFill>
                      <a:prstDash val="solid"/>
                      <a:round/>
                      <a:headEnd type="none" w="med" len="med"/>
                      <a:tailEnd type="none" w="med" len="med"/>
                    </a:lnL>
                    <a:lnR w="9525">
                      <a:solidFill>
                        <a:srgbClr val="D8E1E9"/>
                      </a:solidFill>
                      <a:prstDash val="solid"/>
                    </a:lnR>
                    <a:lnT w="9525" cap="flat" cmpd="sng" algn="ctr">
                      <a:solidFill>
                        <a:srgbClr val="D8E1E9"/>
                      </a:solidFill>
                      <a:prstDash val="solid"/>
                      <a:round/>
                      <a:headEnd type="none" w="med" len="med"/>
                      <a:tailEnd type="none" w="med" len="med"/>
                    </a:lnT>
                    <a:lnB w="9525">
                      <a:solidFill>
                        <a:srgbClr val="D8E1E9"/>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89" name="matrix-note">
            <a:extLst>
              <a:ext uri="{FF2B5EF4-FFF2-40B4-BE49-F238E27FC236}">
                <a16:creationId xmlns:a16="http://schemas.microsoft.com/office/drawing/2014/main" id="{AF6F5606-35BD-4B04-9D63-1A916CF0A3BE}"/>
              </a:ext>
            </a:extLst>
          </p:cNvPr>
          <p:cNvSpPr>
            <a:spLocks noGrp="1"/>
          </p:cNvSpPr>
          <p:nvPr/>
        </p:nvSpPr>
        <p:spPr>
          <a:xfrm>
            <a:off x="5937250" y="5476875"/>
            <a:ext cx="5905500" cy="539750"/>
          </a:xfrm>
          <a:prstGeom prst="rect">
            <a:avLst/>
          </a:prstGeom>
          <a:noFill/>
          <a:ln w="0">
            <a:noFill/>
            <a:prstDash val="solid"/>
          </a:ln>
        </p:spPr>
        <p:txBody>
          <a:bodyPr wrap="none" lIns="0" tIns="0" rIns="0" bIns="0" anchor="ctr"/>
          <a:lstStyle>
            <a:defPPr algn="ctr">
              <a:defRPr sz="1950" b="0">
                <a:solidFill>
                  <a:srgbClr val="526479"/>
                </a:solidFill>
                <a:latin typeface="Nimbus Sans"/>
                <a:ea typeface="Nimbus Sans"/>
                <a:cs typeface="Nimbus Sans"/>
              </a:defRPr>
            </a:defPPr>
            <a:lvl1pPr algn="ctr">
              <a:defRPr sz="1950" b="0">
                <a:solidFill>
                  <a:srgbClr val="526479"/>
                </a:solidFill>
                <a:latin typeface="Nimbus Sans"/>
                <a:ea typeface="Nimbus Sans"/>
                <a:cs typeface="Nimbus Sans"/>
              </a:defRPr>
            </a:lvl1pPr>
            <a:lvl2pPr algn="ctr">
              <a:defRPr sz="1950" b="0">
                <a:solidFill>
                  <a:srgbClr val="526479"/>
                </a:solidFill>
                <a:latin typeface="Nimbus Sans"/>
                <a:ea typeface="Nimbus Sans"/>
                <a:cs typeface="Nimbus Sans"/>
              </a:defRPr>
            </a:lvl2pPr>
            <a:lvl3pPr algn="ctr">
              <a:defRPr sz="1950" b="0">
                <a:solidFill>
                  <a:srgbClr val="526479"/>
                </a:solidFill>
                <a:latin typeface="Nimbus Sans"/>
                <a:ea typeface="Nimbus Sans"/>
                <a:cs typeface="Nimbus Sans"/>
              </a:defRPr>
            </a:lvl3pPr>
            <a:lvl4pPr algn="ctr">
              <a:defRPr sz="1950" b="0">
                <a:solidFill>
                  <a:srgbClr val="526479"/>
                </a:solidFill>
                <a:latin typeface="Nimbus Sans"/>
                <a:ea typeface="Nimbus Sans"/>
                <a:cs typeface="Nimbus Sans"/>
              </a:defRPr>
            </a:lvl4pPr>
            <a:lvl5pPr algn="ctr">
              <a:defRPr sz="1950" b="0">
                <a:solidFill>
                  <a:srgbClr val="526479"/>
                </a:solidFill>
                <a:latin typeface="Nimbus Sans"/>
                <a:ea typeface="Nimbus Sans"/>
                <a:cs typeface="Nimbus Sans"/>
              </a:defRPr>
            </a:lvl5pPr>
            <a:lvl6pPr algn="ctr">
              <a:defRPr sz="1950" b="0">
                <a:solidFill>
                  <a:srgbClr val="526479"/>
                </a:solidFill>
                <a:latin typeface="Nimbus Sans"/>
                <a:ea typeface="Nimbus Sans"/>
                <a:cs typeface="Nimbus Sans"/>
              </a:defRPr>
            </a:lvl6pPr>
            <a:lvl7pPr algn="ctr">
              <a:defRPr sz="1950" b="0">
                <a:solidFill>
                  <a:srgbClr val="526479"/>
                </a:solidFill>
                <a:latin typeface="Nimbus Sans"/>
                <a:ea typeface="Nimbus Sans"/>
                <a:cs typeface="Nimbus Sans"/>
              </a:defRPr>
            </a:lvl7pPr>
            <a:lvl8pPr algn="ctr">
              <a:defRPr sz="1950" b="0">
                <a:solidFill>
                  <a:srgbClr val="526479"/>
                </a:solidFill>
                <a:latin typeface="Nimbus Sans"/>
                <a:ea typeface="Nimbus Sans"/>
                <a:cs typeface="Nimbus Sans"/>
              </a:defRPr>
            </a:lvl8pPr>
            <a:lvl9pPr algn="ctr">
              <a:defRPr sz="1950" b="0">
                <a:solidFill>
                  <a:srgbClr val="526479"/>
                </a:solidFill>
                <a:latin typeface="Nimbus Sans"/>
                <a:ea typeface="Nimbus Sans"/>
                <a:cs typeface="Nimbus Sans"/>
              </a:defRPr>
            </a:lvl9pPr>
          </a:lstStyle>
          <a:p>
            <a:pPr algn="ctr">
              <a:defRPr sz="1950" b="0">
                <a:solidFill>
                  <a:srgbClr val="526479"/>
                </a:solidFill>
                <a:latin typeface="Nimbus Sans"/>
                <a:ea typeface="Nimbus Sans"/>
                <a:cs typeface="Nimbus Sans"/>
              </a:defRPr>
            </a:pPr>
            <a:r>
              <a:rPr sz="1625"/>
              <a:t>Illustrative rows. Each row pairs one recording with its vowel.</a:t>
            </a:r>
          </a:p>
        </p:txBody>
      </p:sp>
    </p:spTree>
    <p:extLst>
      <p:ext uri="{BB962C8B-B14F-4D97-AF65-F5344CB8AC3E}">
        <p14:creationId xmlns:p14="http://schemas.microsoft.com/office/powerpoint/2010/main" val="13610119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itle">
            <a:extLst>
              <a:ext uri="{FF2B5EF4-FFF2-40B4-BE49-F238E27FC236}">
                <a16:creationId xmlns:a16="http://schemas.microsoft.com/office/drawing/2014/main" id="{334D31D9-E857-466B-AC96-BE94A25CE2BB}"/>
              </a:ext>
            </a:extLst>
          </p:cNvPr>
          <p:cNvSpPr>
            <a:spLocks noGrp="1"/>
          </p:cNvSpPr>
          <p:nvPr/>
        </p:nvSpPr>
        <p:spPr>
          <a:xfrm>
            <a:off x="476250" y="357187"/>
            <a:ext cx="11239500" cy="555625"/>
          </a:xfrm>
          <a:prstGeom prst="rect">
            <a:avLst/>
          </a:prstGeom>
          <a:noFill/>
          <a:ln w="0">
            <a:noFill/>
            <a:prstDash val="solid"/>
          </a:ln>
        </p:spPr>
        <p:txBody>
          <a:bodyPr wrap="none" lIns="0" tIns="0" rIns="0" bIns="0" anchor="ctr"/>
          <a:lstStyle>
            <a:defPPr algn="ctr">
              <a:defRPr sz="3600" b="1">
                <a:solidFill>
                  <a:srgbClr val="25364A"/>
                </a:solidFill>
                <a:latin typeface="Nimbus Sans"/>
                <a:ea typeface="Nimbus Sans"/>
                <a:cs typeface="Nimbus Sans"/>
              </a:defRPr>
            </a:defPPr>
            <a:lvl1pPr algn="ctr">
              <a:defRPr sz="3600" b="1">
                <a:solidFill>
                  <a:srgbClr val="25364A"/>
                </a:solidFill>
                <a:latin typeface="Nimbus Sans"/>
                <a:ea typeface="Nimbus Sans"/>
                <a:cs typeface="Nimbus Sans"/>
              </a:defRPr>
            </a:lvl1pPr>
            <a:lvl2pPr algn="ctr">
              <a:defRPr sz="3600" b="1">
                <a:solidFill>
                  <a:srgbClr val="25364A"/>
                </a:solidFill>
                <a:latin typeface="Nimbus Sans"/>
                <a:ea typeface="Nimbus Sans"/>
                <a:cs typeface="Nimbus Sans"/>
              </a:defRPr>
            </a:lvl2pPr>
            <a:lvl3pPr algn="ctr">
              <a:defRPr sz="3600" b="1">
                <a:solidFill>
                  <a:srgbClr val="25364A"/>
                </a:solidFill>
                <a:latin typeface="Nimbus Sans"/>
                <a:ea typeface="Nimbus Sans"/>
                <a:cs typeface="Nimbus Sans"/>
              </a:defRPr>
            </a:lvl3pPr>
            <a:lvl4pPr algn="ctr">
              <a:defRPr sz="3600" b="1">
                <a:solidFill>
                  <a:srgbClr val="25364A"/>
                </a:solidFill>
                <a:latin typeface="Nimbus Sans"/>
                <a:ea typeface="Nimbus Sans"/>
                <a:cs typeface="Nimbus Sans"/>
              </a:defRPr>
            </a:lvl4pPr>
            <a:lvl5pPr algn="ctr">
              <a:defRPr sz="3600" b="1">
                <a:solidFill>
                  <a:srgbClr val="25364A"/>
                </a:solidFill>
                <a:latin typeface="Nimbus Sans"/>
                <a:ea typeface="Nimbus Sans"/>
                <a:cs typeface="Nimbus Sans"/>
              </a:defRPr>
            </a:lvl5pPr>
            <a:lvl6pPr algn="ctr">
              <a:defRPr sz="3600" b="1">
                <a:solidFill>
                  <a:srgbClr val="25364A"/>
                </a:solidFill>
                <a:latin typeface="Nimbus Sans"/>
                <a:ea typeface="Nimbus Sans"/>
                <a:cs typeface="Nimbus Sans"/>
              </a:defRPr>
            </a:lvl6pPr>
            <a:lvl7pPr algn="ctr">
              <a:defRPr sz="3600" b="1">
                <a:solidFill>
                  <a:srgbClr val="25364A"/>
                </a:solidFill>
                <a:latin typeface="Nimbus Sans"/>
                <a:ea typeface="Nimbus Sans"/>
                <a:cs typeface="Nimbus Sans"/>
              </a:defRPr>
            </a:lvl7pPr>
            <a:lvl8pPr algn="ctr">
              <a:defRPr sz="3600" b="1">
                <a:solidFill>
                  <a:srgbClr val="25364A"/>
                </a:solidFill>
                <a:latin typeface="Nimbus Sans"/>
                <a:ea typeface="Nimbus Sans"/>
                <a:cs typeface="Nimbus Sans"/>
              </a:defRPr>
            </a:lvl8pPr>
            <a:lvl9pPr algn="ctr">
              <a:defRPr sz="3600" b="1">
                <a:solidFill>
                  <a:srgbClr val="25364A"/>
                </a:solidFill>
                <a:latin typeface="Nimbus Sans"/>
                <a:ea typeface="Nimbus Sans"/>
                <a:cs typeface="Nimbus Sans"/>
              </a:defRPr>
            </a:lvl9pPr>
          </a:lstStyle>
          <a:p>
            <a:pPr algn="ctr">
              <a:defRPr sz="3600" b="1">
                <a:solidFill>
                  <a:srgbClr val="25364A"/>
                </a:solidFill>
                <a:latin typeface="Nimbus Sans"/>
                <a:ea typeface="Nimbus Sans"/>
                <a:cs typeface="Nimbus Sans"/>
              </a:defRPr>
            </a:pPr>
            <a:r>
              <a:rPr sz="3000"/>
              <a:t>The same network in PyTorch</a:t>
            </a:r>
          </a:p>
        </p:txBody>
      </p:sp>
      <p:sp>
        <p:nvSpPr>
          <p:cNvPr id="2" name="network-caption">
            <a:extLst>
              <a:ext uri="{FF2B5EF4-FFF2-40B4-BE49-F238E27FC236}">
                <a16:creationId xmlns:a16="http://schemas.microsoft.com/office/drawing/2014/main" id="{1F60F517-D0DC-4119-ABD8-BA59AB94B9AE}"/>
              </a:ext>
            </a:extLst>
          </p:cNvPr>
          <p:cNvSpPr>
            <a:spLocks noGrp="1"/>
          </p:cNvSpPr>
          <p:nvPr/>
        </p:nvSpPr>
        <p:spPr>
          <a:xfrm>
            <a:off x="238125" y="1349375"/>
            <a:ext cx="5238750" cy="357188"/>
          </a:xfrm>
          <a:prstGeom prst="rect">
            <a:avLst/>
          </a:prstGeom>
          <a:noFill/>
          <a:ln w="0">
            <a:noFill/>
            <a:prstDash val="solid"/>
          </a:ln>
        </p:spPr>
        <p:txBody>
          <a:bodyPr wrap="none" lIns="0" tIns="0" rIns="0" bIns="0" anchor="ctr"/>
          <a:lstStyle>
            <a:defPPr algn="ctr">
              <a:defRPr sz="2400" b="1">
                <a:solidFill>
                  <a:srgbClr val="594576"/>
                </a:solidFill>
                <a:latin typeface="Nimbus Sans"/>
                <a:ea typeface="Nimbus Sans"/>
                <a:cs typeface="Nimbus Sans"/>
              </a:defRPr>
            </a:defPPr>
            <a:lvl1pPr algn="ctr">
              <a:defRPr sz="2400" b="1">
                <a:solidFill>
                  <a:srgbClr val="594576"/>
                </a:solidFill>
                <a:latin typeface="Nimbus Sans"/>
                <a:ea typeface="Nimbus Sans"/>
                <a:cs typeface="Nimbus Sans"/>
              </a:defRPr>
            </a:lvl1pPr>
            <a:lvl2pPr algn="ctr">
              <a:defRPr sz="2400" b="1">
                <a:solidFill>
                  <a:srgbClr val="594576"/>
                </a:solidFill>
                <a:latin typeface="Nimbus Sans"/>
                <a:ea typeface="Nimbus Sans"/>
                <a:cs typeface="Nimbus Sans"/>
              </a:defRPr>
            </a:lvl2pPr>
            <a:lvl3pPr algn="ctr">
              <a:defRPr sz="2400" b="1">
                <a:solidFill>
                  <a:srgbClr val="594576"/>
                </a:solidFill>
                <a:latin typeface="Nimbus Sans"/>
                <a:ea typeface="Nimbus Sans"/>
                <a:cs typeface="Nimbus Sans"/>
              </a:defRPr>
            </a:lvl3pPr>
            <a:lvl4pPr algn="ctr">
              <a:defRPr sz="2400" b="1">
                <a:solidFill>
                  <a:srgbClr val="594576"/>
                </a:solidFill>
                <a:latin typeface="Nimbus Sans"/>
                <a:ea typeface="Nimbus Sans"/>
                <a:cs typeface="Nimbus Sans"/>
              </a:defRPr>
            </a:lvl4pPr>
            <a:lvl5pPr algn="ctr">
              <a:defRPr sz="2400" b="1">
                <a:solidFill>
                  <a:srgbClr val="594576"/>
                </a:solidFill>
                <a:latin typeface="Nimbus Sans"/>
                <a:ea typeface="Nimbus Sans"/>
                <a:cs typeface="Nimbus Sans"/>
              </a:defRPr>
            </a:lvl5pPr>
            <a:lvl6pPr algn="ctr">
              <a:defRPr sz="2400" b="1">
                <a:solidFill>
                  <a:srgbClr val="594576"/>
                </a:solidFill>
                <a:latin typeface="Nimbus Sans"/>
                <a:ea typeface="Nimbus Sans"/>
                <a:cs typeface="Nimbus Sans"/>
              </a:defRPr>
            </a:lvl6pPr>
            <a:lvl7pPr algn="ctr">
              <a:defRPr sz="2400" b="1">
                <a:solidFill>
                  <a:srgbClr val="594576"/>
                </a:solidFill>
                <a:latin typeface="Nimbus Sans"/>
                <a:ea typeface="Nimbus Sans"/>
                <a:cs typeface="Nimbus Sans"/>
              </a:defRPr>
            </a:lvl7pPr>
            <a:lvl8pPr algn="ctr">
              <a:defRPr sz="2400" b="1">
                <a:solidFill>
                  <a:srgbClr val="594576"/>
                </a:solidFill>
                <a:latin typeface="Nimbus Sans"/>
                <a:ea typeface="Nimbus Sans"/>
                <a:cs typeface="Nimbus Sans"/>
              </a:defRPr>
            </a:lvl8pPr>
            <a:lvl9pPr algn="ctr">
              <a:defRPr sz="2400" b="1">
                <a:solidFill>
                  <a:srgbClr val="594576"/>
                </a:solidFill>
                <a:latin typeface="Nimbus Sans"/>
                <a:ea typeface="Nimbus Sans"/>
                <a:cs typeface="Nimbus Sans"/>
              </a:defRPr>
            </a:lvl9pPr>
          </a:lstStyle>
          <a:p>
            <a:pPr algn="ctr">
              <a:defRPr sz="2400" b="1">
                <a:solidFill>
                  <a:srgbClr val="594576"/>
                </a:solidFill>
                <a:latin typeface="Nimbus Sans"/>
                <a:ea typeface="Nimbus Sans"/>
                <a:cs typeface="Nimbus Sans"/>
              </a:defRPr>
            </a:pPr>
            <a:r>
              <a:rPr sz="2000"/>
              <a:t>Before backpropagation</a:t>
            </a:r>
          </a:p>
        </p:txBody>
      </p:sp>
      <p:sp>
        <p:nvSpPr>
          <p:cNvPr id="3" name="link-0-0-0">
            <a:extLst>
              <a:ext uri="{FF2B5EF4-FFF2-40B4-BE49-F238E27FC236}">
                <a16:creationId xmlns:a16="http://schemas.microsoft.com/office/drawing/2014/main" id="{6A29ADB0-10D8-4CE6-9B13-ECBC4AF7DFDD}"/>
              </a:ext>
            </a:extLst>
          </p:cNvPr>
          <p:cNvSpPr>
            <a:spLocks noGrp="1"/>
          </p:cNvSpPr>
          <p:nvPr/>
        </p:nvSpPr>
        <p:spPr>
          <a:xfrm flipV="1">
            <a:off x="950226" y="2864437"/>
            <a:ext cx="599861" cy="263938"/>
          </a:xfrm>
          <a:prstGeom prst="line">
            <a:avLst/>
          </a:prstGeom>
          <a:noFill/>
          <a:ln w="10478">
            <a:solidFill>
              <a:srgbClr val="A8B4C2"/>
            </a:solidFill>
            <a:prstDash val="solid"/>
          </a:ln>
        </p:spPr>
        <p:txBody>
          <a:bodyPr/>
          <a:lstStyle/>
          <a:p>
            <a:endParaRPr lang="en-US" sz="1500"/>
          </a:p>
        </p:txBody>
      </p:sp>
      <p:sp>
        <p:nvSpPr>
          <p:cNvPr id="4" name="link-0-0-1">
            <a:extLst>
              <a:ext uri="{FF2B5EF4-FFF2-40B4-BE49-F238E27FC236}">
                <a16:creationId xmlns:a16="http://schemas.microsoft.com/office/drawing/2014/main" id="{55F4475C-94A9-43F4-93AE-D07C6D1788D9}"/>
              </a:ext>
            </a:extLst>
          </p:cNvPr>
          <p:cNvSpPr>
            <a:spLocks noGrp="1"/>
          </p:cNvSpPr>
          <p:nvPr/>
        </p:nvSpPr>
        <p:spPr>
          <a:xfrm>
            <a:off x="950226" y="3300999"/>
            <a:ext cx="599861" cy="263938"/>
          </a:xfrm>
          <a:prstGeom prst="line">
            <a:avLst/>
          </a:prstGeom>
          <a:noFill/>
          <a:ln w="10478">
            <a:solidFill>
              <a:srgbClr val="A8B4C2"/>
            </a:solidFill>
            <a:prstDash val="solid"/>
          </a:ln>
        </p:spPr>
        <p:txBody>
          <a:bodyPr/>
          <a:lstStyle/>
          <a:p>
            <a:endParaRPr lang="en-US" sz="1500"/>
          </a:p>
        </p:txBody>
      </p:sp>
      <p:sp>
        <p:nvSpPr>
          <p:cNvPr id="5" name="link-0-0-2">
            <a:extLst>
              <a:ext uri="{FF2B5EF4-FFF2-40B4-BE49-F238E27FC236}">
                <a16:creationId xmlns:a16="http://schemas.microsoft.com/office/drawing/2014/main" id="{47B832C4-F060-4718-81E7-05118AC0FB4E}"/>
              </a:ext>
            </a:extLst>
          </p:cNvPr>
          <p:cNvSpPr>
            <a:spLocks noGrp="1"/>
          </p:cNvSpPr>
          <p:nvPr/>
        </p:nvSpPr>
        <p:spPr>
          <a:xfrm>
            <a:off x="883477" y="3385515"/>
            <a:ext cx="733359" cy="968034"/>
          </a:xfrm>
          <a:prstGeom prst="line">
            <a:avLst/>
          </a:prstGeom>
          <a:noFill/>
          <a:ln w="10478">
            <a:solidFill>
              <a:srgbClr val="A8B4C2"/>
            </a:solidFill>
            <a:prstDash val="solid"/>
          </a:ln>
        </p:spPr>
        <p:txBody>
          <a:bodyPr/>
          <a:lstStyle/>
          <a:p>
            <a:endParaRPr lang="en-US" sz="1500"/>
          </a:p>
        </p:txBody>
      </p:sp>
      <p:sp>
        <p:nvSpPr>
          <p:cNvPr id="6" name="link-0-1-0">
            <a:extLst>
              <a:ext uri="{FF2B5EF4-FFF2-40B4-BE49-F238E27FC236}">
                <a16:creationId xmlns:a16="http://schemas.microsoft.com/office/drawing/2014/main" id="{4634BACA-DBE0-4074-A2FF-43E33C561345}"/>
              </a:ext>
            </a:extLst>
          </p:cNvPr>
          <p:cNvSpPr>
            <a:spLocks noGrp="1"/>
          </p:cNvSpPr>
          <p:nvPr/>
        </p:nvSpPr>
        <p:spPr>
          <a:xfrm flipV="1">
            <a:off x="883477" y="2948952"/>
            <a:ext cx="733359" cy="968034"/>
          </a:xfrm>
          <a:prstGeom prst="line">
            <a:avLst/>
          </a:prstGeom>
          <a:noFill/>
          <a:ln w="10478">
            <a:solidFill>
              <a:srgbClr val="A8B4C2"/>
            </a:solidFill>
            <a:prstDash val="solid"/>
          </a:ln>
        </p:spPr>
        <p:txBody>
          <a:bodyPr/>
          <a:lstStyle/>
          <a:p>
            <a:endParaRPr lang="en-US" sz="1500"/>
          </a:p>
        </p:txBody>
      </p:sp>
      <p:sp>
        <p:nvSpPr>
          <p:cNvPr id="7" name="link-0-1-1">
            <a:extLst>
              <a:ext uri="{FF2B5EF4-FFF2-40B4-BE49-F238E27FC236}">
                <a16:creationId xmlns:a16="http://schemas.microsoft.com/office/drawing/2014/main" id="{ABCAC273-6273-4A49-8CB5-1F38B1757E53}"/>
              </a:ext>
            </a:extLst>
          </p:cNvPr>
          <p:cNvSpPr>
            <a:spLocks noGrp="1"/>
          </p:cNvSpPr>
          <p:nvPr/>
        </p:nvSpPr>
        <p:spPr>
          <a:xfrm flipV="1">
            <a:off x="950226" y="3737562"/>
            <a:ext cx="599861" cy="263938"/>
          </a:xfrm>
          <a:prstGeom prst="line">
            <a:avLst/>
          </a:prstGeom>
          <a:noFill/>
          <a:ln w="10478">
            <a:solidFill>
              <a:srgbClr val="A8B4C2"/>
            </a:solidFill>
            <a:prstDash val="solid"/>
          </a:ln>
        </p:spPr>
        <p:txBody>
          <a:bodyPr/>
          <a:lstStyle/>
          <a:p>
            <a:endParaRPr lang="en-US" sz="1500"/>
          </a:p>
        </p:txBody>
      </p:sp>
      <p:sp>
        <p:nvSpPr>
          <p:cNvPr id="8" name="link-0-1-2">
            <a:extLst>
              <a:ext uri="{FF2B5EF4-FFF2-40B4-BE49-F238E27FC236}">
                <a16:creationId xmlns:a16="http://schemas.microsoft.com/office/drawing/2014/main" id="{FAFBF131-BFA4-4826-AFC2-E262BD99960B}"/>
              </a:ext>
            </a:extLst>
          </p:cNvPr>
          <p:cNvSpPr>
            <a:spLocks noGrp="1"/>
          </p:cNvSpPr>
          <p:nvPr/>
        </p:nvSpPr>
        <p:spPr>
          <a:xfrm>
            <a:off x="950226" y="4174124"/>
            <a:ext cx="599861" cy="263938"/>
          </a:xfrm>
          <a:prstGeom prst="line">
            <a:avLst/>
          </a:prstGeom>
          <a:noFill/>
          <a:ln w="10478">
            <a:solidFill>
              <a:srgbClr val="A8B4C2"/>
            </a:solidFill>
            <a:prstDash val="solid"/>
          </a:ln>
        </p:spPr>
        <p:txBody>
          <a:bodyPr/>
          <a:lstStyle/>
          <a:p>
            <a:endParaRPr lang="en-US" sz="1500"/>
          </a:p>
        </p:txBody>
      </p:sp>
      <p:sp>
        <p:nvSpPr>
          <p:cNvPr id="9" name="link-1-0-0">
            <a:extLst>
              <a:ext uri="{FF2B5EF4-FFF2-40B4-BE49-F238E27FC236}">
                <a16:creationId xmlns:a16="http://schemas.microsoft.com/office/drawing/2014/main" id="{E4193185-C0AA-4AE9-9A0B-842FC6544569}"/>
              </a:ext>
            </a:extLst>
          </p:cNvPr>
          <p:cNvSpPr>
            <a:spLocks noGrp="1"/>
          </p:cNvSpPr>
          <p:nvPr/>
        </p:nvSpPr>
        <p:spPr>
          <a:xfrm>
            <a:off x="1942414" y="2864437"/>
            <a:ext cx="599861" cy="263938"/>
          </a:xfrm>
          <a:prstGeom prst="line">
            <a:avLst/>
          </a:prstGeom>
          <a:noFill/>
          <a:ln w="10478">
            <a:solidFill>
              <a:srgbClr val="A8B4C2"/>
            </a:solidFill>
            <a:prstDash val="solid"/>
          </a:ln>
        </p:spPr>
        <p:txBody>
          <a:bodyPr/>
          <a:lstStyle/>
          <a:p>
            <a:endParaRPr lang="en-US" sz="1500"/>
          </a:p>
        </p:txBody>
      </p:sp>
      <p:sp>
        <p:nvSpPr>
          <p:cNvPr id="10" name="link-1-0-1">
            <a:extLst>
              <a:ext uri="{FF2B5EF4-FFF2-40B4-BE49-F238E27FC236}">
                <a16:creationId xmlns:a16="http://schemas.microsoft.com/office/drawing/2014/main" id="{E61C5E58-EA55-4913-A5AF-8405888339D2}"/>
              </a:ext>
            </a:extLst>
          </p:cNvPr>
          <p:cNvSpPr>
            <a:spLocks noGrp="1"/>
          </p:cNvSpPr>
          <p:nvPr/>
        </p:nvSpPr>
        <p:spPr>
          <a:xfrm>
            <a:off x="1875665" y="2948952"/>
            <a:ext cx="733359" cy="968034"/>
          </a:xfrm>
          <a:prstGeom prst="line">
            <a:avLst/>
          </a:prstGeom>
          <a:noFill/>
          <a:ln w="10478">
            <a:solidFill>
              <a:srgbClr val="A8B4C2"/>
            </a:solidFill>
            <a:prstDash val="solid"/>
          </a:ln>
        </p:spPr>
        <p:txBody>
          <a:bodyPr/>
          <a:lstStyle/>
          <a:p>
            <a:endParaRPr lang="en-US" sz="1500"/>
          </a:p>
        </p:txBody>
      </p:sp>
      <p:sp>
        <p:nvSpPr>
          <p:cNvPr id="11" name="link-1-1-0">
            <a:extLst>
              <a:ext uri="{FF2B5EF4-FFF2-40B4-BE49-F238E27FC236}">
                <a16:creationId xmlns:a16="http://schemas.microsoft.com/office/drawing/2014/main" id="{07BD1E37-47A4-44F8-85D2-7D634AAB974C}"/>
              </a:ext>
            </a:extLst>
          </p:cNvPr>
          <p:cNvSpPr>
            <a:spLocks noGrp="1"/>
          </p:cNvSpPr>
          <p:nvPr/>
        </p:nvSpPr>
        <p:spPr>
          <a:xfrm flipV="1">
            <a:off x="1942414" y="3300999"/>
            <a:ext cx="599861" cy="263938"/>
          </a:xfrm>
          <a:prstGeom prst="line">
            <a:avLst/>
          </a:prstGeom>
          <a:noFill/>
          <a:ln w="10478">
            <a:solidFill>
              <a:srgbClr val="A8B4C2"/>
            </a:solidFill>
            <a:prstDash val="solid"/>
          </a:ln>
        </p:spPr>
        <p:txBody>
          <a:bodyPr/>
          <a:lstStyle/>
          <a:p>
            <a:endParaRPr lang="en-US" sz="1500"/>
          </a:p>
        </p:txBody>
      </p:sp>
      <p:sp>
        <p:nvSpPr>
          <p:cNvPr id="12" name="link-1-1-1">
            <a:extLst>
              <a:ext uri="{FF2B5EF4-FFF2-40B4-BE49-F238E27FC236}">
                <a16:creationId xmlns:a16="http://schemas.microsoft.com/office/drawing/2014/main" id="{BE05CA38-4EA0-4517-AD29-7D840E8F38B7}"/>
              </a:ext>
            </a:extLst>
          </p:cNvPr>
          <p:cNvSpPr>
            <a:spLocks noGrp="1"/>
          </p:cNvSpPr>
          <p:nvPr/>
        </p:nvSpPr>
        <p:spPr>
          <a:xfrm>
            <a:off x="1942414" y="3737562"/>
            <a:ext cx="599861" cy="263938"/>
          </a:xfrm>
          <a:prstGeom prst="line">
            <a:avLst/>
          </a:prstGeom>
          <a:noFill/>
          <a:ln w="10478">
            <a:solidFill>
              <a:srgbClr val="A8B4C2"/>
            </a:solidFill>
            <a:prstDash val="solid"/>
          </a:ln>
        </p:spPr>
        <p:txBody>
          <a:bodyPr/>
          <a:lstStyle/>
          <a:p>
            <a:endParaRPr lang="en-US" sz="1500"/>
          </a:p>
        </p:txBody>
      </p:sp>
      <p:sp>
        <p:nvSpPr>
          <p:cNvPr id="13" name="link-1-2-0">
            <a:extLst>
              <a:ext uri="{FF2B5EF4-FFF2-40B4-BE49-F238E27FC236}">
                <a16:creationId xmlns:a16="http://schemas.microsoft.com/office/drawing/2014/main" id="{EB9D0211-323E-4943-91F4-108FE09C6911}"/>
              </a:ext>
            </a:extLst>
          </p:cNvPr>
          <p:cNvSpPr>
            <a:spLocks noGrp="1"/>
          </p:cNvSpPr>
          <p:nvPr/>
        </p:nvSpPr>
        <p:spPr>
          <a:xfrm flipV="1">
            <a:off x="1875665" y="3385515"/>
            <a:ext cx="733359" cy="968034"/>
          </a:xfrm>
          <a:prstGeom prst="line">
            <a:avLst/>
          </a:prstGeom>
          <a:noFill/>
          <a:ln w="10478">
            <a:solidFill>
              <a:srgbClr val="A8B4C2"/>
            </a:solidFill>
            <a:prstDash val="solid"/>
          </a:ln>
        </p:spPr>
        <p:txBody>
          <a:bodyPr/>
          <a:lstStyle/>
          <a:p>
            <a:endParaRPr lang="en-US" sz="1500"/>
          </a:p>
        </p:txBody>
      </p:sp>
      <p:sp>
        <p:nvSpPr>
          <p:cNvPr id="14" name="link-1-2-1">
            <a:extLst>
              <a:ext uri="{FF2B5EF4-FFF2-40B4-BE49-F238E27FC236}">
                <a16:creationId xmlns:a16="http://schemas.microsoft.com/office/drawing/2014/main" id="{2596B43A-D66D-42C9-A8A8-E17F45D3C9E5}"/>
              </a:ext>
            </a:extLst>
          </p:cNvPr>
          <p:cNvSpPr>
            <a:spLocks noGrp="1"/>
          </p:cNvSpPr>
          <p:nvPr/>
        </p:nvSpPr>
        <p:spPr>
          <a:xfrm flipV="1">
            <a:off x="1942414" y="4174124"/>
            <a:ext cx="599861" cy="263938"/>
          </a:xfrm>
          <a:prstGeom prst="line">
            <a:avLst/>
          </a:prstGeom>
          <a:noFill/>
          <a:ln w="10478">
            <a:solidFill>
              <a:srgbClr val="A8B4C2"/>
            </a:solidFill>
            <a:prstDash val="solid"/>
          </a:ln>
        </p:spPr>
        <p:txBody>
          <a:bodyPr/>
          <a:lstStyle/>
          <a:p>
            <a:endParaRPr lang="en-US" sz="1500"/>
          </a:p>
        </p:txBody>
      </p:sp>
      <p:sp>
        <p:nvSpPr>
          <p:cNvPr id="15" name="link-2-0-0">
            <a:extLst>
              <a:ext uri="{FF2B5EF4-FFF2-40B4-BE49-F238E27FC236}">
                <a16:creationId xmlns:a16="http://schemas.microsoft.com/office/drawing/2014/main" id="{868E5102-327A-43ED-83EF-EC2E64E7B935}"/>
              </a:ext>
            </a:extLst>
          </p:cNvPr>
          <p:cNvSpPr>
            <a:spLocks noGrp="1"/>
          </p:cNvSpPr>
          <p:nvPr/>
        </p:nvSpPr>
        <p:spPr>
          <a:xfrm flipV="1">
            <a:off x="2915659" y="2660510"/>
            <a:ext cx="637746" cy="433668"/>
          </a:xfrm>
          <a:prstGeom prst="line">
            <a:avLst/>
          </a:prstGeom>
          <a:noFill/>
          <a:ln w="10478">
            <a:solidFill>
              <a:srgbClr val="A8B4C2"/>
            </a:solidFill>
            <a:prstDash val="solid"/>
          </a:ln>
        </p:spPr>
        <p:txBody>
          <a:bodyPr/>
          <a:lstStyle/>
          <a:p>
            <a:endParaRPr lang="en-US" sz="1500"/>
          </a:p>
        </p:txBody>
      </p:sp>
      <p:sp>
        <p:nvSpPr>
          <p:cNvPr id="16" name="link-2-0-1">
            <a:extLst>
              <a:ext uri="{FF2B5EF4-FFF2-40B4-BE49-F238E27FC236}">
                <a16:creationId xmlns:a16="http://schemas.microsoft.com/office/drawing/2014/main" id="{2B327627-D17A-4F2D-954E-9DFC3E7890CE}"/>
              </a:ext>
            </a:extLst>
          </p:cNvPr>
          <p:cNvSpPr>
            <a:spLocks noGrp="1"/>
          </p:cNvSpPr>
          <p:nvPr/>
        </p:nvSpPr>
        <p:spPr>
          <a:xfrm>
            <a:off x="2952068" y="3231778"/>
            <a:ext cx="564928" cy="45194"/>
          </a:xfrm>
          <a:prstGeom prst="line">
            <a:avLst/>
          </a:prstGeom>
          <a:noFill/>
          <a:ln w="10478">
            <a:solidFill>
              <a:srgbClr val="A8B4C2"/>
            </a:solidFill>
            <a:prstDash val="solid"/>
          </a:ln>
        </p:spPr>
        <p:txBody>
          <a:bodyPr/>
          <a:lstStyle/>
          <a:p>
            <a:endParaRPr lang="en-US" sz="1500"/>
          </a:p>
        </p:txBody>
      </p:sp>
      <p:sp>
        <p:nvSpPr>
          <p:cNvPr id="17" name="link-2-0-2">
            <a:extLst>
              <a:ext uri="{FF2B5EF4-FFF2-40B4-BE49-F238E27FC236}">
                <a16:creationId xmlns:a16="http://schemas.microsoft.com/office/drawing/2014/main" id="{0350015E-255A-45BC-B88E-430DDBF2F86B}"/>
              </a:ext>
            </a:extLst>
          </p:cNvPr>
          <p:cNvSpPr>
            <a:spLocks noGrp="1"/>
          </p:cNvSpPr>
          <p:nvPr/>
        </p:nvSpPr>
        <p:spPr>
          <a:xfrm>
            <a:off x="2902538" y="3352532"/>
            <a:ext cx="663988" cy="557749"/>
          </a:xfrm>
          <a:prstGeom prst="line">
            <a:avLst/>
          </a:prstGeom>
          <a:noFill/>
          <a:ln w="10478">
            <a:solidFill>
              <a:srgbClr val="A8B4C2"/>
            </a:solidFill>
            <a:prstDash val="solid"/>
          </a:ln>
        </p:spPr>
        <p:txBody>
          <a:bodyPr/>
          <a:lstStyle/>
          <a:p>
            <a:endParaRPr lang="en-US" sz="1500"/>
          </a:p>
        </p:txBody>
      </p:sp>
      <p:sp>
        <p:nvSpPr>
          <p:cNvPr id="18" name="link-2-0-3">
            <a:extLst>
              <a:ext uri="{FF2B5EF4-FFF2-40B4-BE49-F238E27FC236}">
                <a16:creationId xmlns:a16="http://schemas.microsoft.com/office/drawing/2014/main" id="{3753C015-CB38-4796-84A9-BEF13FBA4C12}"/>
              </a:ext>
            </a:extLst>
          </p:cNvPr>
          <p:cNvSpPr>
            <a:spLocks noGrp="1"/>
          </p:cNvSpPr>
          <p:nvPr/>
        </p:nvSpPr>
        <p:spPr>
          <a:xfrm>
            <a:off x="2852022" y="3396424"/>
            <a:ext cx="765017" cy="1224027"/>
          </a:xfrm>
          <a:prstGeom prst="line">
            <a:avLst/>
          </a:prstGeom>
          <a:noFill/>
          <a:ln w="10478">
            <a:solidFill>
              <a:srgbClr val="A8B4C2"/>
            </a:solidFill>
            <a:prstDash val="solid"/>
          </a:ln>
        </p:spPr>
        <p:txBody>
          <a:bodyPr/>
          <a:lstStyle/>
          <a:p>
            <a:endParaRPr lang="en-US" sz="1500"/>
          </a:p>
        </p:txBody>
      </p:sp>
      <p:sp>
        <p:nvSpPr>
          <p:cNvPr id="19" name="link-2-1-0">
            <a:extLst>
              <a:ext uri="{FF2B5EF4-FFF2-40B4-BE49-F238E27FC236}">
                <a16:creationId xmlns:a16="http://schemas.microsoft.com/office/drawing/2014/main" id="{0536C1DC-A78D-499B-99DB-0500CD3D84C4}"/>
              </a:ext>
            </a:extLst>
          </p:cNvPr>
          <p:cNvSpPr>
            <a:spLocks noGrp="1"/>
          </p:cNvSpPr>
          <p:nvPr/>
        </p:nvSpPr>
        <p:spPr>
          <a:xfrm flipV="1">
            <a:off x="2854095" y="2720425"/>
            <a:ext cx="760873" cy="1186962"/>
          </a:xfrm>
          <a:prstGeom prst="line">
            <a:avLst/>
          </a:prstGeom>
          <a:noFill/>
          <a:ln w="10478">
            <a:solidFill>
              <a:srgbClr val="A8B4C2"/>
            </a:solidFill>
            <a:prstDash val="solid"/>
          </a:ln>
        </p:spPr>
        <p:txBody>
          <a:bodyPr/>
          <a:lstStyle/>
          <a:p>
            <a:endParaRPr lang="en-US" sz="1500"/>
          </a:p>
        </p:txBody>
      </p:sp>
      <p:sp>
        <p:nvSpPr>
          <p:cNvPr id="20" name="link-2-1-1">
            <a:extLst>
              <a:ext uri="{FF2B5EF4-FFF2-40B4-BE49-F238E27FC236}">
                <a16:creationId xmlns:a16="http://schemas.microsoft.com/office/drawing/2014/main" id="{AE23BC53-5D1E-4915-B937-212E2112B57D}"/>
              </a:ext>
            </a:extLst>
          </p:cNvPr>
          <p:cNvSpPr>
            <a:spLocks noGrp="1"/>
          </p:cNvSpPr>
          <p:nvPr/>
        </p:nvSpPr>
        <p:spPr>
          <a:xfrm flipV="1">
            <a:off x="2905788" y="3427943"/>
            <a:ext cx="657488" cy="525990"/>
          </a:xfrm>
          <a:prstGeom prst="line">
            <a:avLst/>
          </a:prstGeom>
          <a:noFill/>
          <a:ln w="10478">
            <a:solidFill>
              <a:srgbClr val="A8B4C2"/>
            </a:solidFill>
            <a:prstDash val="solid"/>
          </a:ln>
        </p:spPr>
        <p:txBody>
          <a:bodyPr/>
          <a:lstStyle/>
          <a:p>
            <a:endParaRPr lang="en-US" sz="1500"/>
          </a:p>
        </p:txBody>
      </p:sp>
      <p:sp>
        <p:nvSpPr>
          <p:cNvPr id="21" name="link-2-1-2">
            <a:extLst>
              <a:ext uri="{FF2B5EF4-FFF2-40B4-BE49-F238E27FC236}">
                <a16:creationId xmlns:a16="http://schemas.microsoft.com/office/drawing/2014/main" id="{10A746E9-EAC3-4994-BB56-4492B8554802}"/>
              </a:ext>
            </a:extLst>
          </p:cNvPr>
          <p:cNvSpPr>
            <a:spLocks noGrp="1"/>
          </p:cNvSpPr>
          <p:nvPr/>
        </p:nvSpPr>
        <p:spPr>
          <a:xfrm flipV="1">
            <a:off x="2952579" y="4056691"/>
            <a:ext cx="563905" cy="22556"/>
          </a:xfrm>
          <a:prstGeom prst="line">
            <a:avLst/>
          </a:prstGeom>
          <a:noFill/>
          <a:ln w="10478">
            <a:solidFill>
              <a:srgbClr val="A8B4C2"/>
            </a:solidFill>
            <a:prstDash val="solid"/>
          </a:ln>
        </p:spPr>
        <p:txBody>
          <a:bodyPr/>
          <a:lstStyle/>
          <a:p>
            <a:endParaRPr lang="en-US" sz="1500"/>
          </a:p>
        </p:txBody>
      </p:sp>
      <p:sp>
        <p:nvSpPr>
          <p:cNvPr id="22" name="link-2-1-3">
            <a:extLst>
              <a:ext uri="{FF2B5EF4-FFF2-40B4-BE49-F238E27FC236}">
                <a16:creationId xmlns:a16="http://schemas.microsoft.com/office/drawing/2014/main" id="{AC9D498F-5112-4E52-BEC4-645D3A4A5609}"/>
              </a:ext>
            </a:extLst>
          </p:cNvPr>
          <p:cNvSpPr>
            <a:spLocks noGrp="1"/>
          </p:cNvSpPr>
          <p:nvPr/>
        </p:nvSpPr>
        <p:spPr>
          <a:xfrm>
            <a:off x="2912359" y="4213037"/>
            <a:ext cx="644343" cy="463928"/>
          </a:xfrm>
          <a:prstGeom prst="line">
            <a:avLst/>
          </a:prstGeom>
          <a:noFill/>
          <a:ln w="10478">
            <a:solidFill>
              <a:srgbClr val="A8B4C2"/>
            </a:solidFill>
            <a:prstDash val="solid"/>
          </a:ln>
        </p:spPr>
        <p:txBody>
          <a:bodyPr/>
          <a:lstStyle/>
          <a:p>
            <a:endParaRPr lang="en-US" sz="1500"/>
          </a:p>
        </p:txBody>
      </p:sp>
      <p:sp>
        <p:nvSpPr>
          <p:cNvPr id="23" name="link-3-0-0">
            <a:extLst>
              <a:ext uri="{FF2B5EF4-FFF2-40B4-BE49-F238E27FC236}">
                <a16:creationId xmlns:a16="http://schemas.microsoft.com/office/drawing/2014/main" id="{7A3F7C97-8236-4CE6-A2B9-008E2D04DE77}"/>
              </a:ext>
            </a:extLst>
          </p:cNvPr>
          <p:cNvSpPr>
            <a:spLocks noGrp="1"/>
          </p:cNvSpPr>
          <p:nvPr/>
        </p:nvSpPr>
        <p:spPr>
          <a:xfrm flipV="1">
            <a:off x="3942246" y="2415109"/>
            <a:ext cx="568946" cy="91032"/>
          </a:xfrm>
          <a:prstGeom prst="line">
            <a:avLst/>
          </a:prstGeom>
          <a:noFill/>
          <a:ln w="10478">
            <a:solidFill>
              <a:srgbClr val="A8B4C2"/>
            </a:solidFill>
            <a:prstDash val="solid"/>
          </a:ln>
        </p:spPr>
        <p:txBody>
          <a:bodyPr/>
          <a:lstStyle/>
          <a:p>
            <a:endParaRPr lang="en-US" sz="1500"/>
          </a:p>
        </p:txBody>
      </p:sp>
      <p:sp>
        <p:nvSpPr>
          <p:cNvPr id="24" name="link-3-0-1">
            <a:extLst>
              <a:ext uri="{FF2B5EF4-FFF2-40B4-BE49-F238E27FC236}">
                <a16:creationId xmlns:a16="http://schemas.microsoft.com/office/drawing/2014/main" id="{508276E4-E059-482E-8596-5E1C0E70EEB8}"/>
              </a:ext>
            </a:extLst>
          </p:cNvPr>
          <p:cNvSpPr>
            <a:spLocks noGrp="1"/>
          </p:cNvSpPr>
          <p:nvPr/>
        </p:nvSpPr>
        <p:spPr>
          <a:xfrm>
            <a:off x="3923833" y="2632740"/>
            <a:ext cx="605773" cy="290771"/>
          </a:xfrm>
          <a:prstGeom prst="line">
            <a:avLst/>
          </a:prstGeom>
          <a:noFill/>
          <a:ln w="10478">
            <a:solidFill>
              <a:srgbClr val="A8B4C2"/>
            </a:solidFill>
            <a:prstDash val="solid"/>
          </a:ln>
        </p:spPr>
        <p:txBody>
          <a:bodyPr/>
          <a:lstStyle/>
          <a:p>
            <a:endParaRPr lang="en-US" sz="1500"/>
          </a:p>
        </p:txBody>
      </p:sp>
      <p:sp>
        <p:nvSpPr>
          <p:cNvPr id="25" name="link-3-0-2">
            <a:extLst>
              <a:ext uri="{FF2B5EF4-FFF2-40B4-BE49-F238E27FC236}">
                <a16:creationId xmlns:a16="http://schemas.microsoft.com/office/drawing/2014/main" id="{57BCCF7F-79AB-492E-9BE8-6EDCBFF5AA44}"/>
              </a:ext>
            </a:extLst>
          </p:cNvPr>
          <p:cNvSpPr>
            <a:spLocks noGrp="1"/>
          </p:cNvSpPr>
          <p:nvPr/>
        </p:nvSpPr>
        <p:spPr>
          <a:xfrm>
            <a:off x="3873361" y="2699864"/>
            <a:ext cx="706717" cy="791523"/>
          </a:xfrm>
          <a:prstGeom prst="line">
            <a:avLst/>
          </a:prstGeom>
          <a:noFill/>
          <a:ln w="10478">
            <a:solidFill>
              <a:srgbClr val="A8B4C2"/>
            </a:solidFill>
            <a:prstDash val="solid"/>
          </a:ln>
        </p:spPr>
        <p:txBody>
          <a:bodyPr/>
          <a:lstStyle/>
          <a:p>
            <a:endParaRPr lang="en-US" sz="1500"/>
          </a:p>
        </p:txBody>
      </p:sp>
      <p:sp>
        <p:nvSpPr>
          <p:cNvPr id="26" name="link-3-0-3">
            <a:extLst>
              <a:ext uri="{FF2B5EF4-FFF2-40B4-BE49-F238E27FC236}">
                <a16:creationId xmlns:a16="http://schemas.microsoft.com/office/drawing/2014/main" id="{0CBF97C1-ABC2-4802-AA04-84CB3B8ABEB9}"/>
              </a:ext>
            </a:extLst>
          </p:cNvPr>
          <p:cNvSpPr>
            <a:spLocks noGrp="1"/>
          </p:cNvSpPr>
          <p:nvPr/>
        </p:nvSpPr>
        <p:spPr>
          <a:xfrm>
            <a:off x="3836498" y="2726336"/>
            <a:ext cx="780443" cy="1373579"/>
          </a:xfrm>
          <a:prstGeom prst="line">
            <a:avLst/>
          </a:prstGeom>
          <a:noFill/>
          <a:ln w="10478">
            <a:solidFill>
              <a:srgbClr val="A8B4C2"/>
            </a:solidFill>
            <a:prstDash val="solid"/>
          </a:ln>
        </p:spPr>
        <p:txBody>
          <a:bodyPr/>
          <a:lstStyle/>
          <a:p>
            <a:endParaRPr lang="en-US" sz="1500"/>
          </a:p>
        </p:txBody>
      </p:sp>
      <p:sp>
        <p:nvSpPr>
          <p:cNvPr id="27" name="link-3-0-4">
            <a:extLst>
              <a:ext uri="{FF2B5EF4-FFF2-40B4-BE49-F238E27FC236}">
                <a16:creationId xmlns:a16="http://schemas.microsoft.com/office/drawing/2014/main" id="{4C260B71-6172-4FCE-AD75-3023E5C561C7}"/>
              </a:ext>
            </a:extLst>
          </p:cNvPr>
          <p:cNvSpPr>
            <a:spLocks noGrp="1"/>
          </p:cNvSpPr>
          <p:nvPr/>
        </p:nvSpPr>
        <p:spPr>
          <a:xfrm>
            <a:off x="3813052" y="2737827"/>
            <a:ext cx="827332" cy="1985596"/>
          </a:xfrm>
          <a:prstGeom prst="line">
            <a:avLst/>
          </a:prstGeom>
          <a:noFill/>
          <a:ln w="10478">
            <a:solidFill>
              <a:srgbClr val="A8B4C2"/>
            </a:solidFill>
            <a:prstDash val="solid"/>
          </a:ln>
        </p:spPr>
        <p:txBody>
          <a:bodyPr/>
          <a:lstStyle/>
          <a:p>
            <a:endParaRPr lang="en-US" sz="1500"/>
          </a:p>
        </p:txBody>
      </p:sp>
      <p:sp>
        <p:nvSpPr>
          <p:cNvPr id="28" name="link-3-1-0">
            <a:extLst>
              <a:ext uri="{FF2B5EF4-FFF2-40B4-BE49-F238E27FC236}">
                <a16:creationId xmlns:a16="http://schemas.microsoft.com/office/drawing/2014/main" id="{488E1A81-D1EF-43FA-82C2-F482D68C5195}"/>
              </a:ext>
            </a:extLst>
          </p:cNvPr>
          <p:cNvSpPr>
            <a:spLocks noGrp="1"/>
          </p:cNvSpPr>
          <p:nvPr/>
        </p:nvSpPr>
        <p:spPr>
          <a:xfrm flipV="1">
            <a:off x="3888345" y="2526352"/>
            <a:ext cx="676749" cy="622609"/>
          </a:xfrm>
          <a:prstGeom prst="line">
            <a:avLst/>
          </a:prstGeom>
          <a:noFill/>
          <a:ln w="10478">
            <a:solidFill>
              <a:srgbClr val="A8B4C2"/>
            </a:solidFill>
            <a:prstDash val="solid"/>
          </a:ln>
        </p:spPr>
        <p:txBody>
          <a:bodyPr/>
          <a:lstStyle/>
          <a:p>
            <a:endParaRPr lang="en-US" sz="1500"/>
          </a:p>
        </p:txBody>
      </p:sp>
      <p:sp>
        <p:nvSpPr>
          <p:cNvPr id="29" name="link-3-1-1">
            <a:extLst>
              <a:ext uri="{FF2B5EF4-FFF2-40B4-BE49-F238E27FC236}">
                <a16:creationId xmlns:a16="http://schemas.microsoft.com/office/drawing/2014/main" id="{46022FBB-188C-4285-91DF-0F7124169695}"/>
              </a:ext>
            </a:extLst>
          </p:cNvPr>
          <p:cNvSpPr>
            <a:spLocks noGrp="1"/>
          </p:cNvSpPr>
          <p:nvPr/>
        </p:nvSpPr>
        <p:spPr>
          <a:xfrm flipV="1">
            <a:off x="3937000" y="3074035"/>
            <a:ext cx="579437" cy="162243"/>
          </a:xfrm>
          <a:prstGeom prst="line">
            <a:avLst/>
          </a:prstGeom>
          <a:noFill/>
          <a:ln w="10478">
            <a:solidFill>
              <a:srgbClr val="A8B4C2"/>
            </a:solidFill>
            <a:prstDash val="solid"/>
          </a:ln>
        </p:spPr>
        <p:txBody>
          <a:bodyPr/>
          <a:lstStyle/>
          <a:p>
            <a:endParaRPr lang="en-US" sz="1500"/>
          </a:p>
        </p:txBody>
      </p:sp>
      <p:sp>
        <p:nvSpPr>
          <p:cNvPr id="30" name="link-3-1-2">
            <a:extLst>
              <a:ext uri="{FF2B5EF4-FFF2-40B4-BE49-F238E27FC236}">
                <a16:creationId xmlns:a16="http://schemas.microsoft.com/office/drawing/2014/main" id="{DEAB0126-46CF-4781-AEC8-99076751631A}"/>
              </a:ext>
            </a:extLst>
          </p:cNvPr>
          <p:cNvSpPr>
            <a:spLocks noGrp="1"/>
          </p:cNvSpPr>
          <p:nvPr/>
        </p:nvSpPr>
        <p:spPr>
          <a:xfrm>
            <a:off x="3932269" y="3366655"/>
            <a:ext cx="588900" cy="212004"/>
          </a:xfrm>
          <a:prstGeom prst="line">
            <a:avLst/>
          </a:prstGeom>
          <a:noFill/>
          <a:ln w="10478">
            <a:solidFill>
              <a:srgbClr val="A8B4C2"/>
            </a:solidFill>
            <a:prstDash val="solid"/>
          </a:ln>
        </p:spPr>
        <p:txBody>
          <a:bodyPr/>
          <a:lstStyle/>
          <a:p>
            <a:endParaRPr lang="en-US" sz="1500"/>
          </a:p>
        </p:txBody>
      </p:sp>
      <p:sp>
        <p:nvSpPr>
          <p:cNvPr id="31" name="link-3-1-3">
            <a:extLst>
              <a:ext uri="{FF2B5EF4-FFF2-40B4-BE49-F238E27FC236}">
                <a16:creationId xmlns:a16="http://schemas.microsoft.com/office/drawing/2014/main" id="{B49BB955-C8C4-4194-8C5D-DB97208B9D54}"/>
              </a:ext>
            </a:extLst>
          </p:cNvPr>
          <p:cNvSpPr>
            <a:spLocks noGrp="1"/>
          </p:cNvSpPr>
          <p:nvPr/>
        </p:nvSpPr>
        <p:spPr>
          <a:xfrm>
            <a:off x="3882167" y="3445605"/>
            <a:ext cx="689104" cy="689104"/>
          </a:xfrm>
          <a:prstGeom prst="line">
            <a:avLst/>
          </a:prstGeom>
          <a:noFill/>
          <a:ln w="10478">
            <a:solidFill>
              <a:srgbClr val="A8B4C2"/>
            </a:solidFill>
            <a:prstDash val="solid"/>
          </a:ln>
        </p:spPr>
        <p:txBody>
          <a:bodyPr/>
          <a:lstStyle/>
          <a:p>
            <a:endParaRPr lang="en-US" sz="1500"/>
          </a:p>
        </p:txBody>
      </p:sp>
      <p:sp>
        <p:nvSpPr>
          <p:cNvPr id="32" name="link-3-1-4">
            <a:extLst>
              <a:ext uri="{FF2B5EF4-FFF2-40B4-BE49-F238E27FC236}">
                <a16:creationId xmlns:a16="http://schemas.microsoft.com/office/drawing/2014/main" id="{286BA367-2E3A-4598-9084-91197F0CB895}"/>
              </a:ext>
            </a:extLst>
          </p:cNvPr>
          <p:cNvSpPr>
            <a:spLocks noGrp="1"/>
          </p:cNvSpPr>
          <p:nvPr/>
        </p:nvSpPr>
        <p:spPr>
          <a:xfrm>
            <a:off x="3842198" y="3477042"/>
            <a:ext cx="769043" cy="1261229"/>
          </a:xfrm>
          <a:prstGeom prst="line">
            <a:avLst/>
          </a:prstGeom>
          <a:noFill/>
          <a:ln w="10478">
            <a:solidFill>
              <a:srgbClr val="A8B4C2"/>
            </a:solidFill>
            <a:prstDash val="solid"/>
          </a:ln>
        </p:spPr>
        <p:txBody>
          <a:bodyPr/>
          <a:lstStyle/>
          <a:p>
            <a:endParaRPr lang="en-US" sz="1500"/>
          </a:p>
        </p:txBody>
      </p:sp>
      <p:sp>
        <p:nvSpPr>
          <p:cNvPr id="33" name="link-3-2-0">
            <a:extLst>
              <a:ext uri="{FF2B5EF4-FFF2-40B4-BE49-F238E27FC236}">
                <a16:creationId xmlns:a16="http://schemas.microsoft.com/office/drawing/2014/main" id="{C9AD0FC4-8382-4A64-B4B3-5B11E6BE7420}"/>
              </a:ext>
            </a:extLst>
          </p:cNvPr>
          <p:cNvSpPr>
            <a:spLocks noGrp="1"/>
          </p:cNvSpPr>
          <p:nvPr/>
        </p:nvSpPr>
        <p:spPr>
          <a:xfrm flipV="1">
            <a:off x="3840243" y="2565408"/>
            <a:ext cx="772953" cy="1298561"/>
          </a:xfrm>
          <a:prstGeom prst="line">
            <a:avLst/>
          </a:prstGeom>
          <a:noFill/>
          <a:ln w="10478">
            <a:solidFill>
              <a:srgbClr val="A8B4C2"/>
            </a:solidFill>
            <a:prstDash val="solid"/>
          </a:ln>
        </p:spPr>
        <p:txBody>
          <a:bodyPr/>
          <a:lstStyle/>
          <a:p>
            <a:endParaRPr lang="en-US" sz="1500"/>
          </a:p>
        </p:txBody>
      </p:sp>
      <p:sp>
        <p:nvSpPr>
          <p:cNvPr id="34" name="link-3-2-1">
            <a:extLst>
              <a:ext uri="{FF2B5EF4-FFF2-40B4-BE49-F238E27FC236}">
                <a16:creationId xmlns:a16="http://schemas.microsoft.com/office/drawing/2014/main" id="{CE478C64-74CD-46E6-BDEF-B315B688C062}"/>
              </a:ext>
            </a:extLst>
          </p:cNvPr>
          <p:cNvSpPr>
            <a:spLocks noGrp="1"/>
          </p:cNvSpPr>
          <p:nvPr/>
        </p:nvSpPr>
        <p:spPr>
          <a:xfrm flipV="1">
            <a:off x="3879167" y="3170734"/>
            <a:ext cx="695104" cy="722908"/>
          </a:xfrm>
          <a:prstGeom prst="line">
            <a:avLst/>
          </a:prstGeom>
          <a:noFill/>
          <a:ln w="10478">
            <a:solidFill>
              <a:srgbClr val="A8B4C2"/>
            </a:solidFill>
            <a:prstDash val="solid"/>
          </a:ln>
        </p:spPr>
        <p:txBody>
          <a:bodyPr/>
          <a:lstStyle/>
          <a:p>
            <a:endParaRPr lang="en-US" sz="1500"/>
          </a:p>
        </p:txBody>
      </p:sp>
      <p:sp>
        <p:nvSpPr>
          <p:cNvPr id="35" name="link-3-2-2">
            <a:extLst>
              <a:ext uri="{FF2B5EF4-FFF2-40B4-BE49-F238E27FC236}">
                <a16:creationId xmlns:a16="http://schemas.microsoft.com/office/drawing/2014/main" id="{613747F2-FE46-49E2-9C1E-ADB14907E441}"/>
              </a:ext>
            </a:extLst>
          </p:cNvPr>
          <p:cNvSpPr>
            <a:spLocks noGrp="1"/>
          </p:cNvSpPr>
          <p:nvPr/>
        </p:nvSpPr>
        <p:spPr>
          <a:xfrm flipV="1">
            <a:off x="3929610" y="3730844"/>
            <a:ext cx="594219" cy="237688"/>
          </a:xfrm>
          <a:prstGeom prst="line">
            <a:avLst/>
          </a:prstGeom>
          <a:noFill/>
          <a:ln w="10478">
            <a:solidFill>
              <a:srgbClr val="A8B4C2"/>
            </a:solidFill>
            <a:prstDash val="solid"/>
          </a:ln>
        </p:spPr>
        <p:txBody>
          <a:bodyPr/>
          <a:lstStyle/>
          <a:p>
            <a:endParaRPr lang="en-US" sz="1500"/>
          </a:p>
        </p:txBody>
      </p:sp>
      <p:sp>
        <p:nvSpPr>
          <p:cNvPr id="36" name="link-3-2-3">
            <a:extLst>
              <a:ext uri="{FF2B5EF4-FFF2-40B4-BE49-F238E27FC236}">
                <a16:creationId xmlns:a16="http://schemas.microsoft.com/office/drawing/2014/main" id="{AB5092D4-F2ED-48A5-AB54-765485203AAD}"/>
              </a:ext>
            </a:extLst>
          </p:cNvPr>
          <p:cNvSpPr>
            <a:spLocks noGrp="1"/>
          </p:cNvSpPr>
          <p:nvPr/>
        </p:nvSpPr>
        <p:spPr>
          <a:xfrm>
            <a:off x="3939020" y="4098140"/>
            <a:ext cx="575398" cy="138096"/>
          </a:xfrm>
          <a:prstGeom prst="line">
            <a:avLst/>
          </a:prstGeom>
          <a:noFill/>
          <a:ln w="10478">
            <a:solidFill>
              <a:srgbClr val="A8B4C2"/>
            </a:solidFill>
            <a:prstDash val="solid"/>
          </a:ln>
        </p:spPr>
        <p:txBody>
          <a:bodyPr/>
          <a:lstStyle/>
          <a:p>
            <a:endParaRPr lang="en-US" sz="1500"/>
          </a:p>
        </p:txBody>
      </p:sp>
      <p:sp>
        <p:nvSpPr>
          <p:cNvPr id="37" name="link-3-2-4">
            <a:extLst>
              <a:ext uri="{FF2B5EF4-FFF2-40B4-BE49-F238E27FC236}">
                <a16:creationId xmlns:a16="http://schemas.microsoft.com/office/drawing/2014/main" id="{560C75DD-8471-45DF-813D-ABDF4F5F962F}"/>
              </a:ext>
            </a:extLst>
          </p:cNvPr>
          <p:cNvSpPr>
            <a:spLocks noGrp="1"/>
          </p:cNvSpPr>
          <p:nvPr/>
        </p:nvSpPr>
        <p:spPr>
          <a:xfrm>
            <a:off x="3891513" y="4189706"/>
            <a:ext cx="670413" cy="589963"/>
          </a:xfrm>
          <a:prstGeom prst="line">
            <a:avLst/>
          </a:prstGeom>
          <a:noFill/>
          <a:ln w="10478">
            <a:solidFill>
              <a:srgbClr val="A8B4C2"/>
            </a:solidFill>
            <a:prstDash val="solid"/>
          </a:ln>
        </p:spPr>
        <p:txBody>
          <a:bodyPr/>
          <a:lstStyle/>
          <a:p>
            <a:endParaRPr lang="en-US" sz="1500"/>
          </a:p>
        </p:txBody>
      </p:sp>
      <p:sp>
        <p:nvSpPr>
          <p:cNvPr id="38" name="link-3-3-0">
            <a:extLst>
              <a:ext uri="{FF2B5EF4-FFF2-40B4-BE49-F238E27FC236}">
                <a16:creationId xmlns:a16="http://schemas.microsoft.com/office/drawing/2014/main" id="{2693EDB6-6B75-4990-AD01-45229206CE8A}"/>
              </a:ext>
            </a:extLst>
          </p:cNvPr>
          <p:cNvSpPr>
            <a:spLocks noGrp="1"/>
          </p:cNvSpPr>
          <p:nvPr/>
        </p:nvSpPr>
        <p:spPr>
          <a:xfrm flipV="1">
            <a:off x="3811898" y="2579554"/>
            <a:ext cx="829643" cy="2024328"/>
          </a:xfrm>
          <a:prstGeom prst="line">
            <a:avLst/>
          </a:prstGeom>
          <a:noFill/>
          <a:ln w="10478">
            <a:solidFill>
              <a:srgbClr val="A8B4C2"/>
            </a:solidFill>
            <a:prstDash val="solid"/>
          </a:ln>
        </p:spPr>
        <p:txBody>
          <a:bodyPr/>
          <a:lstStyle/>
          <a:p>
            <a:endParaRPr lang="en-US" sz="1500"/>
          </a:p>
        </p:txBody>
      </p:sp>
      <p:sp>
        <p:nvSpPr>
          <p:cNvPr id="39" name="link-3-3-1">
            <a:extLst>
              <a:ext uri="{FF2B5EF4-FFF2-40B4-BE49-F238E27FC236}">
                <a16:creationId xmlns:a16="http://schemas.microsoft.com/office/drawing/2014/main" id="{21C4C7DB-2814-43A3-818A-81E45B9AB8EF}"/>
              </a:ext>
            </a:extLst>
          </p:cNvPr>
          <p:cNvSpPr>
            <a:spLocks noGrp="1"/>
          </p:cNvSpPr>
          <p:nvPr/>
        </p:nvSpPr>
        <p:spPr>
          <a:xfrm flipV="1">
            <a:off x="3834705" y="3203592"/>
            <a:ext cx="784029" cy="1411252"/>
          </a:xfrm>
          <a:prstGeom prst="line">
            <a:avLst/>
          </a:prstGeom>
          <a:noFill/>
          <a:ln w="10478">
            <a:solidFill>
              <a:srgbClr val="A8B4C2"/>
            </a:solidFill>
            <a:prstDash val="solid"/>
          </a:ln>
        </p:spPr>
        <p:txBody>
          <a:bodyPr/>
          <a:lstStyle/>
          <a:p>
            <a:endParaRPr lang="en-US" sz="1500"/>
          </a:p>
        </p:txBody>
      </p:sp>
      <p:sp>
        <p:nvSpPr>
          <p:cNvPr id="40" name="link-3-3-2">
            <a:extLst>
              <a:ext uri="{FF2B5EF4-FFF2-40B4-BE49-F238E27FC236}">
                <a16:creationId xmlns:a16="http://schemas.microsoft.com/office/drawing/2014/main" id="{D2C9906D-6340-4C73-BD11-23909ECD900A}"/>
              </a:ext>
            </a:extLst>
          </p:cNvPr>
          <p:cNvSpPr>
            <a:spLocks noGrp="1"/>
          </p:cNvSpPr>
          <p:nvPr/>
        </p:nvSpPr>
        <p:spPr>
          <a:xfrm flipV="1">
            <a:off x="3870558" y="3813573"/>
            <a:ext cx="712322" cy="826293"/>
          </a:xfrm>
          <a:prstGeom prst="line">
            <a:avLst/>
          </a:prstGeom>
          <a:noFill/>
          <a:ln w="10478">
            <a:solidFill>
              <a:srgbClr val="A8B4C2"/>
            </a:solidFill>
            <a:prstDash val="solid"/>
          </a:ln>
        </p:spPr>
        <p:txBody>
          <a:bodyPr/>
          <a:lstStyle/>
          <a:p>
            <a:endParaRPr lang="en-US" sz="1500"/>
          </a:p>
        </p:txBody>
      </p:sp>
      <p:sp>
        <p:nvSpPr>
          <p:cNvPr id="41" name="link-3-3-3">
            <a:extLst>
              <a:ext uri="{FF2B5EF4-FFF2-40B4-BE49-F238E27FC236}">
                <a16:creationId xmlns:a16="http://schemas.microsoft.com/office/drawing/2014/main" id="{3C424914-67E9-46C5-ABD6-BD12EF46ABD1}"/>
              </a:ext>
            </a:extLst>
          </p:cNvPr>
          <p:cNvSpPr>
            <a:spLocks noGrp="1"/>
          </p:cNvSpPr>
          <p:nvPr/>
        </p:nvSpPr>
        <p:spPr>
          <a:xfrm flipV="1">
            <a:off x="3920767" y="4385123"/>
            <a:ext cx="611904" cy="318190"/>
          </a:xfrm>
          <a:prstGeom prst="line">
            <a:avLst/>
          </a:prstGeom>
          <a:noFill/>
          <a:ln w="10478">
            <a:solidFill>
              <a:srgbClr val="A8B4C2"/>
            </a:solidFill>
            <a:prstDash val="solid"/>
          </a:ln>
        </p:spPr>
        <p:txBody>
          <a:bodyPr/>
          <a:lstStyle/>
          <a:p>
            <a:endParaRPr lang="en-US" sz="1500"/>
          </a:p>
        </p:txBody>
      </p:sp>
      <p:sp>
        <p:nvSpPr>
          <p:cNvPr id="42" name="link-3-3-4">
            <a:extLst>
              <a:ext uri="{FF2B5EF4-FFF2-40B4-BE49-F238E27FC236}">
                <a16:creationId xmlns:a16="http://schemas.microsoft.com/office/drawing/2014/main" id="{CECE2567-886F-49A6-A735-5F4F6020C831}"/>
              </a:ext>
            </a:extLst>
          </p:cNvPr>
          <p:cNvSpPr>
            <a:spLocks noGrp="1"/>
          </p:cNvSpPr>
          <p:nvPr/>
        </p:nvSpPr>
        <p:spPr>
          <a:xfrm>
            <a:off x="3943411" y="4827722"/>
            <a:ext cx="566616" cy="67994"/>
          </a:xfrm>
          <a:prstGeom prst="line">
            <a:avLst/>
          </a:prstGeom>
          <a:noFill/>
          <a:ln w="10478">
            <a:solidFill>
              <a:srgbClr val="A8B4C2"/>
            </a:solidFill>
            <a:prstDash val="solid"/>
          </a:ln>
        </p:spPr>
        <p:txBody>
          <a:bodyPr/>
          <a:lstStyle/>
          <a:p>
            <a:endParaRPr lang="en-US" sz="1500"/>
          </a:p>
        </p:txBody>
      </p:sp>
      <p:sp>
        <p:nvSpPr>
          <p:cNvPr id="43" name="neuron-0-0">
            <a:extLst>
              <a:ext uri="{FF2B5EF4-FFF2-40B4-BE49-F238E27FC236}">
                <a16:creationId xmlns:a16="http://schemas.microsoft.com/office/drawing/2014/main" id="{6FBDF903-7D78-4EBA-BCEC-C57B9CD50F36}"/>
              </a:ext>
            </a:extLst>
          </p:cNvPr>
          <p:cNvSpPr>
            <a:spLocks noGrp="1"/>
          </p:cNvSpPr>
          <p:nvPr/>
        </p:nvSpPr>
        <p:spPr>
          <a:xfrm>
            <a:off x="539750" y="3000375"/>
            <a:ext cx="428625" cy="428625"/>
          </a:xfrm>
          <a:prstGeom prst="ellipse">
            <a:avLst/>
          </a:prstGeom>
          <a:solidFill>
            <a:srgbClr val="DCECF4"/>
          </a:solidFill>
          <a:ln w="14288">
            <a:solidFill>
              <a:srgbClr val="34495E"/>
            </a:solidFill>
            <a:prstDash val="solid"/>
          </a:ln>
        </p:spPr>
        <p:txBody>
          <a:bodyPr/>
          <a:lstStyle/>
          <a:p>
            <a:endParaRPr lang="en-US" sz="1500"/>
          </a:p>
        </p:txBody>
      </p:sp>
      <p:sp>
        <p:nvSpPr>
          <p:cNvPr id="44" name="activation-0-0">
            <a:extLst>
              <a:ext uri="{FF2B5EF4-FFF2-40B4-BE49-F238E27FC236}">
                <a16:creationId xmlns:a16="http://schemas.microsoft.com/office/drawing/2014/main" id="{685DE8DE-EF47-43A7-AEE0-691F259557F3}"/>
              </a:ext>
            </a:extLst>
          </p:cNvPr>
          <p:cNvSpPr>
            <a:spLocks noGrp="1"/>
          </p:cNvSpPr>
          <p:nvPr/>
        </p:nvSpPr>
        <p:spPr>
          <a:xfrm>
            <a:off x="547687" y="3079750"/>
            <a:ext cx="412750" cy="269875"/>
          </a:xfrm>
          <a:prstGeom prst="rect">
            <a:avLst/>
          </a:prstGeom>
          <a:noFill/>
          <a:ln w="0">
            <a:noFill/>
            <a:prstDash val="solid"/>
          </a:ln>
        </p:spPr>
        <p:txBody>
          <a:bodyPr wrap="none" lIns="0" tIns="0" rIns="0" bIns="0" anchor="ctr"/>
          <a:lstStyle>
            <a:defPPr algn="ctr">
              <a:defRPr sz="1500" b="1">
                <a:solidFill>
                  <a:srgbClr val="25364A"/>
                </a:solidFill>
                <a:latin typeface="Nimbus Sans"/>
                <a:ea typeface="Nimbus Sans"/>
                <a:cs typeface="Nimbus Sans"/>
              </a:defRPr>
            </a:defPPr>
            <a:lvl1pPr algn="ctr">
              <a:defRPr sz="1500" b="1">
                <a:solidFill>
                  <a:srgbClr val="25364A"/>
                </a:solidFill>
                <a:latin typeface="Nimbus Sans"/>
                <a:ea typeface="Nimbus Sans"/>
                <a:cs typeface="Nimbus Sans"/>
              </a:defRPr>
            </a:lvl1pPr>
            <a:lvl2pPr algn="ctr">
              <a:defRPr sz="1500" b="1">
                <a:solidFill>
                  <a:srgbClr val="25364A"/>
                </a:solidFill>
                <a:latin typeface="Nimbus Sans"/>
                <a:ea typeface="Nimbus Sans"/>
                <a:cs typeface="Nimbus Sans"/>
              </a:defRPr>
            </a:lvl2pPr>
            <a:lvl3pPr algn="ctr">
              <a:defRPr sz="1500" b="1">
                <a:solidFill>
                  <a:srgbClr val="25364A"/>
                </a:solidFill>
                <a:latin typeface="Nimbus Sans"/>
                <a:ea typeface="Nimbus Sans"/>
                <a:cs typeface="Nimbus Sans"/>
              </a:defRPr>
            </a:lvl3pPr>
            <a:lvl4pPr algn="ctr">
              <a:defRPr sz="1500" b="1">
                <a:solidFill>
                  <a:srgbClr val="25364A"/>
                </a:solidFill>
                <a:latin typeface="Nimbus Sans"/>
                <a:ea typeface="Nimbus Sans"/>
                <a:cs typeface="Nimbus Sans"/>
              </a:defRPr>
            </a:lvl4pPr>
            <a:lvl5pPr algn="ctr">
              <a:defRPr sz="1500" b="1">
                <a:solidFill>
                  <a:srgbClr val="25364A"/>
                </a:solidFill>
                <a:latin typeface="Nimbus Sans"/>
                <a:ea typeface="Nimbus Sans"/>
                <a:cs typeface="Nimbus Sans"/>
              </a:defRPr>
            </a:lvl5pPr>
            <a:lvl6pPr algn="ctr">
              <a:defRPr sz="1500" b="1">
                <a:solidFill>
                  <a:srgbClr val="25364A"/>
                </a:solidFill>
                <a:latin typeface="Nimbus Sans"/>
                <a:ea typeface="Nimbus Sans"/>
                <a:cs typeface="Nimbus Sans"/>
              </a:defRPr>
            </a:lvl6pPr>
            <a:lvl7pPr algn="ctr">
              <a:defRPr sz="1500" b="1">
                <a:solidFill>
                  <a:srgbClr val="25364A"/>
                </a:solidFill>
                <a:latin typeface="Nimbus Sans"/>
                <a:ea typeface="Nimbus Sans"/>
                <a:cs typeface="Nimbus Sans"/>
              </a:defRPr>
            </a:lvl7pPr>
            <a:lvl8pPr algn="ctr">
              <a:defRPr sz="1500" b="1">
                <a:solidFill>
                  <a:srgbClr val="25364A"/>
                </a:solidFill>
                <a:latin typeface="Nimbus Sans"/>
                <a:ea typeface="Nimbus Sans"/>
                <a:cs typeface="Nimbus Sans"/>
              </a:defRPr>
            </a:lvl8pPr>
            <a:lvl9pPr algn="ctr">
              <a:defRPr sz="1500" b="1">
                <a:solidFill>
                  <a:srgbClr val="25364A"/>
                </a:solidFill>
                <a:latin typeface="Nimbus Sans"/>
                <a:ea typeface="Nimbus Sans"/>
                <a:cs typeface="Nimbus Sans"/>
              </a:defRPr>
            </a:lvl9pPr>
          </a:lstStyle>
          <a:p>
            <a:pPr algn="ctr">
              <a:defRPr sz="1500" b="1">
                <a:solidFill>
                  <a:srgbClr val="25364A"/>
                </a:solidFill>
                <a:latin typeface="Nimbus Sans"/>
                <a:ea typeface="Nimbus Sans"/>
                <a:cs typeface="Nimbus Sans"/>
              </a:defRPr>
            </a:pPr>
            <a:r>
              <a:rPr sz="1250"/>
              <a:t>320</a:t>
            </a:r>
          </a:p>
        </p:txBody>
      </p:sp>
      <p:sp>
        <p:nvSpPr>
          <p:cNvPr id="45" name="neuron-0-1">
            <a:extLst>
              <a:ext uri="{FF2B5EF4-FFF2-40B4-BE49-F238E27FC236}">
                <a16:creationId xmlns:a16="http://schemas.microsoft.com/office/drawing/2014/main" id="{953912E5-5C42-407D-9E65-50FE7C35F108}"/>
              </a:ext>
            </a:extLst>
          </p:cNvPr>
          <p:cNvSpPr>
            <a:spLocks noGrp="1"/>
          </p:cNvSpPr>
          <p:nvPr/>
        </p:nvSpPr>
        <p:spPr>
          <a:xfrm>
            <a:off x="539750" y="3873500"/>
            <a:ext cx="428625" cy="428625"/>
          </a:xfrm>
          <a:prstGeom prst="ellipse">
            <a:avLst/>
          </a:prstGeom>
          <a:solidFill>
            <a:srgbClr val="DCECF4"/>
          </a:solidFill>
          <a:ln w="14288">
            <a:solidFill>
              <a:srgbClr val="34495E"/>
            </a:solidFill>
            <a:prstDash val="solid"/>
          </a:ln>
        </p:spPr>
        <p:txBody>
          <a:bodyPr/>
          <a:lstStyle/>
          <a:p>
            <a:endParaRPr lang="en-US" sz="1500"/>
          </a:p>
        </p:txBody>
      </p:sp>
      <p:sp>
        <p:nvSpPr>
          <p:cNvPr id="46" name="activation-0-1">
            <a:extLst>
              <a:ext uri="{FF2B5EF4-FFF2-40B4-BE49-F238E27FC236}">
                <a16:creationId xmlns:a16="http://schemas.microsoft.com/office/drawing/2014/main" id="{68BBFC97-5467-42D0-AF9B-DB900FC9717E}"/>
              </a:ext>
            </a:extLst>
          </p:cNvPr>
          <p:cNvSpPr>
            <a:spLocks noGrp="1"/>
          </p:cNvSpPr>
          <p:nvPr/>
        </p:nvSpPr>
        <p:spPr>
          <a:xfrm>
            <a:off x="547687" y="3952875"/>
            <a:ext cx="412750" cy="269875"/>
          </a:xfrm>
          <a:prstGeom prst="rect">
            <a:avLst/>
          </a:prstGeom>
          <a:noFill/>
          <a:ln w="0">
            <a:noFill/>
            <a:prstDash val="solid"/>
          </a:ln>
        </p:spPr>
        <p:txBody>
          <a:bodyPr wrap="none" lIns="0" tIns="0" rIns="0" bIns="0" anchor="ctr"/>
          <a:lstStyle>
            <a:defPPr algn="ctr">
              <a:defRPr sz="1500" b="1">
                <a:solidFill>
                  <a:srgbClr val="25364A"/>
                </a:solidFill>
                <a:latin typeface="Nimbus Sans"/>
                <a:ea typeface="Nimbus Sans"/>
                <a:cs typeface="Nimbus Sans"/>
              </a:defRPr>
            </a:defPPr>
            <a:lvl1pPr algn="ctr">
              <a:defRPr sz="1500" b="1">
                <a:solidFill>
                  <a:srgbClr val="25364A"/>
                </a:solidFill>
                <a:latin typeface="Nimbus Sans"/>
                <a:ea typeface="Nimbus Sans"/>
                <a:cs typeface="Nimbus Sans"/>
              </a:defRPr>
            </a:lvl1pPr>
            <a:lvl2pPr algn="ctr">
              <a:defRPr sz="1500" b="1">
                <a:solidFill>
                  <a:srgbClr val="25364A"/>
                </a:solidFill>
                <a:latin typeface="Nimbus Sans"/>
                <a:ea typeface="Nimbus Sans"/>
                <a:cs typeface="Nimbus Sans"/>
              </a:defRPr>
            </a:lvl2pPr>
            <a:lvl3pPr algn="ctr">
              <a:defRPr sz="1500" b="1">
                <a:solidFill>
                  <a:srgbClr val="25364A"/>
                </a:solidFill>
                <a:latin typeface="Nimbus Sans"/>
                <a:ea typeface="Nimbus Sans"/>
                <a:cs typeface="Nimbus Sans"/>
              </a:defRPr>
            </a:lvl3pPr>
            <a:lvl4pPr algn="ctr">
              <a:defRPr sz="1500" b="1">
                <a:solidFill>
                  <a:srgbClr val="25364A"/>
                </a:solidFill>
                <a:latin typeface="Nimbus Sans"/>
                <a:ea typeface="Nimbus Sans"/>
                <a:cs typeface="Nimbus Sans"/>
              </a:defRPr>
            </a:lvl4pPr>
            <a:lvl5pPr algn="ctr">
              <a:defRPr sz="1500" b="1">
                <a:solidFill>
                  <a:srgbClr val="25364A"/>
                </a:solidFill>
                <a:latin typeface="Nimbus Sans"/>
                <a:ea typeface="Nimbus Sans"/>
                <a:cs typeface="Nimbus Sans"/>
              </a:defRPr>
            </a:lvl5pPr>
            <a:lvl6pPr algn="ctr">
              <a:defRPr sz="1500" b="1">
                <a:solidFill>
                  <a:srgbClr val="25364A"/>
                </a:solidFill>
                <a:latin typeface="Nimbus Sans"/>
                <a:ea typeface="Nimbus Sans"/>
                <a:cs typeface="Nimbus Sans"/>
              </a:defRPr>
            </a:lvl6pPr>
            <a:lvl7pPr algn="ctr">
              <a:defRPr sz="1500" b="1">
                <a:solidFill>
                  <a:srgbClr val="25364A"/>
                </a:solidFill>
                <a:latin typeface="Nimbus Sans"/>
                <a:ea typeface="Nimbus Sans"/>
                <a:cs typeface="Nimbus Sans"/>
              </a:defRPr>
            </a:lvl7pPr>
            <a:lvl8pPr algn="ctr">
              <a:defRPr sz="1500" b="1">
                <a:solidFill>
                  <a:srgbClr val="25364A"/>
                </a:solidFill>
                <a:latin typeface="Nimbus Sans"/>
                <a:ea typeface="Nimbus Sans"/>
                <a:cs typeface="Nimbus Sans"/>
              </a:defRPr>
            </a:lvl8pPr>
            <a:lvl9pPr algn="ctr">
              <a:defRPr sz="1500" b="1">
                <a:solidFill>
                  <a:srgbClr val="25364A"/>
                </a:solidFill>
                <a:latin typeface="Nimbus Sans"/>
                <a:ea typeface="Nimbus Sans"/>
                <a:cs typeface="Nimbus Sans"/>
              </a:defRPr>
            </a:lvl9pPr>
          </a:lstStyle>
          <a:p>
            <a:pPr algn="ctr">
              <a:defRPr sz="1500" b="1">
                <a:solidFill>
                  <a:srgbClr val="25364A"/>
                </a:solidFill>
                <a:latin typeface="Nimbus Sans"/>
                <a:ea typeface="Nimbus Sans"/>
                <a:cs typeface="Nimbus Sans"/>
              </a:defRPr>
            </a:pPr>
            <a:r>
              <a:rPr sz="1250"/>
              <a:t>2000</a:t>
            </a:r>
          </a:p>
        </p:txBody>
      </p:sp>
      <p:sp>
        <p:nvSpPr>
          <p:cNvPr id="47" name="neuron-1-0">
            <a:extLst>
              <a:ext uri="{FF2B5EF4-FFF2-40B4-BE49-F238E27FC236}">
                <a16:creationId xmlns:a16="http://schemas.microsoft.com/office/drawing/2014/main" id="{30F1BC5D-E8E5-475D-9717-AD8AC3E0FB98}"/>
              </a:ext>
            </a:extLst>
          </p:cNvPr>
          <p:cNvSpPr>
            <a:spLocks noGrp="1"/>
          </p:cNvSpPr>
          <p:nvPr/>
        </p:nvSpPr>
        <p:spPr>
          <a:xfrm>
            <a:off x="1531937" y="2563813"/>
            <a:ext cx="428625" cy="428625"/>
          </a:xfrm>
          <a:prstGeom prst="ellipse">
            <a:avLst/>
          </a:prstGeom>
          <a:solidFill>
            <a:srgbClr val="E7E2F3"/>
          </a:solidFill>
          <a:ln w="14288">
            <a:solidFill>
              <a:srgbClr val="34495E"/>
            </a:solidFill>
            <a:prstDash val="solid"/>
          </a:ln>
        </p:spPr>
        <p:txBody>
          <a:bodyPr/>
          <a:lstStyle/>
          <a:p>
            <a:endParaRPr lang="en-US" sz="1500"/>
          </a:p>
        </p:txBody>
      </p:sp>
      <p:sp>
        <p:nvSpPr>
          <p:cNvPr id="48" name="activation-1-0">
            <a:extLst>
              <a:ext uri="{FF2B5EF4-FFF2-40B4-BE49-F238E27FC236}">
                <a16:creationId xmlns:a16="http://schemas.microsoft.com/office/drawing/2014/main" id="{810D3396-3990-4945-BD13-9BC5E24305C7}"/>
              </a:ext>
            </a:extLst>
          </p:cNvPr>
          <p:cNvSpPr>
            <a:spLocks noGrp="1"/>
          </p:cNvSpPr>
          <p:nvPr/>
        </p:nvSpPr>
        <p:spPr>
          <a:xfrm>
            <a:off x="1539875" y="2643188"/>
            <a:ext cx="412750" cy="269875"/>
          </a:xfrm>
          <a:prstGeom prst="rect">
            <a:avLst/>
          </a:prstGeom>
          <a:noFill/>
          <a:ln w="0">
            <a:noFill/>
            <a:prstDash val="solid"/>
          </a:ln>
        </p:spPr>
        <p:txBody>
          <a:bodyPr wrap="none" lIns="0" tIns="0" rIns="0" bIns="0" anchor="ctr"/>
          <a:lstStyle>
            <a:defPPr algn="ctr">
              <a:defRPr sz="1500" b="1">
                <a:solidFill>
                  <a:srgbClr val="25364A"/>
                </a:solidFill>
                <a:latin typeface="Nimbus Sans"/>
                <a:ea typeface="Nimbus Sans"/>
                <a:cs typeface="Nimbus Sans"/>
              </a:defRPr>
            </a:defPPr>
            <a:lvl1pPr algn="ctr">
              <a:defRPr sz="1500" b="1">
                <a:solidFill>
                  <a:srgbClr val="25364A"/>
                </a:solidFill>
                <a:latin typeface="Nimbus Sans"/>
                <a:ea typeface="Nimbus Sans"/>
                <a:cs typeface="Nimbus Sans"/>
              </a:defRPr>
            </a:lvl1pPr>
            <a:lvl2pPr algn="ctr">
              <a:defRPr sz="1500" b="1">
                <a:solidFill>
                  <a:srgbClr val="25364A"/>
                </a:solidFill>
                <a:latin typeface="Nimbus Sans"/>
                <a:ea typeface="Nimbus Sans"/>
                <a:cs typeface="Nimbus Sans"/>
              </a:defRPr>
            </a:lvl2pPr>
            <a:lvl3pPr algn="ctr">
              <a:defRPr sz="1500" b="1">
                <a:solidFill>
                  <a:srgbClr val="25364A"/>
                </a:solidFill>
                <a:latin typeface="Nimbus Sans"/>
                <a:ea typeface="Nimbus Sans"/>
                <a:cs typeface="Nimbus Sans"/>
              </a:defRPr>
            </a:lvl3pPr>
            <a:lvl4pPr algn="ctr">
              <a:defRPr sz="1500" b="1">
                <a:solidFill>
                  <a:srgbClr val="25364A"/>
                </a:solidFill>
                <a:latin typeface="Nimbus Sans"/>
                <a:ea typeface="Nimbus Sans"/>
                <a:cs typeface="Nimbus Sans"/>
              </a:defRPr>
            </a:lvl4pPr>
            <a:lvl5pPr algn="ctr">
              <a:defRPr sz="1500" b="1">
                <a:solidFill>
                  <a:srgbClr val="25364A"/>
                </a:solidFill>
                <a:latin typeface="Nimbus Sans"/>
                <a:ea typeface="Nimbus Sans"/>
                <a:cs typeface="Nimbus Sans"/>
              </a:defRPr>
            </a:lvl5pPr>
            <a:lvl6pPr algn="ctr">
              <a:defRPr sz="1500" b="1">
                <a:solidFill>
                  <a:srgbClr val="25364A"/>
                </a:solidFill>
                <a:latin typeface="Nimbus Sans"/>
                <a:ea typeface="Nimbus Sans"/>
                <a:cs typeface="Nimbus Sans"/>
              </a:defRPr>
            </a:lvl6pPr>
            <a:lvl7pPr algn="ctr">
              <a:defRPr sz="1500" b="1">
                <a:solidFill>
                  <a:srgbClr val="25364A"/>
                </a:solidFill>
                <a:latin typeface="Nimbus Sans"/>
                <a:ea typeface="Nimbus Sans"/>
                <a:cs typeface="Nimbus Sans"/>
              </a:defRPr>
            </a:lvl7pPr>
            <a:lvl8pPr algn="ctr">
              <a:defRPr sz="1500" b="1">
                <a:solidFill>
                  <a:srgbClr val="25364A"/>
                </a:solidFill>
                <a:latin typeface="Nimbus Sans"/>
                <a:ea typeface="Nimbus Sans"/>
                <a:cs typeface="Nimbus Sans"/>
              </a:defRPr>
            </a:lvl8pPr>
            <a:lvl9pPr algn="ctr">
              <a:defRPr sz="1500" b="1">
                <a:solidFill>
                  <a:srgbClr val="25364A"/>
                </a:solidFill>
                <a:latin typeface="Nimbus Sans"/>
                <a:ea typeface="Nimbus Sans"/>
                <a:cs typeface="Nimbus Sans"/>
              </a:defRPr>
            </a:lvl9pPr>
          </a:lstStyle>
          <a:p>
            <a:pPr algn="ctr">
              <a:defRPr sz="1500" b="1">
                <a:solidFill>
                  <a:srgbClr val="25364A"/>
                </a:solidFill>
                <a:latin typeface="Nimbus Sans"/>
                <a:ea typeface="Nimbus Sans"/>
                <a:cs typeface="Nimbus Sans"/>
              </a:defRPr>
            </a:pPr>
            <a:r>
              <a:rPr sz="1250"/>
              <a:t>-0.4</a:t>
            </a:r>
          </a:p>
        </p:txBody>
      </p:sp>
      <p:sp>
        <p:nvSpPr>
          <p:cNvPr id="49" name="neuron-1-1">
            <a:extLst>
              <a:ext uri="{FF2B5EF4-FFF2-40B4-BE49-F238E27FC236}">
                <a16:creationId xmlns:a16="http://schemas.microsoft.com/office/drawing/2014/main" id="{A629500C-A048-41B5-9628-A45C2B734CE4}"/>
              </a:ext>
            </a:extLst>
          </p:cNvPr>
          <p:cNvSpPr>
            <a:spLocks noGrp="1"/>
          </p:cNvSpPr>
          <p:nvPr/>
        </p:nvSpPr>
        <p:spPr>
          <a:xfrm>
            <a:off x="1531937" y="3436938"/>
            <a:ext cx="428625" cy="428625"/>
          </a:xfrm>
          <a:prstGeom prst="ellipse">
            <a:avLst/>
          </a:prstGeom>
          <a:solidFill>
            <a:srgbClr val="E7E2F3"/>
          </a:solidFill>
          <a:ln w="14288">
            <a:solidFill>
              <a:srgbClr val="34495E"/>
            </a:solidFill>
            <a:prstDash val="solid"/>
          </a:ln>
        </p:spPr>
        <p:txBody>
          <a:bodyPr/>
          <a:lstStyle/>
          <a:p>
            <a:endParaRPr lang="en-US" sz="1500"/>
          </a:p>
        </p:txBody>
      </p:sp>
      <p:sp>
        <p:nvSpPr>
          <p:cNvPr id="50" name="activation-1-1">
            <a:extLst>
              <a:ext uri="{FF2B5EF4-FFF2-40B4-BE49-F238E27FC236}">
                <a16:creationId xmlns:a16="http://schemas.microsoft.com/office/drawing/2014/main" id="{FF2EC4DE-E738-4DFA-B52E-102849AB3457}"/>
              </a:ext>
            </a:extLst>
          </p:cNvPr>
          <p:cNvSpPr>
            <a:spLocks noGrp="1"/>
          </p:cNvSpPr>
          <p:nvPr/>
        </p:nvSpPr>
        <p:spPr>
          <a:xfrm>
            <a:off x="1539875" y="3516313"/>
            <a:ext cx="412750" cy="269875"/>
          </a:xfrm>
          <a:prstGeom prst="rect">
            <a:avLst/>
          </a:prstGeom>
          <a:noFill/>
          <a:ln w="0">
            <a:noFill/>
            <a:prstDash val="solid"/>
          </a:ln>
        </p:spPr>
        <p:txBody>
          <a:bodyPr wrap="none" lIns="0" tIns="0" rIns="0" bIns="0" anchor="ctr"/>
          <a:lstStyle>
            <a:defPPr algn="ctr">
              <a:defRPr sz="1500" b="1">
                <a:solidFill>
                  <a:srgbClr val="25364A"/>
                </a:solidFill>
                <a:latin typeface="Nimbus Sans"/>
                <a:ea typeface="Nimbus Sans"/>
                <a:cs typeface="Nimbus Sans"/>
              </a:defRPr>
            </a:defPPr>
            <a:lvl1pPr algn="ctr">
              <a:defRPr sz="1500" b="1">
                <a:solidFill>
                  <a:srgbClr val="25364A"/>
                </a:solidFill>
                <a:latin typeface="Nimbus Sans"/>
                <a:ea typeface="Nimbus Sans"/>
                <a:cs typeface="Nimbus Sans"/>
              </a:defRPr>
            </a:lvl1pPr>
            <a:lvl2pPr algn="ctr">
              <a:defRPr sz="1500" b="1">
                <a:solidFill>
                  <a:srgbClr val="25364A"/>
                </a:solidFill>
                <a:latin typeface="Nimbus Sans"/>
                <a:ea typeface="Nimbus Sans"/>
                <a:cs typeface="Nimbus Sans"/>
              </a:defRPr>
            </a:lvl2pPr>
            <a:lvl3pPr algn="ctr">
              <a:defRPr sz="1500" b="1">
                <a:solidFill>
                  <a:srgbClr val="25364A"/>
                </a:solidFill>
                <a:latin typeface="Nimbus Sans"/>
                <a:ea typeface="Nimbus Sans"/>
                <a:cs typeface="Nimbus Sans"/>
              </a:defRPr>
            </a:lvl3pPr>
            <a:lvl4pPr algn="ctr">
              <a:defRPr sz="1500" b="1">
                <a:solidFill>
                  <a:srgbClr val="25364A"/>
                </a:solidFill>
                <a:latin typeface="Nimbus Sans"/>
                <a:ea typeface="Nimbus Sans"/>
                <a:cs typeface="Nimbus Sans"/>
              </a:defRPr>
            </a:lvl4pPr>
            <a:lvl5pPr algn="ctr">
              <a:defRPr sz="1500" b="1">
                <a:solidFill>
                  <a:srgbClr val="25364A"/>
                </a:solidFill>
                <a:latin typeface="Nimbus Sans"/>
                <a:ea typeface="Nimbus Sans"/>
                <a:cs typeface="Nimbus Sans"/>
              </a:defRPr>
            </a:lvl5pPr>
            <a:lvl6pPr algn="ctr">
              <a:defRPr sz="1500" b="1">
                <a:solidFill>
                  <a:srgbClr val="25364A"/>
                </a:solidFill>
                <a:latin typeface="Nimbus Sans"/>
                <a:ea typeface="Nimbus Sans"/>
                <a:cs typeface="Nimbus Sans"/>
              </a:defRPr>
            </a:lvl6pPr>
            <a:lvl7pPr algn="ctr">
              <a:defRPr sz="1500" b="1">
                <a:solidFill>
                  <a:srgbClr val="25364A"/>
                </a:solidFill>
                <a:latin typeface="Nimbus Sans"/>
                <a:ea typeface="Nimbus Sans"/>
                <a:cs typeface="Nimbus Sans"/>
              </a:defRPr>
            </a:lvl7pPr>
            <a:lvl8pPr algn="ctr">
              <a:defRPr sz="1500" b="1">
                <a:solidFill>
                  <a:srgbClr val="25364A"/>
                </a:solidFill>
                <a:latin typeface="Nimbus Sans"/>
                <a:ea typeface="Nimbus Sans"/>
                <a:cs typeface="Nimbus Sans"/>
              </a:defRPr>
            </a:lvl8pPr>
            <a:lvl9pPr algn="ctr">
              <a:defRPr sz="1500" b="1">
                <a:solidFill>
                  <a:srgbClr val="25364A"/>
                </a:solidFill>
                <a:latin typeface="Nimbus Sans"/>
                <a:ea typeface="Nimbus Sans"/>
                <a:cs typeface="Nimbus Sans"/>
              </a:defRPr>
            </a:lvl9pPr>
          </a:lstStyle>
          <a:p>
            <a:pPr algn="ctr">
              <a:defRPr sz="1500" b="1">
                <a:solidFill>
                  <a:srgbClr val="25364A"/>
                </a:solidFill>
                <a:latin typeface="Nimbus Sans"/>
                <a:ea typeface="Nimbus Sans"/>
                <a:cs typeface="Nimbus Sans"/>
              </a:defRPr>
            </a:pPr>
            <a:r>
              <a:rPr sz="1250"/>
              <a:t>6.64</a:t>
            </a:r>
          </a:p>
        </p:txBody>
      </p:sp>
      <p:sp>
        <p:nvSpPr>
          <p:cNvPr id="51" name="neuron-1-2">
            <a:extLst>
              <a:ext uri="{FF2B5EF4-FFF2-40B4-BE49-F238E27FC236}">
                <a16:creationId xmlns:a16="http://schemas.microsoft.com/office/drawing/2014/main" id="{6CEB2418-DC8A-4227-A45F-97C194D7534E}"/>
              </a:ext>
            </a:extLst>
          </p:cNvPr>
          <p:cNvSpPr>
            <a:spLocks noGrp="1"/>
          </p:cNvSpPr>
          <p:nvPr/>
        </p:nvSpPr>
        <p:spPr>
          <a:xfrm>
            <a:off x="1531937" y="4310063"/>
            <a:ext cx="428625" cy="428625"/>
          </a:xfrm>
          <a:prstGeom prst="ellipse">
            <a:avLst/>
          </a:prstGeom>
          <a:solidFill>
            <a:srgbClr val="E7E2F3"/>
          </a:solidFill>
          <a:ln w="14288">
            <a:solidFill>
              <a:srgbClr val="34495E"/>
            </a:solidFill>
            <a:prstDash val="solid"/>
          </a:ln>
        </p:spPr>
        <p:txBody>
          <a:bodyPr/>
          <a:lstStyle/>
          <a:p>
            <a:endParaRPr lang="en-US" sz="1500"/>
          </a:p>
        </p:txBody>
      </p:sp>
      <p:sp>
        <p:nvSpPr>
          <p:cNvPr id="52" name="activation-1-2">
            <a:extLst>
              <a:ext uri="{FF2B5EF4-FFF2-40B4-BE49-F238E27FC236}">
                <a16:creationId xmlns:a16="http://schemas.microsoft.com/office/drawing/2014/main" id="{F43069FC-74BC-4D75-B4CF-AC212A767C1F}"/>
              </a:ext>
            </a:extLst>
          </p:cNvPr>
          <p:cNvSpPr>
            <a:spLocks noGrp="1"/>
          </p:cNvSpPr>
          <p:nvPr/>
        </p:nvSpPr>
        <p:spPr>
          <a:xfrm>
            <a:off x="1539875" y="4389438"/>
            <a:ext cx="412750" cy="269875"/>
          </a:xfrm>
          <a:prstGeom prst="rect">
            <a:avLst/>
          </a:prstGeom>
          <a:noFill/>
          <a:ln w="0">
            <a:noFill/>
            <a:prstDash val="solid"/>
          </a:ln>
        </p:spPr>
        <p:txBody>
          <a:bodyPr wrap="none" lIns="0" tIns="0" rIns="0" bIns="0" anchor="ctr"/>
          <a:lstStyle>
            <a:defPPr algn="ctr">
              <a:defRPr sz="1500" b="1">
                <a:solidFill>
                  <a:srgbClr val="25364A"/>
                </a:solidFill>
                <a:latin typeface="Nimbus Sans"/>
                <a:ea typeface="Nimbus Sans"/>
                <a:cs typeface="Nimbus Sans"/>
              </a:defRPr>
            </a:defPPr>
            <a:lvl1pPr algn="ctr">
              <a:defRPr sz="1500" b="1">
                <a:solidFill>
                  <a:srgbClr val="25364A"/>
                </a:solidFill>
                <a:latin typeface="Nimbus Sans"/>
                <a:ea typeface="Nimbus Sans"/>
                <a:cs typeface="Nimbus Sans"/>
              </a:defRPr>
            </a:lvl1pPr>
            <a:lvl2pPr algn="ctr">
              <a:defRPr sz="1500" b="1">
                <a:solidFill>
                  <a:srgbClr val="25364A"/>
                </a:solidFill>
                <a:latin typeface="Nimbus Sans"/>
                <a:ea typeface="Nimbus Sans"/>
                <a:cs typeface="Nimbus Sans"/>
              </a:defRPr>
            </a:lvl2pPr>
            <a:lvl3pPr algn="ctr">
              <a:defRPr sz="1500" b="1">
                <a:solidFill>
                  <a:srgbClr val="25364A"/>
                </a:solidFill>
                <a:latin typeface="Nimbus Sans"/>
                <a:ea typeface="Nimbus Sans"/>
                <a:cs typeface="Nimbus Sans"/>
              </a:defRPr>
            </a:lvl3pPr>
            <a:lvl4pPr algn="ctr">
              <a:defRPr sz="1500" b="1">
                <a:solidFill>
                  <a:srgbClr val="25364A"/>
                </a:solidFill>
                <a:latin typeface="Nimbus Sans"/>
                <a:ea typeface="Nimbus Sans"/>
                <a:cs typeface="Nimbus Sans"/>
              </a:defRPr>
            </a:lvl4pPr>
            <a:lvl5pPr algn="ctr">
              <a:defRPr sz="1500" b="1">
                <a:solidFill>
                  <a:srgbClr val="25364A"/>
                </a:solidFill>
                <a:latin typeface="Nimbus Sans"/>
                <a:ea typeface="Nimbus Sans"/>
                <a:cs typeface="Nimbus Sans"/>
              </a:defRPr>
            </a:lvl5pPr>
            <a:lvl6pPr algn="ctr">
              <a:defRPr sz="1500" b="1">
                <a:solidFill>
                  <a:srgbClr val="25364A"/>
                </a:solidFill>
                <a:latin typeface="Nimbus Sans"/>
                <a:ea typeface="Nimbus Sans"/>
                <a:cs typeface="Nimbus Sans"/>
              </a:defRPr>
            </a:lvl6pPr>
            <a:lvl7pPr algn="ctr">
              <a:defRPr sz="1500" b="1">
                <a:solidFill>
                  <a:srgbClr val="25364A"/>
                </a:solidFill>
                <a:latin typeface="Nimbus Sans"/>
                <a:ea typeface="Nimbus Sans"/>
                <a:cs typeface="Nimbus Sans"/>
              </a:defRPr>
            </a:lvl7pPr>
            <a:lvl8pPr algn="ctr">
              <a:defRPr sz="1500" b="1">
                <a:solidFill>
                  <a:srgbClr val="25364A"/>
                </a:solidFill>
                <a:latin typeface="Nimbus Sans"/>
                <a:ea typeface="Nimbus Sans"/>
                <a:cs typeface="Nimbus Sans"/>
              </a:defRPr>
            </a:lvl8pPr>
            <a:lvl9pPr algn="ctr">
              <a:defRPr sz="1500" b="1">
                <a:solidFill>
                  <a:srgbClr val="25364A"/>
                </a:solidFill>
                <a:latin typeface="Nimbus Sans"/>
                <a:ea typeface="Nimbus Sans"/>
                <a:cs typeface="Nimbus Sans"/>
              </a:defRPr>
            </a:lvl9pPr>
          </a:lstStyle>
          <a:p>
            <a:pPr algn="ctr">
              <a:defRPr sz="1500" b="1">
                <a:solidFill>
                  <a:srgbClr val="25364A"/>
                </a:solidFill>
                <a:latin typeface="Nimbus Sans"/>
                <a:ea typeface="Nimbus Sans"/>
                <a:cs typeface="Nimbus Sans"/>
              </a:defRPr>
            </a:pPr>
            <a:r>
              <a:rPr sz="1250"/>
              <a:t>2.72</a:t>
            </a:r>
          </a:p>
        </p:txBody>
      </p:sp>
      <p:sp>
        <p:nvSpPr>
          <p:cNvPr id="53" name="neuron-2-0">
            <a:extLst>
              <a:ext uri="{FF2B5EF4-FFF2-40B4-BE49-F238E27FC236}">
                <a16:creationId xmlns:a16="http://schemas.microsoft.com/office/drawing/2014/main" id="{D7602DE2-C2DD-4969-8F92-8ED066523069}"/>
              </a:ext>
            </a:extLst>
          </p:cNvPr>
          <p:cNvSpPr>
            <a:spLocks noGrp="1"/>
          </p:cNvSpPr>
          <p:nvPr/>
        </p:nvSpPr>
        <p:spPr>
          <a:xfrm>
            <a:off x="2524125" y="3000375"/>
            <a:ext cx="428625" cy="428625"/>
          </a:xfrm>
          <a:prstGeom prst="ellipse">
            <a:avLst/>
          </a:prstGeom>
          <a:solidFill>
            <a:srgbClr val="E7E2F3"/>
          </a:solidFill>
          <a:ln w="14288">
            <a:solidFill>
              <a:srgbClr val="34495E"/>
            </a:solidFill>
            <a:prstDash val="solid"/>
          </a:ln>
        </p:spPr>
        <p:txBody>
          <a:bodyPr/>
          <a:lstStyle/>
          <a:p>
            <a:endParaRPr lang="en-US" sz="1500"/>
          </a:p>
        </p:txBody>
      </p:sp>
      <p:sp>
        <p:nvSpPr>
          <p:cNvPr id="54" name="activation-2-0">
            <a:extLst>
              <a:ext uri="{FF2B5EF4-FFF2-40B4-BE49-F238E27FC236}">
                <a16:creationId xmlns:a16="http://schemas.microsoft.com/office/drawing/2014/main" id="{74CCC26C-3E50-4376-8931-AC3F75B4ACBD}"/>
              </a:ext>
            </a:extLst>
          </p:cNvPr>
          <p:cNvSpPr>
            <a:spLocks noGrp="1"/>
          </p:cNvSpPr>
          <p:nvPr/>
        </p:nvSpPr>
        <p:spPr>
          <a:xfrm>
            <a:off x="2532063" y="3079750"/>
            <a:ext cx="412750" cy="269875"/>
          </a:xfrm>
          <a:prstGeom prst="rect">
            <a:avLst/>
          </a:prstGeom>
          <a:noFill/>
          <a:ln w="0">
            <a:noFill/>
            <a:prstDash val="solid"/>
          </a:ln>
        </p:spPr>
        <p:txBody>
          <a:bodyPr wrap="none" lIns="0" tIns="0" rIns="0" bIns="0" anchor="ctr"/>
          <a:lstStyle>
            <a:defPPr algn="ctr">
              <a:defRPr sz="1500" b="1">
                <a:solidFill>
                  <a:srgbClr val="25364A"/>
                </a:solidFill>
                <a:latin typeface="Nimbus Sans"/>
                <a:ea typeface="Nimbus Sans"/>
                <a:cs typeface="Nimbus Sans"/>
              </a:defRPr>
            </a:defPPr>
            <a:lvl1pPr algn="ctr">
              <a:defRPr sz="1500" b="1">
                <a:solidFill>
                  <a:srgbClr val="25364A"/>
                </a:solidFill>
                <a:latin typeface="Nimbus Sans"/>
                <a:ea typeface="Nimbus Sans"/>
                <a:cs typeface="Nimbus Sans"/>
              </a:defRPr>
            </a:lvl1pPr>
            <a:lvl2pPr algn="ctr">
              <a:defRPr sz="1500" b="1">
                <a:solidFill>
                  <a:srgbClr val="25364A"/>
                </a:solidFill>
                <a:latin typeface="Nimbus Sans"/>
                <a:ea typeface="Nimbus Sans"/>
                <a:cs typeface="Nimbus Sans"/>
              </a:defRPr>
            </a:lvl2pPr>
            <a:lvl3pPr algn="ctr">
              <a:defRPr sz="1500" b="1">
                <a:solidFill>
                  <a:srgbClr val="25364A"/>
                </a:solidFill>
                <a:latin typeface="Nimbus Sans"/>
                <a:ea typeface="Nimbus Sans"/>
                <a:cs typeface="Nimbus Sans"/>
              </a:defRPr>
            </a:lvl3pPr>
            <a:lvl4pPr algn="ctr">
              <a:defRPr sz="1500" b="1">
                <a:solidFill>
                  <a:srgbClr val="25364A"/>
                </a:solidFill>
                <a:latin typeface="Nimbus Sans"/>
                <a:ea typeface="Nimbus Sans"/>
                <a:cs typeface="Nimbus Sans"/>
              </a:defRPr>
            </a:lvl4pPr>
            <a:lvl5pPr algn="ctr">
              <a:defRPr sz="1500" b="1">
                <a:solidFill>
                  <a:srgbClr val="25364A"/>
                </a:solidFill>
                <a:latin typeface="Nimbus Sans"/>
                <a:ea typeface="Nimbus Sans"/>
                <a:cs typeface="Nimbus Sans"/>
              </a:defRPr>
            </a:lvl5pPr>
            <a:lvl6pPr algn="ctr">
              <a:defRPr sz="1500" b="1">
                <a:solidFill>
                  <a:srgbClr val="25364A"/>
                </a:solidFill>
                <a:latin typeface="Nimbus Sans"/>
                <a:ea typeface="Nimbus Sans"/>
                <a:cs typeface="Nimbus Sans"/>
              </a:defRPr>
            </a:lvl6pPr>
            <a:lvl7pPr algn="ctr">
              <a:defRPr sz="1500" b="1">
                <a:solidFill>
                  <a:srgbClr val="25364A"/>
                </a:solidFill>
                <a:latin typeface="Nimbus Sans"/>
                <a:ea typeface="Nimbus Sans"/>
                <a:cs typeface="Nimbus Sans"/>
              </a:defRPr>
            </a:lvl7pPr>
            <a:lvl8pPr algn="ctr">
              <a:defRPr sz="1500" b="1">
                <a:solidFill>
                  <a:srgbClr val="25364A"/>
                </a:solidFill>
                <a:latin typeface="Nimbus Sans"/>
                <a:ea typeface="Nimbus Sans"/>
                <a:cs typeface="Nimbus Sans"/>
              </a:defRPr>
            </a:lvl8pPr>
            <a:lvl9pPr algn="ctr">
              <a:defRPr sz="1500" b="1">
                <a:solidFill>
                  <a:srgbClr val="25364A"/>
                </a:solidFill>
                <a:latin typeface="Nimbus Sans"/>
                <a:ea typeface="Nimbus Sans"/>
                <a:cs typeface="Nimbus Sans"/>
              </a:defRPr>
            </a:lvl9pPr>
          </a:lstStyle>
          <a:p>
            <a:pPr algn="ctr">
              <a:defRPr sz="1500" b="1">
                <a:solidFill>
                  <a:srgbClr val="25364A"/>
                </a:solidFill>
                <a:latin typeface="Nimbus Sans"/>
                <a:ea typeface="Nimbus Sans"/>
                <a:cs typeface="Nimbus Sans"/>
              </a:defRPr>
            </a:pPr>
            <a:r>
              <a:rPr sz="1250"/>
              <a:t>5.5</a:t>
            </a:r>
          </a:p>
        </p:txBody>
      </p:sp>
      <p:sp>
        <p:nvSpPr>
          <p:cNvPr id="55" name="neuron-2-1">
            <a:extLst>
              <a:ext uri="{FF2B5EF4-FFF2-40B4-BE49-F238E27FC236}">
                <a16:creationId xmlns:a16="http://schemas.microsoft.com/office/drawing/2014/main" id="{D9986BBD-09C9-4AE4-BA3D-35B1E8599A07}"/>
              </a:ext>
            </a:extLst>
          </p:cNvPr>
          <p:cNvSpPr>
            <a:spLocks noGrp="1"/>
          </p:cNvSpPr>
          <p:nvPr/>
        </p:nvSpPr>
        <p:spPr>
          <a:xfrm>
            <a:off x="2524125" y="3873500"/>
            <a:ext cx="428625" cy="428625"/>
          </a:xfrm>
          <a:prstGeom prst="ellipse">
            <a:avLst/>
          </a:prstGeom>
          <a:solidFill>
            <a:srgbClr val="E7E2F3"/>
          </a:solidFill>
          <a:ln w="14288">
            <a:solidFill>
              <a:srgbClr val="34495E"/>
            </a:solidFill>
            <a:prstDash val="solid"/>
          </a:ln>
        </p:spPr>
        <p:txBody>
          <a:bodyPr/>
          <a:lstStyle/>
          <a:p>
            <a:endParaRPr lang="en-US" sz="1500"/>
          </a:p>
        </p:txBody>
      </p:sp>
      <p:sp>
        <p:nvSpPr>
          <p:cNvPr id="56" name="activation-2-1">
            <a:extLst>
              <a:ext uri="{FF2B5EF4-FFF2-40B4-BE49-F238E27FC236}">
                <a16:creationId xmlns:a16="http://schemas.microsoft.com/office/drawing/2014/main" id="{50AD9C01-ECD5-43DB-B816-65A69E837E40}"/>
              </a:ext>
            </a:extLst>
          </p:cNvPr>
          <p:cNvSpPr>
            <a:spLocks noGrp="1"/>
          </p:cNvSpPr>
          <p:nvPr/>
        </p:nvSpPr>
        <p:spPr>
          <a:xfrm>
            <a:off x="2532063" y="3952875"/>
            <a:ext cx="412750" cy="269875"/>
          </a:xfrm>
          <a:prstGeom prst="rect">
            <a:avLst/>
          </a:prstGeom>
          <a:noFill/>
          <a:ln w="0">
            <a:noFill/>
            <a:prstDash val="solid"/>
          </a:ln>
        </p:spPr>
        <p:txBody>
          <a:bodyPr wrap="none" lIns="0" tIns="0" rIns="0" bIns="0" anchor="ctr"/>
          <a:lstStyle>
            <a:defPPr algn="ctr">
              <a:defRPr sz="1500" b="1">
                <a:solidFill>
                  <a:srgbClr val="25364A"/>
                </a:solidFill>
                <a:latin typeface="Nimbus Sans"/>
                <a:ea typeface="Nimbus Sans"/>
                <a:cs typeface="Nimbus Sans"/>
              </a:defRPr>
            </a:defPPr>
            <a:lvl1pPr algn="ctr">
              <a:defRPr sz="1500" b="1">
                <a:solidFill>
                  <a:srgbClr val="25364A"/>
                </a:solidFill>
                <a:latin typeface="Nimbus Sans"/>
                <a:ea typeface="Nimbus Sans"/>
                <a:cs typeface="Nimbus Sans"/>
              </a:defRPr>
            </a:lvl1pPr>
            <a:lvl2pPr algn="ctr">
              <a:defRPr sz="1500" b="1">
                <a:solidFill>
                  <a:srgbClr val="25364A"/>
                </a:solidFill>
                <a:latin typeface="Nimbus Sans"/>
                <a:ea typeface="Nimbus Sans"/>
                <a:cs typeface="Nimbus Sans"/>
              </a:defRPr>
            </a:lvl2pPr>
            <a:lvl3pPr algn="ctr">
              <a:defRPr sz="1500" b="1">
                <a:solidFill>
                  <a:srgbClr val="25364A"/>
                </a:solidFill>
                <a:latin typeface="Nimbus Sans"/>
                <a:ea typeface="Nimbus Sans"/>
                <a:cs typeface="Nimbus Sans"/>
              </a:defRPr>
            </a:lvl3pPr>
            <a:lvl4pPr algn="ctr">
              <a:defRPr sz="1500" b="1">
                <a:solidFill>
                  <a:srgbClr val="25364A"/>
                </a:solidFill>
                <a:latin typeface="Nimbus Sans"/>
                <a:ea typeface="Nimbus Sans"/>
                <a:cs typeface="Nimbus Sans"/>
              </a:defRPr>
            </a:lvl4pPr>
            <a:lvl5pPr algn="ctr">
              <a:defRPr sz="1500" b="1">
                <a:solidFill>
                  <a:srgbClr val="25364A"/>
                </a:solidFill>
                <a:latin typeface="Nimbus Sans"/>
                <a:ea typeface="Nimbus Sans"/>
                <a:cs typeface="Nimbus Sans"/>
              </a:defRPr>
            </a:lvl5pPr>
            <a:lvl6pPr algn="ctr">
              <a:defRPr sz="1500" b="1">
                <a:solidFill>
                  <a:srgbClr val="25364A"/>
                </a:solidFill>
                <a:latin typeface="Nimbus Sans"/>
                <a:ea typeface="Nimbus Sans"/>
                <a:cs typeface="Nimbus Sans"/>
              </a:defRPr>
            </a:lvl6pPr>
            <a:lvl7pPr algn="ctr">
              <a:defRPr sz="1500" b="1">
                <a:solidFill>
                  <a:srgbClr val="25364A"/>
                </a:solidFill>
                <a:latin typeface="Nimbus Sans"/>
                <a:ea typeface="Nimbus Sans"/>
                <a:cs typeface="Nimbus Sans"/>
              </a:defRPr>
            </a:lvl7pPr>
            <a:lvl8pPr algn="ctr">
              <a:defRPr sz="1500" b="1">
                <a:solidFill>
                  <a:srgbClr val="25364A"/>
                </a:solidFill>
                <a:latin typeface="Nimbus Sans"/>
                <a:ea typeface="Nimbus Sans"/>
                <a:cs typeface="Nimbus Sans"/>
              </a:defRPr>
            </a:lvl8pPr>
            <a:lvl9pPr algn="ctr">
              <a:defRPr sz="1500" b="1">
                <a:solidFill>
                  <a:srgbClr val="25364A"/>
                </a:solidFill>
                <a:latin typeface="Nimbus Sans"/>
                <a:ea typeface="Nimbus Sans"/>
                <a:cs typeface="Nimbus Sans"/>
              </a:defRPr>
            </a:lvl9pPr>
          </a:lstStyle>
          <a:p>
            <a:pPr algn="ctr">
              <a:defRPr sz="1500" b="1">
                <a:solidFill>
                  <a:srgbClr val="25364A"/>
                </a:solidFill>
                <a:latin typeface="Nimbus Sans"/>
                <a:ea typeface="Nimbus Sans"/>
                <a:cs typeface="Nimbus Sans"/>
              </a:defRPr>
            </a:pPr>
            <a:r>
              <a:rPr sz="1250"/>
              <a:t>-5.93</a:t>
            </a:r>
          </a:p>
        </p:txBody>
      </p:sp>
      <p:sp>
        <p:nvSpPr>
          <p:cNvPr id="57" name="neuron-3-0">
            <a:extLst>
              <a:ext uri="{FF2B5EF4-FFF2-40B4-BE49-F238E27FC236}">
                <a16:creationId xmlns:a16="http://schemas.microsoft.com/office/drawing/2014/main" id="{AE0F6EFD-40A5-4F65-BCBE-AAF5A40006DF}"/>
              </a:ext>
            </a:extLst>
          </p:cNvPr>
          <p:cNvSpPr>
            <a:spLocks noGrp="1"/>
          </p:cNvSpPr>
          <p:nvPr/>
        </p:nvSpPr>
        <p:spPr>
          <a:xfrm>
            <a:off x="3516313" y="2325688"/>
            <a:ext cx="428625" cy="428625"/>
          </a:xfrm>
          <a:prstGeom prst="ellipse">
            <a:avLst/>
          </a:prstGeom>
          <a:solidFill>
            <a:srgbClr val="E7E2F3"/>
          </a:solidFill>
          <a:ln w="14288">
            <a:solidFill>
              <a:srgbClr val="34495E"/>
            </a:solidFill>
            <a:prstDash val="solid"/>
          </a:ln>
        </p:spPr>
        <p:txBody>
          <a:bodyPr/>
          <a:lstStyle/>
          <a:p>
            <a:endParaRPr lang="en-US" sz="1500"/>
          </a:p>
        </p:txBody>
      </p:sp>
      <p:sp>
        <p:nvSpPr>
          <p:cNvPr id="58" name="activation-3-0">
            <a:extLst>
              <a:ext uri="{FF2B5EF4-FFF2-40B4-BE49-F238E27FC236}">
                <a16:creationId xmlns:a16="http://schemas.microsoft.com/office/drawing/2014/main" id="{6A496D2A-FE59-4782-8B89-57E60901DF37}"/>
              </a:ext>
            </a:extLst>
          </p:cNvPr>
          <p:cNvSpPr>
            <a:spLocks noGrp="1"/>
          </p:cNvSpPr>
          <p:nvPr/>
        </p:nvSpPr>
        <p:spPr>
          <a:xfrm>
            <a:off x="3524250" y="2405063"/>
            <a:ext cx="412750" cy="269875"/>
          </a:xfrm>
          <a:prstGeom prst="rect">
            <a:avLst/>
          </a:prstGeom>
          <a:noFill/>
          <a:ln w="0">
            <a:noFill/>
            <a:prstDash val="solid"/>
          </a:ln>
        </p:spPr>
        <p:txBody>
          <a:bodyPr wrap="none" lIns="0" tIns="0" rIns="0" bIns="0" anchor="ctr"/>
          <a:lstStyle>
            <a:defPPr algn="ctr">
              <a:defRPr sz="1500" b="1">
                <a:solidFill>
                  <a:srgbClr val="25364A"/>
                </a:solidFill>
                <a:latin typeface="Nimbus Sans"/>
                <a:ea typeface="Nimbus Sans"/>
                <a:cs typeface="Nimbus Sans"/>
              </a:defRPr>
            </a:defPPr>
            <a:lvl1pPr algn="ctr">
              <a:defRPr sz="1500" b="1">
                <a:solidFill>
                  <a:srgbClr val="25364A"/>
                </a:solidFill>
                <a:latin typeface="Nimbus Sans"/>
                <a:ea typeface="Nimbus Sans"/>
                <a:cs typeface="Nimbus Sans"/>
              </a:defRPr>
            </a:lvl1pPr>
            <a:lvl2pPr algn="ctr">
              <a:defRPr sz="1500" b="1">
                <a:solidFill>
                  <a:srgbClr val="25364A"/>
                </a:solidFill>
                <a:latin typeface="Nimbus Sans"/>
                <a:ea typeface="Nimbus Sans"/>
                <a:cs typeface="Nimbus Sans"/>
              </a:defRPr>
            </a:lvl2pPr>
            <a:lvl3pPr algn="ctr">
              <a:defRPr sz="1500" b="1">
                <a:solidFill>
                  <a:srgbClr val="25364A"/>
                </a:solidFill>
                <a:latin typeface="Nimbus Sans"/>
                <a:ea typeface="Nimbus Sans"/>
                <a:cs typeface="Nimbus Sans"/>
              </a:defRPr>
            </a:lvl3pPr>
            <a:lvl4pPr algn="ctr">
              <a:defRPr sz="1500" b="1">
                <a:solidFill>
                  <a:srgbClr val="25364A"/>
                </a:solidFill>
                <a:latin typeface="Nimbus Sans"/>
                <a:ea typeface="Nimbus Sans"/>
                <a:cs typeface="Nimbus Sans"/>
              </a:defRPr>
            </a:lvl4pPr>
            <a:lvl5pPr algn="ctr">
              <a:defRPr sz="1500" b="1">
                <a:solidFill>
                  <a:srgbClr val="25364A"/>
                </a:solidFill>
                <a:latin typeface="Nimbus Sans"/>
                <a:ea typeface="Nimbus Sans"/>
                <a:cs typeface="Nimbus Sans"/>
              </a:defRPr>
            </a:lvl5pPr>
            <a:lvl6pPr algn="ctr">
              <a:defRPr sz="1500" b="1">
                <a:solidFill>
                  <a:srgbClr val="25364A"/>
                </a:solidFill>
                <a:latin typeface="Nimbus Sans"/>
                <a:ea typeface="Nimbus Sans"/>
                <a:cs typeface="Nimbus Sans"/>
              </a:defRPr>
            </a:lvl6pPr>
            <a:lvl7pPr algn="ctr">
              <a:defRPr sz="1500" b="1">
                <a:solidFill>
                  <a:srgbClr val="25364A"/>
                </a:solidFill>
                <a:latin typeface="Nimbus Sans"/>
                <a:ea typeface="Nimbus Sans"/>
                <a:cs typeface="Nimbus Sans"/>
              </a:defRPr>
            </a:lvl7pPr>
            <a:lvl8pPr algn="ctr">
              <a:defRPr sz="1500" b="1">
                <a:solidFill>
                  <a:srgbClr val="25364A"/>
                </a:solidFill>
                <a:latin typeface="Nimbus Sans"/>
                <a:ea typeface="Nimbus Sans"/>
                <a:cs typeface="Nimbus Sans"/>
              </a:defRPr>
            </a:lvl8pPr>
            <a:lvl9pPr algn="ctr">
              <a:defRPr sz="1500" b="1">
                <a:solidFill>
                  <a:srgbClr val="25364A"/>
                </a:solidFill>
                <a:latin typeface="Nimbus Sans"/>
                <a:ea typeface="Nimbus Sans"/>
                <a:cs typeface="Nimbus Sans"/>
              </a:defRPr>
            </a:lvl9pPr>
          </a:lstStyle>
          <a:p>
            <a:pPr algn="ctr">
              <a:defRPr sz="1500" b="1">
                <a:solidFill>
                  <a:srgbClr val="25364A"/>
                </a:solidFill>
                <a:latin typeface="Nimbus Sans"/>
                <a:ea typeface="Nimbus Sans"/>
                <a:cs typeface="Nimbus Sans"/>
              </a:defRPr>
            </a:pPr>
            <a:r>
              <a:rPr sz="1250"/>
              <a:t>1.57</a:t>
            </a:r>
          </a:p>
        </p:txBody>
      </p:sp>
      <p:sp>
        <p:nvSpPr>
          <p:cNvPr id="59" name="neuron-3-1">
            <a:extLst>
              <a:ext uri="{FF2B5EF4-FFF2-40B4-BE49-F238E27FC236}">
                <a16:creationId xmlns:a16="http://schemas.microsoft.com/office/drawing/2014/main" id="{59F46D50-A865-483C-9EA0-43B482CC51F9}"/>
              </a:ext>
            </a:extLst>
          </p:cNvPr>
          <p:cNvSpPr>
            <a:spLocks noGrp="1"/>
          </p:cNvSpPr>
          <p:nvPr/>
        </p:nvSpPr>
        <p:spPr>
          <a:xfrm>
            <a:off x="3516313" y="3079750"/>
            <a:ext cx="428625" cy="428625"/>
          </a:xfrm>
          <a:prstGeom prst="ellipse">
            <a:avLst/>
          </a:prstGeom>
          <a:solidFill>
            <a:srgbClr val="E7E2F3"/>
          </a:solidFill>
          <a:ln w="14288">
            <a:solidFill>
              <a:srgbClr val="34495E"/>
            </a:solidFill>
            <a:prstDash val="solid"/>
          </a:ln>
        </p:spPr>
        <p:txBody>
          <a:bodyPr/>
          <a:lstStyle/>
          <a:p>
            <a:endParaRPr lang="en-US" sz="1500"/>
          </a:p>
        </p:txBody>
      </p:sp>
      <p:sp>
        <p:nvSpPr>
          <p:cNvPr id="60" name="activation-3-1">
            <a:extLst>
              <a:ext uri="{FF2B5EF4-FFF2-40B4-BE49-F238E27FC236}">
                <a16:creationId xmlns:a16="http://schemas.microsoft.com/office/drawing/2014/main" id="{38EFE7BD-7A36-40B4-AD9E-CBADC85A9FFB}"/>
              </a:ext>
            </a:extLst>
          </p:cNvPr>
          <p:cNvSpPr>
            <a:spLocks noGrp="1"/>
          </p:cNvSpPr>
          <p:nvPr/>
        </p:nvSpPr>
        <p:spPr>
          <a:xfrm>
            <a:off x="3524250" y="3159125"/>
            <a:ext cx="412750" cy="269875"/>
          </a:xfrm>
          <a:prstGeom prst="rect">
            <a:avLst/>
          </a:prstGeom>
          <a:noFill/>
          <a:ln w="0">
            <a:noFill/>
            <a:prstDash val="solid"/>
          </a:ln>
        </p:spPr>
        <p:txBody>
          <a:bodyPr wrap="none" lIns="0" tIns="0" rIns="0" bIns="0" anchor="ctr"/>
          <a:lstStyle>
            <a:defPPr algn="ctr">
              <a:defRPr sz="1500" b="1">
                <a:solidFill>
                  <a:srgbClr val="25364A"/>
                </a:solidFill>
                <a:latin typeface="Nimbus Sans"/>
                <a:ea typeface="Nimbus Sans"/>
                <a:cs typeface="Nimbus Sans"/>
              </a:defRPr>
            </a:defPPr>
            <a:lvl1pPr algn="ctr">
              <a:defRPr sz="1500" b="1">
                <a:solidFill>
                  <a:srgbClr val="25364A"/>
                </a:solidFill>
                <a:latin typeface="Nimbus Sans"/>
                <a:ea typeface="Nimbus Sans"/>
                <a:cs typeface="Nimbus Sans"/>
              </a:defRPr>
            </a:lvl1pPr>
            <a:lvl2pPr algn="ctr">
              <a:defRPr sz="1500" b="1">
                <a:solidFill>
                  <a:srgbClr val="25364A"/>
                </a:solidFill>
                <a:latin typeface="Nimbus Sans"/>
                <a:ea typeface="Nimbus Sans"/>
                <a:cs typeface="Nimbus Sans"/>
              </a:defRPr>
            </a:lvl2pPr>
            <a:lvl3pPr algn="ctr">
              <a:defRPr sz="1500" b="1">
                <a:solidFill>
                  <a:srgbClr val="25364A"/>
                </a:solidFill>
                <a:latin typeface="Nimbus Sans"/>
                <a:ea typeface="Nimbus Sans"/>
                <a:cs typeface="Nimbus Sans"/>
              </a:defRPr>
            </a:lvl3pPr>
            <a:lvl4pPr algn="ctr">
              <a:defRPr sz="1500" b="1">
                <a:solidFill>
                  <a:srgbClr val="25364A"/>
                </a:solidFill>
                <a:latin typeface="Nimbus Sans"/>
                <a:ea typeface="Nimbus Sans"/>
                <a:cs typeface="Nimbus Sans"/>
              </a:defRPr>
            </a:lvl4pPr>
            <a:lvl5pPr algn="ctr">
              <a:defRPr sz="1500" b="1">
                <a:solidFill>
                  <a:srgbClr val="25364A"/>
                </a:solidFill>
                <a:latin typeface="Nimbus Sans"/>
                <a:ea typeface="Nimbus Sans"/>
                <a:cs typeface="Nimbus Sans"/>
              </a:defRPr>
            </a:lvl5pPr>
            <a:lvl6pPr algn="ctr">
              <a:defRPr sz="1500" b="1">
                <a:solidFill>
                  <a:srgbClr val="25364A"/>
                </a:solidFill>
                <a:latin typeface="Nimbus Sans"/>
                <a:ea typeface="Nimbus Sans"/>
                <a:cs typeface="Nimbus Sans"/>
              </a:defRPr>
            </a:lvl6pPr>
            <a:lvl7pPr algn="ctr">
              <a:defRPr sz="1500" b="1">
                <a:solidFill>
                  <a:srgbClr val="25364A"/>
                </a:solidFill>
                <a:latin typeface="Nimbus Sans"/>
                <a:ea typeface="Nimbus Sans"/>
                <a:cs typeface="Nimbus Sans"/>
              </a:defRPr>
            </a:lvl7pPr>
            <a:lvl8pPr algn="ctr">
              <a:defRPr sz="1500" b="1">
                <a:solidFill>
                  <a:srgbClr val="25364A"/>
                </a:solidFill>
                <a:latin typeface="Nimbus Sans"/>
                <a:ea typeface="Nimbus Sans"/>
                <a:cs typeface="Nimbus Sans"/>
              </a:defRPr>
            </a:lvl8pPr>
            <a:lvl9pPr algn="ctr">
              <a:defRPr sz="1500" b="1">
                <a:solidFill>
                  <a:srgbClr val="25364A"/>
                </a:solidFill>
                <a:latin typeface="Nimbus Sans"/>
                <a:ea typeface="Nimbus Sans"/>
                <a:cs typeface="Nimbus Sans"/>
              </a:defRPr>
            </a:lvl9pPr>
          </a:lstStyle>
          <a:p>
            <a:pPr algn="ctr">
              <a:defRPr sz="1500" b="1">
                <a:solidFill>
                  <a:srgbClr val="25364A"/>
                </a:solidFill>
                <a:latin typeface="Nimbus Sans"/>
                <a:ea typeface="Nimbus Sans"/>
                <a:cs typeface="Nimbus Sans"/>
              </a:defRPr>
            </a:pPr>
            <a:r>
              <a:rPr sz="1250"/>
              <a:t>-1.95</a:t>
            </a:r>
          </a:p>
        </p:txBody>
      </p:sp>
      <p:sp>
        <p:nvSpPr>
          <p:cNvPr id="61" name="neuron-3-2">
            <a:extLst>
              <a:ext uri="{FF2B5EF4-FFF2-40B4-BE49-F238E27FC236}">
                <a16:creationId xmlns:a16="http://schemas.microsoft.com/office/drawing/2014/main" id="{D697CF84-D90E-4385-83A4-E68BD7470CDE}"/>
              </a:ext>
            </a:extLst>
          </p:cNvPr>
          <p:cNvSpPr>
            <a:spLocks noGrp="1"/>
          </p:cNvSpPr>
          <p:nvPr/>
        </p:nvSpPr>
        <p:spPr>
          <a:xfrm>
            <a:off x="3516313" y="3833813"/>
            <a:ext cx="428625" cy="428625"/>
          </a:xfrm>
          <a:prstGeom prst="ellipse">
            <a:avLst/>
          </a:prstGeom>
          <a:solidFill>
            <a:srgbClr val="E7E2F3"/>
          </a:solidFill>
          <a:ln w="14288">
            <a:solidFill>
              <a:srgbClr val="34495E"/>
            </a:solidFill>
            <a:prstDash val="solid"/>
          </a:ln>
        </p:spPr>
        <p:txBody>
          <a:bodyPr/>
          <a:lstStyle/>
          <a:p>
            <a:endParaRPr lang="en-US" sz="1500"/>
          </a:p>
        </p:txBody>
      </p:sp>
      <p:sp>
        <p:nvSpPr>
          <p:cNvPr id="62" name="activation-3-2">
            <a:extLst>
              <a:ext uri="{FF2B5EF4-FFF2-40B4-BE49-F238E27FC236}">
                <a16:creationId xmlns:a16="http://schemas.microsoft.com/office/drawing/2014/main" id="{78FB39FF-9F11-4A81-8FD5-A0D987EEC7E6}"/>
              </a:ext>
            </a:extLst>
          </p:cNvPr>
          <p:cNvSpPr>
            <a:spLocks noGrp="1"/>
          </p:cNvSpPr>
          <p:nvPr/>
        </p:nvSpPr>
        <p:spPr>
          <a:xfrm>
            <a:off x="3524250" y="3913188"/>
            <a:ext cx="412750" cy="269875"/>
          </a:xfrm>
          <a:prstGeom prst="rect">
            <a:avLst/>
          </a:prstGeom>
          <a:noFill/>
          <a:ln w="0">
            <a:noFill/>
            <a:prstDash val="solid"/>
          </a:ln>
        </p:spPr>
        <p:txBody>
          <a:bodyPr wrap="none" lIns="0" tIns="0" rIns="0" bIns="0" anchor="ctr"/>
          <a:lstStyle>
            <a:defPPr algn="ctr">
              <a:defRPr sz="1500" b="1">
                <a:solidFill>
                  <a:srgbClr val="25364A"/>
                </a:solidFill>
                <a:latin typeface="Nimbus Sans"/>
                <a:ea typeface="Nimbus Sans"/>
                <a:cs typeface="Nimbus Sans"/>
              </a:defRPr>
            </a:defPPr>
            <a:lvl1pPr algn="ctr">
              <a:defRPr sz="1500" b="1">
                <a:solidFill>
                  <a:srgbClr val="25364A"/>
                </a:solidFill>
                <a:latin typeface="Nimbus Sans"/>
                <a:ea typeface="Nimbus Sans"/>
                <a:cs typeface="Nimbus Sans"/>
              </a:defRPr>
            </a:lvl1pPr>
            <a:lvl2pPr algn="ctr">
              <a:defRPr sz="1500" b="1">
                <a:solidFill>
                  <a:srgbClr val="25364A"/>
                </a:solidFill>
                <a:latin typeface="Nimbus Sans"/>
                <a:ea typeface="Nimbus Sans"/>
                <a:cs typeface="Nimbus Sans"/>
              </a:defRPr>
            </a:lvl2pPr>
            <a:lvl3pPr algn="ctr">
              <a:defRPr sz="1500" b="1">
                <a:solidFill>
                  <a:srgbClr val="25364A"/>
                </a:solidFill>
                <a:latin typeface="Nimbus Sans"/>
                <a:ea typeface="Nimbus Sans"/>
                <a:cs typeface="Nimbus Sans"/>
              </a:defRPr>
            </a:lvl3pPr>
            <a:lvl4pPr algn="ctr">
              <a:defRPr sz="1500" b="1">
                <a:solidFill>
                  <a:srgbClr val="25364A"/>
                </a:solidFill>
                <a:latin typeface="Nimbus Sans"/>
                <a:ea typeface="Nimbus Sans"/>
                <a:cs typeface="Nimbus Sans"/>
              </a:defRPr>
            </a:lvl4pPr>
            <a:lvl5pPr algn="ctr">
              <a:defRPr sz="1500" b="1">
                <a:solidFill>
                  <a:srgbClr val="25364A"/>
                </a:solidFill>
                <a:latin typeface="Nimbus Sans"/>
                <a:ea typeface="Nimbus Sans"/>
                <a:cs typeface="Nimbus Sans"/>
              </a:defRPr>
            </a:lvl5pPr>
            <a:lvl6pPr algn="ctr">
              <a:defRPr sz="1500" b="1">
                <a:solidFill>
                  <a:srgbClr val="25364A"/>
                </a:solidFill>
                <a:latin typeface="Nimbus Sans"/>
                <a:ea typeface="Nimbus Sans"/>
                <a:cs typeface="Nimbus Sans"/>
              </a:defRPr>
            </a:lvl6pPr>
            <a:lvl7pPr algn="ctr">
              <a:defRPr sz="1500" b="1">
                <a:solidFill>
                  <a:srgbClr val="25364A"/>
                </a:solidFill>
                <a:latin typeface="Nimbus Sans"/>
                <a:ea typeface="Nimbus Sans"/>
                <a:cs typeface="Nimbus Sans"/>
              </a:defRPr>
            </a:lvl7pPr>
            <a:lvl8pPr algn="ctr">
              <a:defRPr sz="1500" b="1">
                <a:solidFill>
                  <a:srgbClr val="25364A"/>
                </a:solidFill>
                <a:latin typeface="Nimbus Sans"/>
                <a:ea typeface="Nimbus Sans"/>
                <a:cs typeface="Nimbus Sans"/>
              </a:defRPr>
            </a:lvl8pPr>
            <a:lvl9pPr algn="ctr">
              <a:defRPr sz="1500" b="1">
                <a:solidFill>
                  <a:srgbClr val="25364A"/>
                </a:solidFill>
                <a:latin typeface="Nimbus Sans"/>
                <a:ea typeface="Nimbus Sans"/>
                <a:cs typeface="Nimbus Sans"/>
              </a:defRPr>
            </a:lvl9pPr>
          </a:lstStyle>
          <a:p>
            <a:pPr algn="ctr">
              <a:defRPr sz="1500" b="1">
                <a:solidFill>
                  <a:srgbClr val="25364A"/>
                </a:solidFill>
                <a:latin typeface="Nimbus Sans"/>
                <a:ea typeface="Nimbus Sans"/>
                <a:cs typeface="Nimbus Sans"/>
              </a:defRPr>
            </a:pPr>
            <a:r>
              <a:rPr sz="1250"/>
              <a:t>-1.95</a:t>
            </a:r>
          </a:p>
        </p:txBody>
      </p:sp>
      <p:sp>
        <p:nvSpPr>
          <p:cNvPr id="63" name="neuron-3-3">
            <a:extLst>
              <a:ext uri="{FF2B5EF4-FFF2-40B4-BE49-F238E27FC236}">
                <a16:creationId xmlns:a16="http://schemas.microsoft.com/office/drawing/2014/main" id="{F212D279-E361-473C-97C2-9A8FCCC9AA05}"/>
              </a:ext>
            </a:extLst>
          </p:cNvPr>
          <p:cNvSpPr>
            <a:spLocks noGrp="1"/>
          </p:cNvSpPr>
          <p:nvPr/>
        </p:nvSpPr>
        <p:spPr>
          <a:xfrm>
            <a:off x="3516313" y="4587875"/>
            <a:ext cx="428625" cy="428625"/>
          </a:xfrm>
          <a:prstGeom prst="ellipse">
            <a:avLst/>
          </a:prstGeom>
          <a:solidFill>
            <a:srgbClr val="E7E2F3"/>
          </a:solidFill>
          <a:ln w="14288">
            <a:solidFill>
              <a:srgbClr val="34495E"/>
            </a:solidFill>
            <a:prstDash val="solid"/>
          </a:ln>
        </p:spPr>
        <p:txBody>
          <a:bodyPr/>
          <a:lstStyle/>
          <a:p>
            <a:endParaRPr lang="en-US" sz="1500"/>
          </a:p>
        </p:txBody>
      </p:sp>
      <p:sp>
        <p:nvSpPr>
          <p:cNvPr id="64" name="activation-3-3">
            <a:extLst>
              <a:ext uri="{FF2B5EF4-FFF2-40B4-BE49-F238E27FC236}">
                <a16:creationId xmlns:a16="http://schemas.microsoft.com/office/drawing/2014/main" id="{C9B22690-A1CA-4CEF-873F-0A1709EA2D64}"/>
              </a:ext>
            </a:extLst>
          </p:cNvPr>
          <p:cNvSpPr>
            <a:spLocks noGrp="1"/>
          </p:cNvSpPr>
          <p:nvPr/>
        </p:nvSpPr>
        <p:spPr>
          <a:xfrm>
            <a:off x="3524250" y="4667250"/>
            <a:ext cx="412750" cy="269875"/>
          </a:xfrm>
          <a:prstGeom prst="rect">
            <a:avLst/>
          </a:prstGeom>
          <a:noFill/>
          <a:ln w="0">
            <a:noFill/>
            <a:prstDash val="solid"/>
          </a:ln>
        </p:spPr>
        <p:txBody>
          <a:bodyPr wrap="none" lIns="0" tIns="0" rIns="0" bIns="0" anchor="ctr"/>
          <a:lstStyle>
            <a:defPPr algn="ctr">
              <a:defRPr sz="1500" b="1">
                <a:solidFill>
                  <a:srgbClr val="25364A"/>
                </a:solidFill>
                <a:latin typeface="Nimbus Sans"/>
                <a:ea typeface="Nimbus Sans"/>
                <a:cs typeface="Nimbus Sans"/>
              </a:defRPr>
            </a:defPPr>
            <a:lvl1pPr algn="ctr">
              <a:defRPr sz="1500" b="1">
                <a:solidFill>
                  <a:srgbClr val="25364A"/>
                </a:solidFill>
                <a:latin typeface="Nimbus Sans"/>
                <a:ea typeface="Nimbus Sans"/>
                <a:cs typeface="Nimbus Sans"/>
              </a:defRPr>
            </a:lvl1pPr>
            <a:lvl2pPr algn="ctr">
              <a:defRPr sz="1500" b="1">
                <a:solidFill>
                  <a:srgbClr val="25364A"/>
                </a:solidFill>
                <a:latin typeface="Nimbus Sans"/>
                <a:ea typeface="Nimbus Sans"/>
                <a:cs typeface="Nimbus Sans"/>
              </a:defRPr>
            </a:lvl2pPr>
            <a:lvl3pPr algn="ctr">
              <a:defRPr sz="1500" b="1">
                <a:solidFill>
                  <a:srgbClr val="25364A"/>
                </a:solidFill>
                <a:latin typeface="Nimbus Sans"/>
                <a:ea typeface="Nimbus Sans"/>
                <a:cs typeface="Nimbus Sans"/>
              </a:defRPr>
            </a:lvl3pPr>
            <a:lvl4pPr algn="ctr">
              <a:defRPr sz="1500" b="1">
                <a:solidFill>
                  <a:srgbClr val="25364A"/>
                </a:solidFill>
                <a:latin typeface="Nimbus Sans"/>
                <a:ea typeface="Nimbus Sans"/>
                <a:cs typeface="Nimbus Sans"/>
              </a:defRPr>
            </a:lvl4pPr>
            <a:lvl5pPr algn="ctr">
              <a:defRPr sz="1500" b="1">
                <a:solidFill>
                  <a:srgbClr val="25364A"/>
                </a:solidFill>
                <a:latin typeface="Nimbus Sans"/>
                <a:ea typeface="Nimbus Sans"/>
                <a:cs typeface="Nimbus Sans"/>
              </a:defRPr>
            </a:lvl5pPr>
            <a:lvl6pPr algn="ctr">
              <a:defRPr sz="1500" b="1">
                <a:solidFill>
                  <a:srgbClr val="25364A"/>
                </a:solidFill>
                <a:latin typeface="Nimbus Sans"/>
                <a:ea typeface="Nimbus Sans"/>
                <a:cs typeface="Nimbus Sans"/>
              </a:defRPr>
            </a:lvl6pPr>
            <a:lvl7pPr algn="ctr">
              <a:defRPr sz="1500" b="1">
                <a:solidFill>
                  <a:srgbClr val="25364A"/>
                </a:solidFill>
                <a:latin typeface="Nimbus Sans"/>
                <a:ea typeface="Nimbus Sans"/>
                <a:cs typeface="Nimbus Sans"/>
              </a:defRPr>
            </a:lvl7pPr>
            <a:lvl8pPr algn="ctr">
              <a:defRPr sz="1500" b="1">
                <a:solidFill>
                  <a:srgbClr val="25364A"/>
                </a:solidFill>
                <a:latin typeface="Nimbus Sans"/>
                <a:ea typeface="Nimbus Sans"/>
                <a:cs typeface="Nimbus Sans"/>
              </a:defRPr>
            </a:lvl8pPr>
            <a:lvl9pPr algn="ctr">
              <a:defRPr sz="1500" b="1">
                <a:solidFill>
                  <a:srgbClr val="25364A"/>
                </a:solidFill>
                <a:latin typeface="Nimbus Sans"/>
                <a:ea typeface="Nimbus Sans"/>
                <a:cs typeface="Nimbus Sans"/>
              </a:defRPr>
            </a:lvl9pPr>
          </a:lstStyle>
          <a:p>
            <a:pPr algn="ctr">
              <a:defRPr sz="1500" b="1">
                <a:solidFill>
                  <a:srgbClr val="25364A"/>
                </a:solidFill>
                <a:latin typeface="Nimbus Sans"/>
                <a:ea typeface="Nimbus Sans"/>
                <a:cs typeface="Nimbus Sans"/>
              </a:defRPr>
            </a:pPr>
            <a:r>
              <a:rPr sz="1250"/>
              <a:t>-2.88</a:t>
            </a:r>
          </a:p>
        </p:txBody>
      </p:sp>
      <p:sp>
        <p:nvSpPr>
          <p:cNvPr id="65" name="neuron-4-0">
            <a:extLst>
              <a:ext uri="{FF2B5EF4-FFF2-40B4-BE49-F238E27FC236}">
                <a16:creationId xmlns:a16="http://schemas.microsoft.com/office/drawing/2014/main" id="{A842722C-A847-479A-BD23-82466EA0A30B}"/>
              </a:ext>
            </a:extLst>
          </p:cNvPr>
          <p:cNvSpPr>
            <a:spLocks noGrp="1"/>
          </p:cNvSpPr>
          <p:nvPr/>
        </p:nvSpPr>
        <p:spPr>
          <a:xfrm>
            <a:off x="4508500" y="2166938"/>
            <a:ext cx="428625" cy="428625"/>
          </a:xfrm>
          <a:prstGeom prst="ellipse">
            <a:avLst/>
          </a:prstGeom>
          <a:solidFill>
            <a:srgbClr val="DDEFE5"/>
          </a:solidFill>
          <a:ln w="14288">
            <a:solidFill>
              <a:srgbClr val="34495E"/>
            </a:solidFill>
            <a:prstDash val="solid"/>
          </a:ln>
        </p:spPr>
        <p:txBody>
          <a:bodyPr/>
          <a:lstStyle/>
          <a:p>
            <a:endParaRPr lang="en-US" sz="1500"/>
          </a:p>
        </p:txBody>
      </p:sp>
      <p:sp>
        <p:nvSpPr>
          <p:cNvPr id="66" name="activation-4-0">
            <a:extLst>
              <a:ext uri="{FF2B5EF4-FFF2-40B4-BE49-F238E27FC236}">
                <a16:creationId xmlns:a16="http://schemas.microsoft.com/office/drawing/2014/main" id="{A0B1C6C6-D9A0-468B-9511-CE990DE86FC9}"/>
              </a:ext>
            </a:extLst>
          </p:cNvPr>
          <p:cNvSpPr>
            <a:spLocks noGrp="1"/>
          </p:cNvSpPr>
          <p:nvPr/>
        </p:nvSpPr>
        <p:spPr>
          <a:xfrm>
            <a:off x="4516438" y="2246313"/>
            <a:ext cx="412750" cy="269875"/>
          </a:xfrm>
          <a:prstGeom prst="rect">
            <a:avLst/>
          </a:prstGeom>
          <a:noFill/>
          <a:ln w="0">
            <a:noFill/>
            <a:prstDash val="solid"/>
          </a:ln>
        </p:spPr>
        <p:txBody>
          <a:bodyPr wrap="none" lIns="0" tIns="0" rIns="0" bIns="0" anchor="ctr"/>
          <a:lstStyle>
            <a:defPPr algn="ctr">
              <a:defRPr sz="1275" b="1">
                <a:solidFill>
                  <a:srgbClr val="25364A"/>
                </a:solidFill>
                <a:latin typeface="Nimbus Sans"/>
                <a:ea typeface="Nimbus Sans"/>
                <a:cs typeface="Nimbus Sans"/>
              </a:defRPr>
            </a:defPPr>
            <a:lvl1pPr algn="ctr">
              <a:defRPr sz="1275" b="1">
                <a:solidFill>
                  <a:srgbClr val="25364A"/>
                </a:solidFill>
                <a:latin typeface="Nimbus Sans"/>
                <a:ea typeface="Nimbus Sans"/>
                <a:cs typeface="Nimbus Sans"/>
              </a:defRPr>
            </a:lvl1pPr>
            <a:lvl2pPr algn="ctr">
              <a:defRPr sz="1275" b="1">
                <a:solidFill>
                  <a:srgbClr val="25364A"/>
                </a:solidFill>
                <a:latin typeface="Nimbus Sans"/>
                <a:ea typeface="Nimbus Sans"/>
                <a:cs typeface="Nimbus Sans"/>
              </a:defRPr>
            </a:lvl2pPr>
            <a:lvl3pPr algn="ctr">
              <a:defRPr sz="1275" b="1">
                <a:solidFill>
                  <a:srgbClr val="25364A"/>
                </a:solidFill>
                <a:latin typeface="Nimbus Sans"/>
                <a:ea typeface="Nimbus Sans"/>
                <a:cs typeface="Nimbus Sans"/>
              </a:defRPr>
            </a:lvl3pPr>
            <a:lvl4pPr algn="ctr">
              <a:defRPr sz="1275" b="1">
                <a:solidFill>
                  <a:srgbClr val="25364A"/>
                </a:solidFill>
                <a:latin typeface="Nimbus Sans"/>
                <a:ea typeface="Nimbus Sans"/>
                <a:cs typeface="Nimbus Sans"/>
              </a:defRPr>
            </a:lvl4pPr>
            <a:lvl5pPr algn="ctr">
              <a:defRPr sz="1275" b="1">
                <a:solidFill>
                  <a:srgbClr val="25364A"/>
                </a:solidFill>
                <a:latin typeface="Nimbus Sans"/>
                <a:ea typeface="Nimbus Sans"/>
                <a:cs typeface="Nimbus Sans"/>
              </a:defRPr>
            </a:lvl5pPr>
            <a:lvl6pPr algn="ctr">
              <a:defRPr sz="1275" b="1">
                <a:solidFill>
                  <a:srgbClr val="25364A"/>
                </a:solidFill>
                <a:latin typeface="Nimbus Sans"/>
                <a:ea typeface="Nimbus Sans"/>
                <a:cs typeface="Nimbus Sans"/>
              </a:defRPr>
            </a:lvl6pPr>
            <a:lvl7pPr algn="ctr">
              <a:defRPr sz="1275" b="1">
                <a:solidFill>
                  <a:srgbClr val="25364A"/>
                </a:solidFill>
                <a:latin typeface="Nimbus Sans"/>
                <a:ea typeface="Nimbus Sans"/>
                <a:cs typeface="Nimbus Sans"/>
              </a:defRPr>
            </a:lvl7pPr>
            <a:lvl8pPr algn="ctr">
              <a:defRPr sz="1275" b="1">
                <a:solidFill>
                  <a:srgbClr val="25364A"/>
                </a:solidFill>
                <a:latin typeface="Nimbus Sans"/>
                <a:ea typeface="Nimbus Sans"/>
                <a:cs typeface="Nimbus Sans"/>
              </a:defRPr>
            </a:lvl8pPr>
            <a:lvl9pPr algn="ctr">
              <a:defRPr sz="1275" b="1">
                <a:solidFill>
                  <a:srgbClr val="25364A"/>
                </a:solidFill>
                <a:latin typeface="Nimbus Sans"/>
                <a:ea typeface="Nimbus Sans"/>
                <a:cs typeface="Nimbus Sans"/>
              </a:defRPr>
            </a:lvl9pPr>
          </a:lstStyle>
          <a:p>
            <a:pPr algn="ctr">
              <a:defRPr sz="1275" b="1">
                <a:solidFill>
                  <a:srgbClr val="25364A"/>
                </a:solidFill>
                <a:latin typeface="Nimbus Sans"/>
                <a:ea typeface="Nimbus Sans"/>
                <a:cs typeface="Nimbus Sans"/>
              </a:defRPr>
            </a:pPr>
            <a:r>
              <a:rPr sz="1062"/>
              <a:t>55.7%</a:t>
            </a:r>
          </a:p>
        </p:txBody>
      </p:sp>
      <p:sp>
        <p:nvSpPr>
          <p:cNvPr id="67" name="neuron-4-1">
            <a:extLst>
              <a:ext uri="{FF2B5EF4-FFF2-40B4-BE49-F238E27FC236}">
                <a16:creationId xmlns:a16="http://schemas.microsoft.com/office/drawing/2014/main" id="{D8EB54E6-5BBF-4F26-B127-42C6EC707833}"/>
              </a:ext>
            </a:extLst>
          </p:cNvPr>
          <p:cNvSpPr>
            <a:spLocks noGrp="1"/>
          </p:cNvSpPr>
          <p:nvPr/>
        </p:nvSpPr>
        <p:spPr>
          <a:xfrm>
            <a:off x="4508500" y="2801938"/>
            <a:ext cx="428625" cy="428625"/>
          </a:xfrm>
          <a:prstGeom prst="ellipse">
            <a:avLst/>
          </a:prstGeom>
          <a:solidFill>
            <a:srgbClr val="DDEFE5"/>
          </a:solidFill>
          <a:ln w="14288">
            <a:solidFill>
              <a:srgbClr val="34495E"/>
            </a:solidFill>
            <a:prstDash val="solid"/>
          </a:ln>
        </p:spPr>
        <p:txBody>
          <a:bodyPr/>
          <a:lstStyle/>
          <a:p>
            <a:endParaRPr lang="en-US" sz="1500"/>
          </a:p>
        </p:txBody>
      </p:sp>
      <p:sp>
        <p:nvSpPr>
          <p:cNvPr id="68" name="activation-4-1">
            <a:extLst>
              <a:ext uri="{FF2B5EF4-FFF2-40B4-BE49-F238E27FC236}">
                <a16:creationId xmlns:a16="http://schemas.microsoft.com/office/drawing/2014/main" id="{C21E22E0-8085-47F9-BF6C-A5D26A9D4DE5}"/>
              </a:ext>
            </a:extLst>
          </p:cNvPr>
          <p:cNvSpPr>
            <a:spLocks noGrp="1"/>
          </p:cNvSpPr>
          <p:nvPr/>
        </p:nvSpPr>
        <p:spPr>
          <a:xfrm>
            <a:off x="4516438" y="2881313"/>
            <a:ext cx="412750" cy="269875"/>
          </a:xfrm>
          <a:prstGeom prst="rect">
            <a:avLst/>
          </a:prstGeom>
          <a:noFill/>
          <a:ln w="0">
            <a:noFill/>
            <a:prstDash val="solid"/>
          </a:ln>
        </p:spPr>
        <p:txBody>
          <a:bodyPr wrap="none" lIns="0" tIns="0" rIns="0" bIns="0" anchor="ctr"/>
          <a:lstStyle>
            <a:defPPr algn="ctr">
              <a:defRPr sz="1275" b="1">
                <a:solidFill>
                  <a:srgbClr val="25364A"/>
                </a:solidFill>
                <a:latin typeface="Nimbus Sans"/>
                <a:ea typeface="Nimbus Sans"/>
                <a:cs typeface="Nimbus Sans"/>
              </a:defRPr>
            </a:defPPr>
            <a:lvl1pPr algn="ctr">
              <a:defRPr sz="1275" b="1">
                <a:solidFill>
                  <a:srgbClr val="25364A"/>
                </a:solidFill>
                <a:latin typeface="Nimbus Sans"/>
                <a:ea typeface="Nimbus Sans"/>
                <a:cs typeface="Nimbus Sans"/>
              </a:defRPr>
            </a:lvl1pPr>
            <a:lvl2pPr algn="ctr">
              <a:defRPr sz="1275" b="1">
                <a:solidFill>
                  <a:srgbClr val="25364A"/>
                </a:solidFill>
                <a:latin typeface="Nimbus Sans"/>
                <a:ea typeface="Nimbus Sans"/>
                <a:cs typeface="Nimbus Sans"/>
              </a:defRPr>
            </a:lvl2pPr>
            <a:lvl3pPr algn="ctr">
              <a:defRPr sz="1275" b="1">
                <a:solidFill>
                  <a:srgbClr val="25364A"/>
                </a:solidFill>
                <a:latin typeface="Nimbus Sans"/>
                <a:ea typeface="Nimbus Sans"/>
                <a:cs typeface="Nimbus Sans"/>
              </a:defRPr>
            </a:lvl3pPr>
            <a:lvl4pPr algn="ctr">
              <a:defRPr sz="1275" b="1">
                <a:solidFill>
                  <a:srgbClr val="25364A"/>
                </a:solidFill>
                <a:latin typeface="Nimbus Sans"/>
                <a:ea typeface="Nimbus Sans"/>
                <a:cs typeface="Nimbus Sans"/>
              </a:defRPr>
            </a:lvl4pPr>
            <a:lvl5pPr algn="ctr">
              <a:defRPr sz="1275" b="1">
                <a:solidFill>
                  <a:srgbClr val="25364A"/>
                </a:solidFill>
                <a:latin typeface="Nimbus Sans"/>
                <a:ea typeface="Nimbus Sans"/>
                <a:cs typeface="Nimbus Sans"/>
              </a:defRPr>
            </a:lvl5pPr>
            <a:lvl6pPr algn="ctr">
              <a:defRPr sz="1275" b="1">
                <a:solidFill>
                  <a:srgbClr val="25364A"/>
                </a:solidFill>
                <a:latin typeface="Nimbus Sans"/>
                <a:ea typeface="Nimbus Sans"/>
                <a:cs typeface="Nimbus Sans"/>
              </a:defRPr>
            </a:lvl6pPr>
            <a:lvl7pPr algn="ctr">
              <a:defRPr sz="1275" b="1">
                <a:solidFill>
                  <a:srgbClr val="25364A"/>
                </a:solidFill>
                <a:latin typeface="Nimbus Sans"/>
                <a:ea typeface="Nimbus Sans"/>
                <a:cs typeface="Nimbus Sans"/>
              </a:defRPr>
            </a:lvl7pPr>
            <a:lvl8pPr algn="ctr">
              <a:defRPr sz="1275" b="1">
                <a:solidFill>
                  <a:srgbClr val="25364A"/>
                </a:solidFill>
                <a:latin typeface="Nimbus Sans"/>
                <a:ea typeface="Nimbus Sans"/>
                <a:cs typeface="Nimbus Sans"/>
              </a:defRPr>
            </a:lvl8pPr>
            <a:lvl9pPr algn="ctr">
              <a:defRPr sz="1275" b="1">
                <a:solidFill>
                  <a:srgbClr val="25364A"/>
                </a:solidFill>
                <a:latin typeface="Nimbus Sans"/>
                <a:ea typeface="Nimbus Sans"/>
                <a:cs typeface="Nimbus Sans"/>
              </a:defRPr>
            </a:lvl9pPr>
          </a:lstStyle>
          <a:p>
            <a:pPr algn="ctr">
              <a:defRPr sz="1275" b="1">
                <a:solidFill>
                  <a:srgbClr val="25364A"/>
                </a:solidFill>
                <a:latin typeface="Nimbus Sans"/>
                <a:ea typeface="Nimbus Sans"/>
                <a:cs typeface="Nimbus Sans"/>
              </a:defRPr>
            </a:pPr>
            <a:r>
              <a:rPr sz="1062"/>
              <a:t>7.4%</a:t>
            </a:r>
          </a:p>
        </p:txBody>
      </p:sp>
      <p:sp>
        <p:nvSpPr>
          <p:cNvPr id="69" name="neuron-4-2">
            <a:extLst>
              <a:ext uri="{FF2B5EF4-FFF2-40B4-BE49-F238E27FC236}">
                <a16:creationId xmlns:a16="http://schemas.microsoft.com/office/drawing/2014/main" id="{DC50401F-BE70-484F-AFF8-15031B1743D9}"/>
              </a:ext>
            </a:extLst>
          </p:cNvPr>
          <p:cNvSpPr>
            <a:spLocks noGrp="1"/>
          </p:cNvSpPr>
          <p:nvPr/>
        </p:nvSpPr>
        <p:spPr>
          <a:xfrm>
            <a:off x="4508500" y="3436938"/>
            <a:ext cx="428625" cy="428625"/>
          </a:xfrm>
          <a:prstGeom prst="ellipse">
            <a:avLst/>
          </a:prstGeom>
          <a:solidFill>
            <a:srgbClr val="DDEFE5"/>
          </a:solidFill>
          <a:ln w="14288">
            <a:solidFill>
              <a:srgbClr val="34495E"/>
            </a:solidFill>
            <a:prstDash val="solid"/>
          </a:ln>
        </p:spPr>
        <p:txBody>
          <a:bodyPr/>
          <a:lstStyle/>
          <a:p>
            <a:endParaRPr lang="en-US" sz="1500"/>
          </a:p>
        </p:txBody>
      </p:sp>
      <p:sp>
        <p:nvSpPr>
          <p:cNvPr id="70" name="activation-4-2">
            <a:extLst>
              <a:ext uri="{FF2B5EF4-FFF2-40B4-BE49-F238E27FC236}">
                <a16:creationId xmlns:a16="http://schemas.microsoft.com/office/drawing/2014/main" id="{7C7AC8AD-8EA1-4723-80CE-57E1C89F0BD5}"/>
              </a:ext>
            </a:extLst>
          </p:cNvPr>
          <p:cNvSpPr>
            <a:spLocks noGrp="1"/>
          </p:cNvSpPr>
          <p:nvPr/>
        </p:nvSpPr>
        <p:spPr>
          <a:xfrm>
            <a:off x="4516438" y="3516313"/>
            <a:ext cx="412750" cy="269875"/>
          </a:xfrm>
          <a:prstGeom prst="rect">
            <a:avLst/>
          </a:prstGeom>
          <a:noFill/>
          <a:ln w="0">
            <a:noFill/>
            <a:prstDash val="solid"/>
          </a:ln>
        </p:spPr>
        <p:txBody>
          <a:bodyPr wrap="none" lIns="0" tIns="0" rIns="0" bIns="0" anchor="ctr"/>
          <a:lstStyle>
            <a:defPPr algn="ctr">
              <a:defRPr sz="1275" b="1">
                <a:solidFill>
                  <a:srgbClr val="25364A"/>
                </a:solidFill>
                <a:latin typeface="Nimbus Sans"/>
                <a:ea typeface="Nimbus Sans"/>
                <a:cs typeface="Nimbus Sans"/>
              </a:defRPr>
            </a:defPPr>
            <a:lvl1pPr algn="ctr">
              <a:defRPr sz="1275" b="1">
                <a:solidFill>
                  <a:srgbClr val="25364A"/>
                </a:solidFill>
                <a:latin typeface="Nimbus Sans"/>
                <a:ea typeface="Nimbus Sans"/>
                <a:cs typeface="Nimbus Sans"/>
              </a:defRPr>
            </a:lvl1pPr>
            <a:lvl2pPr algn="ctr">
              <a:defRPr sz="1275" b="1">
                <a:solidFill>
                  <a:srgbClr val="25364A"/>
                </a:solidFill>
                <a:latin typeface="Nimbus Sans"/>
                <a:ea typeface="Nimbus Sans"/>
                <a:cs typeface="Nimbus Sans"/>
              </a:defRPr>
            </a:lvl2pPr>
            <a:lvl3pPr algn="ctr">
              <a:defRPr sz="1275" b="1">
                <a:solidFill>
                  <a:srgbClr val="25364A"/>
                </a:solidFill>
                <a:latin typeface="Nimbus Sans"/>
                <a:ea typeface="Nimbus Sans"/>
                <a:cs typeface="Nimbus Sans"/>
              </a:defRPr>
            </a:lvl3pPr>
            <a:lvl4pPr algn="ctr">
              <a:defRPr sz="1275" b="1">
                <a:solidFill>
                  <a:srgbClr val="25364A"/>
                </a:solidFill>
                <a:latin typeface="Nimbus Sans"/>
                <a:ea typeface="Nimbus Sans"/>
                <a:cs typeface="Nimbus Sans"/>
              </a:defRPr>
            </a:lvl4pPr>
            <a:lvl5pPr algn="ctr">
              <a:defRPr sz="1275" b="1">
                <a:solidFill>
                  <a:srgbClr val="25364A"/>
                </a:solidFill>
                <a:latin typeface="Nimbus Sans"/>
                <a:ea typeface="Nimbus Sans"/>
                <a:cs typeface="Nimbus Sans"/>
              </a:defRPr>
            </a:lvl5pPr>
            <a:lvl6pPr algn="ctr">
              <a:defRPr sz="1275" b="1">
                <a:solidFill>
                  <a:srgbClr val="25364A"/>
                </a:solidFill>
                <a:latin typeface="Nimbus Sans"/>
                <a:ea typeface="Nimbus Sans"/>
                <a:cs typeface="Nimbus Sans"/>
              </a:defRPr>
            </a:lvl6pPr>
            <a:lvl7pPr algn="ctr">
              <a:defRPr sz="1275" b="1">
                <a:solidFill>
                  <a:srgbClr val="25364A"/>
                </a:solidFill>
                <a:latin typeface="Nimbus Sans"/>
                <a:ea typeface="Nimbus Sans"/>
                <a:cs typeface="Nimbus Sans"/>
              </a:defRPr>
            </a:lvl7pPr>
            <a:lvl8pPr algn="ctr">
              <a:defRPr sz="1275" b="1">
                <a:solidFill>
                  <a:srgbClr val="25364A"/>
                </a:solidFill>
                <a:latin typeface="Nimbus Sans"/>
                <a:ea typeface="Nimbus Sans"/>
                <a:cs typeface="Nimbus Sans"/>
              </a:defRPr>
            </a:lvl8pPr>
            <a:lvl9pPr algn="ctr">
              <a:defRPr sz="1275" b="1">
                <a:solidFill>
                  <a:srgbClr val="25364A"/>
                </a:solidFill>
                <a:latin typeface="Nimbus Sans"/>
                <a:ea typeface="Nimbus Sans"/>
                <a:cs typeface="Nimbus Sans"/>
              </a:defRPr>
            </a:lvl9pPr>
          </a:lstStyle>
          <a:p>
            <a:pPr algn="ctr">
              <a:defRPr sz="1275" b="1">
                <a:solidFill>
                  <a:srgbClr val="25364A"/>
                </a:solidFill>
                <a:latin typeface="Nimbus Sans"/>
                <a:ea typeface="Nimbus Sans"/>
                <a:cs typeface="Nimbus Sans"/>
              </a:defRPr>
            </a:pPr>
            <a:r>
              <a:rPr sz="1062"/>
              <a:t>8.1%</a:t>
            </a:r>
          </a:p>
        </p:txBody>
      </p:sp>
      <p:sp>
        <p:nvSpPr>
          <p:cNvPr id="71" name="neuron-4-3">
            <a:extLst>
              <a:ext uri="{FF2B5EF4-FFF2-40B4-BE49-F238E27FC236}">
                <a16:creationId xmlns:a16="http://schemas.microsoft.com/office/drawing/2014/main" id="{F10E796B-EEBD-4C6F-91DD-8E70CBD97CB8}"/>
              </a:ext>
            </a:extLst>
          </p:cNvPr>
          <p:cNvSpPr>
            <a:spLocks noGrp="1"/>
          </p:cNvSpPr>
          <p:nvPr/>
        </p:nvSpPr>
        <p:spPr>
          <a:xfrm>
            <a:off x="4508500" y="4071938"/>
            <a:ext cx="428625" cy="428625"/>
          </a:xfrm>
          <a:prstGeom prst="ellipse">
            <a:avLst/>
          </a:prstGeom>
          <a:solidFill>
            <a:srgbClr val="DDEFE5"/>
          </a:solidFill>
          <a:ln w="14288">
            <a:solidFill>
              <a:srgbClr val="34495E"/>
            </a:solidFill>
            <a:prstDash val="solid"/>
          </a:ln>
        </p:spPr>
        <p:txBody>
          <a:bodyPr/>
          <a:lstStyle/>
          <a:p>
            <a:endParaRPr lang="en-US" sz="1500"/>
          </a:p>
        </p:txBody>
      </p:sp>
      <p:sp>
        <p:nvSpPr>
          <p:cNvPr id="72" name="activation-4-3">
            <a:extLst>
              <a:ext uri="{FF2B5EF4-FFF2-40B4-BE49-F238E27FC236}">
                <a16:creationId xmlns:a16="http://schemas.microsoft.com/office/drawing/2014/main" id="{53A396C6-16B2-4863-84CE-C9D98D98FB23}"/>
              </a:ext>
            </a:extLst>
          </p:cNvPr>
          <p:cNvSpPr>
            <a:spLocks noGrp="1"/>
          </p:cNvSpPr>
          <p:nvPr/>
        </p:nvSpPr>
        <p:spPr>
          <a:xfrm>
            <a:off x="4516438" y="4151313"/>
            <a:ext cx="412750" cy="269875"/>
          </a:xfrm>
          <a:prstGeom prst="rect">
            <a:avLst/>
          </a:prstGeom>
          <a:noFill/>
          <a:ln w="0">
            <a:noFill/>
            <a:prstDash val="solid"/>
          </a:ln>
        </p:spPr>
        <p:txBody>
          <a:bodyPr wrap="none" lIns="0" tIns="0" rIns="0" bIns="0" anchor="ctr"/>
          <a:lstStyle>
            <a:defPPr algn="ctr">
              <a:defRPr sz="1275" b="1">
                <a:solidFill>
                  <a:srgbClr val="25364A"/>
                </a:solidFill>
                <a:latin typeface="Nimbus Sans"/>
                <a:ea typeface="Nimbus Sans"/>
                <a:cs typeface="Nimbus Sans"/>
              </a:defRPr>
            </a:defPPr>
            <a:lvl1pPr algn="ctr">
              <a:defRPr sz="1275" b="1">
                <a:solidFill>
                  <a:srgbClr val="25364A"/>
                </a:solidFill>
                <a:latin typeface="Nimbus Sans"/>
                <a:ea typeface="Nimbus Sans"/>
                <a:cs typeface="Nimbus Sans"/>
              </a:defRPr>
            </a:lvl1pPr>
            <a:lvl2pPr algn="ctr">
              <a:defRPr sz="1275" b="1">
                <a:solidFill>
                  <a:srgbClr val="25364A"/>
                </a:solidFill>
                <a:latin typeface="Nimbus Sans"/>
                <a:ea typeface="Nimbus Sans"/>
                <a:cs typeface="Nimbus Sans"/>
              </a:defRPr>
            </a:lvl2pPr>
            <a:lvl3pPr algn="ctr">
              <a:defRPr sz="1275" b="1">
                <a:solidFill>
                  <a:srgbClr val="25364A"/>
                </a:solidFill>
                <a:latin typeface="Nimbus Sans"/>
                <a:ea typeface="Nimbus Sans"/>
                <a:cs typeface="Nimbus Sans"/>
              </a:defRPr>
            </a:lvl3pPr>
            <a:lvl4pPr algn="ctr">
              <a:defRPr sz="1275" b="1">
                <a:solidFill>
                  <a:srgbClr val="25364A"/>
                </a:solidFill>
                <a:latin typeface="Nimbus Sans"/>
                <a:ea typeface="Nimbus Sans"/>
                <a:cs typeface="Nimbus Sans"/>
              </a:defRPr>
            </a:lvl4pPr>
            <a:lvl5pPr algn="ctr">
              <a:defRPr sz="1275" b="1">
                <a:solidFill>
                  <a:srgbClr val="25364A"/>
                </a:solidFill>
                <a:latin typeface="Nimbus Sans"/>
                <a:ea typeface="Nimbus Sans"/>
                <a:cs typeface="Nimbus Sans"/>
              </a:defRPr>
            </a:lvl5pPr>
            <a:lvl6pPr algn="ctr">
              <a:defRPr sz="1275" b="1">
                <a:solidFill>
                  <a:srgbClr val="25364A"/>
                </a:solidFill>
                <a:latin typeface="Nimbus Sans"/>
                <a:ea typeface="Nimbus Sans"/>
                <a:cs typeface="Nimbus Sans"/>
              </a:defRPr>
            </a:lvl6pPr>
            <a:lvl7pPr algn="ctr">
              <a:defRPr sz="1275" b="1">
                <a:solidFill>
                  <a:srgbClr val="25364A"/>
                </a:solidFill>
                <a:latin typeface="Nimbus Sans"/>
                <a:ea typeface="Nimbus Sans"/>
                <a:cs typeface="Nimbus Sans"/>
              </a:defRPr>
            </a:lvl7pPr>
            <a:lvl8pPr algn="ctr">
              <a:defRPr sz="1275" b="1">
                <a:solidFill>
                  <a:srgbClr val="25364A"/>
                </a:solidFill>
                <a:latin typeface="Nimbus Sans"/>
                <a:ea typeface="Nimbus Sans"/>
                <a:cs typeface="Nimbus Sans"/>
              </a:defRPr>
            </a:lvl8pPr>
            <a:lvl9pPr algn="ctr">
              <a:defRPr sz="1275" b="1">
                <a:solidFill>
                  <a:srgbClr val="25364A"/>
                </a:solidFill>
                <a:latin typeface="Nimbus Sans"/>
                <a:ea typeface="Nimbus Sans"/>
                <a:cs typeface="Nimbus Sans"/>
              </a:defRPr>
            </a:lvl9pPr>
          </a:lstStyle>
          <a:p>
            <a:pPr algn="ctr">
              <a:defRPr sz="1275" b="1">
                <a:solidFill>
                  <a:srgbClr val="25364A"/>
                </a:solidFill>
                <a:latin typeface="Nimbus Sans"/>
                <a:ea typeface="Nimbus Sans"/>
                <a:cs typeface="Nimbus Sans"/>
              </a:defRPr>
            </a:pPr>
            <a:r>
              <a:rPr sz="1062"/>
              <a:t>18.5%</a:t>
            </a:r>
          </a:p>
        </p:txBody>
      </p:sp>
      <p:sp>
        <p:nvSpPr>
          <p:cNvPr id="73" name="neuron-4-4">
            <a:extLst>
              <a:ext uri="{FF2B5EF4-FFF2-40B4-BE49-F238E27FC236}">
                <a16:creationId xmlns:a16="http://schemas.microsoft.com/office/drawing/2014/main" id="{A8F92F3E-371B-404A-BECD-E554373200D8}"/>
              </a:ext>
            </a:extLst>
          </p:cNvPr>
          <p:cNvSpPr>
            <a:spLocks noGrp="1"/>
          </p:cNvSpPr>
          <p:nvPr/>
        </p:nvSpPr>
        <p:spPr>
          <a:xfrm>
            <a:off x="4508500" y="4706938"/>
            <a:ext cx="428625" cy="428625"/>
          </a:xfrm>
          <a:prstGeom prst="ellipse">
            <a:avLst/>
          </a:prstGeom>
          <a:solidFill>
            <a:srgbClr val="DDEFE5"/>
          </a:solidFill>
          <a:ln w="14288">
            <a:solidFill>
              <a:srgbClr val="34495E"/>
            </a:solidFill>
            <a:prstDash val="solid"/>
          </a:ln>
        </p:spPr>
        <p:txBody>
          <a:bodyPr/>
          <a:lstStyle/>
          <a:p>
            <a:endParaRPr lang="en-US" sz="1500"/>
          </a:p>
        </p:txBody>
      </p:sp>
      <p:sp>
        <p:nvSpPr>
          <p:cNvPr id="74" name="activation-4-4">
            <a:extLst>
              <a:ext uri="{FF2B5EF4-FFF2-40B4-BE49-F238E27FC236}">
                <a16:creationId xmlns:a16="http://schemas.microsoft.com/office/drawing/2014/main" id="{E7C8DA25-D7A9-4D75-A506-1FC03C77243C}"/>
              </a:ext>
            </a:extLst>
          </p:cNvPr>
          <p:cNvSpPr>
            <a:spLocks noGrp="1"/>
          </p:cNvSpPr>
          <p:nvPr/>
        </p:nvSpPr>
        <p:spPr>
          <a:xfrm>
            <a:off x="4516438" y="4786313"/>
            <a:ext cx="412750" cy="269875"/>
          </a:xfrm>
          <a:prstGeom prst="rect">
            <a:avLst/>
          </a:prstGeom>
          <a:noFill/>
          <a:ln w="0">
            <a:noFill/>
            <a:prstDash val="solid"/>
          </a:ln>
        </p:spPr>
        <p:txBody>
          <a:bodyPr wrap="none" lIns="0" tIns="0" rIns="0" bIns="0" anchor="ctr"/>
          <a:lstStyle>
            <a:defPPr algn="ctr">
              <a:defRPr sz="1275" b="1">
                <a:solidFill>
                  <a:srgbClr val="25364A"/>
                </a:solidFill>
                <a:latin typeface="Nimbus Sans"/>
                <a:ea typeface="Nimbus Sans"/>
                <a:cs typeface="Nimbus Sans"/>
              </a:defRPr>
            </a:defPPr>
            <a:lvl1pPr algn="ctr">
              <a:defRPr sz="1275" b="1">
                <a:solidFill>
                  <a:srgbClr val="25364A"/>
                </a:solidFill>
                <a:latin typeface="Nimbus Sans"/>
                <a:ea typeface="Nimbus Sans"/>
                <a:cs typeface="Nimbus Sans"/>
              </a:defRPr>
            </a:lvl1pPr>
            <a:lvl2pPr algn="ctr">
              <a:defRPr sz="1275" b="1">
                <a:solidFill>
                  <a:srgbClr val="25364A"/>
                </a:solidFill>
                <a:latin typeface="Nimbus Sans"/>
                <a:ea typeface="Nimbus Sans"/>
                <a:cs typeface="Nimbus Sans"/>
              </a:defRPr>
            </a:lvl2pPr>
            <a:lvl3pPr algn="ctr">
              <a:defRPr sz="1275" b="1">
                <a:solidFill>
                  <a:srgbClr val="25364A"/>
                </a:solidFill>
                <a:latin typeface="Nimbus Sans"/>
                <a:ea typeface="Nimbus Sans"/>
                <a:cs typeface="Nimbus Sans"/>
              </a:defRPr>
            </a:lvl3pPr>
            <a:lvl4pPr algn="ctr">
              <a:defRPr sz="1275" b="1">
                <a:solidFill>
                  <a:srgbClr val="25364A"/>
                </a:solidFill>
                <a:latin typeface="Nimbus Sans"/>
                <a:ea typeface="Nimbus Sans"/>
                <a:cs typeface="Nimbus Sans"/>
              </a:defRPr>
            </a:lvl4pPr>
            <a:lvl5pPr algn="ctr">
              <a:defRPr sz="1275" b="1">
                <a:solidFill>
                  <a:srgbClr val="25364A"/>
                </a:solidFill>
                <a:latin typeface="Nimbus Sans"/>
                <a:ea typeface="Nimbus Sans"/>
                <a:cs typeface="Nimbus Sans"/>
              </a:defRPr>
            </a:lvl5pPr>
            <a:lvl6pPr algn="ctr">
              <a:defRPr sz="1275" b="1">
                <a:solidFill>
                  <a:srgbClr val="25364A"/>
                </a:solidFill>
                <a:latin typeface="Nimbus Sans"/>
                <a:ea typeface="Nimbus Sans"/>
                <a:cs typeface="Nimbus Sans"/>
              </a:defRPr>
            </a:lvl6pPr>
            <a:lvl7pPr algn="ctr">
              <a:defRPr sz="1275" b="1">
                <a:solidFill>
                  <a:srgbClr val="25364A"/>
                </a:solidFill>
                <a:latin typeface="Nimbus Sans"/>
                <a:ea typeface="Nimbus Sans"/>
                <a:cs typeface="Nimbus Sans"/>
              </a:defRPr>
            </a:lvl7pPr>
            <a:lvl8pPr algn="ctr">
              <a:defRPr sz="1275" b="1">
                <a:solidFill>
                  <a:srgbClr val="25364A"/>
                </a:solidFill>
                <a:latin typeface="Nimbus Sans"/>
                <a:ea typeface="Nimbus Sans"/>
                <a:cs typeface="Nimbus Sans"/>
              </a:defRPr>
            </a:lvl8pPr>
            <a:lvl9pPr algn="ctr">
              <a:defRPr sz="1275" b="1">
                <a:solidFill>
                  <a:srgbClr val="25364A"/>
                </a:solidFill>
                <a:latin typeface="Nimbus Sans"/>
                <a:ea typeface="Nimbus Sans"/>
                <a:cs typeface="Nimbus Sans"/>
              </a:defRPr>
            </a:lvl9pPr>
          </a:lstStyle>
          <a:p>
            <a:pPr algn="ctr">
              <a:defRPr sz="1275" b="1">
                <a:solidFill>
                  <a:srgbClr val="25364A"/>
                </a:solidFill>
                <a:latin typeface="Nimbus Sans"/>
                <a:ea typeface="Nimbus Sans"/>
                <a:cs typeface="Nimbus Sans"/>
              </a:defRPr>
            </a:pPr>
            <a:r>
              <a:rPr sz="1062"/>
              <a:t>10.2%</a:t>
            </a:r>
          </a:p>
        </p:txBody>
      </p:sp>
      <p:sp>
        <p:nvSpPr>
          <p:cNvPr id="75" name="F-0">
            <a:extLst>
              <a:ext uri="{FF2B5EF4-FFF2-40B4-BE49-F238E27FC236}">
                <a16:creationId xmlns:a16="http://schemas.microsoft.com/office/drawing/2014/main" id="{F7EB313D-7603-4F32-89E2-CFD616D1E88B}"/>
              </a:ext>
            </a:extLst>
          </p:cNvPr>
          <p:cNvSpPr>
            <a:spLocks noGrp="1"/>
          </p:cNvSpPr>
          <p:nvPr/>
        </p:nvSpPr>
        <p:spPr>
          <a:xfrm>
            <a:off x="55562" y="3040063"/>
            <a:ext cx="396875" cy="349250"/>
          </a:xfrm>
          <a:prstGeom prst="rect">
            <a:avLst/>
          </a:prstGeom>
          <a:noFill/>
          <a:ln w="0">
            <a:noFill/>
            <a:prstDash val="solid"/>
          </a:ln>
        </p:spPr>
        <p:txBody>
          <a:bodyPr wrap="none" lIns="0" tIns="0" rIns="0" bIns="0" anchor="ctr"/>
          <a:lstStyle>
            <a:defPPr algn="ctr">
              <a:defRPr sz="2325" b="0">
                <a:solidFill>
                  <a:srgbClr val="25364A"/>
                </a:solidFill>
                <a:latin typeface="Nimbus Sans"/>
                <a:ea typeface="Nimbus Sans"/>
                <a:cs typeface="Nimbus Sans"/>
              </a:defRPr>
            </a:defPPr>
            <a:lvl1pPr algn="ctr">
              <a:defRPr sz="2325" b="0">
                <a:solidFill>
                  <a:srgbClr val="25364A"/>
                </a:solidFill>
                <a:latin typeface="Nimbus Sans"/>
                <a:ea typeface="Nimbus Sans"/>
                <a:cs typeface="Nimbus Sans"/>
              </a:defRPr>
            </a:lvl1pPr>
            <a:lvl2pPr algn="ctr">
              <a:defRPr sz="2325" b="0">
                <a:solidFill>
                  <a:srgbClr val="25364A"/>
                </a:solidFill>
                <a:latin typeface="Nimbus Sans"/>
                <a:ea typeface="Nimbus Sans"/>
                <a:cs typeface="Nimbus Sans"/>
              </a:defRPr>
            </a:lvl2pPr>
            <a:lvl3pPr algn="ctr">
              <a:defRPr sz="2325" b="0">
                <a:solidFill>
                  <a:srgbClr val="25364A"/>
                </a:solidFill>
                <a:latin typeface="Nimbus Sans"/>
                <a:ea typeface="Nimbus Sans"/>
                <a:cs typeface="Nimbus Sans"/>
              </a:defRPr>
            </a:lvl3pPr>
            <a:lvl4pPr algn="ctr">
              <a:defRPr sz="2325" b="0">
                <a:solidFill>
                  <a:srgbClr val="25364A"/>
                </a:solidFill>
                <a:latin typeface="Nimbus Sans"/>
                <a:ea typeface="Nimbus Sans"/>
                <a:cs typeface="Nimbus Sans"/>
              </a:defRPr>
            </a:lvl4pPr>
            <a:lvl5pPr algn="ctr">
              <a:defRPr sz="2325" b="0">
                <a:solidFill>
                  <a:srgbClr val="25364A"/>
                </a:solidFill>
                <a:latin typeface="Nimbus Sans"/>
                <a:ea typeface="Nimbus Sans"/>
                <a:cs typeface="Nimbus Sans"/>
              </a:defRPr>
            </a:lvl5pPr>
            <a:lvl6pPr algn="ctr">
              <a:defRPr sz="2325" b="0">
                <a:solidFill>
                  <a:srgbClr val="25364A"/>
                </a:solidFill>
                <a:latin typeface="Nimbus Sans"/>
                <a:ea typeface="Nimbus Sans"/>
                <a:cs typeface="Nimbus Sans"/>
              </a:defRPr>
            </a:lvl6pPr>
            <a:lvl7pPr algn="ctr">
              <a:defRPr sz="2325" b="0">
                <a:solidFill>
                  <a:srgbClr val="25364A"/>
                </a:solidFill>
                <a:latin typeface="Nimbus Sans"/>
                <a:ea typeface="Nimbus Sans"/>
                <a:cs typeface="Nimbus Sans"/>
              </a:defRPr>
            </a:lvl7pPr>
            <a:lvl8pPr algn="ctr">
              <a:defRPr sz="2325" b="0">
                <a:solidFill>
                  <a:srgbClr val="25364A"/>
                </a:solidFill>
                <a:latin typeface="Nimbus Sans"/>
                <a:ea typeface="Nimbus Sans"/>
                <a:cs typeface="Nimbus Sans"/>
              </a:defRPr>
            </a:lvl8pPr>
            <a:lvl9pPr algn="ctr">
              <a:defRPr sz="2325" b="0">
                <a:solidFill>
                  <a:srgbClr val="25364A"/>
                </a:solidFill>
                <a:latin typeface="Nimbus Sans"/>
                <a:ea typeface="Nimbus Sans"/>
                <a:cs typeface="Nimbus Sans"/>
              </a:defRPr>
            </a:lvl9pPr>
          </a:lstStyle>
          <a:p>
            <a:pPr algn="ctr">
              <a:defRPr sz="2325" b="0">
                <a:solidFill>
                  <a:srgbClr val="25364A"/>
                </a:solidFill>
                <a:latin typeface="Nimbus Sans"/>
                <a:ea typeface="Nimbus Sans"/>
                <a:cs typeface="Nimbus Sans"/>
              </a:defRPr>
            </a:pPr>
            <a:r>
              <a:rPr sz="1937"/>
              <a:t>F1</a:t>
            </a:r>
          </a:p>
        </p:txBody>
      </p:sp>
      <p:sp>
        <p:nvSpPr>
          <p:cNvPr id="76" name="F-1">
            <a:extLst>
              <a:ext uri="{FF2B5EF4-FFF2-40B4-BE49-F238E27FC236}">
                <a16:creationId xmlns:a16="http://schemas.microsoft.com/office/drawing/2014/main" id="{D1B0D41F-E750-4A81-84BE-F0FB239A44F8}"/>
              </a:ext>
            </a:extLst>
          </p:cNvPr>
          <p:cNvSpPr>
            <a:spLocks noGrp="1"/>
          </p:cNvSpPr>
          <p:nvPr/>
        </p:nvSpPr>
        <p:spPr>
          <a:xfrm>
            <a:off x="55562" y="3913188"/>
            <a:ext cx="396875" cy="349250"/>
          </a:xfrm>
          <a:prstGeom prst="rect">
            <a:avLst/>
          </a:prstGeom>
          <a:noFill/>
          <a:ln w="0">
            <a:noFill/>
            <a:prstDash val="solid"/>
          </a:ln>
        </p:spPr>
        <p:txBody>
          <a:bodyPr wrap="none" lIns="0" tIns="0" rIns="0" bIns="0" anchor="ctr"/>
          <a:lstStyle>
            <a:defPPr algn="ctr">
              <a:defRPr sz="2325" b="0">
                <a:solidFill>
                  <a:srgbClr val="25364A"/>
                </a:solidFill>
                <a:latin typeface="Nimbus Sans"/>
                <a:ea typeface="Nimbus Sans"/>
                <a:cs typeface="Nimbus Sans"/>
              </a:defRPr>
            </a:defPPr>
            <a:lvl1pPr algn="ctr">
              <a:defRPr sz="2325" b="0">
                <a:solidFill>
                  <a:srgbClr val="25364A"/>
                </a:solidFill>
                <a:latin typeface="Nimbus Sans"/>
                <a:ea typeface="Nimbus Sans"/>
                <a:cs typeface="Nimbus Sans"/>
              </a:defRPr>
            </a:lvl1pPr>
            <a:lvl2pPr algn="ctr">
              <a:defRPr sz="2325" b="0">
                <a:solidFill>
                  <a:srgbClr val="25364A"/>
                </a:solidFill>
                <a:latin typeface="Nimbus Sans"/>
                <a:ea typeface="Nimbus Sans"/>
                <a:cs typeface="Nimbus Sans"/>
              </a:defRPr>
            </a:lvl2pPr>
            <a:lvl3pPr algn="ctr">
              <a:defRPr sz="2325" b="0">
                <a:solidFill>
                  <a:srgbClr val="25364A"/>
                </a:solidFill>
                <a:latin typeface="Nimbus Sans"/>
                <a:ea typeface="Nimbus Sans"/>
                <a:cs typeface="Nimbus Sans"/>
              </a:defRPr>
            </a:lvl3pPr>
            <a:lvl4pPr algn="ctr">
              <a:defRPr sz="2325" b="0">
                <a:solidFill>
                  <a:srgbClr val="25364A"/>
                </a:solidFill>
                <a:latin typeface="Nimbus Sans"/>
                <a:ea typeface="Nimbus Sans"/>
                <a:cs typeface="Nimbus Sans"/>
              </a:defRPr>
            </a:lvl4pPr>
            <a:lvl5pPr algn="ctr">
              <a:defRPr sz="2325" b="0">
                <a:solidFill>
                  <a:srgbClr val="25364A"/>
                </a:solidFill>
                <a:latin typeface="Nimbus Sans"/>
                <a:ea typeface="Nimbus Sans"/>
                <a:cs typeface="Nimbus Sans"/>
              </a:defRPr>
            </a:lvl5pPr>
            <a:lvl6pPr algn="ctr">
              <a:defRPr sz="2325" b="0">
                <a:solidFill>
                  <a:srgbClr val="25364A"/>
                </a:solidFill>
                <a:latin typeface="Nimbus Sans"/>
                <a:ea typeface="Nimbus Sans"/>
                <a:cs typeface="Nimbus Sans"/>
              </a:defRPr>
            </a:lvl6pPr>
            <a:lvl7pPr algn="ctr">
              <a:defRPr sz="2325" b="0">
                <a:solidFill>
                  <a:srgbClr val="25364A"/>
                </a:solidFill>
                <a:latin typeface="Nimbus Sans"/>
                <a:ea typeface="Nimbus Sans"/>
                <a:cs typeface="Nimbus Sans"/>
              </a:defRPr>
            </a:lvl7pPr>
            <a:lvl8pPr algn="ctr">
              <a:defRPr sz="2325" b="0">
                <a:solidFill>
                  <a:srgbClr val="25364A"/>
                </a:solidFill>
                <a:latin typeface="Nimbus Sans"/>
                <a:ea typeface="Nimbus Sans"/>
                <a:cs typeface="Nimbus Sans"/>
              </a:defRPr>
            </a:lvl8pPr>
            <a:lvl9pPr algn="ctr">
              <a:defRPr sz="2325" b="0">
                <a:solidFill>
                  <a:srgbClr val="25364A"/>
                </a:solidFill>
                <a:latin typeface="Nimbus Sans"/>
                <a:ea typeface="Nimbus Sans"/>
                <a:cs typeface="Nimbus Sans"/>
              </a:defRPr>
            </a:lvl9pPr>
          </a:lstStyle>
          <a:p>
            <a:pPr algn="ctr">
              <a:defRPr sz="2325" b="0">
                <a:solidFill>
                  <a:srgbClr val="25364A"/>
                </a:solidFill>
                <a:latin typeface="Nimbus Sans"/>
                <a:ea typeface="Nimbus Sans"/>
                <a:cs typeface="Nimbus Sans"/>
              </a:defRPr>
            </a:pPr>
            <a:r>
              <a:rPr sz="1937"/>
              <a:t>F2</a:t>
            </a:r>
          </a:p>
        </p:txBody>
      </p:sp>
      <p:sp>
        <p:nvSpPr>
          <p:cNvPr id="77" name="vowel-0">
            <a:extLst>
              <a:ext uri="{FF2B5EF4-FFF2-40B4-BE49-F238E27FC236}">
                <a16:creationId xmlns:a16="http://schemas.microsoft.com/office/drawing/2014/main" id="{F6174929-A988-4E34-B9D6-665FBB9A09C1}"/>
              </a:ext>
            </a:extLst>
          </p:cNvPr>
          <p:cNvSpPr>
            <a:spLocks noGrp="1"/>
          </p:cNvSpPr>
          <p:nvPr/>
        </p:nvSpPr>
        <p:spPr>
          <a:xfrm>
            <a:off x="5008563" y="2206625"/>
            <a:ext cx="690563" cy="349250"/>
          </a:xfrm>
          <a:prstGeom prst="rect">
            <a:avLst/>
          </a:prstGeom>
          <a:noFill/>
          <a:ln w="0">
            <a:noFill/>
            <a:prstDash val="solid"/>
          </a:ln>
        </p:spPr>
        <p:txBody>
          <a:bodyPr wrap="none" lIns="0" tIns="0" rIns="0" bIns="0" anchor="ctr"/>
          <a:lstStyle>
            <a:defPPr algn="ctr">
              <a:defRPr sz="2025" b="0">
                <a:solidFill>
                  <a:srgbClr val="25364A"/>
                </a:solidFill>
                <a:latin typeface="Nimbus Sans"/>
                <a:ea typeface="Nimbus Sans"/>
                <a:cs typeface="Nimbus Sans"/>
              </a:defRPr>
            </a:defPPr>
            <a:lvl1pPr algn="ctr">
              <a:defRPr sz="2025" b="0">
                <a:solidFill>
                  <a:srgbClr val="25364A"/>
                </a:solidFill>
                <a:latin typeface="Nimbus Sans"/>
                <a:ea typeface="Nimbus Sans"/>
                <a:cs typeface="Nimbus Sans"/>
              </a:defRPr>
            </a:lvl1pPr>
            <a:lvl2pPr algn="ctr">
              <a:defRPr sz="2025" b="0">
                <a:solidFill>
                  <a:srgbClr val="25364A"/>
                </a:solidFill>
                <a:latin typeface="Nimbus Sans"/>
                <a:ea typeface="Nimbus Sans"/>
                <a:cs typeface="Nimbus Sans"/>
              </a:defRPr>
            </a:lvl2pPr>
            <a:lvl3pPr algn="ctr">
              <a:defRPr sz="2025" b="0">
                <a:solidFill>
                  <a:srgbClr val="25364A"/>
                </a:solidFill>
                <a:latin typeface="Nimbus Sans"/>
                <a:ea typeface="Nimbus Sans"/>
                <a:cs typeface="Nimbus Sans"/>
              </a:defRPr>
            </a:lvl3pPr>
            <a:lvl4pPr algn="ctr">
              <a:defRPr sz="2025" b="0">
                <a:solidFill>
                  <a:srgbClr val="25364A"/>
                </a:solidFill>
                <a:latin typeface="Nimbus Sans"/>
                <a:ea typeface="Nimbus Sans"/>
                <a:cs typeface="Nimbus Sans"/>
              </a:defRPr>
            </a:lvl4pPr>
            <a:lvl5pPr algn="ctr">
              <a:defRPr sz="2025" b="0">
                <a:solidFill>
                  <a:srgbClr val="25364A"/>
                </a:solidFill>
                <a:latin typeface="Nimbus Sans"/>
                <a:ea typeface="Nimbus Sans"/>
                <a:cs typeface="Nimbus Sans"/>
              </a:defRPr>
            </a:lvl5pPr>
            <a:lvl6pPr algn="ctr">
              <a:defRPr sz="2025" b="0">
                <a:solidFill>
                  <a:srgbClr val="25364A"/>
                </a:solidFill>
                <a:latin typeface="Nimbus Sans"/>
                <a:ea typeface="Nimbus Sans"/>
                <a:cs typeface="Nimbus Sans"/>
              </a:defRPr>
            </a:lvl6pPr>
            <a:lvl7pPr algn="ctr">
              <a:defRPr sz="2025" b="0">
                <a:solidFill>
                  <a:srgbClr val="25364A"/>
                </a:solidFill>
                <a:latin typeface="Nimbus Sans"/>
                <a:ea typeface="Nimbus Sans"/>
                <a:cs typeface="Nimbus Sans"/>
              </a:defRPr>
            </a:lvl7pPr>
            <a:lvl8pPr algn="ctr">
              <a:defRPr sz="2025" b="0">
                <a:solidFill>
                  <a:srgbClr val="25364A"/>
                </a:solidFill>
                <a:latin typeface="Nimbus Sans"/>
                <a:ea typeface="Nimbus Sans"/>
                <a:cs typeface="Nimbus Sans"/>
              </a:defRPr>
            </a:lvl8pPr>
            <a:lvl9pPr algn="ctr">
              <a:defRPr sz="2025" b="0">
                <a:solidFill>
                  <a:srgbClr val="25364A"/>
                </a:solidFill>
                <a:latin typeface="Nimbus Sans"/>
                <a:ea typeface="Nimbus Sans"/>
                <a:cs typeface="Nimbus Sans"/>
              </a:defRPr>
            </a:lvl9pPr>
          </a:lstStyle>
          <a:p>
            <a:pPr algn="ctr">
              <a:defRPr sz="2025" b="0">
                <a:solidFill>
                  <a:srgbClr val="25364A"/>
                </a:solidFill>
                <a:latin typeface="Nimbus Sans"/>
                <a:ea typeface="Nimbus Sans"/>
                <a:cs typeface="Nimbus Sans"/>
              </a:defRPr>
            </a:pPr>
            <a:r>
              <a:rPr sz="1687"/>
              <a:t>done</a:t>
            </a:r>
          </a:p>
        </p:txBody>
      </p:sp>
      <p:sp>
        <p:nvSpPr>
          <p:cNvPr id="78" name="vowel-1">
            <a:extLst>
              <a:ext uri="{FF2B5EF4-FFF2-40B4-BE49-F238E27FC236}">
                <a16:creationId xmlns:a16="http://schemas.microsoft.com/office/drawing/2014/main" id="{AD412A1D-995F-445D-A2C6-6EE44D6EF100}"/>
              </a:ext>
            </a:extLst>
          </p:cNvPr>
          <p:cNvSpPr>
            <a:spLocks noGrp="1"/>
          </p:cNvSpPr>
          <p:nvPr/>
        </p:nvSpPr>
        <p:spPr>
          <a:xfrm>
            <a:off x="5008563" y="2841625"/>
            <a:ext cx="690563" cy="349250"/>
          </a:xfrm>
          <a:prstGeom prst="rect">
            <a:avLst/>
          </a:prstGeom>
          <a:noFill/>
          <a:ln w="0">
            <a:noFill/>
            <a:prstDash val="solid"/>
          </a:ln>
        </p:spPr>
        <p:txBody>
          <a:bodyPr wrap="none" lIns="0" tIns="0" rIns="0" bIns="0" anchor="ctr"/>
          <a:lstStyle>
            <a:defPPr algn="ctr">
              <a:defRPr sz="2025" b="0">
                <a:solidFill>
                  <a:srgbClr val="25364A"/>
                </a:solidFill>
                <a:latin typeface="Nimbus Sans"/>
                <a:ea typeface="Nimbus Sans"/>
                <a:cs typeface="Nimbus Sans"/>
              </a:defRPr>
            </a:defPPr>
            <a:lvl1pPr algn="ctr">
              <a:defRPr sz="2025" b="0">
                <a:solidFill>
                  <a:srgbClr val="25364A"/>
                </a:solidFill>
                <a:latin typeface="Nimbus Sans"/>
                <a:ea typeface="Nimbus Sans"/>
                <a:cs typeface="Nimbus Sans"/>
              </a:defRPr>
            </a:lvl1pPr>
            <a:lvl2pPr algn="ctr">
              <a:defRPr sz="2025" b="0">
                <a:solidFill>
                  <a:srgbClr val="25364A"/>
                </a:solidFill>
                <a:latin typeface="Nimbus Sans"/>
                <a:ea typeface="Nimbus Sans"/>
                <a:cs typeface="Nimbus Sans"/>
              </a:defRPr>
            </a:lvl2pPr>
            <a:lvl3pPr algn="ctr">
              <a:defRPr sz="2025" b="0">
                <a:solidFill>
                  <a:srgbClr val="25364A"/>
                </a:solidFill>
                <a:latin typeface="Nimbus Sans"/>
                <a:ea typeface="Nimbus Sans"/>
                <a:cs typeface="Nimbus Sans"/>
              </a:defRPr>
            </a:lvl3pPr>
            <a:lvl4pPr algn="ctr">
              <a:defRPr sz="2025" b="0">
                <a:solidFill>
                  <a:srgbClr val="25364A"/>
                </a:solidFill>
                <a:latin typeface="Nimbus Sans"/>
                <a:ea typeface="Nimbus Sans"/>
                <a:cs typeface="Nimbus Sans"/>
              </a:defRPr>
            </a:lvl4pPr>
            <a:lvl5pPr algn="ctr">
              <a:defRPr sz="2025" b="0">
                <a:solidFill>
                  <a:srgbClr val="25364A"/>
                </a:solidFill>
                <a:latin typeface="Nimbus Sans"/>
                <a:ea typeface="Nimbus Sans"/>
                <a:cs typeface="Nimbus Sans"/>
              </a:defRPr>
            </a:lvl5pPr>
            <a:lvl6pPr algn="ctr">
              <a:defRPr sz="2025" b="0">
                <a:solidFill>
                  <a:srgbClr val="25364A"/>
                </a:solidFill>
                <a:latin typeface="Nimbus Sans"/>
                <a:ea typeface="Nimbus Sans"/>
                <a:cs typeface="Nimbus Sans"/>
              </a:defRPr>
            </a:lvl6pPr>
            <a:lvl7pPr algn="ctr">
              <a:defRPr sz="2025" b="0">
                <a:solidFill>
                  <a:srgbClr val="25364A"/>
                </a:solidFill>
                <a:latin typeface="Nimbus Sans"/>
                <a:ea typeface="Nimbus Sans"/>
                <a:cs typeface="Nimbus Sans"/>
              </a:defRPr>
            </a:lvl7pPr>
            <a:lvl8pPr algn="ctr">
              <a:defRPr sz="2025" b="0">
                <a:solidFill>
                  <a:srgbClr val="25364A"/>
                </a:solidFill>
                <a:latin typeface="Nimbus Sans"/>
                <a:ea typeface="Nimbus Sans"/>
                <a:cs typeface="Nimbus Sans"/>
              </a:defRPr>
            </a:lvl8pPr>
            <a:lvl9pPr algn="ctr">
              <a:defRPr sz="2025" b="0">
                <a:solidFill>
                  <a:srgbClr val="25364A"/>
                </a:solidFill>
                <a:latin typeface="Nimbus Sans"/>
                <a:ea typeface="Nimbus Sans"/>
                <a:cs typeface="Nimbus Sans"/>
              </a:defRPr>
            </a:lvl9pPr>
          </a:lstStyle>
          <a:p>
            <a:pPr algn="ctr">
              <a:defRPr sz="2025" b="0">
                <a:solidFill>
                  <a:srgbClr val="25364A"/>
                </a:solidFill>
                <a:latin typeface="Nimbus Sans"/>
                <a:ea typeface="Nimbus Sans"/>
                <a:cs typeface="Nimbus Sans"/>
              </a:defRPr>
            </a:pPr>
            <a:r>
              <a:rPr sz="1687"/>
              <a:t>dune</a:t>
            </a:r>
          </a:p>
        </p:txBody>
      </p:sp>
      <p:sp>
        <p:nvSpPr>
          <p:cNvPr id="79" name="vowel-2">
            <a:extLst>
              <a:ext uri="{FF2B5EF4-FFF2-40B4-BE49-F238E27FC236}">
                <a16:creationId xmlns:a16="http://schemas.microsoft.com/office/drawing/2014/main" id="{3D2B4E7E-3427-4D6B-AA98-BC09DCF55844}"/>
              </a:ext>
            </a:extLst>
          </p:cNvPr>
          <p:cNvSpPr>
            <a:spLocks noGrp="1"/>
          </p:cNvSpPr>
          <p:nvPr/>
        </p:nvSpPr>
        <p:spPr>
          <a:xfrm>
            <a:off x="5008563" y="3476625"/>
            <a:ext cx="690563" cy="349250"/>
          </a:xfrm>
          <a:prstGeom prst="rect">
            <a:avLst/>
          </a:prstGeom>
          <a:noFill/>
          <a:ln w="0">
            <a:noFill/>
            <a:prstDash val="solid"/>
          </a:ln>
        </p:spPr>
        <p:txBody>
          <a:bodyPr wrap="none" lIns="0" tIns="0" rIns="0" bIns="0" anchor="ctr"/>
          <a:lstStyle>
            <a:defPPr algn="ctr">
              <a:defRPr sz="2025" b="0">
                <a:solidFill>
                  <a:srgbClr val="25364A"/>
                </a:solidFill>
                <a:latin typeface="Nimbus Sans"/>
                <a:ea typeface="Nimbus Sans"/>
                <a:cs typeface="Nimbus Sans"/>
              </a:defRPr>
            </a:defPPr>
            <a:lvl1pPr algn="ctr">
              <a:defRPr sz="2025" b="0">
                <a:solidFill>
                  <a:srgbClr val="25364A"/>
                </a:solidFill>
                <a:latin typeface="Nimbus Sans"/>
                <a:ea typeface="Nimbus Sans"/>
                <a:cs typeface="Nimbus Sans"/>
              </a:defRPr>
            </a:lvl1pPr>
            <a:lvl2pPr algn="ctr">
              <a:defRPr sz="2025" b="0">
                <a:solidFill>
                  <a:srgbClr val="25364A"/>
                </a:solidFill>
                <a:latin typeface="Nimbus Sans"/>
                <a:ea typeface="Nimbus Sans"/>
                <a:cs typeface="Nimbus Sans"/>
              </a:defRPr>
            </a:lvl2pPr>
            <a:lvl3pPr algn="ctr">
              <a:defRPr sz="2025" b="0">
                <a:solidFill>
                  <a:srgbClr val="25364A"/>
                </a:solidFill>
                <a:latin typeface="Nimbus Sans"/>
                <a:ea typeface="Nimbus Sans"/>
                <a:cs typeface="Nimbus Sans"/>
              </a:defRPr>
            </a:lvl3pPr>
            <a:lvl4pPr algn="ctr">
              <a:defRPr sz="2025" b="0">
                <a:solidFill>
                  <a:srgbClr val="25364A"/>
                </a:solidFill>
                <a:latin typeface="Nimbus Sans"/>
                <a:ea typeface="Nimbus Sans"/>
                <a:cs typeface="Nimbus Sans"/>
              </a:defRPr>
            </a:lvl4pPr>
            <a:lvl5pPr algn="ctr">
              <a:defRPr sz="2025" b="0">
                <a:solidFill>
                  <a:srgbClr val="25364A"/>
                </a:solidFill>
                <a:latin typeface="Nimbus Sans"/>
                <a:ea typeface="Nimbus Sans"/>
                <a:cs typeface="Nimbus Sans"/>
              </a:defRPr>
            </a:lvl5pPr>
            <a:lvl6pPr algn="ctr">
              <a:defRPr sz="2025" b="0">
                <a:solidFill>
                  <a:srgbClr val="25364A"/>
                </a:solidFill>
                <a:latin typeface="Nimbus Sans"/>
                <a:ea typeface="Nimbus Sans"/>
                <a:cs typeface="Nimbus Sans"/>
              </a:defRPr>
            </a:lvl6pPr>
            <a:lvl7pPr algn="ctr">
              <a:defRPr sz="2025" b="0">
                <a:solidFill>
                  <a:srgbClr val="25364A"/>
                </a:solidFill>
                <a:latin typeface="Nimbus Sans"/>
                <a:ea typeface="Nimbus Sans"/>
                <a:cs typeface="Nimbus Sans"/>
              </a:defRPr>
            </a:lvl7pPr>
            <a:lvl8pPr algn="ctr">
              <a:defRPr sz="2025" b="0">
                <a:solidFill>
                  <a:srgbClr val="25364A"/>
                </a:solidFill>
                <a:latin typeface="Nimbus Sans"/>
                <a:ea typeface="Nimbus Sans"/>
                <a:cs typeface="Nimbus Sans"/>
              </a:defRPr>
            </a:lvl8pPr>
            <a:lvl9pPr algn="ctr">
              <a:defRPr sz="2025" b="0">
                <a:solidFill>
                  <a:srgbClr val="25364A"/>
                </a:solidFill>
                <a:latin typeface="Nimbus Sans"/>
                <a:ea typeface="Nimbus Sans"/>
                <a:cs typeface="Nimbus Sans"/>
              </a:defRPr>
            </a:lvl9pPr>
          </a:lstStyle>
          <a:p>
            <a:pPr algn="ctr">
              <a:defRPr sz="2025" b="0">
                <a:solidFill>
                  <a:srgbClr val="25364A"/>
                </a:solidFill>
                <a:latin typeface="Nimbus Sans"/>
                <a:ea typeface="Nimbus Sans"/>
                <a:cs typeface="Nimbus Sans"/>
              </a:defRPr>
            </a:pPr>
            <a:r>
              <a:rPr sz="1687"/>
              <a:t>dean</a:t>
            </a:r>
          </a:p>
        </p:txBody>
      </p:sp>
      <p:sp>
        <p:nvSpPr>
          <p:cNvPr id="80" name="vowel-3">
            <a:extLst>
              <a:ext uri="{FF2B5EF4-FFF2-40B4-BE49-F238E27FC236}">
                <a16:creationId xmlns:a16="http://schemas.microsoft.com/office/drawing/2014/main" id="{704D251E-FBA7-4DEF-8B8F-57913B355CB3}"/>
              </a:ext>
            </a:extLst>
          </p:cNvPr>
          <p:cNvSpPr>
            <a:spLocks noGrp="1"/>
          </p:cNvSpPr>
          <p:nvPr/>
        </p:nvSpPr>
        <p:spPr>
          <a:xfrm>
            <a:off x="5008563" y="4111625"/>
            <a:ext cx="690563" cy="349250"/>
          </a:xfrm>
          <a:prstGeom prst="rect">
            <a:avLst/>
          </a:prstGeom>
          <a:noFill/>
          <a:ln w="0">
            <a:noFill/>
            <a:prstDash val="solid"/>
          </a:ln>
        </p:spPr>
        <p:txBody>
          <a:bodyPr wrap="none" lIns="0" tIns="0" rIns="0" bIns="0" anchor="ctr"/>
          <a:lstStyle>
            <a:defPPr algn="ctr">
              <a:defRPr sz="2025" b="0">
                <a:solidFill>
                  <a:srgbClr val="25364A"/>
                </a:solidFill>
                <a:latin typeface="Nimbus Sans"/>
                <a:ea typeface="Nimbus Sans"/>
                <a:cs typeface="Nimbus Sans"/>
              </a:defRPr>
            </a:defPPr>
            <a:lvl1pPr algn="ctr">
              <a:defRPr sz="2025" b="0">
                <a:solidFill>
                  <a:srgbClr val="25364A"/>
                </a:solidFill>
                <a:latin typeface="Nimbus Sans"/>
                <a:ea typeface="Nimbus Sans"/>
                <a:cs typeface="Nimbus Sans"/>
              </a:defRPr>
            </a:lvl1pPr>
            <a:lvl2pPr algn="ctr">
              <a:defRPr sz="2025" b="0">
                <a:solidFill>
                  <a:srgbClr val="25364A"/>
                </a:solidFill>
                <a:latin typeface="Nimbus Sans"/>
                <a:ea typeface="Nimbus Sans"/>
                <a:cs typeface="Nimbus Sans"/>
              </a:defRPr>
            </a:lvl2pPr>
            <a:lvl3pPr algn="ctr">
              <a:defRPr sz="2025" b="0">
                <a:solidFill>
                  <a:srgbClr val="25364A"/>
                </a:solidFill>
                <a:latin typeface="Nimbus Sans"/>
                <a:ea typeface="Nimbus Sans"/>
                <a:cs typeface="Nimbus Sans"/>
              </a:defRPr>
            </a:lvl3pPr>
            <a:lvl4pPr algn="ctr">
              <a:defRPr sz="2025" b="0">
                <a:solidFill>
                  <a:srgbClr val="25364A"/>
                </a:solidFill>
                <a:latin typeface="Nimbus Sans"/>
                <a:ea typeface="Nimbus Sans"/>
                <a:cs typeface="Nimbus Sans"/>
              </a:defRPr>
            </a:lvl4pPr>
            <a:lvl5pPr algn="ctr">
              <a:defRPr sz="2025" b="0">
                <a:solidFill>
                  <a:srgbClr val="25364A"/>
                </a:solidFill>
                <a:latin typeface="Nimbus Sans"/>
                <a:ea typeface="Nimbus Sans"/>
                <a:cs typeface="Nimbus Sans"/>
              </a:defRPr>
            </a:lvl5pPr>
            <a:lvl6pPr algn="ctr">
              <a:defRPr sz="2025" b="0">
                <a:solidFill>
                  <a:srgbClr val="25364A"/>
                </a:solidFill>
                <a:latin typeface="Nimbus Sans"/>
                <a:ea typeface="Nimbus Sans"/>
                <a:cs typeface="Nimbus Sans"/>
              </a:defRPr>
            </a:lvl6pPr>
            <a:lvl7pPr algn="ctr">
              <a:defRPr sz="2025" b="0">
                <a:solidFill>
                  <a:srgbClr val="25364A"/>
                </a:solidFill>
                <a:latin typeface="Nimbus Sans"/>
                <a:ea typeface="Nimbus Sans"/>
                <a:cs typeface="Nimbus Sans"/>
              </a:defRPr>
            </a:lvl7pPr>
            <a:lvl8pPr algn="ctr">
              <a:defRPr sz="2025" b="0">
                <a:solidFill>
                  <a:srgbClr val="25364A"/>
                </a:solidFill>
                <a:latin typeface="Nimbus Sans"/>
                <a:ea typeface="Nimbus Sans"/>
                <a:cs typeface="Nimbus Sans"/>
              </a:defRPr>
            </a:lvl8pPr>
            <a:lvl9pPr algn="ctr">
              <a:defRPr sz="2025" b="0">
                <a:solidFill>
                  <a:srgbClr val="25364A"/>
                </a:solidFill>
                <a:latin typeface="Nimbus Sans"/>
                <a:ea typeface="Nimbus Sans"/>
                <a:cs typeface="Nimbus Sans"/>
              </a:defRPr>
            </a:lvl9pPr>
          </a:lstStyle>
          <a:p>
            <a:pPr algn="ctr">
              <a:defRPr sz="2025" b="0">
                <a:solidFill>
                  <a:srgbClr val="25364A"/>
                </a:solidFill>
                <a:latin typeface="Nimbus Sans"/>
                <a:ea typeface="Nimbus Sans"/>
                <a:cs typeface="Nimbus Sans"/>
              </a:defRPr>
            </a:pPr>
            <a:r>
              <a:rPr sz="1687"/>
              <a:t>Don</a:t>
            </a:r>
          </a:p>
        </p:txBody>
      </p:sp>
      <p:sp>
        <p:nvSpPr>
          <p:cNvPr id="81" name="vowel-4">
            <a:extLst>
              <a:ext uri="{FF2B5EF4-FFF2-40B4-BE49-F238E27FC236}">
                <a16:creationId xmlns:a16="http://schemas.microsoft.com/office/drawing/2014/main" id="{73765F66-8E66-4EC3-BE9F-D9B16F314B76}"/>
              </a:ext>
            </a:extLst>
          </p:cNvPr>
          <p:cNvSpPr>
            <a:spLocks noGrp="1"/>
          </p:cNvSpPr>
          <p:nvPr/>
        </p:nvSpPr>
        <p:spPr>
          <a:xfrm>
            <a:off x="5008563" y="4746625"/>
            <a:ext cx="690563" cy="349250"/>
          </a:xfrm>
          <a:prstGeom prst="rect">
            <a:avLst/>
          </a:prstGeom>
          <a:noFill/>
          <a:ln w="0">
            <a:noFill/>
            <a:prstDash val="solid"/>
          </a:ln>
        </p:spPr>
        <p:txBody>
          <a:bodyPr wrap="none" lIns="0" tIns="0" rIns="0" bIns="0" anchor="ctr"/>
          <a:lstStyle>
            <a:defPPr algn="ctr">
              <a:defRPr sz="2025" b="0">
                <a:solidFill>
                  <a:srgbClr val="25364A"/>
                </a:solidFill>
                <a:latin typeface="Nimbus Sans"/>
                <a:ea typeface="Nimbus Sans"/>
                <a:cs typeface="Nimbus Sans"/>
              </a:defRPr>
            </a:defPPr>
            <a:lvl1pPr algn="ctr">
              <a:defRPr sz="2025" b="0">
                <a:solidFill>
                  <a:srgbClr val="25364A"/>
                </a:solidFill>
                <a:latin typeface="Nimbus Sans"/>
                <a:ea typeface="Nimbus Sans"/>
                <a:cs typeface="Nimbus Sans"/>
              </a:defRPr>
            </a:lvl1pPr>
            <a:lvl2pPr algn="ctr">
              <a:defRPr sz="2025" b="0">
                <a:solidFill>
                  <a:srgbClr val="25364A"/>
                </a:solidFill>
                <a:latin typeface="Nimbus Sans"/>
                <a:ea typeface="Nimbus Sans"/>
                <a:cs typeface="Nimbus Sans"/>
              </a:defRPr>
            </a:lvl2pPr>
            <a:lvl3pPr algn="ctr">
              <a:defRPr sz="2025" b="0">
                <a:solidFill>
                  <a:srgbClr val="25364A"/>
                </a:solidFill>
                <a:latin typeface="Nimbus Sans"/>
                <a:ea typeface="Nimbus Sans"/>
                <a:cs typeface="Nimbus Sans"/>
              </a:defRPr>
            </a:lvl3pPr>
            <a:lvl4pPr algn="ctr">
              <a:defRPr sz="2025" b="0">
                <a:solidFill>
                  <a:srgbClr val="25364A"/>
                </a:solidFill>
                <a:latin typeface="Nimbus Sans"/>
                <a:ea typeface="Nimbus Sans"/>
                <a:cs typeface="Nimbus Sans"/>
              </a:defRPr>
            </a:lvl4pPr>
            <a:lvl5pPr algn="ctr">
              <a:defRPr sz="2025" b="0">
                <a:solidFill>
                  <a:srgbClr val="25364A"/>
                </a:solidFill>
                <a:latin typeface="Nimbus Sans"/>
                <a:ea typeface="Nimbus Sans"/>
                <a:cs typeface="Nimbus Sans"/>
              </a:defRPr>
            </a:lvl5pPr>
            <a:lvl6pPr algn="ctr">
              <a:defRPr sz="2025" b="0">
                <a:solidFill>
                  <a:srgbClr val="25364A"/>
                </a:solidFill>
                <a:latin typeface="Nimbus Sans"/>
                <a:ea typeface="Nimbus Sans"/>
                <a:cs typeface="Nimbus Sans"/>
              </a:defRPr>
            </a:lvl6pPr>
            <a:lvl7pPr algn="ctr">
              <a:defRPr sz="2025" b="0">
                <a:solidFill>
                  <a:srgbClr val="25364A"/>
                </a:solidFill>
                <a:latin typeface="Nimbus Sans"/>
                <a:ea typeface="Nimbus Sans"/>
                <a:cs typeface="Nimbus Sans"/>
              </a:defRPr>
            </a:lvl7pPr>
            <a:lvl8pPr algn="ctr">
              <a:defRPr sz="2025" b="0">
                <a:solidFill>
                  <a:srgbClr val="25364A"/>
                </a:solidFill>
                <a:latin typeface="Nimbus Sans"/>
                <a:ea typeface="Nimbus Sans"/>
                <a:cs typeface="Nimbus Sans"/>
              </a:defRPr>
            </a:lvl8pPr>
            <a:lvl9pPr algn="ctr">
              <a:defRPr sz="2025" b="0">
                <a:solidFill>
                  <a:srgbClr val="25364A"/>
                </a:solidFill>
                <a:latin typeface="Nimbus Sans"/>
                <a:ea typeface="Nimbus Sans"/>
                <a:cs typeface="Nimbus Sans"/>
              </a:defRPr>
            </a:lvl9pPr>
          </a:lstStyle>
          <a:p>
            <a:pPr algn="ctr">
              <a:defRPr sz="2025" b="0">
                <a:solidFill>
                  <a:srgbClr val="25364A"/>
                </a:solidFill>
                <a:latin typeface="Nimbus Sans"/>
                <a:ea typeface="Nimbus Sans"/>
                <a:cs typeface="Nimbus Sans"/>
              </a:defRPr>
            </a:pPr>
            <a:r>
              <a:rPr sz="1687"/>
              <a:t>Dan</a:t>
            </a:r>
          </a:p>
        </p:txBody>
      </p:sp>
      <p:sp>
        <p:nvSpPr>
          <p:cNvPr id="82" name="layer-dimensions">
            <a:extLst>
              <a:ext uri="{FF2B5EF4-FFF2-40B4-BE49-F238E27FC236}">
                <a16:creationId xmlns:a16="http://schemas.microsoft.com/office/drawing/2014/main" id="{AC9523FF-FEC1-4BB2-9813-55B76F1EBCD2}"/>
              </a:ext>
            </a:extLst>
          </p:cNvPr>
          <p:cNvSpPr>
            <a:spLocks noGrp="1"/>
          </p:cNvSpPr>
          <p:nvPr/>
        </p:nvSpPr>
        <p:spPr>
          <a:xfrm>
            <a:off x="277813" y="5556250"/>
            <a:ext cx="5159375" cy="396875"/>
          </a:xfrm>
          <a:prstGeom prst="rect">
            <a:avLst/>
          </a:prstGeom>
          <a:noFill/>
          <a:ln w="0">
            <a:noFill/>
            <a:prstDash val="solid"/>
          </a:ln>
        </p:spPr>
        <p:txBody>
          <a:bodyPr wrap="none" lIns="0" tIns="0" rIns="0" bIns="0" anchor="ctr"/>
          <a:lstStyle>
            <a:defPPr algn="ctr">
              <a:defRPr sz="2550" b="1">
                <a:solidFill>
                  <a:srgbClr val="594576"/>
                </a:solidFill>
                <a:latin typeface="Nimbus Sans"/>
                <a:ea typeface="Nimbus Sans"/>
                <a:cs typeface="Nimbus Sans"/>
              </a:defRPr>
            </a:defPPr>
            <a:lvl1pPr algn="ctr">
              <a:defRPr sz="2550" b="1">
                <a:solidFill>
                  <a:srgbClr val="594576"/>
                </a:solidFill>
                <a:latin typeface="Nimbus Sans"/>
                <a:ea typeface="Nimbus Sans"/>
                <a:cs typeface="Nimbus Sans"/>
              </a:defRPr>
            </a:lvl1pPr>
            <a:lvl2pPr algn="ctr">
              <a:defRPr sz="2550" b="1">
                <a:solidFill>
                  <a:srgbClr val="594576"/>
                </a:solidFill>
                <a:latin typeface="Nimbus Sans"/>
                <a:ea typeface="Nimbus Sans"/>
                <a:cs typeface="Nimbus Sans"/>
              </a:defRPr>
            </a:lvl2pPr>
            <a:lvl3pPr algn="ctr">
              <a:defRPr sz="2550" b="1">
                <a:solidFill>
                  <a:srgbClr val="594576"/>
                </a:solidFill>
                <a:latin typeface="Nimbus Sans"/>
                <a:ea typeface="Nimbus Sans"/>
                <a:cs typeface="Nimbus Sans"/>
              </a:defRPr>
            </a:lvl3pPr>
            <a:lvl4pPr algn="ctr">
              <a:defRPr sz="2550" b="1">
                <a:solidFill>
                  <a:srgbClr val="594576"/>
                </a:solidFill>
                <a:latin typeface="Nimbus Sans"/>
                <a:ea typeface="Nimbus Sans"/>
                <a:cs typeface="Nimbus Sans"/>
              </a:defRPr>
            </a:lvl4pPr>
            <a:lvl5pPr algn="ctr">
              <a:defRPr sz="2550" b="1">
                <a:solidFill>
                  <a:srgbClr val="594576"/>
                </a:solidFill>
                <a:latin typeface="Nimbus Sans"/>
                <a:ea typeface="Nimbus Sans"/>
                <a:cs typeface="Nimbus Sans"/>
              </a:defRPr>
            </a:lvl5pPr>
            <a:lvl6pPr algn="ctr">
              <a:defRPr sz="2550" b="1">
                <a:solidFill>
                  <a:srgbClr val="594576"/>
                </a:solidFill>
                <a:latin typeface="Nimbus Sans"/>
                <a:ea typeface="Nimbus Sans"/>
                <a:cs typeface="Nimbus Sans"/>
              </a:defRPr>
            </a:lvl6pPr>
            <a:lvl7pPr algn="ctr">
              <a:defRPr sz="2550" b="1">
                <a:solidFill>
                  <a:srgbClr val="594576"/>
                </a:solidFill>
                <a:latin typeface="Nimbus Sans"/>
                <a:ea typeface="Nimbus Sans"/>
                <a:cs typeface="Nimbus Sans"/>
              </a:defRPr>
            </a:lvl7pPr>
            <a:lvl8pPr algn="ctr">
              <a:defRPr sz="2550" b="1">
                <a:solidFill>
                  <a:srgbClr val="594576"/>
                </a:solidFill>
                <a:latin typeface="Nimbus Sans"/>
                <a:ea typeface="Nimbus Sans"/>
                <a:cs typeface="Nimbus Sans"/>
              </a:defRPr>
            </a:lvl8pPr>
            <a:lvl9pPr algn="ctr">
              <a:defRPr sz="2550" b="1">
                <a:solidFill>
                  <a:srgbClr val="594576"/>
                </a:solidFill>
                <a:latin typeface="Nimbus Sans"/>
                <a:ea typeface="Nimbus Sans"/>
                <a:cs typeface="Nimbus Sans"/>
              </a:defRPr>
            </a:lvl9pPr>
          </a:lstStyle>
          <a:p>
            <a:pPr algn="ctr">
              <a:defRPr sz="2550" b="1">
                <a:solidFill>
                  <a:srgbClr val="594576"/>
                </a:solidFill>
                <a:latin typeface="Nimbus Sans"/>
                <a:ea typeface="Nimbus Sans"/>
                <a:cs typeface="Nimbus Sans"/>
              </a:defRPr>
            </a:pPr>
            <a:r>
              <a:rPr sz="2125"/>
              <a:t>2 → 3 → 2 → 4 → 5</a:t>
            </a:r>
          </a:p>
        </p:txBody>
      </p:sp>
      <p:sp>
        <p:nvSpPr>
          <p:cNvPr id="83" name="code-0">
            <a:extLst>
              <a:ext uri="{FF2B5EF4-FFF2-40B4-BE49-F238E27FC236}">
                <a16:creationId xmlns:a16="http://schemas.microsoft.com/office/drawing/2014/main" id="{44FAA714-D13A-4F21-9FF5-616C7B28054A}"/>
              </a:ext>
            </a:extLst>
          </p:cNvPr>
          <p:cNvSpPr>
            <a:spLocks noGrp="1"/>
          </p:cNvSpPr>
          <p:nvPr/>
        </p:nvSpPr>
        <p:spPr>
          <a:xfrm>
            <a:off x="5937250" y="1317625"/>
            <a:ext cx="5953125" cy="254000"/>
          </a:xfrm>
          <a:prstGeom prst="rect">
            <a:avLst/>
          </a:prstGeom>
          <a:noFill/>
          <a:ln w="0">
            <a:noFill/>
            <a:prstDash val="solid"/>
          </a:ln>
        </p:spPr>
        <p:txBody>
          <a:bodyPr wrap="none" lIns="0" tIns="0" rIns="0" bIns="0" anchor="ctr"/>
          <a:lstStyle>
            <a:defPPr algn="l">
              <a:defRPr sz="1800" b="0">
                <a:solidFill>
                  <a:srgbClr val="25364A"/>
                </a:solidFill>
                <a:latin typeface="Nimbus Mono PS"/>
                <a:ea typeface="Nimbus Mono PS"/>
                <a:cs typeface="Nimbus Mono PS"/>
              </a:defRPr>
            </a:defPPr>
            <a:lvl1pPr algn="l">
              <a:defRPr sz="1800" b="0">
                <a:solidFill>
                  <a:srgbClr val="25364A"/>
                </a:solidFill>
                <a:latin typeface="Nimbus Mono PS"/>
                <a:ea typeface="Nimbus Mono PS"/>
                <a:cs typeface="Nimbus Mono PS"/>
              </a:defRPr>
            </a:lvl1pPr>
            <a:lvl2pPr algn="l">
              <a:defRPr sz="1800" b="0">
                <a:solidFill>
                  <a:srgbClr val="25364A"/>
                </a:solidFill>
                <a:latin typeface="Nimbus Mono PS"/>
                <a:ea typeface="Nimbus Mono PS"/>
                <a:cs typeface="Nimbus Mono PS"/>
              </a:defRPr>
            </a:lvl2pPr>
            <a:lvl3pPr algn="l">
              <a:defRPr sz="1800" b="0">
                <a:solidFill>
                  <a:srgbClr val="25364A"/>
                </a:solidFill>
                <a:latin typeface="Nimbus Mono PS"/>
                <a:ea typeface="Nimbus Mono PS"/>
                <a:cs typeface="Nimbus Mono PS"/>
              </a:defRPr>
            </a:lvl3pPr>
            <a:lvl4pPr algn="l">
              <a:defRPr sz="1800" b="0">
                <a:solidFill>
                  <a:srgbClr val="25364A"/>
                </a:solidFill>
                <a:latin typeface="Nimbus Mono PS"/>
                <a:ea typeface="Nimbus Mono PS"/>
                <a:cs typeface="Nimbus Mono PS"/>
              </a:defRPr>
            </a:lvl4pPr>
            <a:lvl5pPr algn="l">
              <a:defRPr sz="1800" b="0">
                <a:solidFill>
                  <a:srgbClr val="25364A"/>
                </a:solidFill>
                <a:latin typeface="Nimbus Mono PS"/>
                <a:ea typeface="Nimbus Mono PS"/>
                <a:cs typeface="Nimbus Mono PS"/>
              </a:defRPr>
            </a:lvl5pPr>
            <a:lvl6pPr algn="l">
              <a:defRPr sz="1800" b="0">
                <a:solidFill>
                  <a:srgbClr val="25364A"/>
                </a:solidFill>
                <a:latin typeface="Nimbus Mono PS"/>
                <a:ea typeface="Nimbus Mono PS"/>
                <a:cs typeface="Nimbus Mono PS"/>
              </a:defRPr>
            </a:lvl6pPr>
            <a:lvl7pPr algn="l">
              <a:defRPr sz="1800" b="0">
                <a:solidFill>
                  <a:srgbClr val="25364A"/>
                </a:solidFill>
                <a:latin typeface="Nimbus Mono PS"/>
                <a:ea typeface="Nimbus Mono PS"/>
                <a:cs typeface="Nimbus Mono PS"/>
              </a:defRPr>
            </a:lvl7pPr>
            <a:lvl8pPr algn="l">
              <a:defRPr sz="1800" b="0">
                <a:solidFill>
                  <a:srgbClr val="25364A"/>
                </a:solidFill>
                <a:latin typeface="Nimbus Mono PS"/>
                <a:ea typeface="Nimbus Mono PS"/>
                <a:cs typeface="Nimbus Mono PS"/>
              </a:defRPr>
            </a:lvl8pPr>
            <a:lvl9pPr algn="l">
              <a:defRPr sz="1800" b="0">
                <a:solidFill>
                  <a:srgbClr val="25364A"/>
                </a:solidFill>
                <a:latin typeface="Nimbus Mono PS"/>
                <a:ea typeface="Nimbus Mono PS"/>
                <a:cs typeface="Nimbus Mono PS"/>
              </a:defRPr>
            </a:lvl9pPr>
          </a:lstStyle>
          <a:p>
            <a:pPr algn="l">
              <a:defRPr sz="1800" b="0">
                <a:solidFill>
                  <a:srgbClr val="25364A"/>
                </a:solidFill>
                <a:latin typeface="Nimbus Mono PS"/>
                <a:ea typeface="Nimbus Mono PS"/>
                <a:cs typeface="Nimbus Mono PS"/>
              </a:defRPr>
            </a:pPr>
            <a:r>
              <a:rPr sz="1500"/>
              <a:t>import torch</a:t>
            </a:r>
          </a:p>
        </p:txBody>
      </p:sp>
      <p:sp>
        <p:nvSpPr>
          <p:cNvPr id="84" name="code-1">
            <a:extLst>
              <a:ext uri="{FF2B5EF4-FFF2-40B4-BE49-F238E27FC236}">
                <a16:creationId xmlns:a16="http://schemas.microsoft.com/office/drawing/2014/main" id="{B0BB3FD7-5D1D-41D4-8BA1-A99CF270B743}"/>
              </a:ext>
            </a:extLst>
          </p:cNvPr>
          <p:cNvSpPr>
            <a:spLocks noGrp="1"/>
          </p:cNvSpPr>
          <p:nvPr/>
        </p:nvSpPr>
        <p:spPr>
          <a:xfrm>
            <a:off x="5937250" y="1563688"/>
            <a:ext cx="5953125" cy="254000"/>
          </a:xfrm>
          <a:prstGeom prst="rect">
            <a:avLst/>
          </a:prstGeom>
          <a:noFill/>
          <a:ln w="0">
            <a:noFill/>
            <a:prstDash val="solid"/>
          </a:ln>
        </p:spPr>
        <p:txBody>
          <a:bodyPr wrap="none" lIns="0" tIns="0" rIns="0" bIns="0" anchor="ctr"/>
          <a:lstStyle>
            <a:defPPr algn="l">
              <a:defRPr sz="1800" b="0">
                <a:solidFill>
                  <a:srgbClr val="25364A"/>
                </a:solidFill>
                <a:latin typeface="Nimbus Mono PS"/>
                <a:ea typeface="Nimbus Mono PS"/>
                <a:cs typeface="Nimbus Mono PS"/>
              </a:defRPr>
            </a:defPPr>
            <a:lvl1pPr algn="l">
              <a:defRPr sz="1800" b="0">
                <a:solidFill>
                  <a:srgbClr val="25364A"/>
                </a:solidFill>
                <a:latin typeface="Nimbus Mono PS"/>
                <a:ea typeface="Nimbus Mono PS"/>
                <a:cs typeface="Nimbus Mono PS"/>
              </a:defRPr>
            </a:lvl1pPr>
            <a:lvl2pPr algn="l">
              <a:defRPr sz="1800" b="0">
                <a:solidFill>
                  <a:srgbClr val="25364A"/>
                </a:solidFill>
                <a:latin typeface="Nimbus Mono PS"/>
                <a:ea typeface="Nimbus Mono PS"/>
                <a:cs typeface="Nimbus Mono PS"/>
              </a:defRPr>
            </a:lvl2pPr>
            <a:lvl3pPr algn="l">
              <a:defRPr sz="1800" b="0">
                <a:solidFill>
                  <a:srgbClr val="25364A"/>
                </a:solidFill>
                <a:latin typeface="Nimbus Mono PS"/>
                <a:ea typeface="Nimbus Mono PS"/>
                <a:cs typeface="Nimbus Mono PS"/>
              </a:defRPr>
            </a:lvl3pPr>
            <a:lvl4pPr algn="l">
              <a:defRPr sz="1800" b="0">
                <a:solidFill>
                  <a:srgbClr val="25364A"/>
                </a:solidFill>
                <a:latin typeface="Nimbus Mono PS"/>
                <a:ea typeface="Nimbus Mono PS"/>
                <a:cs typeface="Nimbus Mono PS"/>
              </a:defRPr>
            </a:lvl4pPr>
            <a:lvl5pPr algn="l">
              <a:defRPr sz="1800" b="0">
                <a:solidFill>
                  <a:srgbClr val="25364A"/>
                </a:solidFill>
                <a:latin typeface="Nimbus Mono PS"/>
                <a:ea typeface="Nimbus Mono PS"/>
                <a:cs typeface="Nimbus Mono PS"/>
              </a:defRPr>
            </a:lvl5pPr>
            <a:lvl6pPr algn="l">
              <a:defRPr sz="1800" b="0">
                <a:solidFill>
                  <a:srgbClr val="25364A"/>
                </a:solidFill>
                <a:latin typeface="Nimbus Mono PS"/>
                <a:ea typeface="Nimbus Mono PS"/>
                <a:cs typeface="Nimbus Mono PS"/>
              </a:defRPr>
            </a:lvl6pPr>
            <a:lvl7pPr algn="l">
              <a:defRPr sz="1800" b="0">
                <a:solidFill>
                  <a:srgbClr val="25364A"/>
                </a:solidFill>
                <a:latin typeface="Nimbus Mono PS"/>
                <a:ea typeface="Nimbus Mono PS"/>
                <a:cs typeface="Nimbus Mono PS"/>
              </a:defRPr>
            </a:lvl7pPr>
            <a:lvl8pPr algn="l">
              <a:defRPr sz="1800" b="0">
                <a:solidFill>
                  <a:srgbClr val="25364A"/>
                </a:solidFill>
                <a:latin typeface="Nimbus Mono PS"/>
                <a:ea typeface="Nimbus Mono PS"/>
                <a:cs typeface="Nimbus Mono PS"/>
              </a:defRPr>
            </a:lvl8pPr>
            <a:lvl9pPr algn="l">
              <a:defRPr sz="1800" b="0">
                <a:solidFill>
                  <a:srgbClr val="25364A"/>
                </a:solidFill>
                <a:latin typeface="Nimbus Mono PS"/>
                <a:ea typeface="Nimbus Mono PS"/>
                <a:cs typeface="Nimbus Mono PS"/>
              </a:defRPr>
            </a:lvl9pPr>
          </a:lstStyle>
          <a:p>
            <a:pPr algn="l">
              <a:defRPr sz="1800" b="0">
                <a:solidFill>
                  <a:srgbClr val="25364A"/>
                </a:solidFill>
                <a:latin typeface="Nimbus Mono PS"/>
                <a:ea typeface="Nimbus Mono PS"/>
                <a:cs typeface="Nimbus Mono PS"/>
              </a:defRPr>
            </a:pPr>
            <a:r>
              <a:rPr sz="1500"/>
              <a:t>from torch import nn</a:t>
            </a:r>
          </a:p>
        </p:txBody>
      </p:sp>
      <p:sp>
        <p:nvSpPr>
          <p:cNvPr id="85" name="code-3">
            <a:extLst>
              <a:ext uri="{FF2B5EF4-FFF2-40B4-BE49-F238E27FC236}">
                <a16:creationId xmlns:a16="http://schemas.microsoft.com/office/drawing/2014/main" id="{2913068F-4B96-4EE4-B224-96D52F01371A}"/>
              </a:ext>
            </a:extLst>
          </p:cNvPr>
          <p:cNvSpPr>
            <a:spLocks noGrp="1"/>
          </p:cNvSpPr>
          <p:nvPr/>
        </p:nvSpPr>
        <p:spPr>
          <a:xfrm>
            <a:off x="5937250" y="2055813"/>
            <a:ext cx="5953125" cy="254000"/>
          </a:xfrm>
          <a:prstGeom prst="rect">
            <a:avLst/>
          </a:prstGeom>
          <a:noFill/>
          <a:ln w="0">
            <a:noFill/>
            <a:prstDash val="solid"/>
          </a:ln>
        </p:spPr>
        <p:txBody>
          <a:bodyPr wrap="none" lIns="0" tIns="0" rIns="0" bIns="0" anchor="ctr"/>
          <a:lstStyle>
            <a:defPPr algn="l">
              <a:defRPr sz="1800" b="0">
                <a:solidFill>
                  <a:srgbClr val="6A7F74"/>
                </a:solidFill>
                <a:latin typeface="Nimbus Mono PS"/>
                <a:ea typeface="Nimbus Mono PS"/>
                <a:cs typeface="Nimbus Mono PS"/>
              </a:defRPr>
            </a:defPPr>
            <a:lvl1pPr algn="l">
              <a:defRPr sz="1800" b="0">
                <a:solidFill>
                  <a:srgbClr val="6A7F74"/>
                </a:solidFill>
                <a:latin typeface="Nimbus Mono PS"/>
                <a:ea typeface="Nimbus Mono PS"/>
                <a:cs typeface="Nimbus Mono PS"/>
              </a:defRPr>
            </a:lvl1pPr>
            <a:lvl2pPr algn="l">
              <a:defRPr sz="1800" b="0">
                <a:solidFill>
                  <a:srgbClr val="6A7F74"/>
                </a:solidFill>
                <a:latin typeface="Nimbus Mono PS"/>
                <a:ea typeface="Nimbus Mono PS"/>
                <a:cs typeface="Nimbus Mono PS"/>
              </a:defRPr>
            </a:lvl2pPr>
            <a:lvl3pPr algn="l">
              <a:defRPr sz="1800" b="0">
                <a:solidFill>
                  <a:srgbClr val="6A7F74"/>
                </a:solidFill>
                <a:latin typeface="Nimbus Mono PS"/>
                <a:ea typeface="Nimbus Mono PS"/>
                <a:cs typeface="Nimbus Mono PS"/>
              </a:defRPr>
            </a:lvl3pPr>
            <a:lvl4pPr algn="l">
              <a:defRPr sz="1800" b="0">
                <a:solidFill>
                  <a:srgbClr val="6A7F74"/>
                </a:solidFill>
                <a:latin typeface="Nimbus Mono PS"/>
                <a:ea typeface="Nimbus Mono PS"/>
                <a:cs typeface="Nimbus Mono PS"/>
              </a:defRPr>
            </a:lvl4pPr>
            <a:lvl5pPr algn="l">
              <a:defRPr sz="1800" b="0">
                <a:solidFill>
                  <a:srgbClr val="6A7F74"/>
                </a:solidFill>
                <a:latin typeface="Nimbus Mono PS"/>
                <a:ea typeface="Nimbus Mono PS"/>
                <a:cs typeface="Nimbus Mono PS"/>
              </a:defRPr>
            </a:lvl5pPr>
            <a:lvl6pPr algn="l">
              <a:defRPr sz="1800" b="0">
                <a:solidFill>
                  <a:srgbClr val="6A7F74"/>
                </a:solidFill>
                <a:latin typeface="Nimbus Mono PS"/>
                <a:ea typeface="Nimbus Mono PS"/>
                <a:cs typeface="Nimbus Mono PS"/>
              </a:defRPr>
            </a:lvl6pPr>
            <a:lvl7pPr algn="l">
              <a:defRPr sz="1800" b="0">
                <a:solidFill>
                  <a:srgbClr val="6A7F74"/>
                </a:solidFill>
                <a:latin typeface="Nimbus Mono PS"/>
                <a:ea typeface="Nimbus Mono PS"/>
                <a:cs typeface="Nimbus Mono PS"/>
              </a:defRPr>
            </a:lvl7pPr>
            <a:lvl8pPr algn="l">
              <a:defRPr sz="1800" b="0">
                <a:solidFill>
                  <a:srgbClr val="6A7F74"/>
                </a:solidFill>
                <a:latin typeface="Nimbus Mono PS"/>
                <a:ea typeface="Nimbus Mono PS"/>
                <a:cs typeface="Nimbus Mono PS"/>
              </a:defRPr>
            </a:lvl8pPr>
            <a:lvl9pPr algn="l">
              <a:defRPr sz="1800" b="0">
                <a:solidFill>
                  <a:srgbClr val="6A7F74"/>
                </a:solidFill>
                <a:latin typeface="Nimbus Mono PS"/>
                <a:ea typeface="Nimbus Mono PS"/>
                <a:cs typeface="Nimbus Mono PS"/>
              </a:defRPr>
            </a:lvl9pPr>
          </a:lstStyle>
          <a:p>
            <a:pPr algn="l">
              <a:defRPr sz="1800" b="0">
                <a:solidFill>
                  <a:srgbClr val="6A7F74"/>
                </a:solidFill>
                <a:latin typeface="Nimbus Mono PS"/>
                <a:ea typeface="Nimbus Mono PS"/>
                <a:cs typeface="Nimbus Mono PS"/>
              </a:defRPr>
            </a:pPr>
            <a:r>
              <a:rPr sz="1500"/>
              <a:t># Sizes: X = 110x2, Y = 110x5</a:t>
            </a:r>
          </a:p>
        </p:txBody>
      </p:sp>
      <p:sp>
        <p:nvSpPr>
          <p:cNvPr id="86" name="code-4">
            <a:extLst>
              <a:ext uri="{FF2B5EF4-FFF2-40B4-BE49-F238E27FC236}">
                <a16:creationId xmlns:a16="http://schemas.microsoft.com/office/drawing/2014/main" id="{6E367B17-D808-41DA-B613-996986190353}"/>
              </a:ext>
            </a:extLst>
          </p:cNvPr>
          <p:cNvSpPr>
            <a:spLocks noGrp="1"/>
          </p:cNvSpPr>
          <p:nvPr/>
        </p:nvSpPr>
        <p:spPr>
          <a:xfrm>
            <a:off x="5937250" y="2301875"/>
            <a:ext cx="5953125" cy="254000"/>
          </a:xfrm>
          <a:prstGeom prst="rect">
            <a:avLst/>
          </a:prstGeom>
          <a:noFill/>
          <a:ln w="0">
            <a:noFill/>
            <a:prstDash val="solid"/>
          </a:ln>
        </p:spPr>
        <p:txBody>
          <a:bodyPr wrap="none" lIns="0" tIns="0" rIns="0" bIns="0" anchor="ctr"/>
          <a:lstStyle>
            <a:defPPr algn="l">
              <a:defRPr sz="1800" b="0">
                <a:solidFill>
                  <a:srgbClr val="25364A"/>
                </a:solidFill>
                <a:latin typeface="Nimbus Mono PS"/>
                <a:ea typeface="Nimbus Mono PS"/>
                <a:cs typeface="Nimbus Mono PS"/>
              </a:defRPr>
            </a:defPPr>
            <a:lvl1pPr algn="l">
              <a:defRPr sz="1800" b="0">
                <a:solidFill>
                  <a:srgbClr val="25364A"/>
                </a:solidFill>
                <a:latin typeface="Nimbus Mono PS"/>
                <a:ea typeface="Nimbus Mono PS"/>
                <a:cs typeface="Nimbus Mono PS"/>
              </a:defRPr>
            </a:lvl1pPr>
            <a:lvl2pPr algn="l">
              <a:defRPr sz="1800" b="0">
                <a:solidFill>
                  <a:srgbClr val="25364A"/>
                </a:solidFill>
                <a:latin typeface="Nimbus Mono PS"/>
                <a:ea typeface="Nimbus Mono PS"/>
                <a:cs typeface="Nimbus Mono PS"/>
              </a:defRPr>
            </a:lvl2pPr>
            <a:lvl3pPr algn="l">
              <a:defRPr sz="1800" b="0">
                <a:solidFill>
                  <a:srgbClr val="25364A"/>
                </a:solidFill>
                <a:latin typeface="Nimbus Mono PS"/>
                <a:ea typeface="Nimbus Mono PS"/>
                <a:cs typeface="Nimbus Mono PS"/>
              </a:defRPr>
            </a:lvl3pPr>
            <a:lvl4pPr algn="l">
              <a:defRPr sz="1800" b="0">
                <a:solidFill>
                  <a:srgbClr val="25364A"/>
                </a:solidFill>
                <a:latin typeface="Nimbus Mono PS"/>
                <a:ea typeface="Nimbus Mono PS"/>
                <a:cs typeface="Nimbus Mono PS"/>
              </a:defRPr>
            </a:lvl4pPr>
            <a:lvl5pPr algn="l">
              <a:defRPr sz="1800" b="0">
                <a:solidFill>
                  <a:srgbClr val="25364A"/>
                </a:solidFill>
                <a:latin typeface="Nimbus Mono PS"/>
                <a:ea typeface="Nimbus Mono PS"/>
                <a:cs typeface="Nimbus Mono PS"/>
              </a:defRPr>
            </a:lvl5pPr>
            <a:lvl6pPr algn="l">
              <a:defRPr sz="1800" b="0">
                <a:solidFill>
                  <a:srgbClr val="25364A"/>
                </a:solidFill>
                <a:latin typeface="Nimbus Mono PS"/>
                <a:ea typeface="Nimbus Mono PS"/>
                <a:cs typeface="Nimbus Mono PS"/>
              </a:defRPr>
            </a:lvl6pPr>
            <a:lvl7pPr algn="l">
              <a:defRPr sz="1800" b="0">
                <a:solidFill>
                  <a:srgbClr val="25364A"/>
                </a:solidFill>
                <a:latin typeface="Nimbus Mono PS"/>
                <a:ea typeface="Nimbus Mono PS"/>
                <a:cs typeface="Nimbus Mono PS"/>
              </a:defRPr>
            </a:lvl7pPr>
            <a:lvl8pPr algn="l">
              <a:defRPr sz="1800" b="0">
                <a:solidFill>
                  <a:srgbClr val="25364A"/>
                </a:solidFill>
                <a:latin typeface="Nimbus Mono PS"/>
                <a:ea typeface="Nimbus Mono PS"/>
                <a:cs typeface="Nimbus Mono PS"/>
              </a:defRPr>
            </a:lvl8pPr>
            <a:lvl9pPr algn="l">
              <a:defRPr sz="1800" b="0">
                <a:solidFill>
                  <a:srgbClr val="25364A"/>
                </a:solidFill>
                <a:latin typeface="Nimbus Mono PS"/>
                <a:ea typeface="Nimbus Mono PS"/>
                <a:cs typeface="Nimbus Mono PS"/>
              </a:defRPr>
            </a:lvl9pPr>
          </a:lstStyle>
          <a:p>
            <a:pPr algn="l">
              <a:defRPr sz="1800" b="0">
                <a:solidFill>
                  <a:srgbClr val="25364A"/>
                </a:solidFill>
                <a:latin typeface="Nimbus Mono PS"/>
                <a:ea typeface="Nimbus Mono PS"/>
                <a:cs typeface="Nimbus Mono PS"/>
              </a:defRPr>
            </a:pPr>
            <a:r>
              <a:rPr sz="1500"/>
              <a:t>X = torch.load("Formant_Inputs.pt").float()</a:t>
            </a:r>
          </a:p>
        </p:txBody>
      </p:sp>
      <p:sp>
        <p:nvSpPr>
          <p:cNvPr id="87" name="code-5">
            <a:extLst>
              <a:ext uri="{FF2B5EF4-FFF2-40B4-BE49-F238E27FC236}">
                <a16:creationId xmlns:a16="http://schemas.microsoft.com/office/drawing/2014/main" id="{517828BB-58A3-4A2A-B4CB-2F7BEC5B98BD}"/>
              </a:ext>
            </a:extLst>
          </p:cNvPr>
          <p:cNvSpPr>
            <a:spLocks noGrp="1"/>
          </p:cNvSpPr>
          <p:nvPr/>
        </p:nvSpPr>
        <p:spPr>
          <a:xfrm>
            <a:off x="5937250" y="2547938"/>
            <a:ext cx="5953125" cy="254000"/>
          </a:xfrm>
          <a:prstGeom prst="rect">
            <a:avLst/>
          </a:prstGeom>
          <a:noFill/>
          <a:ln w="0">
            <a:noFill/>
            <a:prstDash val="solid"/>
          </a:ln>
        </p:spPr>
        <p:txBody>
          <a:bodyPr wrap="none" lIns="0" tIns="0" rIns="0" bIns="0" anchor="ctr"/>
          <a:lstStyle>
            <a:defPPr algn="l">
              <a:defRPr sz="1800" b="0">
                <a:solidFill>
                  <a:srgbClr val="25364A"/>
                </a:solidFill>
                <a:latin typeface="Nimbus Mono PS"/>
                <a:ea typeface="Nimbus Mono PS"/>
                <a:cs typeface="Nimbus Mono PS"/>
              </a:defRPr>
            </a:defPPr>
            <a:lvl1pPr algn="l">
              <a:defRPr sz="1800" b="0">
                <a:solidFill>
                  <a:srgbClr val="25364A"/>
                </a:solidFill>
                <a:latin typeface="Nimbus Mono PS"/>
                <a:ea typeface="Nimbus Mono PS"/>
                <a:cs typeface="Nimbus Mono PS"/>
              </a:defRPr>
            </a:lvl1pPr>
            <a:lvl2pPr algn="l">
              <a:defRPr sz="1800" b="0">
                <a:solidFill>
                  <a:srgbClr val="25364A"/>
                </a:solidFill>
                <a:latin typeface="Nimbus Mono PS"/>
                <a:ea typeface="Nimbus Mono PS"/>
                <a:cs typeface="Nimbus Mono PS"/>
              </a:defRPr>
            </a:lvl2pPr>
            <a:lvl3pPr algn="l">
              <a:defRPr sz="1800" b="0">
                <a:solidFill>
                  <a:srgbClr val="25364A"/>
                </a:solidFill>
                <a:latin typeface="Nimbus Mono PS"/>
                <a:ea typeface="Nimbus Mono PS"/>
                <a:cs typeface="Nimbus Mono PS"/>
              </a:defRPr>
            </a:lvl3pPr>
            <a:lvl4pPr algn="l">
              <a:defRPr sz="1800" b="0">
                <a:solidFill>
                  <a:srgbClr val="25364A"/>
                </a:solidFill>
                <a:latin typeface="Nimbus Mono PS"/>
                <a:ea typeface="Nimbus Mono PS"/>
                <a:cs typeface="Nimbus Mono PS"/>
              </a:defRPr>
            </a:lvl4pPr>
            <a:lvl5pPr algn="l">
              <a:defRPr sz="1800" b="0">
                <a:solidFill>
                  <a:srgbClr val="25364A"/>
                </a:solidFill>
                <a:latin typeface="Nimbus Mono PS"/>
                <a:ea typeface="Nimbus Mono PS"/>
                <a:cs typeface="Nimbus Mono PS"/>
              </a:defRPr>
            </a:lvl5pPr>
            <a:lvl6pPr algn="l">
              <a:defRPr sz="1800" b="0">
                <a:solidFill>
                  <a:srgbClr val="25364A"/>
                </a:solidFill>
                <a:latin typeface="Nimbus Mono PS"/>
                <a:ea typeface="Nimbus Mono PS"/>
                <a:cs typeface="Nimbus Mono PS"/>
              </a:defRPr>
            </a:lvl6pPr>
            <a:lvl7pPr algn="l">
              <a:defRPr sz="1800" b="0">
                <a:solidFill>
                  <a:srgbClr val="25364A"/>
                </a:solidFill>
                <a:latin typeface="Nimbus Mono PS"/>
                <a:ea typeface="Nimbus Mono PS"/>
                <a:cs typeface="Nimbus Mono PS"/>
              </a:defRPr>
            </a:lvl7pPr>
            <a:lvl8pPr algn="l">
              <a:defRPr sz="1800" b="0">
                <a:solidFill>
                  <a:srgbClr val="25364A"/>
                </a:solidFill>
                <a:latin typeface="Nimbus Mono PS"/>
                <a:ea typeface="Nimbus Mono PS"/>
                <a:cs typeface="Nimbus Mono PS"/>
              </a:defRPr>
            </a:lvl8pPr>
            <a:lvl9pPr algn="l">
              <a:defRPr sz="1800" b="0">
                <a:solidFill>
                  <a:srgbClr val="25364A"/>
                </a:solidFill>
                <a:latin typeface="Nimbus Mono PS"/>
                <a:ea typeface="Nimbus Mono PS"/>
                <a:cs typeface="Nimbus Mono PS"/>
              </a:defRPr>
            </a:lvl9pPr>
          </a:lstStyle>
          <a:p>
            <a:pPr algn="l">
              <a:defRPr sz="1800" b="0">
                <a:solidFill>
                  <a:srgbClr val="25364A"/>
                </a:solidFill>
                <a:latin typeface="Nimbus Mono PS"/>
                <a:ea typeface="Nimbus Mono PS"/>
                <a:cs typeface="Nimbus Mono PS"/>
              </a:defRPr>
            </a:pPr>
            <a:r>
              <a:rPr sz="1500"/>
              <a:t>Y = torch.load("TrueVowel_Outputs.pt").float()</a:t>
            </a:r>
          </a:p>
        </p:txBody>
      </p:sp>
      <p:sp>
        <p:nvSpPr>
          <p:cNvPr id="88" name="code-7">
            <a:extLst>
              <a:ext uri="{FF2B5EF4-FFF2-40B4-BE49-F238E27FC236}">
                <a16:creationId xmlns:a16="http://schemas.microsoft.com/office/drawing/2014/main" id="{BFAE03EB-1E76-4877-995C-F408D183EE47}"/>
              </a:ext>
            </a:extLst>
          </p:cNvPr>
          <p:cNvSpPr>
            <a:spLocks noGrp="1"/>
          </p:cNvSpPr>
          <p:nvPr/>
        </p:nvSpPr>
        <p:spPr>
          <a:xfrm>
            <a:off x="5937250" y="3040063"/>
            <a:ext cx="5953125" cy="254000"/>
          </a:xfrm>
          <a:prstGeom prst="rect">
            <a:avLst/>
          </a:prstGeom>
          <a:noFill/>
          <a:ln w="0">
            <a:noFill/>
            <a:prstDash val="solid"/>
          </a:ln>
        </p:spPr>
        <p:txBody>
          <a:bodyPr wrap="none" lIns="0" tIns="0" rIns="0" bIns="0" anchor="ctr"/>
          <a:lstStyle>
            <a:defPPr algn="l">
              <a:defRPr sz="1800" b="0">
                <a:solidFill>
                  <a:srgbClr val="25364A"/>
                </a:solidFill>
                <a:latin typeface="Nimbus Mono PS"/>
                <a:ea typeface="Nimbus Mono PS"/>
                <a:cs typeface="Nimbus Mono PS"/>
              </a:defRPr>
            </a:defPPr>
            <a:lvl1pPr algn="l">
              <a:defRPr sz="1800" b="0">
                <a:solidFill>
                  <a:srgbClr val="25364A"/>
                </a:solidFill>
                <a:latin typeface="Nimbus Mono PS"/>
                <a:ea typeface="Nimbus Mono PS"/>
                <a:cs typeface="Nimbus Mono PS"/>
              </a:defRPr>
            </a:lvl1pPr>
            <a:lvl2pPr algn="l">
              <a:defRPr sz="1800" b="0">
                <a:solidFill>
                  <a:srgbClr val="25364A"/>
                </a:solidFill>
                <a:latin typeface="Nimbus Mono PS"/>
                <a:ea typeface="Nimbus Mono PS"/>
                <a:cs typeface="Nimbus Mono PS"/>
              </a:defRPr>
            </a:lvl2pPr>
            <a:lvl3pPr algn="l">
              <a:defRPr sz="1800" b="0">
                <a:solidFill>
                  <a:srgbClr val="25364A"/>
                </a:solidFill>
                <a:latin typeface="Nimbus Mono PS"/>
                <a:ea typeface="Nimbus Mono PS"/>
                <a:cs typeface="Nimbus Mono PS"/>
              </a:defRPr>
            </a:lvl3pPr>
            <a:lvl4pPr algn="l">
              <a:defRPr sz="1800" b="0">
                <a:solidFill>
                  <a:srgbClr val="25364A"/>
                </a:solidFill>
                <a:latin typeface="Nimbus Mono PS"/>
                <a:ea typeface="Nimbus Mono PS"/>
                <a:cs typeface="Nimbus Mono PS"/>
              </a:defRPr>
            </a:lvl4pPr>
            <a:lvl5pPr algn="l">
              <a:defRPr sz="1800" b="0">
                <a:solidFill>
                  <a:srgbClr val="25364A"/>
                </a:solidFill>
                <a:latin typeface="Nimbus Mono PS"/>
                <a:ea typeface="Nimbus Mono PS"/>
                <a:cs typeface="Nimbus Mono PS"/>
              </a:defRPr>
            </a:lvl5pPr>
            <a:lvl6pPr algn="l">
              <a:defRPr sz="1800" b="0">
                <a:solidFill>
                  <a:srgbClr val="25364A"/>
                </a:solidFill>
                <a:latin typeface="Nimbus Mono PS"/>
                <a:ea typeface="Nimbus Mono PS"/>
                <a:cs typeface="Nimbus Mono PS"/>
              </a:defRPr>
            </a:lvl6pPr>
            <a:lvl7pPr algn="l">
              <a:defRPr sz="1800" b="0">
                <a:solidFill>
                  <a:srgbClr val="25364A"/>
                </a:solidFill>
                <a:latin typeface="Nimbus Mono PS"/>
                <a:ea typeface="Nimbus Mono PS"/>
                <a:cs typeface="Nimbus Mono PS"/>
              </a:defRPr>
            </a:lvl7pPr>
            <a:lvl8pPr algn="l">
              <a:defRPr sz="1800" b="0">
                <a:solidFill>
                  <a:srgbClr val="25364A"/>
                </a:solidFill>
                <a:latin typeface="Nimbus Mono PS"/>
                <a:ea typeface="Nimbus Mono PS"/>
                <a:cs typeface="Nimbus Mono PS"/>
              </a:defRPr>
            </a:lvl8pPr>
            <a:lvl9pPr algn="l">
              <a:defRPr sz="1800" b="0">
                <a:solidFill>
                  <a:srgbClr val="25364A"/>
                </a:solidFill>
                <a:latin typeface="Nimbus Mono PS"/>
                <a:ea typeface="Nimbus Mono PS"/>
                <a:cs typeface="Nimbus Mono PS"/>
              </a:defRPr>
            </a:lvl9pPr>
          </a:lstStyle>
          <a:p>
            <a:pPr algn="l">
              <a:defRPr sz="1800" b="0">
                <a:solidFill>
                  <a:srgbClr val="25364A"/>
                </a:solidFill>
                <a:latin typeface="Nimbus Mono PS"/>
                <a:ea typeface="Nimbus Mono PS"/>
                <a:cs typeface="Nimbus Mono PS"/>
              </a:defRPr>
            </a:pPr>
            <a:r>
              <a:rPr sz="1500"/>
              <a:t>net = nn.Sequential(</a:t>
            </a:r>
          </a:p>
        </p:txBody>
      </p:sp>
      <p:sp>
        <p:nvSpPr>
          <p:cNvPr id="89" name="code-8">
            <a:extLst>
              <a:ext uri="{FF2B5EF4-FFF2-40B4-BE49-F238E27FC236}">
                <a16:creationId xmlns:a16="http://schemas.microsoft.com/office/drawing/2014/main" id="{3D9BA9C5-74AB-47B8-8103-6BD429360607}"/>
              </a:ext>
            </a:extLst>
          </p:cNvPr>
          <p:cNvSpPr>
            <a:spLocks noGrp="1"/>
          </p:cNvSpPr>
          <p:nvPr/>
        </p:nvSpPr>
        <p:spPr>
          <a:xfrm>
            <a:off x="5937250" y="3286125"/>
            <a:ext cx="5953125" cy="254000"/>
          </a:xfrm>
          <a:prstGeom prst="rect">
            <a:avLst/>
          </a:prstGeom>
          <a:noFill/>
          <a:ln w="0">
            <a:noFill/>
            <a:prstDash val="solid"/>
          </a:ln>
        </p:spPr>
        <p:txBody>
          <a:bodyPr wrap="none" lIns="0" tIns="0" rIns="0" bIns="0" anchor="ctr"/>
          <a:lstStyle>
            <a:defPPr algn="l">
              <a:defRPr sz="1800" b="0">
                <a:solidFill>
                  <a:srgbClr val="25364A"/>
                </a:solidFill>
                <a:latin typeface="Nimbus Mono PS"/>
                <a:ea typeface="Nimbus Mono PS"/>
                <a:cs typeface="Nimbus Mono PS"/>
              </a:defRPr>
            </a:defPPr>
            <a:lvl1pPr algn="l">
              <a:defRPr sz="1800" b="0">
                <a:solidFill>
                  <a:srgbClr val="25364A"/>
                </a:solidFill>
                <a:latin typeface="Nimbus Mono PS"/>
                <a:ea typeface="Nimbus Mono PS"/>
                <a:cs typeface="Nimbus Mono PS"/>
              </a:defRPr>
            </a:lvl1pPr>
            <a:lvl2pPr algn="l">
              <a:defRPr sz="1800" b="0">
                <a:solidFill>
                  <a:srgbClr val="25364A"/>
                </a:solidFill>
                <a:latin typeface="Nimbus Mono PS"/>
                <a:ea typeface="Nimbus Mono PS"/>
                <a:cs typeface="Nimbus Mono PS"/>
              </a:defRPr>
            </a:lvl2pPr>
            <a:lvl3pPr algn="l">
              <a:defRPr sz="1800" b="0">
                <a:solidFill>
                  <a:srgbClr val="25364A"/>
                </a:solidFill>
                <a:latin typeface="Nimbus Mono PS"/>
                <a:ea typeface="Nimbus Mono PS"/>
                <a:cs typeface="Nimbus Mono PS"/>
              </a:defRPr>
            </a:lvl3pPr>
            <a:lvl4pPr algn="l">
              <a:defRPr sz="1800" b="0">
                <a:solidFill>
                  <a:srgbClr val="25364A"/>
                </a:solidFill>
                <a:latin typeface="Nimbus Mono PS"/>
                <a:ea typeface="Nimbus Mono PS"/>
                <a:cs typeface="Nimbus Mono PS"/>
              </a:defRPr>
            </a:lvl4pPr>
            <a:lvl5pPr algn="l">
              <a:defRPr sz="1800" b="0">
                <a:solidFill>
                  <a:srgbClr val="25364A"/>
                </a:solidFill>
                <a:latin typeface="Nimbus Mono PS"/>
                <a:ea typeface="Nimbus Mono PS"/>
                <a:cs typeface="Nimbus Mono PS"/>
              </a:defRPr>
            </a:lvl5pPr>
            <a:lvl6pPr algn="l">
              <a:defRPr sz="1800" b="0">
                <a:solidFill>
                  <a:srgbClr val="25364A"/>
                </a:solidFill>
                <a:latin typeface="Nimbus Mono PS"/>
                <a:ea typeface="Nimbus Mono PS"/>
                <a:cs typeface="Nimbus Mono PS"/>
              </a:defRPr>
            </a:lvl6pPr>
            <a:lvl7pPr algn="l">
              <a:defRPr sz="1800" b="0">
                <a:solidFill>
                  <a:srgbClr val="25364A"/>
                </a:solidFill>
                <a:latin typeface="Nimbus Mono PS"/>
                <a:ea typeface="Nimbus Mono PS"/>
                <a:cs typeface="Nimbus Mono PS"/>
              </a:defRPr>
            </a:lvl7pPr>
            <a:lvl8pPr algn="l">
              <a:defRPr sz="1800" b="0">
                <a:solidFill>
                  <a:srgbClr val="25364A"/>
                </a:solidFill>
                <a:latin typeface="Nimbus Mono PS"/>
                <a:ea typeface="Nimbus Mono PS"/>
                <a:cs typeface="Nimbus Mono PS"/>
              </a:defRPr>
            </a:lvl8pPr>
            <a:lvl9pPr algn="l">
              <a:defRPr sz="1800" b="0">
                <a:solidFill>
                  <a:srgbClr val="25364A"/>
                </a:solidFill>
                <a:latin typeface="Nimbus Mono PS"/>
                <a:ea typeface="Nimbus Mono PS"/>
                <a:cs typeface="Nimbus Mono PS"/>
              </a:defRPr>
            </a:lvl9pPr>
          </a:lstStyle>
          <a:p>
            <a:pPr algn="l">
              <a:defRPr sz="1800" b="0">
                <a:solidFill>
                  <a:srgbClr val="25364A"/>
                </a:solidFill>
                <a:latin typeface="Nimbus Mono PS"/>
                <a:ea typeface="Nimbus Mono PS"/>
                <a:cs typeface="Nimbus Mono PS"/>
              </a:defRPr>
            </a:pPr>
            <a:r>
              <a:rPr sz="1500"/>
              <a:t>    nn.Linear(2, 3),</a:t>
            </a:r>
          </a:p>
        </p:txBody>
      </p:sp>
      <p:sp>
        <p:nvSpPr>
          <p:cNvPr id="90" name="code-9">
            <a:extLst>
              <a:ext uri="{FF2B5EF4-FFF2-40B4-BE49-F238E27FC236}">
                <a16:creationId xmlns:a16="http://schemas.microsoft.com/office/drawing/2014/main" id="{D1CCFF80-C4D3-4A2B-BC4F-C0D45A115AB6}"/>
              </a:ext>
            </a:extLst>
          </p:cNvPr>
          <p:cNvSpPr>
            <a:spLocks noGrp="1"/>
          </p:cNvSpPr>
          <p:nvPr/>
        </p:nvSpPr>
        <p:spPr>
          <a:xfrm>
            <a:off x="5937250" y="3532188"/>
            <a:ext cx="5953125" cy="254000"/>
          </a:xfrm>
          <a:prstGeom prst="rect">
            <a:avLst/>
          </a:prstGeom>
          <a:noFill/>
          <a:ln w="0">
            <a:noFill/>
            <a:prstDash val="solid"/>
          </a:ln>
        </p:spPr>
        <p:txBody>
          <a:bodyPr wrap="none" lIns="0" tIns="0" rIns="0" bIns="0" anchor="ctr"/>
          <a:lstStyle>
            <a:defPPr algn="l">
              <a:defRPr sz="1800" b="0">
                <a:solidFill>
                  <a:srgbClr val="25364A"/>
                </a:solidFill>
                <a:latin typeface="Nimbus Mono PS"/>
                <a:ea typeface="Nimbus Mono PS"/>
                <a:cs typeface="Nimbus Mono PS"/>
              </a:defRPr>
            </a:defPPr>
            <a:lvl1pPr algn="l">
              <a:defRPr sz="1800" b="0">
                <a:solidFill>
                  <a:srgbClr val="25364A"/>
                </a:solidFill>
                <a:latin typeface="Nimbus Mono PS"/>
                <a:ea typeface="Nimbus Mono PS"/>
                <a:cs typeface="Nimbus Mono PS"/>
              </a:defRPr>
            </a:lvl1pPr>
            <a:lvl2pPr algn="l">
              <a:defRPr sz="1800" b="0">
                <a:solidFill>
                  <a:srgbClr val="25364A"/>
                </a:solidFill>
                <a:latin typeface="Nimbus Mono PS"/>
                <a:ea typeface="Nimbus Mono PS"/>
                <a:cs typeface="Nimbus Mono PS"/>
              </a:defRPr>
            </a:lvl2pPr>
            <a:lvl3pPr algn="l">
              <a:defRPr sz="1800" b="0">
                <a:solidFill>
                  <a:srgbClr val="25364A"/>
                </a:solidFill>
                <a:latin typeface="Nimbus Mono PS"/>
                <a:ea typeface="Nimbus Mono PS"/>
                <a:cs typeface="Nimbus Mono PS"/>
              </a:defRPr>
            </a:lvl3pPr>
            <a:lvl4pPr algn="l">
              <a:defRPr sz="1800" b="0">
                <a:solidFill>
                  <a:srgbClr val="25364A"/>
                </a:solidFill>
                <a:latin typeface="Nimbus Mono PS"/>
                <a:ea typeface="Nimbus Mono PS"/>
                <a:cs typeface="Nimbus Mono PS"/>
              </a:defRPr>
            </a:lvl4pPr>
            <a:lvl5pPr algn="l">
              <a:defRPr sz="1800" b="0">
                <a:solidFill>
                  <a:srgbClr val="25364A"/>
                </a:solidFill>
                <a:latin typeface="Nimbus Mono PS"/>
                <a:ea typeface="Nimbus Mono PS"/>
                <a:cs typeface="Nimbus Mono PS"/>
              </a:defRPr>
            </a:lvl5pPr>
            <a:lvl6pPr algn="l">
              <a:defRPr sz="1800" b="0">
                <a:solidFill>
                  <a:srgbClr val="25364A"/>
                </a:solidFill>
                <a:latin typeface="Nimbus Mono PS"/>
                <a:ea typeface="Nimbus Mono PS"/>
                <a:cs typeface="Nimbus Mono PS"/>
              </a:defRPr>
            </a:lvl6pPr>
            <a:lvl7pPr algn="l">
              <a:defRPr sz="1800" b="0">
                <a:solidFill>
                  <a:srgbClr val="25364A"/>
                </a:solidFill>
                <a:latin typeface="Nimbus Mono PS"/>
                <a:ea typeface="Nimbus Mono PS"/>
                <a:cs typeface="Nimbus Mono PS"/>
              </a:defRPr>
            </a:lvl7pPr>
            <a:lvl8pPr algn="l">
              <a:defRPr sz="1800" b="0">
                <a:solidFill>
                  <a:srgbClr val="25364A"/>
                </a:solidFill>
                <a:latin typeface="Nimbus Mono PS"/>
                <a:ea typeface="Nimbus Mono PS"/>
                <a:cs typeface="Nimbus Mono PS"/>
              </a:defRPr>
            </a:lvl8pPr>
            <a:lvl9pPr algn="l">
              <a:defRPr sz="1800" b="0">
                <a:solidFill>
                  <a:srgbClr val="25364A"/>
                </a:solidFill>
                <a:latin typeface="Nimbus Mono PS"/>
                <a:ea typeface="Nimbus Mono PS"/>
                <a:cs typeface="Nimbus Mono PS"/>
              </a:defRPr>
            </a:lvl9pPr>
          </a:lstStyle>
          <a:p>
            <a:pPr algn="l">
              <a:defRPr sz="1800" b="0">
                <a:solidFill>
                  <a:srgbClr val="25364A"/>
                </a:solidFill>
                <a:latin typeface="Nimbus Mono PS"/>
                <a:ea typeface="Nimbus Mono PS"/>
                <a:cs typeface="Nimbus Mono PS"/>
              </a:defRPr>
            </a:pPr>
            <a:r>
              <a:rPr sz="1500"/>
              <a:t>    nn.Linear(3, 2),</a:t>
            </a:r>
          </a:p>
        </p:txBody>
      </p:sp>
      <p:sp>
        <p:nvSpPr>
          <p:cNvPr id="91" name="code-10">
            <a:extLst>
              <a:ext uri="{FF2B5EF4-FFF2-40B4-BE49-F238E27FC236}">
                <a16:creationId xmlns:a16="http://schemas.microsoft.com/office/drawing/2014/main" id="{BAB71D32-163A-408F-BF03-5B70871EC1F4}"/>
              </a:ext>
            </a:extLst>
          </p:cNvPr>
          <p:cNvSpPr>
            <a:spLocks noGrp="1"/>
          </p:cNvSpPr>
          <p:nvPr/>
        </p:nvSpPr>
        <p:spPr>
          <a:xfrm>
            <a:off x="5937250" y="3778250"/>
            <a:ext cx="5953125" cy="254000"/>
          </a:xfrm>
          <a:prstGeom prst="rect">
            <a:avLst/>
          </a:prstGeom>
          <a:noFill/>
          <a:ln w="0">
            <a:noFill/>
            <a:prstDash val="solid"/>
          </a:ln>
        </p:spPr>
        <p:txBody>
          <a:bodyPr wrap="none" lIns="0" tIns="0" rIns="0" bIns="0" anchor="ctr"/>
          <a:lstStyle>
            <a:defPPr algn="l">
              <a:defRPr sz="1800" b="0">
                <a:solidFill>
                  <a:srgbClr val="25364A"/>
                </a:solidFill>
                <a:latin typeface="Nimbus Mono PS"/>
                <a:ea typeface="Nimbus Mono PS"/>
                <a:cs typeface="Nimbus Mono PS"/>
              </a:defRPr>
            </a:defPPr>
            <a:lvl1pPr algn="l">
              <a:defRPr sz="1800" b="0">
                <a:solidFill>
                  <a:srgbClr val="25364A"/>
                </a:solidFill>
                <a:latin typeface="Nimbus Mono PS"/>
                <a:ea typeface="Nimbus Mono PS"/>
                <a:cs typeface="Nimbus Mono PS"/>
              </a:defRPr>
            </a:lvl1pPr>
            <a:lvl2pPr algn="l">
              <a:defRPr sz="1800" b="0">
                <a:solidFill>
                  <a:srgbClr val="25364A"/>
                </a:solidFill>
                <a:latin typeface="Nimbus Mono PS"/>
                <a:ea typeface="Nimbus Mono PS"/>
                <a:cs typeface="Nimbus Mono PS"/>
              </a:defRPr>
            </a:lvl2pPr>
            <a:lvl3pPr algn="l">
              <a:defRPr sz="1800" b="0">
                <a:solidFill>
                  <a:srgbClr val="25364A"/>
                </a:solidFill>
                <a:latin typeface="Nimbus Mono PS"/>
                <a:ea typeface="Nimbus Mono PS"/>
                <a:cs typeface="Nimbus Mono PS"/>
              </a:defRPr>
            </a:lvl3pPr>
            <a:lvl4pPr algn="l">
              <a:defRPr sz="1800" b="0">
                <a:solidFill>
                  <a:srgbClr val="25364A"/>
                </a:solidFill>
                <a:latin typeface="Nimbus Mono PS"/>
                <a:ea typeface="Nimbus Mono PS"/>
                <a:cs typeface="Nimbus Mono PS"/>
              </a:defRPr>
            </a:lvl4pPr>
            <a:lvl5pPr algn="l">
              <a:defRPr sz="1800" b="0">
                <a:solidFill>
                  <a:srgbClr val="25364A"/>
                </a:solidFill>
                <a:latin typeface="Nimbus Mono PS"/>
                <a:ea typeface="Nimbus Mono PS"/>
                <a:cs typeface="Nimbus Mono PS"/>
              </a:defRPr>
            </a:lvl5pPr>
            <a:lvl6pPr algn="l">
              <a:defRPr sz="1800" b="0">
                <a:solidFill>
                  <a:srgbClr val="25364A"/>
                </a:solidFill>
                <a:latin typeface="Nimbus Mono PS"/>
                <a:ea typeface="Nimbus Mono PS"/>
                <a:cs typeface="Nimbus Mono PS"/>
              </a:defRPr>
            </a:lvl6pPr>
            <a:lvl7pPr algn="l">
              <a:defRPr sz="1800" b="0">
                <a:solidFill>
                  <a:srgbClr val="25364A"/>
                </a:solidFill>
                <a:latin typeface="Nimbus Mono PS"/>
                <a:ea typeface="Nimbus Mono PS"/>
                <a:cs typeface="Nimbus Mono PS"/>
              </a:defRPr>
            </a:lvl7pPr>
            <a:lvl8pPr algn="l">
              <a:defRPr sz="1800" b="0">
                <a:solidFill>
                  <a:srgbClr val="25364A"/>
                </a:solidFill>
                <a:latin typeface="Nimbus Mono PS"/>
                <a:ea typeface="Nimbus Mono PS"/>
                <a:cs typeface="Nimbus Mono PS"/>
              </a:defRPr>
            </a:lvl8pPr>
            <a:lvl9pPr algn="l">
              <a:defRPr sz="1800" b="0">
                <a:solidFill>
                  <a:srgbClr val="25364A"/>
                </a:solidFill>
                <a:latin typeface="Nimbus Mono PS"/>
                <a:ea typeface="Nimbus Mono PS"/>
                <a:cs typeface="Nimbus Mono PS"/>
              </a:defRPr>
            </a:lvl9pPr>
          </a:lstStyle>
          <a:p>
            <a:pPr algn="l">
              <a:defRPr sz="1800" b="0">
                <a:solidFill>
                  <a:srgbClr val="25364A"/>
                </a:solidFill>
                <a:latin typeface="Nimbus Mono PS"/>
                <a:ea typeface="Nimbus Mono PS"/>
                <a:cs typeface="Nimbus Mono PS"/>
              </a:defRPr>
            </a:pPr>
            <a:r>
              <a:rPr sz="1500"/>
              <a:t>    nn.Linear(2, 4),</a:t>
            </a:r>
          </a:p>
        </p:txBody>
      </p:sp>
      <p:sp>
        <p:nvSpPr>
          <p:cNvPr id="92" name="code-11">
            <a:extLst>
              <a:ext uri="{FF2B5EF4-FFF2-40B4-BE49-F238E27FC236}">
                <a16:creationId xmlns:a16="http://schemas.microsoft.com/office/drawing/2014/main" id="{8C87120C-466D-4B22-BC13-5486E1510826}"/>
              </a:ext>
            </a:extLst>
          </p:cNvPr>
          <p:cNvSpPr>
            <a:spLocks noGrp="1"/>
          </p:cNvSpPr>
          <p:nvPr/>
        </p:nvSpPr>
        <p:spPr>
          <a:xfrm>
            <a:off x="5937250" y="4024313"/>
            <a:ext cx="5953125" cy="254000"/>
          </a:xfrm>
          <a:prstGeom prst="rect">
            <a:avLst/>
          </a:prstGeom>
          <a:noFill/>
          <a:ln w="0">
            <a:noFill/>
            <a:prstDash val="solid"/>
          </a:ln>
        </p:spPr>
        <p:txBody>
          <a:bodyPr wrap="none" lIns="0" tIns="0" rIns="0" bIns="0" anchor="ctr"/>
          <a:lstStyle>
            <a:defPPr algn="l">
              <a:defRPr sz="1800" b="0">
                <a:solidFill>
                  <a:srgbClr val="25364A"/>
                </a:solidFill>
                <a:latin typeface="Nimbus Mono PS"/>
                <a:ea typeface="Nimbus Mono PS"/>
                <a:cs typeface="Nimbus Mono PS"/>
              </a:defRPr>
            </a:defPPr>
            <a:lvl1pPr algn="l">
              <a:defRPr sz="1800" b="0">
                <a:solidFill>
                  <a:srgbClr val="25364A"/>
                </a:solidFill>
                <a:latin typeface="Nimbus Mono PS"/>
                <a:ea typeface="Nimbus Mono PS"/>
                <a:cs typeface="Nimbus Mono PS"/>
              </a:defRPr>
            </a:lvl1pPr>
            <a:lvl2pPr algn="l">
              <a:defRPr sz="1800" b="0">
                <a:solidFill>
                  <a:srgbClr val="25364A"/>
                </a:solidFill>
                <a:latin typeface="Nimbus Mono PS"/>
                <a:ea typeface="Nimbus Mono PS"/>
                <a:cs typeface="Nimbus Mono PS"/>
              </a:defRPr>
            </a:lvl2pPr>
            <a:lvl3pPr algn="l">
              <a:defRPr sz="1800" b="0">
                <a:solidFill>
                  <a:srgbClr val="25364A"/>
                </a:solidFill>
                <a:latin typeface="Nimbus Mono PS"/>
                <a:ea typeface="Nimbus Mono PS"/>
                <a:cs typeface="Nimbus Mono PS"/>
              </a:defRPr>
            </a:lvl3pPr>
            <a:lvl4pPr algn="l">
              <a:defRPr sz="1800" b="0">
                <a:solidFill>
                  <a:srgbClr val="25364A"/>
                </a:solidFill>
                <a:latin typeface="Nimbus Mono PS"/>
                <a:ea typeface="Nimbus Mono PS"/>
                <a:cs typeface="Nimbus Mono PS"/>
              </a:defRPr>
            </a:lvl4pPr>
            <a:lvl5pPr algn="l">
              <a:defRPr sz="1800" b="0">
                <a:solidFill>
                  <a:srgbClr val="25364A"/>
                </a:solidFill>
                <a:latin typeface="Nimbus Mono PS"/>
                <a:ea typeface="Nimbus Mono PS"/>
                <a:cs typeface="Nimbus Mono PS"/>
              </a:defRPr>
            </a:lvl5pPr>
            <a:lvl6pPr algn="l">
              <a:defRPr sz="1800" b="0">
                <a:solidFill>
                  <a:srgbClr val="25364A"/>
                </a:solidFill>
                <a:latin typeface="Nimbus Mono PS"/>
                <a:ea typeface="Nimbus Mono PS"/>
                <a:cs typeface="Nimbus Mono PS"/>
              </a:defRPr>
            </a:lvl6pPr>
            <a:lvl7pPr algn="l">
              <a:defRPr sz="1800" b="0">
                <a:solidFill>
                  <a:srgbClr val="25364A"/>
                </a:solidFill>
                <a:latin typeface="Nimbus Mono PS"/>
                <a:ea typeface="Nimbus Mono PS"/>
                <a:cs typeface="Nimbus Mono PS"/>
              </a:defRPr>
            </a:lvl7pPr>
            <a:lvl8pPr algn="l">
              <a:defRPr sz="1800" b="0">
                <a:solidFill>
                  <a:srgbClr val="25364A"/>
                </a:solidFill>
                <a:latin typeface="Nimbus Mono PS"/>
                <a:ea typeface="Nimbus Mono PS"/>
                <a:cs typeface="Nimbus Mono PS"/>
              </a:defRPr>
            </a:lvl8pPr>
            <a:lvl9pPr algn="l">
              <a:defRPr sz="1800" b="0">
                <a:solidFill>
                  <a:srgbClr val="25364A"/>
                </a:solidFill>
                <a:latin typeface="Nimbus Mono PS"/>
                <a:ea typeface="Nimbus Mono PS"/>
                <a:cs typeface="Nimbus Mono PS"/>
              </a:defRPr>
            </a:lvl9pPr>
          </a:lstStyle>
          <a:p>
            <a:pPr algn="l">
              <a:defRPr sz="1800" b="0">
                <a:solidFill>
                  <a:srgbClr val="25364A"/>
                </a:solidFill>
                <a:latin typeface="Nimbus Mono PS"/>
                <a:ea typeface="Nimbus Mono PS"/>
                <a:cs typeface="Nimbus Mono PS"/>
              </a:defRPr>
            </a:pPr>
            <a:r>
              <a:rPr sz="1500"/>
              <a:t>    nn.Linear(4, 5)</a:t>
            </a:r>
          </a:p>
        </p:txBody>
      </p:sp>
      <p:sp>
        <p:nvSpPr>
          <p:cNvPr id="93" name="code-12">
            <a:extLst>
              <a:ext uri="{FF2B5EF4-FFF2-40B4-BE49-F238E27FC236}">
                <a16:creationId xmlns:a16="http://schemas.microsoft.com/office/drawing/2014/main" id="{A4CC29FE-263A-43A8-80CA-F3BC64D7C4AC}"/>
              </a:ext>
            </a:extLst>
          </p:cNvPr>
          <p:cNvSpPr>
            <a:spLocks noGrp="1"/>
          </p:cNvSpPr>
          <p:nvPr/>
        </p:nvSpPr>
        <p:spPr>
          <a:xfrm>
            <a:off x="5937250" y="4270375"/>
            <a:ext cx="5953125" cy="254000"/>
          </a:xfrm>
          <a:prstGeom prst="rect">
            <a:avLst/>
          </a:prstGeom>
          <a:noFill/>
          <a:ln w="0">
            <a:noFill/>
            <a:prstDash val="solid"/>
          </a:ln>
        </p:spPr>
        <p:txBody>
          <a:bodyPr wrap="none" lIns="0" tIns="0" rIns="0" bIns="0" anchor="ctr"/>
          <a:lstStyle>
            <a:defPPr algn="l">
              <a:defRPr sz="1800" b="0">
                <a:solidFill>
                  <a:srgbClr val="25364A"/>
                </a:solidFill>
                <a:latin typeface="Nimbus Mono PS"/>
                <a:ea typeface="Nimbus Mono PS"/>
                <a:cs typeface="Nimbus Mono PS"/>
              </a:defRPr>
            </a:defPPr>
            <a:lvl1pPr algn="l">
              <a:defRPr sz="1800" b="0">
                <a:solidFill>
                  <a:srgbClr val="25364A"/>
                </a:solidFill>
                <a:latin typeface="Nimbus Mono PS"/>
                <a:ea typeface="Nimbus Mono PS"/>
                <a:cs typeface="Nimbus Mono PS"/>
              </a:defRPr>
            </a:lvl1pPr>
            <a:lvl2pPr algn="l">
              <a:defRPr sz="1800" b="0">
                <a:solidFill>
                  <a:srgbClr val="25364A"/>
                </a:solidFill>
                <a:latin typeface="Nimbus Mono PS"/>
                <a:ea typeface="Nimbus Mono PS"/>
                <a:cs typeface="Nimbus Mono PS"/>
              </a:defRPr>
            </a:lvl2pPr>
            <a:lvl3pPr algn="l">
              <a:defRPr sz="1800" b="0">
                <a:solidFill>
                  <a:srgbClr val="25364A"/>
                </a:solidFill>
                <a:latin typeface="Nimbus Mono PS"/>
                <a:ea typeface="Nimbus Mono PS"/>
                <a:cs typeface="Nimbus Mono PS"/>
              </a:defRPr>
            </a:lvl3pPr>
            <a:lvl4pPr algn="l">
              <a:defRPr sz="1800" b="0">
                <a:solidFill>
                  <a:srgbClr val="25364A"/>
                </a:solidFill>
                <a:latin typeface="Nimbus Mono PS"/>
                <a:ea typeface="Nimbus Mono PS"/>
                <a:cs typeface="Nimbus Mono PS"/>
              </a:defRPr>
            </a:lvl4pPr>
            <a:lvl5pPr algn="l">
              <a:defRPr sz="1800" b="0">
                <a:solidFill>
                  <a:srgbClr val="25364A"/>
                </a:solidFill>
                <a:latin typeface="Nimbus Mono PS"/>
                <a:ea typeface="Nimbus Mono PS"/>
                <a:cs typeface="Nimbus Mono PS"/>
              </a:defRPr>
            </a:lvl5pPr>
            <a:lvl6pPr algn="l">
              <a:defRPr sz="1800" b="0">
                <a:solidFill>
                  <a:srgbClr val="25364A"/>
                </a:solidFill>
                <a:latin typeface="Nimbus Mono PS"/>
                <a:ea typeface="Nimbus Mono PS"/>
                <a:cs typeface="Nimbus Mono PS"/>
              </a:defRPr>
            </a:lvl6pPr>
            <a:lvl7pPr algn="l">
              <a:defRPr sz="1800" b="0">
                <a:solidFill>
                  <a:srgbClr val="25364A"/>
                </a:solidFill>
                <a:latin typeface="Nimbus Mono PS"/>
                <a:ea typeface="Nimbus Mono PS"/>
                <a:cs typeface="Nimbus Mono PS"/>
              </a:defRPr>
            </a:lvl7pPr>
            <a:lvl8pPr algn="l">
              <a:defRPr sz="1800" b="0">
                <a:solidFill>
                  <a:srgbClr val="25364A"/>
                </a:solidFill>
                <a:latin typeface="Nimbus Mono PS"/>
                <a:ea typeface="Nimbus Mono PS"/>
                <a:cs typeface="Nimbus Mono PS"/>
              </a:defRPr>
            </a:lvl8pPr>
            <a:lvl9pPr algn="l">
              <a:defRPr sz="1800" b="0">
                <a:solidFill>
                  <a:srgbClr val="25364A"/>
                </a:solidFill>
                <a:latin typeface="Nimbus Mono PS"/>
                <a:ea typeface="Nimbus Mono PS"/>
                <a:cs typeface="Nimbus Mono PS"/>
              </a:defRPr>
            </a:lvl9pPr>
          </a:lstStyle>
          <a:p>
            <a:pPr algn="l">
              <a:defRPr sz="1800" b="0">
                <a:solidFill>
                  <a:srgbClr val="25364A"/>
                </a:solidFill>
                <a:latin typeface="Nimbus Mono PS"/>
                <a:ea typeface="Nimbus Mono PS"/>
                <a:cs typeface="Nimbus Mono PS"/>
              </a:defRPr>
            </a:pPr>
            <a:r>
              <a:rPr sz="1500"/>
              <a:t>)</a:t>
            </a:r>
          </a:p>
        </p:txBody>
      </p:sp>
      <p:sp>
        <p:nvSpPr>
          <p:cNvPr id="94" name="code-14">
            <a:extLst>
              <a:ext uri="{FF2B5EF4-FFF2-40B4-BE49-F238E27FC236}">
                <a16:creationId xmlns:a16="http://schemas.microsoft.com/office/drawing/2014/main" id="{09068757-3FEC-4BE5-A8EB-F586B3EB8680}"/>
              </a:ext>
            </a:extLst>
          </p:cNvPr>
          <p:cNvSpPr>
            <a:spLocks noGrp="1"/>
          </p:cNvSpPr>
          <p:nvPr/>
        </p:nvSpPr>
        <p:spPr>
          <a:xfrm>
            <a:off x="5937250" y="4762500"/>
            <a:ext cx="5953125" cy="254000"/>
          </a:xfrm>
          <a:prstGeom prst="rect">
            <a:avLst/>
          </a:prstGeom>
          <a:noFill/>
          <a:ln w="0">
            <a:noFill/>
            <a:prstDash val="solid"/>
          </a:ln>
        </p:spPr>
        <p:txBody>
          <a:bodyPr wrap="none" lIns="0" tIns="0" rIns="0" bIns="0" anchor="ctr"/>
          <a:lstStyle>
            <a:defPPr algn="l">
              <a:defRPr sz="1800" b="0">
                <a:solidFill>
                  <a:srgbClr val="25364A"/>
                </a:solidFill>
                <a:latin typeface="Nimbus Mono PS"/>
                <a:ea typeface="Nimbus Mono PS"/>
                <a:cs typeface="Nimbus Mono PS"/>
              </a:defRPr>
            </a:defPPr>
            <a:lvl1pPr algn="l">
              <a:defRPr sz="1800" b="0">
                <a:solidFill>
                  <a:srgbClr val="25364A"/>
                </a:solidFill>
                <a:latin typeface="Nimbus Mono PS"/>
                <a:ea typeface="Nimbus Mono PS"/>
                <a:cs typeface="Nimbus Mono PS"/>
              </a:defRPr>
            </a:lvl1pPr>
            <a:lvl2pPr algn="l">
              <a:defRPr sz="1800" b="0">
                <a:solidFill>
                  <a:srgbClr val="25364A"/>
                </a:solidFill>
                <a:latin typeface="Nimbus Mono PS"/>
                <a:ea typeface="Nimbus Mono PS"/>
                <a:cs typeface="Nimbus Mono PS"/>
              </a:defRPr>
            </a:lvl2pPr>
            <a:lvl3pPr algn="l">
              <a:defRPr sz="1800" b="0">
                <a:solidFill>
                  <a:srgbClr val="25364A"/>
                </a:solidFill>
                <a:latin typeface="Nimbus Mono PS"/>
                <a:ea typeface="Nimbus Mono PS"/>
                <a:cs typeface="Nimbus Mono PS"/>
              </a:defRPr>
            </a:lvl3pPr>
            <a:lvl4pPr algn="l">
              <a:defRPr sz="1800" b="0">
                <a:solidFill>
                  <a:srgbClr val="25364A"/>
                </a:solidFill>
                <a:latin typeface="Nimbus Mono PS"/>
                <a:ea typeface="Nimbus Mono PS"/>
                <a:cs typeface="Nimbus Mono PS"/>
              </a:defRPr>
            </a:lvl4pPr>
            <a:lvl5pPr algn="l">
              <a:defRPr sz="1800" b="0">
                <a:solidFill>
                  <a:srgbClr val="25364A"/>
                </a:solidFill>
                <a:latin typeface="Nimbus Mono PS"/>
                <a:ea typeface="Nimbus Mono PS"/>
                <a:cs typeface="Nimbus Mono PS"/>
              </a:defRPr>
            </a:lvl5pPr>
            <a:lvl6pPr algn="l">
              <a:defRPr sz="1800" b="0">
                <a:solidFill>
                  <a:srgbClr val="25364A"/>
                </a:solidFill>
                <a:latin typeface="Nimbus Mono PS"/>
                <a:ea typeface="Nimbus Mono PS"/>
                <a:cs typeface="Nimbus Mono PS"/>
              </a:defRPr>
            </a:lvl6pPr>
            <a:lvl7pPr algn="l">
              <a:defRPr sz="1800" b="0">
                <a:solidFill>
                  <a:srgbClr val="25364A"/>
                </a:solidFill>
                <a:latin typeface="Nimbus Mono PS"/>
                <a:ea typeface="Nimbus Mono PS"/>
                <a:cs typeface="Nimbus Mono PS"/>
              </a:defRPr>
            </a:lvl7pPr>
            <a:lvl8pPr algn="l">
              <a:defRPr sz="1800" b="0">
                <a:solidFill>
                  <a:srgbClr val="25364A"/>
                </a:solidFill>
                <a:latin typeface="Nimbus Mono PS"/>
                <a:ea typeface="Nimbus Mono PS"/>
                <a:cs typeface="Nimbus Mono PS"/>
              </a:defRPr>
            </a:lvl8pPr>
            <a:lvl9pPr algn="l">
              <a:defRPr sz="1800" b="0">
                <a:solidFill>
                  <a:srgbClr val="25364A"/>
                </a:solidFill>
                <a:latin typeface="Nimbus Mono PS"/>
                <a:ea typeface="Nimbus Mono PS"/>
                <a:cs typeface="Nimbus Mono PS"/>
              </a:defRPr>
            </a:lvl9pPr>
          </a:lstStyle>
          <a:p>
            <a:pPr algn="l">
              <a:defRPr sz="1800" b="0">
                <a:solidFill>
                  <a:srgbClr val="25364A"/>
                </a:solidFill>
                <a:latin typeface="Nimbus Mono PS"/>
                <a:ea typeface="Nimbus Mono PS"/>
                <a:cs typeface="Nimbus Mono PS"/>
              </a:defRPr>
            </a:pPr>
            <a:r>
              <a:rPr sz="1500"/>
              <a:t>sgd = torch.optim.SGD(net.parameters(), lr=0.1)</a:t>
            </a:r>
          </a:p>
        </p:txBody>
      </p:sp>
      <p:sp>
        <p:nvSpPr>
          <p:cNvPr id="95" name="code-15">
            <a:extLst>
              <a:ext uri="{FF2B5EF4-FFF2-40B4-BE49-F238E27FC236}">
                <a16:creationId xmlns:a16="http://schemas.microsoft.com/office/drawing/2014/main" id="{A7DC1A56-319F-4325-825E-C69AEC0641D6}"/>
              </a:ext>
            </a:extLst>
          </p:cNvPr>
          <p:cNvSpPr>
            <a:spLocks noGrp="1"/>
          </p:cNvSpPr>
          <p:nvPr/>
        </p:nvSpPr>
        <p:spPr>
          <a:xfrm>
            <a:off x="5937250" y="5008563"/>
            <a:ext cx="5953125" cy="254000"/>
          </a:xfrm>
          <a:prstGeom prst="rect">
            <a:avLst/>
          </a:prstGeom>
          <a:noFill/>
          <a:ln w="0">
            <a:noFill/>
            <a:prstDash val="solid"/>
          </a:ln>
        </p:spPr>
        <p:txBody>
          <a:bodyPr wrap="none" lIns="0" tIns="0" rIns="0" bIns="0" anchor="ctr"/>
          <a:lstStyle>
            <a:defPPr algn="l">
              <a:defRPr sz="1800" b="0">
                <a:solidFill>
                  <a:srgbClr val="25364A"/>
                </a:solidFill>
                <a:latin typeface="Nimbus Mono PS"/>
                <a:ea typeface="Nimbus Mono PS"/>
                <a:cs typeface="Nimbus Mono PS"/>
              </a:defRPr>
            </a:defPPr>
            <a:lvl1pPr algn="l">
              <a:defRPr sz="1800" b="0">
                <a:solidFill>
                  <a:srgbClr val="25364A"/>
                </a:solidFill>
                <a:latin typeface="Nimbus Mono PS"/>
                <a:ea typeface="Nimbus Mono PS"/>
                <a:cs typeface="Nimbus Mono PS"/>
              </a:defRPr>
            </a:lvl1pPr>
            <a:lvl2pPr algn="l">
              <a:defRPr sz="1800" b="0">
                <a:solidFill>
                  <a:srgbClr val="25364A"/>
                </a:solidFill>
                <a:latin typeface="Nimbus Mono PS"/>
                <a:ea typeface="Nimbus Mono PS"/>
                <a:cs typeface="Nimbus Mono PS"/>
              </a:defRPr>
            </a:lvl2pPr>
            <a:lvl3pPr algn="l">
              <a:defRPr sz="1800" b="0">
                <a:solidFill>
                  <a:srgbClr val="25364A"/>
                </a:solidFill>
                <a:latin typeface="Nimbus Mono PS"/>
                <a:ea typeface="Nimbus Mono PS"/>
                <a:cs typeface="Nimbus Mono PS"/>
              </a:defRPr>
            </a:lvl3pPr>
            <a:lvl4pPr algn="l">
              <a:defRPr sz="1800" b="0">
                <a:solidFill>
                  <a:srgbClr val="25364A"/>
                </a:solidFill>
                <a:latin typeface="Nimbus Mono PS"/>
                <a:ea typeface="Nimbus Mono PS"/>
                <a:cs typeface="Nimbus Mono PS"/>
              </a:defRPr>
            </a:lvl4pPr>
            <a:lvl5pPr algn="l">
              <a:defRPr sz="1800" b="0">
                <a:solidFill>
                  <a:srgbClr val="25364A"/>
                </a:solidFill>
                <a:latin typeface="Nimbus Mono PS"/>
                <a:ea typeface="Nimbus Mono PS"/>
                <a:cs typeface="Nimbus Mono PS"/>
              </a:defRPr>
            </a:lvl5pPr>
            <a:lvl6pPr algn="l">
              <a:defRPr sz="1800" b="0">
                <a:solidFill>
                  <a:srgbClr val="25364A"/>
                </a:solidFill>
                <a:latin typeface="Nimbus Mono PS"/>
                <a:ea typeface="Nimbus Mono PS"/>
                <a:cs typeface="Nimbus Mono PS"/>
              </a:defRPr>
            </a:lvl6pPr>
            <a:lvl7pPr algn="l">
              <a:defRPr sz="1800" b="0">
                <a:solidFill>
                  <a:srgbClr val="25364A"/>
                </a:solidFill>
                <a:latin typeface="Nimbus Mono PS"/>
                <a:ea typeface="Nimbus Mono PS"/>
                <a:cs typeface="Nimbus Mono PS"/>
              </a:defRPr>
            </a:lvl7pPr>
            <a:lvl8pPr algn="l">
              <a:defRPr sz="1800" b="0">
                <a:solidFill>
                  <a:srgbClr val="25364A"/>
                </a:solidFill>
                <a:latin typeface="Nimbus Mono PS"/>
                <a:ea typeface="Nimbus Mono PS"/>
                <a:cs typeface="Nimbus Mono PS"/>
              </a:defRPr>
            </a:lvl8pPr>
            <a:lvl9pPr algn="l">
              <a:defRPr sz="1800" b="0">
                <a:solidFill>
                  <a:srgbClr val="25364A"/>
                </a:solidFill>
                <a:latin typeface="Nimbus Mono PS"/>
                <a:ea typeface="Nimbus Mono PS"/>
                <a:cs typeface="Nimbus Mono PS"/>
              </a:defRPr>
            </a:lvl9pPr>
          </a:lstStyle>
          <a:p>
            <a:pPr algn="l">
              <a:defRPr sz="1800" b="0">
                <a:solidFill>
                  <a:srgbClr val="25364A"/>
                </a:solidFill>
                <a:latin typeface="Nimbus Mono PS"/>
                <a:ea typeface="Nimbus Mono PS"/>
                <a:cs typeface="Nimbus Mono PS"/>
              </a:defRPr>
            </a:pPr>
            <a:r>
              <a:rPr sz="1500"/>
              <a:t>sgd.zero_grad()</a:t>
            </a:r>
          </a:p>
        </p:txBody>
      </p:sp>
      <p:sp>
        <p:nvSpPr>
          <p:cNvPr id="96" name="code-16">
            <a:extLst>
              <a:ext uri="{FF2B5EF4-FFF2-40B4-BE49-F238E27FC236}">
                <a16:creationId xmlns:a16="http://schemas.microsoft.com/office/drawing/2014/main" id="{78FAA124-2AE8-4EC8-8D3B-52C6CA347EA6}"/>
              </a:ext>
            </a:extLst>
          </p:cNvPr>
          <p:cNvSpPr>
            <a:spLocks noGrp="1"/>
          </p:cNvSpPr>
          <p:nvPr/>
        </p:nvSpPr>
        <p:spPr>
          <a:xfrm>
            <a:off x="5937250" y="5254625"/>
            <a:ext cx="5953125" cy="254000"/>
          </a:xfrm>
          <a:prstGeom prst="rect">
            <a:avLst/>
          </a:prstGeom>
          <a:noFill/>
          <a:ln w="0">
            <a:noFill/>
            <a:prstDash val="solid"/>
          </a:ln>
        </p:spPr>
        <p:txBody>
          <a:bodyPr wrap="none" lIns="0" tIns="0" rIns="0" bIns="0" anchor="ctr"/>
          <a:lstStyle>
            <a:defPPr algn="l">
              <a:defRPr sz="1800" b="0">
                <a:solidFill>
                  <a:srgbClr val="25364A"/>
                </a:solidFill>
                <a:latin typeface="Nimbus Mono PS"/>
                <a:ea typeface="Nimbus Mono PS"/>
                <a:cs typeface="Nimbus Mono PS"/>
              </a:defRPr>
            </a:defPPr>
            <a:lvl1pPr algn="l">
              <a:defRPr sz="1800" b="0">
                <a:solidFill>
                  <a:srgbClr val="25364A"/>
                </a:solidFill>
                <a:latin typeface="Nimbus Mono PS"/>
                <a:ea typeface="Nimbus Mono PS"/>
                <a:cs typeface="Nimbus Mono PS"/>
              </a:defRPr>
            </a:lvl1pPr>
            <a:lvl2pPr algn="l">
              <a:defRPr sz="1800" b="0">
                <a:solidFill>
                  <a:srgbClr val="25364A"/>
                </a:solidFill>
                <a:latin typeface="Nimbus Mono PS"/>
                <a:ea typeface="Nimbus Mono PS"/>
                <a:cs typeface="Nimbus Mono PS"/>
              </a:defRPr>
            </a:lvl2pPr>
            <a:lvl3pPr algn="l">
              <a:defRPr sz="1800" b="0">
                <a:solidFill>
                  <a:srgbClr val="25364A"/>
                </a:solidFill>
                <a:latin typeface="Nimbus Mono PS"/>
                <a:ea typeface="Nimbus Mono PS"/>
                <a:cs typeface="Nimbus Mono PS"/>
              </a:defRPr>
            </a:lvl3pPr>
            <a:lvl4pPr algn="l">
              <a:defRPr sz="1800" b="0">
                <a:solidFill>
                  <a:srgbClr val="25364A"/>
                </a:solidFill>
                <a:latin typeface="Nimbus Mono PS"/>
                <a:ea typeface="Nimbus Mono PS"/>
                <a:cs typeface="Nimbus Mono PS"/>
              </a:defRPr>
            </a:lvl4pPr>
            <a:lvl5pPr algn="l">
              <a:defRPr sz="1800" b="0">
                <a:solidFill>
                  <a:srgbClr val="25364A"/>
                </a:solidFill>
                <a:latin typeface="Nimbus Mono PS"/>
                <a:ea typeface="Nimbus Mono PS"/>
                <a:cs typeface="Nimbus Mono PS"/>
              </a:defRPr>
            </a:lvl5pPr>
            <a:lvl6pPr algn="l">
              <a:defRPr sz="1800" b="0">
                <a:solidFill>
                  <a:srgbClr val="25364A"/>
                </a:solidFill>
                <a:latin typeface="Nimbus Mono PS"/>
                <a:ea typeface="Nimbus Mono PS"/>
                <a:cs typeface="Nimbus Mono PS"/>
              </a:defRPr>
            </a:lvl6pPr>
            <a:lvl7pPr algn="l">
              <a:defRPr sz="1800" b="0">
                <a:solidFill>
                  <a:srgbClr val="25364A"/>
                </a:solidFill>
                <a:latin typeface="Nimbus Mono PS"/>
                <a:ea typeface="Nimbus Mono PS"/>
                <a:cs typeface="Nimbus Mono PS"/>
              </a:defRPr>
            </a:lvl7pPr>
            <a:lvl8pPr algn="l">
              <a:defRPr sz="1800" b="0">
                <a:solidFill>
                  <a:srgbClr val="25364A"/>
                </a:solidFill>
                <a:latin typeface="Nimbus Mono PS"/>
                <a:ea typeface="Nimbus Mono PS"/>
                <a:cs typeface="Nimbus Mono PS"/>
              </a:defRPr>
            </a:lvl8pPr>
            <a:lvl9pPr algn="l">
              <a:defRPr sz="1800" b="0">
                <a:solidFill>
                  <a:srgbClr val="25364A"/>
                </a:solidFill>
                <a:latin typeface="Nimbus Mono PS"/>
                <a:ea typeface="Nimbus Mono PS"/>
                <a:cs typeface="Nimbus Mono PS"/>
              </a:defRPr>
            </a:lvl9pPr>
          </a:lstStyle>
          <a:p>
            <a:pPr algn="l">
              <a:defRPr sz="1800" b="0">
                <a:solidFill>
                  <a:srgbClr val="25364A"/>
                </a:solidFill>
                <a:latin typeface="Nimbus Mono PS"/>
                <a:ea typeface="Nimbus Mono PS"/>
                <a:cs typeface="Nimbus Mono PS"/>
              </a:defRPr>
            </a:pPr>
            <a:r>
              <a:rPr sz="1500"/>
              <a:t>loss = nn.CrossEntropyLoss()(net(X), Y)</a:t>
            </a:r>
          </a:p>
        </p:txBody>
      </p:sp>
      <p:sp>
        <p:nvSpPr>
          <p:cNvPr id="97" name="code-17">
            <a:extLst>
              <a:ext uri="{FF2B5EF4-FFF2-40B4-BE49-F238E27FC236}">
                <a16:creationId xmlns:a16="http://schemas.microsoft.com/office/drawing/2014/main" id="{54142FBA-AD9D-4822-854F-4B20D08CA16F}"/>
              </a:ext>
            </a:extLst>
          </p:cNvPr>
          <p:cNvSpPr>
            <a:spLocks noGrp="1"/>
          </p:cNvSpPr>
          <p:nvPr/>
        </p:nvSpPr>
        <p:spPr>
          <a:xfrm>
            <a:off x="5937250" y="5500688"/>
            <a:ext cx="5953125" cy="254000"/>
          </a:xfrm>
          <a:prstGeom prst="rect">
            <a:avLst/>
          </a:prstGeom>
          <a:noFill/>
          <a:ln w="0">
            <a:noFill/>
            <a:prstDash val="solid"/>
          </a:ln>
        </p:spPr>
        <p:txBody>
          <a:bodyPr wrap="none" lIns="0" tIns="0" rIns="0" bIns="0" anchor="ctr"/>
          <a:lstStyle>
            <a:defPPr algn="l">
              <a:defRPr sz="1800" b="0">
                <a:solidFill>
                  <a:srgbClr val="25364A"/>
                </a:solidFill>
                <a:latin typeface="Nimbus Mono PS"/>
                <a:ea typeface="Nimbus Mono PS"/>
                <a:cs typeface="Nimbus Mono PS"/>
              </a:defRPr>
            </a:defPPr>
            <a:lvl1pPr algn="l">
              <a:defRPr sz="1800" b="0">
                <a:solidFill>
                  <a:srgbClr val="25364A"/>
                </a:solidFill>
                <a:latin typeface="Nimbus Mono PS"/>
                <a:ea typeface="Nimbus Mono PS"/>
                <a:cs typeface="Nimbus Mono PS"/>
              </a:defRPr>
            </a:lvl1pPr>
            <a:lvl2pPr algn="l">
              <a:defRPr sz="1800" b="0">
                <a:solidFill>
                  <a:srgbClr val="25364A"/>
                </a:solidFill>
                <a:latin typeface="Nimbus Mono PS"/>
                <a:ea typeface="Nimbus Mono PS"/>
                <a:cs typeface="Nimbus Mono PS"/>
              </a:defRPr>
            </a:lvl2pPr>
            <a:lvl3pPr algn="l">
              <a:defRPr sz="1800" b="0">
                <a:solidFill>
                  <a:srgbClr val="25364A"/>
                </a:solidFill>
                <a:latin typeface="Nimbus Mono PS"/>
                <a:ea typeface="Nimbus Mono PS"/>
                <a:cs typeface="Nimbus Mono PS"/>
              </a:defRPr>
            </a:lvl3pPr>
            <a:lvl4pPr algn="l">
              <a:defRPr sz="1800" b="0">
                <a:solidFill>
                  <a:srgbClr val="25364A"/>
                </a:solidFill>
                <a:latin typeface="Nimbus Mono PS"/>
                <a:ea typeface="Nimbus Mono PS"/>
                <a:cs typeface="Nimbus Mono PS"/>
              </a:defRPr>
            </a:lvl4pPr>
            <a:lvl5pPr algn="l">
              <a:defRPr sz="1800" b="0">
                <a:solidFill>
                  <a:srgbClr val="25364A"/>
                </a:solidFill>
                <a:latin typeface="Nimbus Mono PS"/>
                <a:ea typeface="Nimbus Mono PS"/>
                <a:cs typeface="Nimbus Mono PS"/>
              </a:defRPr>
            </a:lvl5pPr>
            <a:lvl6pPr algn="l">
              <a:defRPr sz="1800" b="0">
                <a:solidFill>
                  <a:srgbClr val="25364A"/>
                </a:solidFill>
                <a:latin typeface="Nimbus Mono PS"/>
                <a:ea typeface="Nimbus Mono PS"/>
                <a:cs typeface="Nimbus Mono PS"/>
              </a:defRPr>
            </a:lvl6pPr>
            <a:lvl7pPr algn="l">
              <a:defRPr sz="1800" b="0">
                <a:solidFill>
                  <a:srgbClr val="25364A"/>
                </a:solidFill>
                <a:latin typeface="Nimbus Mono PS"/>
                <a:ea typeface="Nimbus Mono PS"/>
                <a:cs typeface="Nimbus Mono PS"/>
              </a:defRPr>
            </a:lvl7pPr>
            <a:lvl8pPr algn="l">
              <a:defRPr sz="1800" b="0">
                <a:solidFill>
                  <a:srgbClr val="25364A"/>
                </a:solidFill>
                <a:latin typeface="Nimbus Mono PS"/>
                <a:ea typeface="Nimbus Mono PS"/>
                <a:cs typeface="Nimbus Mono PS"/>
              </a:defRPr>
            </a:lvl8pPr>
            <a:lvl9pPr algn="l">
              <a:defRPr sz="1800" b="0">
                <a:solidFill>
                  <a:srgbClr val="25364A"/>
                </a:solidFill>
                <a:latin typeface="Nimbus Mono PS"/>
                <a:ea typeface="Nimbus Mono PS"/>
                <a:cs typeface="Nimbus Mono PS"/>
              </a:defRPr>
            </a:lvl9pPr>
          </a:lstStyle>
          <a:p>
            <a:pPr algn="l">
              <a:defRPr sz="1800" b="0">
                <a:solidFill>
                  <a:srgbClr val="25364A"/>
                </a:solidFill>
                <a:latin typeface="Nimbus Mono PS"/>
                <a:ea typeface="Nimbus Mono PS"/>
                <a:cs typeface="Nimbus Mono PS"/>
              </a:defRPr>
            </a:pPr>
            <a:r>
              <a:rPr sz="1500"/>
              <a:t>loss.backward()</a:t>
            </a:r>
          </a:p>
        </p:txBody>
      </p:sp>
      <p:sp>
        <p:nvSpPr>
          <p:cNvPr id="98" name="code-18">
            <a:extLst>
              <a:ext uri="{FF2B5EF4-FFF2-40B4-BE49-F238E27FC236}">
                <a16:creationId xmlns:a16="http://schemas.microsoft.com/office/drawing/2014/main" id="{9B5BD42D-8D4D-4D8D-9321-EE5146B8D1F7}"/>
              </a:ext>
            </a:extLst>
          </p:cNvPr>
          <p:cNvSpPr>
            <a:spLocks noGrp="1"/>
          </p:cNvSpPr>
          <p:nvPr/>
        </p:nvSpPr>
        <p:spPr>
          <a:xfrm>
            <a:off x="5937250" y="5746750"/>
            <a:ext cx="5953125" cy="254000"/>
          </a:xfrm>
          <a:prstGeom prst="rect">
            <a:avLst/>
          </a:prstGeom>
          <a:noFill/>
          <a:ln w="0">
            <a:noFill/>
            <a:prstDash val="solid"/>
          </a:ln>
        </p:spPr>
        <p:txBody>
          <a:bodyPr wrap="none" lIns="0" tIns="0" rIns="0" bIns="0" anchor="ctr"/>
          <a:lstStyle>
            <a:defPPr algn="l">
              <a:defRPr sz="1800" b="0">
                <a:solidFill>
                  <a:srgbClr val="25364A"/>
                </a:solidFill>
                <a:latin typeface="Nimbus Mono PS"/>
                <a:ea typeface="Nimbus Mono PS"/>
                <a:cs typeface="Nimbus Mono PS"/>
              </a:defRPr>
            </a:defPPr>
            <a:lvl1pPr algn="l">
              <a:defRPr sz="1800" b="0">
                <a:solidFill>
                  <a:srgbClr val="25364A"/>
                </a:solidFill>
                <a:latin typeface="Nimbus Mono PS"/>
                <a:ea typeface="Nimbus Mono PS"/>
                <a:cs typeface="Nimbus Mono PS"/>
              </a:defRPr>
            </a:lvl1pPr>
            <a:lvl2pPr algn="l">
              <a:defRPr sz="1800" b="0">
                <a:solidFill>
                  <a:srgbClr val="25364A"/>
                </a:solidFill>
                <a:latin typeface="Nimbus Mono PS"/>
                <a:ea typeface="Nimbus Mono PS"/>
                <a:cs typeface="Nimbus Mono PS"/>
              </a:defRPr>
            </a:lvl2pPr>
            <a:lvl3pPr algn="l">
              <a:defRPr sz="1800" b="0">
                <a:solidFill>
                  <a:srgbClr val="25364A"/>
                </a:solidFill>
                <a:latin typeface="Nimbus Mono PS"/>
                <a:ea typeface="Nimbus Mono PS"/>
                <a:cs typeface="Nimbus Mono PS"/>
              </a:defRPr>
            </a:lvl3pPr>
            <a:lvl4pPr algn="l">
              <a:defRPr sz="1800" b="0">
                <a:solidFill>
                  <a:srgbClr val="25364A"/>
                </a:solidFill>
                <a:latin typeface="Nimbus Mono PS"/>
                <a:ea typeface="Nimbus Mono PS"/>
                <a:cs typeface="Nimbus Mono PS"/>
              </a:defRPr>
            </a:lvl4pPr>
            <a:lvl5pPr algn="l">
              <a:defRPr sz="1800" b="0">
                <a:solidFill>
                  <a:srgbClr val="25364A"/>
                </a:solidFill>
                <a:latin typeface="Nimbus Mono PS"/>
                <a:ea typeface="Nimbus Mono PS"/>
                <a:cs typeface="Nimbus Mono PS"/>
              </a:defRPr>
            </a:lvl5pPr>
            <a:lvl6pPr algn="l">
              <a:defRPr sz="1800" b="0">
                <a:solidFill>
                  <a:srgbClr val="25364A"/>
                </a:solidFill>
                <a:latin typeface="Nimbus Mono PS"/>
                <a:ea typeface="Nimbus Mono PS"/>
                <a:cs typeface="Nimbus Mono PS"/>
              </a:defRPr>
            </a:lvl6pPr>
            <a:lvl7pPr algn="l">
              <a:defRPr sz="1800" b="0">
                <a:solidFill>
                  <a:srgbClr val="25364A"/>
                </a:solidFill>
                <a:latin typeface="Nimbus Mono PS"/>
                <a:ea typeface="Nimbus Mono PS"/>
                <a:cs typeface="Nimbus Mono PS"/>
              </a:defRPr>
            </a:lvl7pPr>
            <a:lvl8pPr algn="l">
              <a:defRPr sz="1800" b="0">
                <a:solidFill>
                  <a:srgbClr val="25364A"/>
                </a:solidFill>
                <a:latin typeface="Nimbus Mono PS"/>
                <a:ea typeface="Nimbus Mono PS"/>
                <a:cs typeface="Nimbus Mono PS"/>
              </a:defRPr>
            </a:lvl8pPr>
            <a:lvl9pPr algn="l">
              <a:defRPr sz="1800" b="0">
                <a:solidFill>
                  <a:srgbClr val="25364A"/>
                </a:solidFill>
                <a:latin typeface="Nimbus Mono PS"/>
                <a:ea typeface="Nimbus Mono PS"/>
                <a:cs typeface="Nimbus Mono PS"/>
              </a:defRPr>
            </a:lvl9pPr>
          </a:lstStyle>
          <a:p>
            <a:pPr algn="l">
              <a:defRPr sz="1800" b="0">
                <a:solidFill>
                  <a:srgbClr val="25364A"/>
                </a:solidFill>
                <a:latin typeface="Nimbus Mono PS"/>
                <a:ea typeface="Nimbus Mono PS"/>
                <a:cs typeface="Nimbus Mono PS"/>
              </a:defRPr>
            </a:pPr>
            <a:r>
              <a:rPr sz="1500"/>
              <a:t>sgd.step()</a:t>
            </a:r>
          </a:p>
        </p:txBody>
      </p:sp>
      <p:sp>
        <p:nvSpPr>
          <p:cNvPr id="99" name="code-note">
            <a:extLst>
              <a:ext uri="{FF2B5EF4-FFF2-40B4-BE49-F238E27FC236}">
                <a16:creationId xmlns:a16="http://schemas.microsoft.com/office/drawing/2014/main" id="{62D91709-88A6-4621-9511-E7025CD01D22}"/>
              </a:ext>
            </a:extLst>
          </p:cNvPr>
          <p:cNvSpPr>
            <a:spLocks noGrp="1"/>
          </p:cNvSpPr>
          <p:nvPr/>
        </p:nvSpPr>
        <p:spPr>
          <a:xfrm>
            <a:off x="5937250" y="6238875"/>
            <a:ext cx="5953125" cy="333375"/>
          </a:xfrm>
          <a:prstGeom prst="rect">
            <a:avLst/>
          </a:prstGeom>
          <a:noFill/>
          <a:ln w="0">
            <a:noFill/>
            <a:prstDash val="solid"/>
          </a:ln>
        </p:spPr>
        <p:txBody>
          <a:bodyPr wrap="none" lIns="0" tIns="0" rIns="0" bIns="0" anchor="ctr"/>
          <a:lstStyle>
            <a:defPPr algn="ctr">
              <a:defRPr sz="1950" b="0">
                <a:solidFill>
                  <a:srgbClr val="526479"/>
                </a:solidFill>
                <a:latin typeface="Nimbus Sans"/>
                <a:ea typeface="Nimbus Sans"/>
                <a:cs typeface="Nimbus Sans"/>
              </a:defRPr>
            </a:defPPr>
            <a:lvl1pPr algn="ctr">
              <a:defRPr sz="1950" b="0">
                <a:solidFill>
                  <a:srgbClr val="526479"/>
                </a:solidFill>
                <a:latin typeface="Nimbus Sans"/>
                <a:ea typeface="Nimbus Sans"/>
                <a:cs typeface="Nimbus Sans"/>
              </a:defRPr>
            </a:lvl1pPr>
            <a:lvl2pPr algn="ctr">
              <a:defRPr sz="1950" b="0">
                <a:solidFill>
                  <a:srgbClr val="526479"/>
                </a:solidFill>
                <a:latin typeface="Nimbus Sans"/>
                <a:ea typeface="Nimbus Sans"/>
                <a:cs typeface="Nimbus Sans"/>
              </a:defRPr>
            </a:lvl2pPr>
            <a:lvl3pPr algn="ctr">
              <a:defRPr sz="1950" b="0">
                <a:solidFill>
                  <a:srgbClr val="526479"/>
                </a:solidFill>
                <a:latin typeface="Nimbus Sans"/>
                <a:ea typeface="Nimbus Sans"/>
                <a:cs typeface="Nimbus Sans"/>
              </a:defRPr>
            </a:lvl3pPr>
            <a:lvl4pPr algn="ctr">
              <a:defRPr sz="1950" b="0">
                <a:solidFill>
                  <a:srgbClr val="526479"/>
                </a:solidFill>
                <a:latin typeface="Nimbus Sans"/>
                <a:ea typeface="Nimbus Sans"/>
                <a:cs typeface="Nimbus Sans"/>
              </a:defRPr>
            </a:lvl4pPr>
            <a:lvl5pPr algn="ctr">
              <a:defRPr sz="1950" b="0">
                <a:solidFill>
                  <a:srgbClr val="526479"/>
                </a:solidFill>
                <a:latin typeface="Nimbus Sans"/>
                <a:ea typeface="Nimbus Sans"/>
                <a:cs typeface="Nimbus Sans"/>
              </a:defRPr>
            </a:lvl5pPr>
            <a:lvl6pPr algn="ctr">
              <a:defRPr sz="1950" b="0">
                <a:solidFill>
                  <a:srgbClr val="526479"/>
                </a:solidFill>
                <a:latin typeface="Nimbus Sans"/>
                <a:ea typeface="Nimbus Sans"/>
                <a:cs typeface="Nimbus Sans"/>
              </a:defRPr>
            </a:lvl6pPr>
            <a:lvl7pPr algn="ctr">
              <a:defRPr sz="1950" b="0">
                <a:solidFill>
                  <a:srgbClr val="526479"/>
                </a:solidFill>
                <a:latin typeface="Nimbus Sans"/>
                <a:ea typeface="Nimbus Sans"/>
                <a:cs typeface="Nimbus Sans"/>
              </a:defRPr>
            </a:lvl7pPr>
            <a:lvl8pPr algn="ctr">
              <a:defRPr sz="1950" b="0">
                <a:solidFill>
                  <a:srgbClr val="526479"/>
                </a:solidFill>
                <a:latin typeface="Nimbus Sans"/>
                <a:ea typeface="Nimbus Sans"/>
                <a:cs typeface="Nimbus Sans"/>
              </a:defRPr>
            </a:lvl8pPr>
            <a:lvl9pPr algn="ctr">
              <a:defRPr sz="1950" b="0">
                <a:solidFill>
                  <a:srgbClr val="526479"/>
                </a:solidFill>
                <a:latin typeface="Nimbus Sans"/>
                <a:ea typeface="Nimbus Sans"/>
                <a:cs typeface="Nimbus Sans"/>
              </a:defRPr>
            </a:lvl9pPr>
          </a:lstStyle>
          <a:p>
            <a:pPr algn="ctr">
              <a:defRPr sz="1950" b="0">
                <a:solidFill>
                  <a:srgbClr val="526479"/>
                </a:solidFill>
                <a:latin typeface="Nimbus Sans"/>
                <a:ea typeface="Nimbus Sans"/>
                <a:cs typeface="Nimbus Sans"/>
              </a:defRPr>
            </a:pPr>
            <a:r>
              <a:rPr sz="1625"/>
              <a:t>One gradient step using all 110 rows</a:t>
            </a:r>
          </a:p>
        </p:txBody>
      </p:sp>
    </p:spTree>
    <p:extLst>
      <p:ext uri="{BB962C8B-B14F-4D97-AF65-F5344CB8AC3E}">
        <p14:creationId xmlns:p14="http://schemas.microsoft.com/office/powerpoint/2010/main" val="21447181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a:extLst>
              <a:ext uri="{FF2B5EF4-FFF2-40B4-BE49-F238E27FC236}">
                <a16:creationId xmlns:a16="http://schemas.microsoft.com/office/drawing/2014/main" id="{500ABFFA-1BC4-4CA8-9453-24988E6036AE}"/>
              </a:ext>
            </a:extLst>
          </p:cNvPr>
          <p:cNvSpPr>
            <a:spLocks noGrp="1"/>
          </p:cNvSpPr>
          <p:nvPr/>
        </p:nvSpPr>
        <p:spPr>
          <a:xfrm>
            <a:off x="476250" y="357187"/>
            <a:ext cx="11239500" cy="555625"/>
          </a:xfrm>
          <a:prstGeom prst="rect">
            <a:avLst/>
          </a:prstGeom>
          <a:noFill/>
          <a:ln w="0">
            <a:noFill/>
            <a:prstDash val="solid"/>
          </a:ln>
        </p:spPr>
        <p:txBody>
          <a:bodyPr wrap="none" lIns="0" tIns="0" rIns="0" bIns="0" anchor="ctr"/>
          <a:lstStyle>
            <a:defPPr algn="ctr">
              <a:defRPr sz="3600" b="1">
                <a:solidFill>
                  <a:srgbClr val="25364A"/>
                </a:solidFill>
                <a:latin typeface="Nimbus Sans"/>
                <a:ea typeface="Nimbus Sans"/>
                <a:cs typeface="Nimbus Sans"/>
              </a:defRPr>
            </a:defPPr>
            <a:lvl1pPr algn="ctr">
              <a:defRPr sz="3600" b="1">
                <a:solidFill>
                  <a:srgbClr val="25364A"/>
                </a:solidFill>
                <a:latin typeface="Nimbus Sans"/>
                <a:ea typeface="Nimbus Sans"/>
                <a:cs typeface="Nimbus Sans"/>
              </a:defRPr>
            </a:lvl1pPr>
            <a:lvl2pPr algn="ctr">
              <a:defRPr sz="3600" b="1">
                <a:solidFill>
                  <a:srgbClr val="25364A"/>
                </a:solidFill>
                <a:latin typeface="Nimbus Sans"/>
                <a:ea typeface="Nimbus Sans"/>
                <a:cs typeface="Nimbus Sans"/>
              </a:defRPr>
            </a:lvl2pPr>
            <a:lvl3pPr algn="ctr">
              <a:defRPr sz="3600" b="1">
                <a:solidFill>
                  <a:srgbClr val="25364A"/>
                </a:solidFill>
                <a:latin typeface="Nimbus Sans"/>
                <a:ea typeface="Nimbus Sans"/>
                <a:cs typeface="Nimbus Sans"/>
              </a:defRPr>
            </a:lvl3pPr>
            <a:lvl4pPr algn="ctr">
              <a:defRPr sz="3600" b="1">
                <a:solidFill>
                  <a:srgbClr val="25364A"/>
                </a:solidFill>
                <a:latin typeface="Nimbus Sans"/>
                <a:ea typeface="Nimbus Sans"/>
                <a:cs typeface="Nimbus Sans"/>
              </a:defRPr>
            </a:lvl4pPr>
            <a:lvl5pPr algn="ctr">
              <a:defRPr sz="3600" b="1">
                <a:solidFill>
                  <a:srgbClr val="25364A"/>
                </a:solidFill>
                <a:latin typeface="Nimbus Sans"/>
                <a:ea typeface="Nimbus Sans"/>
                <a:cs typeface="Nimbus Sans"/>
              </a:defRPr>
            </a:lvl5pPr>
            <a:lvl6pPr algn="ctr">
              <a:defRPr sz="3600" b="1">
                <a:solidFill>
                  <a:srgbClr val="25364A"/>
                </a:solidFill>
                <a:latin typeface="Nimbus Sans"/>
                <a:ea typeface="Nimbus Sans"/>
                <a:cs typeface="Nimbus Sans"/>
              </a:defRPr>
            </a:lvl6pPr>
            <a:lvl7pPr algn="ctr">
              <a:defRPr sz="3600" b="1">
                <a:solidFill>
                  <a:srgbClr val="25364A"/>
                </a:solidFill>
                <a:latin typeface="Nimbus Sans"/>
                <a:ea typeface="Nimbus Sans"/>
                <a:cs typeface="Nimbus Sans"/>
              </a:defRPr>
            </a:lvl7pPr>
            <a:lvl8pPr algn="ctr">
              <a:defRPr sz="3600" b="1">
                <a:solidFill>
                  <a:srgbClr val="25364A"/>
                </a:solidFill>
                <a:latin typeface="Nimbus Sans"/>
                <a:ea typeface="Nimbus Sans"/>
                <a:cs typeface="Nimbus Sans"/>
              </a:defRPr>
            </a:lvl8pPr>
            <a:lvl9pPr algn="ctr">
              <a:defRPr sz="3600" b="1">
                <a:solidFill>
                  <a:srgbClr val="25364A"/>
                </a:solidFill>
                <a:latin typeface="Nimbus Sans"/>
                <a:ea typeface="Nimbus Sans"/>
                <a:cs typeface="Nimbus Sans"/>
              </a:defRPr>
            </a:lvl9pPr>
          </a:lstStyle>
          <a:p>
            <a:pPr algn="ctr">
              <a:defRPr sz="3600" b="1">
                <a:solidFill>
                  <a:srgbClr val="25364A"/>
                </a:solidFill>
                <a:latin typeface="Nimbus Sans"/>
                <a:ea typeface="Nimbus Sans"/>
                <a:cs typeface="Nimbus Sans"/>
              </a:defRPr>
            </a:pPr>
            <a:r>
              <a:rPr sz="3000"/>
              <a:t>The sigmoid activation function</a:t>
            </a:r>
          </a:p>
        </p:txBody>
      </p:sp>
      <p:sp>
        <p:nvSpPr>
          <p:cNvPr id="2" name="adrian">
            <a:extLst>
              <a:ext uri="{FF2B5EF4-FFF2-40B4-BE49-F238E27FC236}">
                <a16:creationId xmlns:a16="http://schemas.microsoft.com/office/drawing/2014/main" id="{F71BEC2F-5B46-4687-82E7-8397DDD5A8A9}"/>
              </a:ext>
            </a:extLst>
          </p:cNvPr>
          <p:cNvSpPr>
            <a:spLocks noGrp="1"/>
          </p:cNvSpPr>
          <p:nvPr/>
        </p:nvSpPr>
        <p:spPr>
          <a:xfrm>
            <a:off x="476250" y="1301750"/>
            <a:ext cx="4921250" cy="412750"/>
          </a:xfrm>
          <a:prstGeom prst="rect">
            <a:avLst/>
          </a:prstGeom>
          <a:noFill/>
          <a:ln w="0">
            <a:noFill/>
            <a:prstDash val="solid"/>
          </a:ln>
        </p:spPr>
        <p:txBody>
          <a:bodyPr wrap="none" lIns="0" tIns="0" rIns="0" bIns="0" anchor="ctr"/>
          <a:lstStyle>
            <a:defPPr algn="ctr">
              <a:defRPr sz="2925" b="1">
                <a:solidFill>
                  <a:srgbClr val="594576"/>
                </a:solidFill>
                <a:latin typeface="Nimbus Sans"/>
                <a:ea typeface="Nimbus Sans"/>
                <a:cs typeface="Nimbus Sans"/>
              </a:defRPr>
            </a:defPPr>
            <a:lvl1pPr algn="ctr">
              <a:defRPr sz="2925" b="1">
                <a:solidFill>
                  <a:srgbClr val="594576"/>
                </a:solidFill>
                <a:latin typeface="Nimbus Sans"/>
                <a:ea typeface="Nimbus Sans"/>
                <a:cs typeface="Nimbus Sans"/>
              </a:defRPr>
            </a:lvl1pPr>
            <a:lvl2pPr algn="ctr">
              <a:defRPr sz="2925" b="1">
                <a:solidFill>
                  <a:srgbClr val="594576"/>
                </a:solidFill>
                <a:latin typeface="Nimbus Sans"/>
                <a:ea typeface="Nimbus Sans"/>
                <a:cs typeface="Nimbus Sans"/>
              </a:defRPr>
            </a:lvl2pPr>
            <a:lvl3pPr algn="ctr">
              <a:defRPr sz="2925" b="1">
                <a:solidFill>
                  <a:srgbClr val="594576"/>
                </a:solidFill>
                <a:latin typeface="Nimbus Sans"/>
                <a:ea typeface="Nimbus Sans"/>
                <a:cs typeface="Nimbus Sans"/>
              </a:defRPr>
            </a:lvl3pPr>
            <a:lvl4pPr algn="ctr">
              <a:defRPr sz="2925" b="1">
                <a:solidFill>
                  <a:srgbClr val="594576"/>
                </a:solidFill>
                <a:latin typeface="Nimbus Sans"/>
                <a:ea typeface="Nimbus Sans"/>
                <a:cs typeface="Nimbus Sans"/>
              </a:defRPr>
            </a:lvl4pPr>
            <a:lvl5pPr algn="ctr">
              <a:defRPr sz="2925" b="1">
                <a:solidFill>
                  <a:srgbClr val="594576"/>
                </a:solidFill>
                <a:latin typeface="Nimbus Sans"/>
                <a:ea typeface="Nimbus Sans"/>
                <a:cs typeface="Nimbus Sans"/>
              </a:defRPr>
            </a:lvl5pPr>
            <a:lvl6pPr algn="ctr">
              <a:defRPr sz="2925" b="1">
                <a:solidFill>
                  <a:srgbClr val="594576"/>
                </a:solidFill>
                <a:latin typeface="Nimbus Sans"/>
                <a:ea typeface="Nimbus Sans"/>
                <a:cs typeface="Nimbus Sans"/>
              </a:defRPr>
            </a:lvl6pPr>
            <a:lvl7pPr algn="ctr">
              <a:defRPr sz="2925" b="1">
                <a:solidFill>
                  <a:srgbClr val="594576"/>
                </a:solidFill>
                <a:latin typeface="Nimbus Sans"/>
                <a:ea typeface="Nimbus Sans"/>
                <a:cs typeface="Nimbus Sans"/>
              </a:defRPr>
            </a:lvl7pPr>
            <a:lvl8pPr algn="ctr">
              <a:defRPr sz="2925" b="1">
                <a:solidFill>
                  <a:srgbClr val="594576"/>
                </a:solidFill>
                <a:latin typeface="Nimbus Sans"/>
                <a:ea typeface="Nimbus Sans"/>
                <a:cs typeface="Nimbus Sans"/>
              </a:defRPr>
            </a:lvl8pPr>
            <a:lvl9pPr algn="ctr">
              <a:defRPr sz="2925" b="1">
                <a:solidFill>
                  <a:srgbClr val="594576"/>
                </a:solidFill>
                <a:latin typeface="Nimbus Sans"/>
                <a:ea typeface="Nimbus Sans"/>
                <a:cs typeface="Nimbus Sans"/>
              </a:defRPr>
            </a:lvl9pPr>
          </a:lstStyle>
          <a:p>
            <a:pPr algn="ctr">
              <a:defRPr sz="2925" b="1">
                <a:solidFill>
                  <a:srgbClr val="594576"/>
                </a:solidFill>
                <a:latin typeface="Nimbus Sans"/>
                <a:ea typeface="Nimbus Sans"/>
                <a:cs typeface="Nimbus Sans"/>
              </a:defRPr>
            </a:pPr>
            <a:r>
              <a:rPr sz="2437"/>
              <a:t>Lord Edgar Adrian</a:t>
            </a:r>
          </a:p>
        </p:txBody>
      </p:sp>
      <p:sp>
        <p:nvSpPr>
          <p:cNvPr id="3" name="year">
            <a:extLst>
              <a:ext uri="{FF2B5EF4-FFF2-40B4-BE49-F238E27FC236}">
                <a16:creationId xmlns:a16="http://schemas.microsoft.com/office/drawing/2014/main" id="{158BD6D9-03AA-4B0A-8E5B-E8E49E7CD270}"/>
              </a:ext>
            </a:extLst>
          </p:cNvPr>
          <p:cNvSpPr>
            <a:spLocks noGrp="1"/>
          </p:cNvSpPr>
          <p:nvPr/>
        </p:nvSpPr>
        <p:spPr>
          <a:xfrm>
            <a:off x="476250" y="1785938"/>
            <a:ext cx="4921250" cy="381000"/>
          </a:xfrm>
          <a:prstGeom prst="rect">
            <a:avLst/>
          </a:prstGeom>
          <a:noFill/>
          <a:ln w="0">
            <a:noFill/>
            <a:prstDash val="solid"/>
          </a:ln>
        </p:spPr>
        <p:txBody>
          <a:bodyPr wrap="none" lIns="0" tIns="0" rIns="0" bIns="0" anchor="ctr"/>
          <a:lstStyle>
            <a:defPPr algn="ctr">
              <a:defRPr sz="2175" b="0">
                <a:solidFill>
                  <a:srgbClr val="594576"/>
                </a:solidFill>
                <a:latin typeface="Nimbus Sans"/>
                <a:ea typeface="Nimbus Sans"/>
                <a:cs typeface="Nimbus Sans"/>
              </a:defRPr>
            </a:defPPr>
            <a:lvl1pPr algn="ctr">
              <a:defRPr sz="2175" b="0">
                <a:solidFill>
                  <a:srgbClr val="594576"/>
                </a:solidFill>
                <a:latin typeface="Nimbus Sans"/>
                <a:ea typeface="Nimbus Sans"/>
                <a:cs typeface="Nimbus Sans"/>
              </a:defRPr>
            </a:lvl1pPr>
            <a:lvl2pPr algn="ctr">
              <a:defRPr sz="2175" b="0">
                <a:solidFill>
                  <a:srgbClr val="594576"/>
                </a:solidFill>
                <a:latin typeface="Nimbus Sans"/>
                <a:ea typeface="Nimbus Sans"/>
                <a:cs typeface="Nimbus Sans"/>
              </a:defRPr>
            </a:lvl2pPr>
            <a:lvl3pPr algn="ctr">
              <a:defRPr sz="2175" b="0">
                <a:solidFill>
                  <a:srgbClr val="594576"/>
                </a:solidFill>
                <a:latin typeface="Nimbus Sans"/>
                <a:ea typeface="Nimbus Sans"/>
                <a:cs typeface="Nimbus Sans"/>
              </a:defRPr>
            </a:lvl3pPr>
            <a:lvl4pPr algn="ctr">
              <a:defRPr sz="2175" b="0">
                <a:solidFill>
                  <a:srgbClr val="594576"/>
                </a:solidFill>
                <a:latin typeface="Nimbus Sans"/>
                <a:ea typeface="Nimbus Sans"/>
                <a:cs typeface="Nimbus Sans"/>
              </a:defRPr>
            </a:lvl4pPr>
            <a:lvl5pPr algn="ctr">
              <a:defRPr sz="2175" b="0">
                <a:solidFill>
                  <a:srgbClr val="594576"/>
                </a:solidFill>
                <a:latin typeface="Nimbus Sans"/>
                <a:ea typeface="Nimbus Sans"/>
                <a:cs typeface="Nimbus Sans"/>
              </a:defRPr>
            </a:lvl5pPr>
            <a:lvl6pPr algn="ctr">
              <a:defRPr sz="2175" b="0">
                <a:solidFill>
                  <a:srgbClr val="594576"/>
                </a:solidFill>
                <a:latin typeface="Nimbus Sans"/>
                <a:ea typeface="Nimbus Sans"/>
                <a:cs typeface="Nimbus Sans"/>
              </a:defRPr>
            </a:lvl6pPr>
            <a:lvl7pPr algn="ctr">
              <a:defRPr sz="2175" b="0">
                <a:solidFill>
                  <a:srgbClr val="594576"/>
                </a:solidFill>
                <a:latin typeface="Nimbus Sans"/>
                <a:ea typeface="Nimbus Sans"/>
                <a:cs typeface="Nimbus Sans"/>
              </a:defRPr>
            </a:lvl7pPr>
            <a:lvl8pPr algn="ctr">
              <a:defRPr sz="2175" b="0">
                <a:solidFill>
                  <a:srgbClr val="594576"/>
                </a:solidFill>
                <a:latin typeface="Nimbus Sans"/>
                <a:ea typeface="Nimbus Sans"/>
                <a:cs typeface="Nimbus Sans"/>
              </a:defRPr>
            </a:lvl8pPr>
            <a:lvl9pPr algn="ctr">
              <a:defRPr sz="2175" b="0">
                <a:solidFill>
                  <a:srgbClr val="594576"/>
                </a:solidFill>
                <a:latin typeface="Nimbus Sans"/>
                <a:ea typeface="Nimbus Sans"/>
                <a:cs typeface="Nimbus Sans"/>
              </a:defRPr>
            </a:lvl9pPr>
          </a:lstStyle>
          <a:p>
            <a:pPr algn="ctr">
              <a:defRPr sz="2175" b="0">
                <a:solidFill>
                  <a:srgbClr val="594576"/>
                </a:solidFill>
                <a:latin typeface="Nimbus Sans"/>
                <a:ea typeface="Nimbus Sans"/>
                <a:cs typeface="Nimbus Sans"/>
              </a:defRPr>
            </a:pPr>
            <a:r>
              <a:rPr sz="1812"/>
              <a:t>Nobel Prize in Physiology or Medicine, 1932</a:t>
            </a:r>
          </a:p>
        </p:txBody>
      </p:sp>
      <p:sp>
        <p:nvSpPr>
          <p:cNvPr id="4" name="quote">
            <a:extLst>
              <a:ext uri="{FF2B5EF4-FFF2-40B4-BE49-F238E27FC236}">
                <a16:creationId xmlns:a16="http://schemas.microsoft.com/office/drawing/2014/main" id="{D449FAD1-CA84-4B9F-A36F-A53D68504444}"/>
              </a:ext>
            </a:extLst>
          </p:cNvPr>
          <p:cNvSpPr>
            <a:spLocks noGrp="1"/>
          </p:cNvSpPr>
          <p:nvPr/>
        </p:nvSpPr>
        <p:spPr>
          <a:xfrm>
            <a:off x="515938" y="2373313"/>
            <a:ext cx="4841875" cy="1206500"/>
          </a:xfrm>
          <a:prstGeom prst="rect">
            <a:avLst/>
          </a:prstGeom>
          <a:noFill/>
          <a:ln w="0">
            <a:noFill/>
            <a:prstDash val="solid"/>
          </a:ln>
        </p:spPr>
        <p:txBody>
          <a:bodyPr wrap="none" lIns="0" tIns="0" rIns="0" bIns="0" anchor="ctr"/>
          <a:lstStyle>
            <a:defPPr algn="ctr">
              <a:defRPr sz="2325" b="0">
                <a:solidFill>
                  <a:srgbClr val="25364A"/>
                </a:solidFill>
                <a:latin typeface="Nimbus Sans"/>
                <a:ea typeface="Nimbus Sans"/>
                <a:cs typeface="Nimbus Sans"/>
              </a:defRPr>
            </a:defPPr>
            <a:lvl1pPr algn="ctr">
              <a:defRPr sz="2325" b="0">
                <a:solidFill>
                  <a:srgbClr val="25364A"/>
                </a:solidFill>
                <a:latin typeface="Nimbus Sans"/>
                <a:ea typeface="Nimbus Sans"/>
                <a:cs typeface="Nimbus Sans"/>
              </a:defRPr>
            </a:lvl1pPr>
            <a:lvl2pPr algn="ctr">
              <a:defRPr sz="2325" b="0">
                <a:solidFill>
                  <a:srgbClr val="25364A"/>
                </a:solidFill>
                <a:latin typeface="Nimbus Sans"/>
                <a:ea typeface="Nimbus Sans"/>
                <a:cs typeface="Nimbus Sans"/>
              </a:defRPr>
            </a:lvl2pPr>
            <a:lvl3pPr algn="ctr">
              <a:defRPr sz="2325" b="0">
                <a:solidFill>
                  <a:srgbClr val="25364A"/>
                </a:solidFill>
                <a:latin typeface="Nimbus Sans"/>
                <a:ea typeface="Nimbus Sans"/>
                <a:cs typeface="Nimbus Sans"/>
              </a:defRPr>
            </a:lvl3pPr>
            <a:lvl4pPr algn="ctr">
              <a:defRPr sz="2325" b="0">
                <a:solidFill>
                  <a:srgbClr val="25364A"/>
                </a:solidFill>
                <a:latin typeface="Nimbus Sans"/>
                <a:ea typeface="Nimbus Sans"/>
                <a:cs typeface="Nimbus Sans"/>
              </a:defRPr>
            </a:lvl4pPr>
            <a:lvl5pPr algn="ctr">
              <a:defRPr sz="2325" b="0">
                <a:solidFill>
                  <a:srgbClr val="25364A"/>
                </a:solidFill>
                <a:latin typeface="Nimbus Sans"/>
                <a:ea typeface="Nimbus Sans"/>
                <a:cs typeface="Nimbus Sans"/>
              </a:defRPr>
            </a:lvl5pPr>
            <a:lvl6pPr algn="ctr">
              <a:defRPr sz="2325" b="0">
                <a:solidFill>
                  <a:srgbClr val="25364A"/>
                </a:solidFill>
                <a:latin typeface="Nimbus Sans"/>
                <a:ea typeface="Nimbus Sans"/>
                <a:cs typeface="Nimbus Sans"/>
              </a:defRPr>
            </a:lvl6pPr>
            <a:lvl7pPr algn="ctr">
              <a:defRPr sz="2325" b="0">
                <a:solidFill>
                  <a:srgbClr val="25364A"/>
                </a:solidFill>
                <a:latin typeface="Nimbus Sans"/>
                <a:ea typeface="Nimbus Sans"/>
                <a:cs typeface="Nimbus Sans"/>
              </a:defRPr>
            </a:lvl7pPr>
            <a:lvl8pPr algn="ctr">
              <a:defRPr sz="2325" b="0">
                <a:solidFill>
                  <a:srgbClr val="25364A"/>
                </a:solidFill>
                <a:latin typeface="Nimbus Sans"/>
                <a:ea typeface="Nimbus Sans"/>
                <a:cs typeface="Nimbus Sans"/>
              </a:defRPr>
            </a:lvl8pPr>
            <a:lvl9pPr algn="ctr">
              <a:defRPr sz="2325" b="0">
                <a:solidFill>
                  <a:srgbClr val="25364A"/>
                </a:solidFill>
                <a:latin typeface="Nimbus Sans"/>
                <a:ea typeface="Nimbus Sans"/>
                <a:cs typeface="Nimbus Sans"/>
              </a:defRPr>
            </a:lvl9pPr>
          </a:lstStyle>
          <a:p>
            <a:pPr algn="ctr">
              <a:defRPr sz="2325" b="0">
                <a:solidFill>
                  <a:srgbClr val="25364A"/>
                </a:solidFill>
                <a:latin typeface="Nimbus Sans"/>
                <a:ea typeface="Nimbus Sans"/>
                <a:cs typeface="Nimbus Sans"/>
              </a:defRPr>
            </a:pPr>
            <a:r>
              <a:rPr lang="en-US" sz="1937"/>
              <a:t>Neurons are nearly digital! On or off, roughly.</a:t>
            </a:r>
          </a:p>
          <a:p>
            <a:pPr algn="ctr">
              <a:defRPr sz="2325" b="0">
                <a:solidFill>
                  <a:srgbClr val="25364A"/>
                </a:solidFill>
                <a:latin typeface="Nimbus Sans"/>
                <a:ea typeface="Nimbus Sans"/>
                <a:cs typeface="Nimbus Sans"/>
              </a:defRPr>
            </a:pPr>
            <a:r>
              <a:rPr lang="en-US" sz="1937"/>
              <a:t>If the inner product is large positive, </a:t>
            </a:r>
          </a:p>
          <a:p>
            <a:pPr algn="ctr">
              <a:defRPr sz="2325" b="0">
                <a:solidFill>
                  <a:srgbClr val="25364A"/>
                </a:solidFill>
                <a:latin typeface="Nimbus Sans"/>
                <a:ea typeface="Nimbus Sans"/>
                <a:cs typeface="Nimbus Sans"/>
              </a:defRPr>
            </a:pPr>
            <a:r>
              <a:rPr lang="en-US" sz="1937"/>
              <a:t>sigmoid function is near 1, and if inner product</a:t>
            </a:r>
          </a:p>
          <a:p>
            <a:pPr algn="ctr">
              <a:defRPr sz="2325" b="0">
                <a:solidFill>
                  <a:srgbClr val="25364A"/>
                </a:solidFill>
                <a:latin typeface="Nimbus Sans"/>
                <a:ea typeface="Nimbus Sans"/>
                <a:cs typeface="Nimbus Sans"/>
              </a:defRPr>
            </a:pPr>
            <a:r>
              <a:rPr lang="en-US" sz="1937"/>
              <a:t>Is large negative, sigmois is basically 0.</a:t>
            </a:r>
            <a:endParaRPr sz="1937"/>
          </a:p>
        </p:txBody>
      </p:sp>
      <p:sp>
        <p:nvSpPr>
          <p:cNvPr id="5" name="bridge">
            <a:extLst>
              <a:ext uri="{FF2B5EF4-FFF2-40B4-BE49-F238E27FC236}">
                <a16:creationId xmlns:a16="http://schemas.microsoft.com/office/drawing/2014/main" id="{994E83C0-1628-426F-A843-141CB777124A}"/>
              </a:ext>
            </a:extLst>
          </p:cNvPr>
          <p:cNvSpPr>
            <a:spLocks noGrp="1"/>
          </p:cNvSpPr>
          <p:nvPr/>
        </p:nvSpPr>
        <p:spPr>
          <a:xfrm>
            <a:off x="515938" y="3611563"/>
            <a:ext cx="4841875" cy="714375"/>
          </a:xfrm>
          <a:prstGeom prst="rect">
            <a:avLst/>
          </a:prstGeom>
          <a:noFill/>
          <a:ln w="0">
            <a:noFill/>
            <a:prstDash val="solid"/>
          </a:ln>
        </p:spPr>
        <p:txBody>
          <a:bodyPr wrap="none" lIns="0" tIns="0" rIns="0" bIns="0" anchor="ctr"/>
          <a:lstStyle>
            <a:defPPr algn="ctr">
              <a:defRPr sz="2100" b="0">
                <a:solidFill>
                  <a:srgbClr val="526479"/>
                </a:solidFill>
                <a:latin typeface="Nimbus Sans"/>
                <a:ea typeface="Nimbus Sans"/>
                <a:cs typeface="Nimbus Sans"/>
              </a:defRPr>
            </a:defPPr>
            <a:lvl1pPr algn="ctr">
              <a:defRPr sz="2100" b="0">
                <a:solidFill>
                  <a:srgbClr val="526479"/>
                </a:solidFill>
                <a:latin typeface="Nimbus Sans"/>
                <a:ea typeface="Nimbus Sans"/>
                <a:cs typeface="Nimbus Sans"/>
              </a:defRPr>
            </a:lvl1pPr>
            <a:lvl2pPr algn="ctr">
              <a:defRPr sz="2100" b="0">
                <a:solidFill>
                  <a:srgbClr val="526479"/>
                </a:solidFill>
                <a:latin typeface="Nimbus Sans"/>
                <a:ea typeface="Nimbus Sans"/>
                <a:cs typeface="Nimbus Sans"/>
              </a:defRPr>
            </a:lvl2pPr>
            <a:lvl3pPr algn="ctr">
              <a:defRPr sz="2100" b="0">
                <a:solidFill>
                  <a:srgbClr val="526479"/>
                </a:solidFill>
                <a:latin typeface="Nimbus Sans"/>
                <a:ea typeface="Nimbus Sans"/>
                <a:cs typeface="Nimbus Sans"/>
              </a:defRPr>
            </a:lvl3pPr>
            <a:lvl4pPr algn="ctr">
              <a:defRPr sz="2100" b="0">
                <a:solidFill>
                  <a:srgbClr val="526479"/>
                </a:solidFill>
                <a:latin typeface="Nimbus Sans"/>
                <a:ea typeface="Nimbus Sans"/>
                <a:cs typeface="Nimbus Sans"/>
              </a:defRPr>
            </a:lvl4pPr>
            <a:lvl5pPr algn="ctr">
              <a:defRPr sz="2100" b="0">
                <a:solidFill>
                  <a:srgbClr val="526479"/>
                </a:solidFill>
                <a:latin typeface="Nimbus Sans"/>
                <a:ea typeface="Nimbus Sans"/>
                <a:cs typeface="Nimbus Sans"/>
              </a:defRPr>
            </a:lvl5pPr>
            <a:lvl6pPr algn="ctr">
              <a:defRPr sz="2100" b="0">
                <a:solidFill>
                  <a:srgbClr val="526479"/>
                </a:solidFill>
                <a:latin typeface="Nimbus Sans"/>
                <a:ea typeface="Nimbus Sans"/>
                <a:cs typeface="Nimbus Sans"/>
              </a:defRPr>
            </a:lvl6pPr>
            <a:lvl7pPr algn="ctr">
              <a:defRPr sz="2100" b="0">
                <a:solidFill>
                  <a:srgbClr val="526479"/>
                </a:solidFill>
                <a:latin typeface="Nimbus Sans"/>
                <a:ea typeface="Nimbus Sans"/>
                <a:cs typeface="Nimbus Sans"/>
              </a:defRPr>
            </a:lvl7pPr>
            <a:lvl8pPr algn="ctr">
              <a:defRPr sz="2100" b="0">
                <a:solidFill>
                  <a:srgbClr val="526479"/>
                </a:solidFill>
                <a:latin typeface="Nimbus Sans"/>
                <a:ea typeface="Nimbus Sans"/>
                <a:cs typeface="Nimbus Sans"/>
              </a:defRPr>
            </a:lvl8pPr>
            <a:lvl9pPr algn="ctr">
              <a:defRPr sz="2100" b="0">
                <a:solidFill>
                  <a:srgbClr val="526479"/>
                </a:solidFill>
                <a:latin typeface="Nimbus Sans"/>
                <a:ea typeface="Nimbus Sans"/>
                <a:cs typeface="Nimbus Sans"/>
              </a:defRPr>
            </a:lvl9pPr>
          </a:lstStyle>
          <a:p>
            <a:pPr algn="ctr">
              <a:defRPr sz="2100" b="0">
                <a:solidFill>
                  <a:srgbClr val="526479"/>
                </a:solidFill>
                <a:latin typeface="Nimbus Sans"/>
                <a:ea typeface="Nimbus Sans"/>
                <a:cs typeface="Nimbus Sans"/>
              </a:defRPr>
            </a:pPr>
            <a:r>
              <a:rPr lang="en-US" sz="1750"/>
              <a:t>Animal perception reflects this: some things that seem </a:t>
            </a:r>
          </a:p>
          <a:p>
            <a:pPr algn="ctr">
              <a:defRPr sz="2100" b="0">
                <a:solidFill>
                  <a:srgbClr val="526479"/>
                </a:solidFill>
                <a:latin typeface="Nimbus Sans"/>
                <a:ea typeface="Nimbus Sans"/>
                <a:cs typeface="Nimbus Sans"/>
              </a:defRPr>
            </a:pPr>
            <a:r>
              <a:rPr lang="en-US" sz="1750"/>
              <a:t>alike, are perceived different, and some things that are</a:t>
            </a:r>
          </a:p>
          <a:p>
            <a:pPr algn="ctr">
              <a:defRPr sz="2100" b="0">
                <a:solidFill>
                  <a:srgbClr val="526479"/>
                </a:solidFill>
                <a:latin typeface="Nimbus Sans"/>
                <a:ea typeface="Nimbus Sans"/>
                <a:cs typeface="Nimbus Sans"/>
              </a:defRPr>
            </a:pPr>
            <a:r>
              <a:rPr lang="en-US" sz="1750"/>
              <a:t>Very different are perceived same!</a:t>
            </a:r>
            <a:endParaRPr sz="1750"/>
          </a:p>
        </p:txBody>
      </p:sp>
      <p:sp>
        <p:nvSpPr>
          <p:cNvPr id="6" name="negative-question">
            <a:extLst>
              <a:ext uri="{FF2B5EF4-FFF2-40B4-BE49-F238E27FC236}">
                <a16:creationId xmlns:a16="http://schemas.microsoft.com/office/drawing/2014/main" id="{F3DFBACF-BFDC-4F80-BD34-785F889FC19B}"/>
              </a:ext>
            </a:extLst>
          </p:cNvPr>
          <p:cNvSpPr>
            <a:spLocks noGrp="1"/>
          </p:cNvSpPr>
          <p:nvPr/>
        </p:nvSpPr>
        <p:spPr>
          <a:xfrm>
            <a:off x="515938" y="4484688"/>
            <a:ext cx="4841875" cy="349250"/>
          </a:xfrm>
          <a:prstGeom prst="rect">
            <a:avLst/>
          </a:prstGeom>
          <a:noFill/>
          <a:ln w="0">
            <a:noFill/>
            <a:prstDash val="solid"/>
          </a:ln>
        </p:spPr>
        <p:txBody>
          <a:bodyPr wrap="none" lIns="0" tIns="0" rIns="0" bIns="0" anchor="ctr"/>
          <a:lstStyle>
            <a:defPPr algn="ctr">
              <a:defRPr sz="2250" b="0">
                <a:solidFill>
                  <a:srgbClr val="236C7A"/>
                </a:solidFill>
                <a:latin typeface="Nimbus Sans"/>
                <a:ea typeface="Nimbus Sans"/>
                <a:cs typeface="Nimbus Sans"/>
              </a:defRPr>
            </a:defPPr>
            <a:lvl1pPr algn="ctr">
              <a:defRPr sz="2250" b="0">
                <a:solidFill>
                  <a:srgbClr val="236C7A"/>
                </a:solidFill>
                <a:latin typeface="Nimbus Sans"/>
                <a:ea typeface="Nimbus Sans"/>
                <a:cs typeface="Nimbus Sans"/>
              </a:defRPr>
            </a:lvl1pPr>
            <a:lvl2pPr algn="ctr">
              <a:defRPr sz="2250" b="0">
                <a:solidFill>
                  <a:srgbClr val="236C7A"/>
                </a:solidFill>
                <a:latin typeface="Nimbus Sans"/>
                <a:ea typeface="Nimbus Sans"/>
                <a:cs typeface="Nimbus Sans"/>
              </a:defRPr>
            </a:lvl2pPr>
            <a:lvl3pPr algn="ctr">
              <a:defRPr sz="2250" b="0">
                <a:solidFill>
                  <a:srgbClr val="236C7A"/>
                </a:solidFill>
                <a:latin typeface="Nimbus Sans"/>
                <a:ea typeface="Nimbus Sans"/>
                <a:cs typeface="Nimbus Sans"/>
              </a:defRPr>
            </a:lvl3pPr>
            <a:lvl4pPr algn="ctr">
              <a:defRPr sz="2250" b="0">
                <a:solidFill>
                  <a:srgbClr val="236C7A"/>
                </a:solidFill>
                <a:latin typeface="Nimbus Sans"/>
                <a:ea typeface="Nimbus Sans"/>
                <a:cs typeface="Nimbus Sans"/>
              </a:defRPr>
            </a:lvl4pPr>
            <a:lvl5pPr algn="ctr">
              <a:defRPr sz="2250" b="0">
                <a:solidFill>
                  <a:srgbClr val="236C7A"/>
                </a:solidFill>
                <a:latin typeface="Nimbus Sans"/>
                <a:ea typeface="Nimbus Sans"/>
                <a:cs typeface="Nimbus Sans"/>
              </a:defRPr>
            </a:lvl5pPr>
            <a:lvl6pPr algn="ctr">
              <a:defRPr sz="2250" b="0">
                <a:solidFill>
                  <a:srgbClr val="236C7A"/>
                </a:solidFill>
                <a:latin typeface="Nimbus Sans"/>
                <a:ea typeface="Nimbus Sans"/>
                <a:cs typeface="Nimbus Sans"/>
              </a:defRPr>
            </a:lvl6pPr>
            <a:lvl7pPr algn="ctr">
              <a:defRPr sz="2250" b="0">
                <a:solidFill>
                  <a:srgbClr val="236C7A"/>
                </a:solidFill>
                <a:latin typeface="Nimbus Sans"/>
                <a:ea typeface="Nimbus Sans"/>
                <a:cs typeface="Nimbus Sans"/>
              </a:defRPr>
            </a:lvl7pPr>
            <a:lvl8pPr algn="ctr">
              <a:defRPr sz="2250" b="0">
                <a:solidFill>
                  <a:srgbClr val="236C7A"/>
                </a:solidFill>
                <a:latin typeface="Nimbus Sans"/>
                <a:ea typeface="Nimbus Sans"/>
                <a:cs typeface="Nimbus Sans"/>
              </a:defRPr>
            </a:lvl8pPr>
            <a:lvl9pPr algn="ctr">
              <a:defRPr sz="2250" b="0">
                <a:solidFill>
                  <a:srgbClr val="236C7A"/>
                </a:solidFill>
                <a:latin typeface="Nimbus Sans"/>
                <a:ea typeface="Nimbus Sans"/>
                <a:cs typeface="Nimbus Sans"/>
              </a:defRPr>
            </a:lvl9pPr>
          </a:lstStyle>
          <a:p>
            <a:pPr algn="ctr">
              <a:defRPr sz="2250" b="0">
                <a:solidFill>
                  <a:srgbClr val="236C7A"/>
                </a:solidFill>
                <a:latin typeface="Nimbus Sans"/>
                <a:ea typeface="Nimbus Sans"/>
                <a:cs typeface="Nimbus Sans"/>
              </a:defRPr>
            </a:pPr>
            <a:r>
              <a:rPr sz="1875"/>
              <a:t>If the inner product is −4:</a:t>
            </a:r>
          </a:p>
        </p:txBody>
      </p:sp>
      <p:sp>
        <p:nvSpPr>
          <p:cNvPr id="7" name="negative-answer">
            <a:extLst>
              <a:ext uri="{FF2B5EF4-FFF2-40B4-BE49-F238E27FC236}">
                <a16:creationId xmlns:a16="http://schemas.microsoft.com/office/drawing/2014/main" id="{81465BAC-50D2-485B-856A-2A6DDEABDD8B}"/>
              </a:ext>
            </a:extLst>
          </p:cNvPr>
          <p:cNvSpPr>
            <a:spLocks noGrp="1"/>
          </p:cNvSpPr>
          <p:nvPr/>
        </p:nvSpPr>
        <p:spPr>
          <a:xfrm>
            <a:off x="515938" y="4857750"/>
            <a:ext cx="4841875" cy="365125"/>
          </a:xfrm>
          <a:prstGeom prst="rect">
            <a:avLst/>
          </a:prstGeom>
          <a:noFill/>
          <a:ln w="0">
            <a:noFill/>
            <a:prstDash val="solid"/>
          </a:ln>
        </p:spPr>
        <p:txBody>
          <a:bodyPr wrap="none" lIns="0" tIns="0" rIns="0" bIns="0" anchor="ctr"/>
          <a:lstStyle>
            <a:defPPr algn="ctr">
              <a:defRPr sz="2850" b="1">
                <a:solidFill>
                  <a:srgbClr val="236C7A"/>
                </a:solidFill>
                <a:latin typeface="Nimbus Sans"/>
                <a:ea typeface="Nimbus Sans"/>
                <a:cs typeface="Nimbus Sans"/>
              </a:defRPr>
            </a:defPPr>
            <a:lvl1pPr algn="ctr">
              <a:defRPr sz="2850" b="1">
                <a:solidFill>
                  <a:srgbClr val="236C7A"/>
                </a:solidFill>
                <a:latin typeface="Nimbus Sans"/>
                <a:ea typeface="Nimbus Sans"/>
                <a:cs typeface="Nimbus Sans"/>
              </a:defRPr>
            </a:lvl1pPr>
            <a:lvl2pPr algn="ctr">
              <a:defRPr sz="2850" b="1">
                <a:solidFill>
                  <a:srgbClr val="236C7A"/>
                </a:solidFill>
                <a:latin typeface="Nimbus Sans"/>
                <a:ea typeface="Nimbus Sans"/>
                <a:cs typeface="Nimbus Sans"/>
              </a:defRPr>
            </a:lvl2pPr>
            <a:lvl3pPr algn="ctr">
              <a:defRPr sz="2850" b="1">
                <a:solidFill>
                  <a:srgbClr val="236C7A"/>
                </a:solidFill>
                <a:latin typeface="Nimbus Sans"/>
                <a:ea typeface="Nimbus Sans"/>
                <a:cs typeface="Nimbus Sans"/>
              </a:defRPr>
            </a:lvl3pPr>
            <a:lvl4pPr algn="ctr">
              <a:defRPr sz="2850" b="1">
                <a:solidFill>
                  <a:srgbClr val="236C7A"/>
                </a:solidFill>
                <a:latin typeface="Nimbus Sans"/>
                <a:ea typeface="Nimbus Sans"/>
                <a:cs typeface="Nimbus Sans"/>
              </a:defRPr>
            </a:lvl4pPr>
            <a:lvl5pPr algn="ctr">
              <a:defRPr sz="2850" b="1">
                <a:solidFill>
                  <a:srgbClr val="236C7A"/>
                </a:solidFill>
                <a:latin typeface="Nimbus Sans"/>
                <a:ea typeface="Nimbus Sans"/>
                <a:cs typeface="Nimbus Sans"/>
              </a:defRPr>
            </a:lvl5pPr>
            <a:lvl6pPr algn="ctr">
              <a:defRPr sz="2850" b="1">
                <a:solidFill>
                  <a:srgbClr val="236C7A"/>
                </a:solidFill>
                <a:latin typeface="Nimbus Sans"/>
                <a:ea typeface="Nimbus Sans"/>
                <a:cs typeface="Nimbus Sans"/>
              </a:defRPr>
            </a:lvl6pPr>
            <a:lvl7pPr algn="ctr">
              <a:defRPr sz="2850" b="1">
                <a:solidFill>
                  <a:srgbClr val="236C7A"/>
                </a:solidFill>
                <a:latin typeface="Nimbus Sans"/>
                <a:ea typeface="Nimbus Sans"/>
                <a:cs typeface="Nimbus Sans"/>
              </a:defRPr>
            </a:lvl7pPr>
            <a:lvl8pPr algn="ctr">
              <a:defRPr sz="2850" b="1">
                <a:solidFill>
                  <a:srgbClr val="236C7A"/>
                </a:solidFill>
                <a:latin typeface="Nimbus Sans"/>
                <a:ea typeface="Nimbus Sans"/>
                <a:cs typeface="Nimbus Sans"/>
              </a:defRPr>
            </a:lvl8pPr>
            <a:lvl9pPr algn="ctr">
              <a:defRPr sz="2850" b="1">
                <a:solidFill>
                  <a:srgbClr val="236C7A"/>
                </a:solidFill>
                <a:latin typeface="Nimbus Sans"/>
                <a:ea typeface="Nimbus Sans"/>
                <a:cs typeface="Nimbus Sans"/>
              </a:defRPr>
            </a:lvl9pPr>
          </a:lstStyle>
          <a:p>
            <a:pPr algn="ctr">
              <a:defRPr sz="2850" b="1">
                <a:solidFill>
                  <a:srgbClr val="236C7A"/>
                </a:solidFill>
                <a:latin typeface="Nimbus Sans"/>
                <a:ea typeface="Nimbus Sans"/>
                <a:cs typeface="Nimbus Sans"/>
              </a:defRPr>
            </a:pPr>
            <a:r>
              <a:rPr sz="2375"/>
              <a:t>σ(−4) = 0.0180</a:t>
            </a:r>
          </a:p>
        </p:txBody>
      </p:sp>
      <p:sp>
        <p:nvSpPr>
          <p:cNvPr id="8" name="positive-question">
            <a:extLst>
              <a:ext uri="{FF2B5EF4-FFF2-40B4-BE49-F238E27FC236}">
                <a16:creationId xmlns:a16="http://schemas.microsoft.com/office/drawing/2014/main" id="{566A9B60-5301-46BD-800D-8E96EF86BACF}"/>
              </a:ext>
            </a:extLst>
          </p:cNvPr>
          <p:cNvSpPr>
            <a:spLocks noGrp="1"/>
          </p:cNvSpPr>
          <p:nvPr/>
        </p:nvSpPr>
        <p:spPr>
          <a:xfrm>
            <a:off x="515938" y="5405438"/>
            <a:ext cx="4841875" cy="349250"/>
          </a:xfrm>
          <a:prstGeom prst="rect">
            <a:avLst/>
          </a:prstGeom>
          <a:noFill/>
          <a:ln w="0">
            <a:noFill/>
            <a:prstDash val="solid"/>
          </a:ln>
        </p:spPr>
        <p:txBody>
          <a:bodyPr wrap="none" lIns="0" tIns="0" rIns="0" bIns="0" anchor="ctr"/>
          <a:lstStyle>
            <a:defPPr algn="ctr">
              <a:defRPr sz="2250" b="0">
                <a:solidFill>
                  <a:srgbClr val="A23C61"/>
                </a:solidFill>
                <a:latin typeface="Nimbus Sans"/>
                <a:ea typeface="Nimbus Sans"/>
                <a:cs typeface="Nimbus Sans"/>
              </a:defRPr>
            </a:defPPr>
            <a:lvl1pPr algn="ctr">
              <a:defRPr sz="2250" b="0">
                <a:solidFill>
                  <a:srgbClr val="A23C61"/>
                </a:solidFill>
                <a:latin typeface="Nimbus Sans"/>
                <a:ea typeface="Nimbus Sans"/>
                <a:cs typeface="Nimbus Sans"/>
              </a:defRPr>
            </a:lvl1pPr>
            <a:lvl2pPr algn="ctr">
              <a:defRPr sz="2250" b="0">
                <a:solidFill>
                  <a:srgbClr val="A23C61"/>
                </a:solidFill>
                <a:latin typeface="Nimbus Sans"/>
                <a:ea typeface="Nimbus Sans"/>
                <a:cs typeface="Nimbus Sans"/>
              </a:defRPr>
            </a:lvl2pPr>
            <a:lvl3pPr algn="ctr">
              <a:defRPr sz="2250" b="0">
                <a:solidFill>
                  <a:srgbClr val="A23C61"/>
                </a:solidFill>
                <a:latin typeface="Nimbus Sans"/>
                <a:ea typeface="Nimbus Sans"/>
                <a:cs typeface="Nimbus Sans"/>
              </a:defRPr>
            </a:lvl3pPr>
            <a:lvl4pPr algn="ctr">
              <a:defRPr sz="2250" b="0">
                <a:solidFill>
                  <a:srgbClr val="A23C61"/>
                </a:solidFill>
                <a:latin typeface="Nimbus Sans"/>
                <a:ea typeface="Nimbus Sans"/>
                <a:cs typeface="Nimbus Sans"/>
              </a:defRPr>
            </a:lvl4pPr>
            <a:lvl5pPr algn="ctr">
              <a:defRPr sz="2250" b="0">
                <a:solidFill>
                  <a:srgbClr val="A23C61"/>
                </a:solidFill>
                <a:latin typeface="Nimbus Sans"/>
                <a:ea typeface="Nimbus Sans"/>
                <a:cs typeface="Nimbus Sans"/>
              </a:defRPr>
            </a:lvl5pPr>
            <a:lvl6pPr algn="ctr">
              <a:defRPr sz="2250" b="0">
                <a:solidFill>
                  <a:srgbClr val="A23C61"/>
                </a:solidFill>
                <a:latin typeface="Nimbus Sans"/>
                <a:ea typeface="Nimbus Sans"/>
                <a:cs typeface="Nimbus Sans"/>
              </a:defRPr>
            </a:lvl6pPr>
            <a:lvl7pPr algn="ctr">
              <a:defRPr sz="2250" b="0">
                <a:solidFill>
                  <a:srgbClr val="A23C61"/>
                </a:solidFill>
                <a:latin typeface="Nimbus Sans"/>
                <a:ea typeface="Nimbus Sans"/>
                <a:cs typeface="Nimbus Sans"/>
              </a:defRPr>
            </a:lvl7pPr>
            <a:lvl8pPr algn="ctr">
              <a:defRPr sz="2250" b="0">
                <a:solidFill>
                  <a:srgbClr val="A23C61"/>
                </a:solidFill>
                <a:latin typeface="Nimbus Sans"/>
                <a:ea typeface="Nimbus Sans"/>
                <a:cs typeface="Nimbus Sans"/>
              </a:defRPr>
            </a:lvl8pPr>
            <a:lvl9pPr algn="ctr">
              <a:defRPr sz="2250" b="0">
                <a:solidFill>
                  <a:srgbClr val="A23C61"/>
                </a:solidFill>
                <a:latin typeface="Nimbus Sans"/>
                <a:ea typeface="Nimbus Sans"/>
                <a:cs typeface="Nimbus Sans"/>
              </a:defRPr>
            </a:lvl9pPr>
          </a:lstStyle>
          <a:p>
            <a:pPr algn="ctr">
              <a:defRPr sz="2250" b="0">
                <a:solidFill>
                  <a:srgbClr val="A23C61"/>
                </a:solidFill>
                <a:latin typeface="Nimbus Sans"/>
                <a:ea typeface="Nimbus Sans"/>
                <a:cs typeface="Nimbus Sans"/>
              </a:defRPr>
            </a:pPr>
            <a:r>
              <a:rPr sz="1875"/>
              <a:t>If the inner product is 4:</a:t>
            </a:r>
          </a:p>
        </p:txBody>
      </p:sp>
      <p:sp>
        <p:nvSpPr>
          <p:cNvPr id="9" name="positive-answer">
            <a:extLst>
              <a:ext uri="{FF2B5EF4-FFF2-40B4-BE49-F238E27FC236}">
                <a16:creationId xmlns:a16="http://schemas.microsoft.com/office/drawing/2014/main" id="{FF74DD19-5A82-4693-9751-B948E6181BC2}"/>
              </a:ext>
            </a:extLst>
          </p:cNvPr>
          <p:cNvSpPr>
            <a:spLocks noGrp="1"/>
          </p:cNvSpPr>
          <p:nvPr/>
        </p:nvSpPr>
        <p:spPr>
          <a:xfrm>
            <a:off x="515938" y="5770563"/>
            <a:ext cx="4841875" cy="365125"/>
          </a:xfrm>
          <a:prstGeom prst="rect">
            <a:avLst/>
          </a:prstGeom>
          <a:noFill/>
          <a:ln w="0">
            <a:noFill/>
            <a:prstDash val="solid"/>
          </a:ln>
        </p:spPr>
        <p:txBody>
          <a:bodyPr wrap="none" lIns="0" tIns="0" rIns="0" bIns="0" anchor="ctr"/>
          <a:lstStyle>
            <a:defPPr algn="ctr">
              <a:defRPr sz="2850" b="1">
                <a:solidFill>
                  <a:srgbClr val="A23C61"/>
                </a:solidFill>
                <a:latin typeface="Nimbus Sans"/>
                <a:ea typeface="Nimbus Sans"/>
                <a:cs typeface="Nimbus Sans"/>
              </a:defRPr>
            </a:defPPr>
            <a:lvl1pPr algn="ctr">
              <a:defRPr sz="2850" b="1">
                <a:solidFill>
                  <a:srgbClr val="A23C61"/>
                </a:solidFill>
                <a:latin typeface="Nimbus Sans"/>
                <a:ea typeface="Nimbus Sans"/>
                <a:cs typeface="Nimbus Sans"/>
              </a:defRPr>
            </a:lvl1pPr>
            <a:lvl2pPr algn="ctr">
              <a:defRPr sz="2850" b="1">
                <a:solidFill>
                  <a:srgbClr val="A23C61"/>
                </a:solidFill>
                <a:latin typeface="Nimbus Sans"/>
                <a:ea typeface="Nimbus Sans"/>
                <a:cs typeface="Nimbus Sans"/>
              </a:defRPr>
            </a:lvl2pPr>
            <a:lvl3pPr algn="ctr">
              <a:defRPr sz="2850" b="1">
                <a:solidFill>
                  <a:srgbClr val="A23C61"/>
                </a:solidFill>
                <a:latin typeface="Nimbus Sans"/>
                <a:ea typeface="Nimbus Sans"/>
                <a:cs typeface="Nimbus Sans"/>
              </a:defRPr>
            </a:lvl3pPr>
            <a:lvl4pPr algn="ctr">
              <a:defRPr sz="2850" b="1">
                <a:solidFill>
                  <a:srgbClr val="A23C61"/>
                </a:solidFill>
                <a:latin typeface="Nimbus Sans"/>
                <a:ea typeface="Nimbus Sans"/>
                <a:cs typeface="Nimbus Sans"/>
              </a:defRPr>
            </a:lvl4pPr>
            <a:lvl5pPr algn="ctr">
              <a:defRPr sz="2850" b="1">
                <a:solidFill>
                  <a:srgbClr val="A23C61"/>
                </a:solidFill>
                <a:latin typeface="Nimbus Sans"/>
                <a:ea typeface="Nimbus Sans"/>
                <a:cs typeface="Nimbus Sans"/>
              </a:defRPr>
            </a:lvl5pPr>
            <a:lvl6pPr algn="ctr">
              <a:defRPr sz="2850" b="1">
                <a:solidFill>
                  <a:srgbClr val="A23C61"/>
                </a:solidFill>
                <a:latin typeface="Nimbus Sans"/>
                <a:ea typeface="Nimbus Sans"/>
                <a:cs typeface="Nimbus Sans"/>
              </a:defRPr>
            </a:lvl6pPr>
            <a:lvl7pPr algn="ctr">
              <a:defRPr sz="2850" b="1">
                <a:solidFill>
                  <a:srgbClr val="A23C61"/>
                </a:solidFill>
                <a:latin typeface="Nimbus Sans"/>
                <a:ea typeface="Nimbus Sans"/>
                <a:cs typeface="Nimbus Sans"/>
              </a:defRPr>
            </a:lvl7pPr>
            <a:lvl8pPr algn="ctr">
              <a:defRPr sz="2850" b="1">
                <a:solidFill>
                  <a:srgbClr val="A23C61"/>
                </a:solidFill>
                <a:latin typeface="Nimbus Sans"/>
                <a:ea typeface="Nimbus Sans"/>
                <a:cs typeface="Nimbus Sans"/>
              </a:defRPr>
            </a:lvl8pPr>
            <a:lvl9pPr algn="ctr">
              <a:defRPr sz="2850" b="1">
                <a:solidFill>
                  <a:srgbClr val="A23C61"/>
                </a:solidFill>
                <a:latin typeface="Nimbus Sans"/>
                <a:ea typeface="Nimbus Sans"/>
                <a:cs typeface="Nimbus Sans"/>
              </a:defRPr>
            </a:lvl9pPr>
          </a:lstStyle>
          <a:p>
            <a:pPr algn="ctr">
              <a:defRPr sz="2850" b="1">
                <a:solidFill>
                  <a:srgbClr val="A23C61"/>
                </a:solidFill>
                <a:latin typeface="Nimbus Sans"/>
                <a:ea typeface="Nimbus Sans"/>
                <a:cs typeface="Nimbus Sans"/>
              </a:defRPr>
            </a:pPr>
            <a:r>
              <a:rPr sz="2375"/>
              <a:t>σ(4) = 0.9820</a:t>
            </a:r>
          </a:p>
        </p:txBody>
      </p:sp>
      <p:pic>
        <p:nvPicPr>
          <p:cNvPr id="10" name="Picture 9">
            <a:extLst>
              <a:ext uri="{FF2B5EF4-FFF2-40B4-BE49-F238E27FC236}">
                <a16:creationId xmlns:a16="http://schemas.microsoft.com/office/drawing/2014/main" id="{4C560ACC-E857-4AA6-9641-A69240EBB3F8}"/>
              </a:ext>
            </a:extLst>
          </p:cNvPr>
          <p:cNvPicPr>
            <a:picLocks noChangeAspect="1"/>
          </p:cNvPicPr>
          <p:nvPr/>
        </p:nvPicPr>
        <p:blipFill>
          <a:blip r:embed="rId3"/>
          <a:stretch/>
        </p:blipFill>
        <p:spPr>
          <a:xfrm>
            <a:off x="5715000" y="1746250"/>
            <a:ext cx="5953125" cy="4238625"/>
          </a:xfrm>
          <a:prstGeom prst="rect">
            <a:avLst/>
          </a:prstGeom>
        </p:spPr>
      </p:pic>
      <p:sp>
        <p:nvSpPr>
          <p:cNvPr id="11" name="sigmoid-equation">
            <a:extLst>
              <a:ext uri="{FF2B5EF4-FFF2-40B4-BE49-F238E27FC236}">
                <a16:creationId xmlns:a16="http://schemas.microsoft.com/office/drawing/2014/main" id="{E88B79A1-F46D-4315-B153-8CBF655A48C3}"/>
              </a:ext>
            </a:extLst>
          </p:cNvPr>
          <p:cNvSpPr>
            <a:spLocks noGrp="1"/>
          </p:cNvSpPr>
          <p:nvPr/>
        </p:nvSpPr>
        <p:spPr>
          <a:xfrm>
            <a:off x="5873750" y="1270000"/>
            <a:ext cx="5635625" cy="381000"/>
          </a:xfrm>
          <a:prstGeom prst="rect">
            <a:avLst/>
          </a:prstGeom>
          <a:noFill/>
          <a:ln w="0">
            <a:noFill/>
            <a:prstDash val="solid"/>
          </a:ln>
        </p:spPr>
        <p:txBody>
          <a:bodyPr wrap="none" lIns="0" tIns="0" rIns="0" bIns="0" anchor="ctr"/>
          <a:lstStyle>
            <a:defPPr algn="ctr">
              <a:defRPr sz="2700" b="1">
                <a:solidFill>
                  <a:srgbClr val="594576"/>
                </a:solidFill>
                <a:latin typeface="Nimbus Sans"/>
                <a:ea typeface="Nimbus Sans"/>
                <a:cs typeface="Nimbus Sans"/>
              </a:defRPr>
            </a:defPPr>
            <a:lvl1pPr algn="ctr">
              <a:defRPr sz="2700" b="1">
                <a:solidFill>
                  <a:srgbClr val="594576"/>
                </a:solidFill>
                <a:latin typeface="Nimbus Sans"/>
                <a:ea typeface="Nimbus Sans"/>
                <a:cs typeface="Nimbus Sans"/>
              </a:defRPr>
            </a:lvl1pPr>
            <a:lvl2pPr algn="ctr">
              <a:defRPr sz="2700" b="1">
                <a:solidFill>
                  <a:srgbClr val="594576"/>
                </a:solidFill>
                <a:latin typeface="Nimbus Sans"/>
                <a:ea typeface="Nimbus Sans"/>
                <a:cs typeface="Nimbus Sans"/>
              </a:defRPr>
            </a:lvl2pPr>
            <a:lvl3pPr algn="ctr">
              <a:defRPr sz="2700" b="1">
                <a:solidFill>
                  <a:srgbClr val="594576"/>
                </a:solidFill>
                <a:latin typeface="Nimbus Sans"/>
                <a:ea typeface="Nimbus Sans"/>
                <a:cs typeface="Nimbus Sans"/>
              </a:defRPr>
            </a:lvl3pPr>
            <a:lvl4pPr algn="ctr">
              <a:defRPr sz="2700" b="1">
                <a:solidFill>
                  <a:srgbClr val="594576"/>
                </a:solidFill>
                <a:latin typeface="Nimbus Sans"/>
                <a:ea typeface="Nimbus Sans"/>
                <a:cs typeface="Nimbus Sans"/>
              </a:defRPr>
            </a:lvl4pPr>
            <a:lvl5pPr algn="ctr">
              <a:defRPr sz="2700" b="1">
                <a:solidFill>
                  <a:srgbClr val="594576"/>
                </a:solidFill>
                <a:latin typeface="Nimbus Sans"/>
                <a:ea typeface="Nimbus Sans"/>
                <a:cs typeface="Nimbus Sans"/>
              </a:defRPr>
            </a:lvl5pPr>
            <a:lvl6pPr algn="ctr">
              <a:defRPr sz="2700" b="1">
                <a:solidFill>
                  <a:srgbClr val="594576"/>
                </a:solidFill>
                <a:latin typeface="Nimbus Sans"/>
                <a:ea typeface="Nimbus Sans"/>
                <a:cs typeface="Nimbus Sans"/>
              </a:defRPr>
            </a:lvl6pPr>
            <a:lvl7pPr algn="ctr">
              <a:defRPr sz="2700" b="1">
                <a:solidFill>
                  <a:srgbClr val="594576"/>
                </a:solidFill>
                <a:latin typeface="Nimbus Sans"/>
                <a:ea typeface="Nimbus Sans"/>
                <a:cs typeface="Nimbus Sans"/>
              </a:defRPr>
            </a:lvl7pPr>
            <a:lvl8pPr algn="ctr">
              <a:defRPr sz="2700" b="1">
                <a:solidFill>
                  <a:srgbClr val="594576"/>
                </a:solidFill>
                <a:latin typeface="Nimbus Sans"/>
                <a:ea typeface="Nimbus Sans"/>
                <a:cs typeface="Nimbus Sans"/>
              </a:defRPr>
            </a:lvl8pPr>
            <a:lvl9pPr algn="ctr">
              <a:defRPr sz="2700" b="1">
                <a:solidFill>
                  <a:srgbClr val="594576"/>
                </a:solidFill>
                <a:latin typeface="Nimbus Sans"/>
                <a:ea typeface="Nimbus Sans"/>
                <a:cs typeface="Nimbus Sans"/>
              </a:defRPr>
            </a:lvl9pPr>
          </a:lstStyle>
          <a:p>
            <a:pPr algn="ctr">
              <a:defRPr sz="2700" b="1">
                <a:solidFill>
                  <a:srgbClr val="594576"/>
                </a:solidFill>
                <a:latin typeface="Nimbus Sans"/>
                <a:ea typeface="Nimbus Sans"/>
                <a:cs typeface="Nimbus Sans"/>
              </a:defRPr>
            </a:pPr>
            <a:r>
              <a:rPr sz="2250"/>
              <a:t>σ(z) = 1 / (1 + exp(−z))</a:t>
            </a:r>
          </a:p>
        </p:txBody>
      </p:sp>
      <p:sp>
        <p:nvSpPr>
          <p:cNvPr id="14" name="TextBox 13">
            <a:extLst>
              <a:ext uri="{FF2B5EF4-FFF2-40B4-BE49-F238E27FC236}">
                <a16:creationId xmlns:a16="http://schemas.microsoft.com/office/drawing/2014/main" id="{92523B0E-DA32-9982-6403-E43BA9A8811A}"/>
              </a:ext>
            </a:extLst>
          </p:cNvPr>
          <p:cNvSpPr txBox="1"/>
          <p:nvPr/>
        </p:nvSpPr>
        <p:spPr>
          <a:xfrm>
            <a:off x="5873750" y="6080125"/>
            <a:ext cx="5315429" cy="369332"/>
          </a:xfrm>
          <a:prstGeom prst="rect">
            <a:avLst/>
          </a:prstGeom>
          <a:noFill/>
        </p:spPr>
        <p:txBody>
          <a:bodyPr wrap="none" rtlCol="0">
            <a:spAutoFit/>
          </a:bodyPr>
          <a:lstStyle/>
          <a:p>
            <a:r>
              <a:rPr lang="en-US"/>
              <a:t>https://www.vcalc.com/wiki/vcalc/sigmoid-function</a:t>
            </a:r>
          </a:p>
        </p:txBody>
      </p:sp>
    </p:spTree>
    <p:extLst>
      <p:ext uri="{BB962C8B-B14F-4D97-AF65-F5344CB8AC3E}">
        <p14:creationId xmlns:p14="http://schemas.microsoft.com/office/powerpoint/2010/main" val="1400276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 name="title">
            <a:extLst>
              <a:ext uri="{FF2B5EF4-FFF2-40B4-BE49-F238E27FC236}">
                <a16:creationId xmlns:a16="http://schemas.microsoft.com/office/drawing/2014/main" id="{8B9DB8BD-16C5-47FA-9AC0-CEDC2F16579B}"/>
              </a:ext>
            </a:extLst>
          </p:cNvPr>
          <p:cNvSpPr>
            <a:spLocks noGrp="1"/>
          </p:cNvSpPr>
          <p:nvPr/>
        </p:nvSpPr>
        <p:spPr>
          <a:xfrm>
            <a:off x="476250" y="357187"/>
            <a:ext cx="11239500" cy="555625"/>
          </a:xfrm>
          <a:prstGeom prst="rect">
            <a:avLst/>
          </a:prstGeom>
          <a:noFill/>
          <a:ln w="0">
            <a:noFill/>
            <a:prstDash val="solid"/>
          </a:ln>
        </p:spPr>
        <p:txBody>
          <a:bodyPr wrap="none" lIns="0" tIns="0" rIns="0" bIns="0" anchor="ctr"/>
          <a:lstStyle>
            <a:defPPr algn="ctr">
              <a:defRPr sz="3600" b="1">
                <a:solidFill>
                  <a:srgbClr val="25364A"/>
                </a:solidFill>
                <a:latin typeface="Nimbus Sans"/>
                <a:ea typeface="Nimbus Sans"/>
                <a:cs typeface="Nimbus Sans"/>
              </a:defRPr>
            </a:defPPr>
            <a:lvl1pPr algn="ctr">
              <a:defRPr sz="3600" b="1">
                <a:solidFill>
                  <a:srgbClr val="25364A"/>
                </a:solidFill>
                <a:latin typeface="Nimbus Sans"/>
                <a:ea typeface="Nimbus Sans"/>
                <a:cs typeface="Nimbus Sans"/>
              </a:defRPr>
            </a:lvl1pPr>
            <a:lvl2pPr algn="ctr">
              <a:defRPr sz="3600" b="1">
                <a:solidFill>
                  <a:srgbClr val="25364A"/>
                </a:solidFill>
                <a:latin typeface="Nimbus Sans"/>
                <a:ea typeface="Nimbus Sans"/>
                <a:cs typeface="Nimbus Sans"/>
              </a:defRPr>
            </a:lvl2pPr>
            <a:lvl3pPr algn="ctr">
              <a:defRPr sz="3600" b="1">
                <a:solidFill>
                  <a:srgbClr val="25364A"/>
                </a:solidFill>
                <a:latin typeface="Nimbus Sans"/>
                <a:ea typeface="Nimbus Sans"/>
                <a:cs typeface="Nimbus Sans"/>
              </a:defRPr>
            </a:lvl3pPr>
            <a:lvl4pPr algn="ctr">
              <a:defRPr sz="3600" b="1">
                <a:solidFill>
                  <a:srgbClr val="25364A"/>
                </a:solidFill>
                <a:latin typeface="Nimbus Sans"/>
                <a:ea typeface="Nimbus Sans"/>
                <a:cs typeface="Nimbus Sans"/>
              </a:defRPr>
            </a:lvl4pPr>
            <a:lvl5pPr algn="ctr">
              <a:defRPr sz="3600" b="1">
                <a:solidFill>
                  <a:srgbClr val="25364A"/>
                </a:solidFill>
                <a:latin typeface="Nimbus Sans"/>
                <a:ea typeface="Nimbus Sans"/>
                <a:cs typeface="Nimbus Sans"/>
              </a:defRPr>
            </a:lvl5pPr>
            <a:lvl6pPr algn="ctr">
              <a:defRPr sz="3600" b="1">
                <a:solidFill>
                  <a:srgbClr val="25364A"/>
                </a:solidFill>
                <a:latin typeface="Nimbus Sans"/>
                <a:ea typeface="Nimbus Sans"/>
                <a:cs typeface="Nimbus Sans"/>
              </a:defRPr>
            </a:lvl6pPr>
            <a:lvl7pPr algn="ctr">
              <a:defRPr sz="3600" b="1">
                <a:solidFill>
                  <a:srgbClr val="25364A"/>
                </a:solidFill>
                <a:latin typeface="Nimbus Sans"/>
                <a:ea typeface="Nimbus Sans"/>
                <a:cs typeface="Nimbus Sans"/>
              </a:defRPr>
            </a:lvl7pPr>
            <a:lvl8pPr algn="ctr">
              <a:defRPr sz="3600" b="1">
                <a:solidFill>
                  <a:srgbClr val="25364A"/>
                </a:solidFill>
                <a:latin typeface="Nimbus Sans"/>
                <a:ea typeface="Nimbus Sans"/>
                <a:cs typeface="Nimbus Sans"/>
              </a:defRPr>
            </a:lvl8pPr>
            <a:lvl9pPr algn="ctr">
              <a:defRPr sz="3600" b="1">
                <a:solidFill>
                  <a:srgbClr val="25364A"/>
                </a:solidFill>
                <a:latin typeface="Nimbus Sans"/>
                <a:ea typeface="Nimbus Sans"/>
                <a:cs typeface="Nimbus Sans"/>
              </a:defRPr>
            </a:lvl9pPr>
          </a:lstStyle>
          <a:p>
            <a:pPr algn="ctr">
              <a:defRPr sz="3600" b="1">
                <a:solidFill>
                  <a:srgbClr val="25364A"/>
                </a:solidFill>
                <a:latin typeface="Nimbus Sans"/>
                <a:ea typeface="Nimbus Sans"/>
                <a:cs typeface="Nimbus Sans"/>
              </a:defRPr>
            </a:pPr>
            <a:r>
              <a:rPr sz="3000"/>
              <a:t>Applying sigmoid, one neuron at a time</a:t>
            </a:r>
          </a:p>
        </p:txBody>
      </p:sp>
      <p:sp>
        <p:nvSpPr>
          <p:cNvPr id="2" name="edge-0-0-0">
            <a:extLst>
              <a:ext uri="{FF2B5EF4-FFF2-40B4-BE49-F238E27FC236}">
                <a16:creationId xmlns:a16="http://schemas.microsoft.com/office/drawing/2014/main" id="{77305836-0745-4E65-9C17-8B120BC06DB1}"/>
              </a:ext>
            </a:extLst>
          </p:cNvPr>
          <p:cNvSpPr>
            <a:spLocks noGrp="1"/>
          </p:cNvSpPr>
          <p:nvPr/>
        </p:nvSpPr>
        <p:spPr>
          <a:xfrm flipV="1">
            <a:off x="1990990" y="2856153"/>
            <a:ext cx="1494895" cy="359883"/>
          </a:xfrm>
          <a:prstGeom prst="line">
            <a:avLst/>
          </a:prstGeom>
          <a:noFill/>
          <a:ln w="11906">
            <a:solidFill>
              <a:srgbClr val="A8B4C2"/>
            </a:solidFill>
            <a:prstDash val="solid"/>
          </a:ln>
        </p:spPr>
        <p:txBody>
          <a:bodyPr/>
          <a:lstStyle/>
          <a:p>
            <a:endParaRPr lang="en-US" sz="1500"/>
          </a:p>
        </p:txBody>
      </p:sp>
      <p:sp>
        <p:nvSpPr>
          <p:cNvPr id="3" name="edge-0-1-0">
            <a:extLst>
              <a:ext uri="{FF2B5EF4-FFF2-40B4-BE49-F238E27FC236}">
                <a16:creationId xmlns:a16="http://schemas.microsoft.com/office/drawing/2014/main" id="{64EBBEE4-B958-4EAC-A394-EF9169CD86EA}"/>
              </a:ext>
            </a:extLst>
          </p:cNvPr>
          <p:cNvSpPr>
            <a:spLocks noGrp="1"/>
          </p:cNvSpPr>
          <p:nvPr/>
        </p:nvSpPr>
        <p:spPr>
          <a:xfrm flipV="1">
            <a:off x="1927668" y="2985794"/>
            <a:ext cx="1621540" cy="1291226"/>
          </a:xfrm>
          <a:prstGeom prst="line">
            <a:avLst/>
          </a:prstGeom>
          <a:noFill/>
          <a:ln w="11906">
            <a:solidFill>
              <a:srgbClr val="A8B4C2"/>
            </a:solidFill>
            <a:prstDash val="solid"/>
          </a:ln>
        </p:spPr>
        <p:txBody>
          <a:bodyPr/>
          <a:lstStyle/>
          <a:p>
            <a:endParaRPr lang="en-US" sz="1500"/>
          </a:p>
        </p:txBody>
      </p:sp>
      <p:sp>
        <p:nvSpPr>
          <p:cNvPr id="4" name="edge-0-0-1">
            <a:extLst>
              <a:ext uri="{FF2B5EF4-FFF2-40B4-BE49-F238E27FC236}">
                <a16:creationId xmlns:a16="http://schemas.microsoft.com/office/drawing/2014/main" id="{28F87F58-AC8A-4C8F-B3E4-7F4709E8AB28}"/>
              </a:ext>
            </a:extLst>
          </p:cNvPr>
          <p:cNvSpPr>
            <a:spLocks noGrp="1"/>
          </p:cNvSpPr>
          <p:nvPr/>
        </p:nvSpPr>
        <p:spPr>
          <a:xfrm>
            <a:off x="1990990" y="3372090"/>
            <a:ext cx="1494895" cy="359883"/>
          </a:xfrm>
          <a:prstGeom prst="line">
            <a:avLst/>
          </a:prstGeom>
          <a:noFill/>
          <a:ln w="11906">
            <a:solidFill>
              <a:srgbClr val="A8B4C2"/>
            </a:solidFill>
            <a:prstDash val="solid"/>
          </a:ln>
        </p:spPr>
        <p:txBody>
          <a:bodyPr/>
          <a:lstStyle/>
          <a:p>
            <a:endParaRPr lang="en-US" sz="1500"/>
          </a:p>
        </p:txBody>
      </p:sp>
      <p:sp>
        <p:nvSpPr>
          <p:cNvPr id="5" name="edge-0-1-1">
            <a:extLst>
              <a:ext uri="{FF2B5EF4-FFF2-40B4-BE49-F238E27FC236}">
                <a16:creationId xmlns:a16="http://schemas.microsoft.com/office/drawing/2014/main" id="{B6E1D4D2-19C0-4A6E-8CC2-B847813C51FE}"/>
              </a:ext>
            </a:extLst>
          </p:cNvPr>
          <p:cNvSpPr>
            <a:spLocks noGrp="1"/>
          </p:cNvSpPr>
          <p:nvPr/>
        </p:nvSpPr>
        <p:spPr>
          <a:xfrm flipV="1">
            <a:off x="1984865" y="3910107"/>
            <a:ext cx="1507146" cy="474472"/>
          </a:xfrm>
          <a:prstGeom prst="line">
            <a:avLst/>
          </a:prstGeom>
          <a:noFill/>
          <a:ln w="11906">
            <a:solidFill>
              <a:srgbClr val="A8B4C2"/>
            </a:solidFill>
            <a:prstDash val="solid"/>
          </a:ln>
        </p:spPr>
        <p:txBody>
          <a:bodyPr/>
          <a:lstStyle/>
          <a:p>
            <a:endParaRPr lang="en-US" sz="1500"/>
          </a:p>
        </p:txBody>
      </p:sp>
      <p:sp>
        <p:nvSpPr>
          <p:cNvPr id="6" name="edge-0-0-2">
            <a:extLst>
              <a:ext uri="{FF2B5EF4-FFF2-40B4-BE49-F238E27FC236}">
                <a16:creationId xmlns:a16="http://schemas.microsoft.com/office/drawing/2014/main" id="{598E99FA-9B50-4213-A328-74D1AD4F450D}"/>
              </a:ext>
            </a:extLst>
          </p:cNvPr>
          <p:cNvSpPr>
            <a:spLocks noGrp="1"/>
          </p:cNvSpPr>
          <p:nvPr/>
        </p:nvSpPr>
        <p:spPr>
          <a:xfrm>
            <a:off x="1937135" y="3489250"/>
            <a:ext cx="1602605" cy="1157437"/>
          </a:xfrm>
          <a:prstGeom prst="line">
            <a:avLst/>
          </a:prstGeom>
          <a:noFill/>
          <a:ln w="11906">
            <a:solidFill>
              <a:srgbClr val="A8B4C2"/>
            </a:solidFill>
            <a:prstDash val="solid"/>
          </a:ln>
        </p:spPr>
        <p:txBody>
          <a:bodyPr/>
          <a:lstStyle/>
          <a:p>
            <a:endParaRPr lang="en-US" sz="1500"/>
          </a:p>
        </p:txBody>
      </p:sp>
      <p:sp>
        <p:nvSpPr>
          <p:cNvPr id="7" name="edge-0-1-2">
            <a:extLst>
              <a:ext uri="{FF2B5EF4-FFF2-40B4-BE49-F238E27FC236}">
                <a16:creationId xmlns:a16="http://schemas.microsoft.com/office/drawing/2014/main" id="{D9A93678-9C93-4011-8427-4759B7A4A2DC}"/>
              </a:ext>
            </a:extLst>
          </p:cNvPr>
          <p:cNvSpPr>
            <a:spLocks noGrp="1"/>
          </p:cNvSpPr>
          <p:nvPr/>
        </p:nvSpPr>
        <p:spPr>
          <a:xfrm>
            <a:off x="1995714" y="4539495"/>
            <a:ext cx="1485447" cy="247574"/>
          </a:xfrm>
          <a:prstGeom prst="line">
            <a:avLst/>
          </a:prstGeom>
          <a:noFill/>
          <a:ln w="11906">
            <a:solidFill>
              <a:srgbClr val="A8B4C2"/>
            </a:solidFill>
            <a:prstDash val="solid"/>
          </a:ln>
        </p:spPr>
        <p:txBody>
          <a:bodyPr/>
          <a:lstStyle/>
          <a:p>
            <a:endParaRPr lang="en-US" sz="1500"/>
          </a:p>
        </p:txBody>
      </p:sp>
      <p:sp>
        <p:nvSpPr>
          <p:cNvPr id="8" name="edge-1-0-0">
            <a:extLst>
              <a:ext uri="{FF2B5EF4-FFF2-40B4-BE49-F238E27FC236}">
                <a16:creationId xmlns:a16="http://schemas.microsoft.com/office/drawing/2014/main" id="{B94BD153-8407-4769-8E58-A5EADB65453F}"/>
              </a:ext>
            </a:extLst>
          </p:cNvPr>
          <p:cNvSpPr>
            <a:spLocks noGrp="1"/>
          </p:cNvSpPr>
          <p:nvPr/>
        </p:nvSpPr>
        <p:spPr>
          <a:xfrm>
            <a:off x="4136667" y="2844669"/>
            <a:ext cx="1489793" cy="303476"/>
          </a:xfrm>
          <a:prstGeom prst="line">
            <a:avLst/>
          </a:prstGeom>
          <a:noFill/>
          <a:ln w="11906">
            <a:solidFill>
              <a:srgbClr val="A8B4C2"/>
            </a:solidFill>
            <a:prstDash val="solid"/>
          </a:ln>
        </p:spPr>
        <p:txBody>
          <a:bodyPr/>
          <a:lstStyle/>
          <a:p>
            <a:endParaRPr lang="en-US" sz="1500"/>
          </a:p>
        </p:txBody>
      </p:sp>
      <p:sp>
        <p:nvSpPr>
          <p:cNvPr id="9" name="edge-1-1-0">
            <a:extLst>
              <a:ext uri="{FF2B5EF4-FFF2-40B4-BE49-F238E27FC236}">
                <a16:creationId xmlns:a16="http://schemas.microsoft.com/office/drawing/2014/main" id="{79938320-5D76-4DD1-9321-96784A8C0BA4}"/>
              </a:ext>
            </a:extLst>
          </p:cNvPr>
          <p:cNvSpPr>
            <a:spLocks noGrp="1"/>
          </p:cNvSpPr>
          <p:nvPr/>
        </p:nvSpPr>
        <p:spPr>
          <a:xfrm flipV="1">
            <a:off x="4131213" y="3303914"/>
            <a:ext cx="1500699" cy="416861"/>
          </a:xfrm>
          <a:prstGeom prst="line">
            <a:avLst/>
          </a:prstGeom>
          <a:noFill/>
          <a:ln w="11906">
            <a:solidFill>
              <a:srgbClr val="A8B4C2"/>
            </a:solidFill>
            <a:prstDash val="solid"/>
          </a:ln>
        </p:spPr>
        <p:txBody>
          <a:bodyPr/>
          <a:lstStyle/>
          <a:p>
            <a:endParaRPr lang="en-US" sz="1500"/>
          </a:p>
        </p:txBody>
      </p:sp>
      <p:sp>
        <p:nvSpPr>
          <p:cNvPr id="10" name="edge-1-2-0">
            <a:extLst>
              <a:ext uri="{FF2B5EF4-FFF2-40B4-BE49-F238E27FC236}">
                <a16:creationId xmlns:a16="http://schemas.microsoft.com/office/drawing/2014/main" id="{4EE4391D-5E3A-4524-B2D5-9DE5315C8527}"/>
              </a:ext>
            </a:extLst>
          </p:cNvPr>
          <p:cNvSpPr>
            <a:spLocks noGrp="1"/>
          </p:cNvSpPr>
          <p:nvPr/>
        </p:nvSpPr>
        <p:spPr>
          <a:xfrm flipV="1">
            <a:off x="4075516" y="3416283"/>
            <a:ext cx="1612094" cy="1223998"/>
          </a:xfrm>
          <a:prstGeom prst="line">
            <a:avLst/>
          </a:prstGeom>
          <a:noFill/>
          <a:ln w="11906">
            <a:solidFill>
              <a:srgbClr val="A8B4C2"/>
            </a:solidFill>
            <a:prstDash val="solid"/>
          </a:ln>
        </p:spPr>
        <p:txBody>
          <a:bodyPr/>
          <a:lstStyle/>
          <a:p>
            <a:endParaRPr lang="en-US" sz="1500"/>
          </a:p>
        </p:txBody>
      </p:sp>
      <p:sp>
        <p:nvSpPr>
          <p:cNvPr id="11" name="edge-1-0-1">
            <a:extLst>
              <a:ext uri="{FF2B5EF4-FFF2-40B4-BE49-F238E27FC236}">
                <a16:creationId xmlns:a16="http://schemas.microsoft.com/office/drawing/2014/main" id="{6912EB37-7D32-4C21-9CC0-9CA03A4439E9}"/>
              </a:ext>
            </a:extLst>
          </p:cNvPr>
          <p:cNvSpPr>
            <a:spLocks noGrp="1"/>
          </p:cNvSpPr>
          <p:nvPr/>
        </p:nvSpPr>
        <p:spPr>
          <a:xfrm>
            <a:off x="4075516" y="2979720"/>
            <a:ext cx="1612094" cy="1223998"/>
          </a:xfrm>
          <a:prstGeom prst="line">
            <a:avLst/>
          </a:prstGeom>
          <a:noFill/>
          <a:ln w="11906">
            <a:solidFill>
              <a:srgbClr val="A8B4C2"/>
            </a:solidFill>
            <a:prstDash val="solid"/>
          </a:ln>
        </p:spPr>
        <p:txBody>
          <a:bodyPr/>
          <a:lstStyle/>
          <a:p>
            <a:endParaRPr lang="en-US" sz="1500"/>
          </a:p>
        </p:txBody>
      </p:sp>
      <p:sp>
        <p:nvSpPr>
          <p:cNvPr id="12" name="edge-1-1-1">
            <a:extLst>
              <a:ext uri="{FF2B5EF4-FFF2-40B4-BE49-F238E27FC236}">
                <a16:creationId xmlns:a16="http://schemas.microsoft.com/office/drawing/2014/main" id="{2D04FB36-3558-41AF-A0AB-385BC00EC1E3}"/>
              </a:ext>
            </a:extLst>
          </p:cNvPr>
          <p:cNvSpPr>
            <a:spLocks noGrp="1"/>
          </p:cNvSpPr>
          <p:nvPr/>
        </p:nvSpPr>
        <p:spPr>
          <a:xfrm>
            <a:off x="4131213" y="3899226"/>
            <a:ext cx="1500699" cy="416861"/>
          </a:xfrm>
          <a:prstGeom prst="line">
            <a:avLst/>
          </a:prstGeom>
          <a:noFill/>
          <a:ln w="11906">
            <a:solidFill>
              <a:srgbClr val="A8B4C2"/>
            </a:solidFill>
            <a:prstDash val="solid"/>
          </a:ln>
        </p:spPr>
        <p:txBody>
          <a:bodyPr/>
          <a:lstStyle/>
          <a:p>
            <a:endParaRPr lang="en-US" sz="1500"/>
          </a:p>
        </p:txBody>
      </p:sp>
      <p:sp>
        <p:nvSpPr>
          <p:cNvPr id="13" name="edge-1-2-1">
            <a:extLst>
              <a:ext uri="{FF2B5EF4-FFF2-40B4-BE49-F238E27FC236}">
                <a16:creationId xmlns:a16="http://schemas.microsoft.com/office/drawing/2014/main" id="{23CEDEBB-86B7-4194-8255-BF55BFB44E5B}"/>
              </a:ext>
            </a:extLst>
          </p:cNvPr>
          <p:cNvSpPr>
            <a:spLocks noGrp="1"/>
          </p:cNvSpPr>
          <p:nvPr/>
        </p:nvSpPr>
        <p:spPr>
          <a:xfrm flipV="1">
            <a:off x="4136667" y="4471856"/>
            <a:ext cx="1489793" cy="303476"/>
          </a:xfrm>
          <a:prstGeom prst="line">
            <a:avLst/>
          </a:prstGeom>
          <a:noFill/>
          <a:ln w="11906">
            <a:solidFill>
              <a:srgbClr val="A8B4C2"/>
            </a:solidFill>
            <a:prstDash val="solid"/>
          </a:ln>
        </p:spPr>
        <p:txBody>
          <a:bodyPr/>
          <a:lstStyle/>
          <a:p>
            <a:endParaRPr lang="en-US" sz="1500"/>
          </a:p>
        </p:txBody>
      </p:sp>
      <p:sp>
        <p:nvSpPr>
          <p:cNvPr id="14" name="edge-2-0-0">
            <a:extLst>
              <a:ext uri="{FF2B5EF4-FFF2-40B4-BE49-F238E27FC236}">
                <a16:creationId xmlns:a16="http://schemas.microsoft.com/office/drawing/2014/main" id="{C5CAEA25-E3E6-46EB-BED6-CD1B5B19D80E}"/>
              </a:ext>
            </a:extLst>
          </p:cNvPr>
          <p:cNvSpPr>
            <a:spLocks noGrp="1"/>
          </p:cNvSpPr>
          <p:nvPr/>
        </p:nvSpPr>
        <p:spPr>
          <a:xfrm flipV="1">
            <a:off x="6269393" y="2605735"/>
            <a:ext cx="1510590" cy="503530"/>
          </a:xfrm>
          <a:prstGeom prst="line">
            <a:avLst/>
          </a:prstGeom>
          <a:noFill/>
          <a:ln w="11906">
            <a:solidFill>
              <a:srgbClr val="A8B4C2"/>
            </a:solidFill>
            <a:prstDash val="solid"/>
          </a:ln>
        </p:spPr>
        <p:txBody>
          <a:bodyPr/>
          <a:lstStyle/>
          <a:p>
            <a:endParaRPr lang="en-US" sz="1500"/>
          </a:p>
        </p:txBody>
      </p:sp>
      <p:sp>
        <p:nvSpPr>
          <p:cNvPr id="15" name="edge-2-1-0">
            <a:extLst>
              <a:ext uri="{FF2B5EF4-FFF2-40B4-BE49-F238E27FC236}">
                <a16:creationId xmlns:a16="http://schemas.microsoft.com/office/drawing/2014/main" id="{5B7CAAA1-E27B-4128-ACE9-3DEE1EE5D288}"/>
              </a:ext>
            </a:extLst>
          </p:cNvPr>
          <p:cNvSpPr>
            <a:spLocks noGrp="1"/>
          </p:cNvSpPr>
          <p:nvPr/>
        </p:nvSpPr>
        <p:spPr>
          <a:xfrm flipV="1">
            <a:off x="6202293" y="2721795"/>
            <a:ext cx="1644790" cy="1462035"/>
          </a:xfrm>
          <a:prstGeom prst="line">
            <a:avLst/>
          </a:prstGeom>
          <a:noFill/>
          <a:ln w="11906">
            <a:solidFill>
              <a:srgbClr val="A8B4C2"/>
            </a:solidFill>
            <a:prstDash val="solid"/>
          </a:ln>
        </p:spPr>
        <p:txBody>
          <a:bodyPr/>
          <a:lstStyle/>
          <a:p>
            <a:endParaRPr lang="en-US" sz="1500"/>
          </a:p>
        </p:txBody>
      </p:sp>
      <p:sp>
        <p:nvSpPr>
          <p:cNvPr id="16" name="edge-2-0-1">
            <a:extLst>
              <a:ext uri="{FF2B5EF4-FFF2-40B4-BE49-F238E27FC236}">
                <a16:creationId xmlns:a16="http://schemas.microsoft.com/office/drawing/2014/main" id="{A16F40A9-7FEE-456F-9E9A-EFC318E4828B}"/>
              </a:ext>
            </a:extLst>
          </p:cNvPr>
          <p:cNvSpPr>
            <a:spLocks noGrp="1"/>
          </p:cNvSpPr>
          <p:nvPr/>
        </p:nvSpPr>
        <p:spPr>
          <a:xfrm>
            <a:off x="6285589" y="3239315"/>
            <a:ext cx="1478197" cy="109496"/>
          </a:xfrm>
          <a:prstGeom prst="line">
            <a:avLst/>
          </a:prstGeom>
          <a:noFill/>
          <a:ln w="11906">
            <a:solidFill>
              <a:srgbClr val="A8B4C2"/>
            </a:solidFill>
            <a:prstDash val="solid"/>
          </a:ln>
        </p:spPr>
        <p:txBody>
          <a:bodyPr/>
          <a:lstStyle/>
          <a:p>
            <a:endParaRPr lang="en-US" sz="1500"/>
          </a:p>
        </p:txBody>
      </p:sp>
      <p:sp>
        <p:nvSpPr>
          <p:cNvPr id="17" name="edge-2-1-1">
            <a:extLst>
              <a:ext uri="{FF2B5EF4-FFF2-40B4-BE49-F238E27FC236}">
                <a16:creationId xmlns:a16="http://schemas.microsoft.com/office/drawing/2014/main" id="{C4AF9594-7642-417F-B620-C375D721E0DB}"/>
              </a:ext>
            </a:extLst>
          </p:cNvPr>
          <p:cNvSpPr>
            <a:spLocks noGrp="1"/>
          </p:cNvSpPr>
          <p:nvPr/>
        </p:nvSpPr>
        <p:spPr>
          <a:xfrm flipV="1">
            <a:off x="6253497" y="3518061"/>
            <a:ext cx="1542383" cy="742628"/>
          </a:xfrm>
          <a:prstGeom prst="line">
            <a:avLst/>
          </a:prstGeom>
          <a:noFill/>
          <a:ln w="11906">
            <a:solidFill>
              <a:srgbClr val="A8B4C2"/>
            </a:solidFill>
            <a:prstDash val="solid"/>
          </a:ln>
        </p:spPr>
        <p:txBody>
          <a:bodyPr/>
          <a:lstStyle/>
          <a:p>
            <a:endParaRPr lang="en-US" sz="1500"/>
          </a:p>
        </p:txBody>
      </p:sp>
      <p:sp>
        <p:nvSpPr>
          <p:cNvPr id="18" name="edge-2-0-2">
            <a:extLst>
              <a:ext uri="{FF2B5EF4-FFF2-40B4-BE49-F238E27FC236}">
                <a16:creationId xmlns:a16="http://schemas.microsoft.com/office/drawing/2014/main" id="{ECD58387-B45C-4711-A06C-E22A7D58AF3F}"/>
              </a:ext>
            </a:extLst>
          </p:cNvPr>
          <p:cNvSpPr>
            <a:spLocks noGrp="1"/>
          </p:cNvSpPr>
          <p:nvPr/>
        </p:nvSpPr>
        <p:spPr>
          <a:xfrm>
            <a:off x="6253497" y="3359311"/>
            <a:ext cx="1542383" cy="742628"/>
          </a:xfrm>
          <a:prstGeom prst="line">
            <a:avLst/>
          </a:prstGeom>
          <a:noFill/>
          <a:ln w="11906">
            <a:solidFill>
              <a:srgbClr val="A8B4C2"/>
            </a:solidFill>
            <a:prstDash val="solid"/>
          </a:ln>
        </p:spPr>
        <p:txBody>
          <a:bodyPr/>
          <a:lstStyle/>
          <a:p>
            <a:endParaRPr lang="en-US" sz="1500"/>
          </a:p>
        </p:txBody>
      </p:sp>
      <p:sp>
        <p:nvSpPr>
          <p:cNvPr id="19" name="edge-2-1-2">
            <a:extLst>
              <a:ext uri="{FF2B5EF4-FFF2-40B4-BE49-F238E27FC236}">
                <a16:creationId xmlns:a16="http://schemas.microsoft.com/office/drawing/2014/main" id="{DAC5E769-3D55-4DF1-AAA8-3398EF3B864B}"/>
              </a:ext>
            </a:extLst>
          </p:cNvPr>
          <p:cNvSpPr>
            <a:spLocks noGrp="1"/>
          </p:cNvSpPr>
          <p:nvPr/>
        </p:nvSpPr>
        <p:spPr>
          <a:xfrm flipV="1">
            <a:off x="6285589" y="4271190"/>
            <a:ext cx="1478197" cy="109496"/>
          </a:xfrm>
          <a:prstGeom prst="line">
            <a:avLst/>
          </a:prstGeom>
          <a:noFill/>
          <a:ln w="11906">
            <a:solidFill>
              <a:srgbClr val="A8B4C2"/>
            </a:solidFill>
            <a:prstDash val="solid"/>
          </a:ln>
        </p:spPr>
        <p:txBody>
          <a:bodyPr/>
          <a:lstStyle/>
          <a:p>
            <a:endParaRPr lang="en-US" sz="1500"/>
          </a:p>
        </p:txBody>
      </p:sp>
      <p:sp>
        <p:nvSpPr>
          <p:cNvPr id="20" name="edge-2-0-3">
            <a:extLst>
              <a:ext uri="{FF2B5EF4-FFF2-40B4-BE49-F238E27FC236}">
                <a16:creationId xmlns:a16="http://schemas.microsoft.com/office/drawing/2014/main" id="{772016EF-5A8E-4C2B-8AFB-FC1A2B8BE08F}"/>
              </a:ext>
            </a:extLst>
          </p:cNvPr>
          <p:cNvSpPr>
            <a:spLocks noGrp="1"/>
          </p:cNvSpPr>
          <p:nvPr/>
        </p:nvSpPr>
        <p:spPr>
          <a:xfrm>
            <a:off x="6202293" y="3436170"/>
            <a:ext cx="1644790" cy="1462035"/>
          </a:xfrm>
          <a:prstGeom prst="line">
            <a:avLst/>
          </a:prstGeom>
          <a:noFill/>
          <a:ln w="11906">
            <a:solidFill>
              <a:srgbClr val="A8B4C2"/>
            </a:solidFill>
            <a:prstDash val="solid"/>
          </a:ln>
        </p:spPr>
        <p:txBody>
          <a:bodyPr/>
          <a:lstStyle/>
          <a:p>
            <a:endParaRPr lang="en-US" sz="1500"/>
          </a:p>
        </p:txBody>
      </p:sp>
      <p:sp>
        <p:nvSpPr>
          <p:cNvPr id="21" name="edge-2-1-3">
            <a:extLst>
              <a:ext uri="{FF2B5EF4-FFF2-40B4-BE49-F238E27FC236}">
                <a16:creationId xmlns:a16="http://schemas.microsoft.com/office/drawing/2014/main" id="{A21B93AF-E08A-4EED-8456-77EC0656FB70}"/>
              </a:ext>
            </a:extLst>
          </p:cNvPr>
          <p:cNvSpPr>
            <a:spLocks noGrp="1"/>
          </p:cNvSpPr>
          <p:nvPr/>
        </p:nvSpPr>
        <p:spPr>
          <a:xfrm>
            <a:off x="6269393" y="4510735"/>
            <a:ext cx="1510590" cy="503530"/>
          </a:xfrm>
          <a:prstGeom prst="line">
            <a:avLst/>
          </a:prstGeom>
          <a:noFill/>
          <a:ln w="11906">
            <a:solidFill>
              <a:srgbClr val="A8B4C2"/>
            </a:solidFill>
            <a:prstDash val="solid"/>
          </a:ln>
        </p:spPr>
        <p:txBody>
          <a:bodyPr/>
          <a:lstStyle/>
          <a:p>
            <a:endParaRPr lang="en-US" sz="1500"/>
          </a:p>
        </p:txBody>
      </p:sp>
      <p:sp>
        <p:nvSpPr>
          <p:cNvPr id="22" name="edge-3-0-0">
            <a:extLst>
              <a:ext uri="{FF2B5EF4-FFF2-40B4-BE49-F238E27FC236}">
                <a16:creationId xmlns:a16="http://schemas.microsoft.com/office/drawing/2014/main" id="{96D19FB6-25BE-4E66-9AD2-C881F8463259}"/>
              </a:ext>
            </a:extLst>
          </p:cNvPr>
          <p:cNvSpPr>
            <a:spLocks noGrp="1"/>
          </p:cNvSpPr>
          <p:nvPr/>
        </p:nvSpPr>
        <p:spPr>
          <a:xfrm flipV="1">
            <a:off x="8426859" y="2265357"/>
            <a:ext cx="1481908" cy="192099"/>
          </a:xfrm>
          <a:prstGeom prst="line">
            <a:avLst/>
          </a:prstGeom>
          <a:noFill/>
          <a:ln w="11906">
            <a:solidFill>
              <a:srgbClr val="A8B4C2"/>
            </a:solidFill>
            <a:prstDash val="solid"/>
          </a:ln>
        </p:spPr>
        <p:txBody>
          <a:bodyPr/>
          <a:lstStyle/>
          <a:p>
            <a:endParaRPr lang="en-US" sz="1500"/>
          </a:p>
        </p:txBody>
      </p:sp>
      <p:sp>
        <p:nvSpPr>
          <p:cNvPr id="23" name="edge-3-1-0">
            <a:extLst>
              <a:ext uri="{FF2B5EF4-FFF2-40B4-BE49-F238E27FC236}">
                <a16:creationId xmlns:a16="http://schemas.microsoft.com/office/drawing/2014/main" id="{E6230011-5758-4DED-AED2-6D8AEA5AF89C}"/>
              </a:ext>
            </a:extLst>
          </p:cNvPr>
          <p:cNvSpPr>
            <a:spLocks noGrp="1"/>
          </p:cNvSpPr>
          <p:nvPr/>
        </p:nvSpPr>
        <p:spPr>
          <a:xfrm flipV="1">
            <a:off x="8389952" y="2380228"/>
            <a:ext cx="1555722" cy="835480"/>
          </a:xfrm>
          <a:prstGeom prst="line">
            <a:avLst/>
          </a:prstGeom>
          <a:noFill/>
          <a:ln w="11906">
            <a:solidFill>
              <a:srgbClr val="A8B4C2"/>
            </a:solidFill>
            <a:prstDash val="solid"/>
          </a:ln>
        </p:spPr>
        <p:txBody>
          <a:bodyPr/>
          <a:lstStyle/>
          <a:p>
            <a:endParaRPr lang="en-US" sz="1500"/>
          </a:p>
        </p:txBody>
      </p:sp>
      <p:sp>
        <p:nvSpPr>
          <p:cNvPr id="24" name="edge-3-2-0">
            <a:extLst>
              <a:ext uri="{FF2B5EF4-FFF2-40B4-BE49-F238E27FC236}">
                <a16:creationId xmlns:a16="http://schemas.microsoft.com/office/drawing/2014/main" id="{D64CB0CD-9333-4ED4-B71C-4939BDD62D11}"/>
              </a:ext>
            </a:extLst>
          </p:cNvPr>
          <p:cNvSpPr>
            <a:spLocks noGrp="1"/>
          </p:cNvSpPr>
          <p:nvPr/>
        </p:nvSpPr>
        <p:spPr>
          <a:xfrm flipV="1">
            <a:off x="8338619" y="2451403"/>
            <a:ext cx="1658389" cy="1566257"/>
          </a:xfrm>
          <a:prstGeom prst="line">
            <a:avLst/>
          </a:prstGeom>
          <a:noFill/>
          <a:ln w="11906">
            <a:solidFill>
              <a:srgbClr val="A8B4C2"/>
            </a:solidFill>
            <a:prstDash val="solid"/>
          </a:ln>
        </p:spPr>
        <p:txBody>
          <a:bodyPr/>
          <a:lstStyle/>
          <a:p>
            <a:endParaRPr lang="en-US" sz="1500"/>
          </a:p>
        </p:txBody>
      </p:sp>
      <p:sp>
        <p:nvSpPr>
          <p:cNvPr id="25" name="edge-3-3-0">
            <a:extLst>
              <a:ext uri="{FF2B5EF4-FFF2-40B4-BE49-F238E27FC236}">
                <a16:creationId xmlns:a16="http://schemas.microsoft.com/office/drawing/2014/main" id="{31BE3B8B-5012-4F97-B14C-0C44AF07C575}"/>
              </a:ext>
            </a:extLst>
          </p:cNvPr>
          <p:cNvSpPr>
            <a:spLocks noGrp="1"/>
          </p:cNvSpPr>
          <p:nvPr/>
        </p:nvSpPr>
        <p:spPr>
          <a:xfrm flipV="1">
            <a:off x="8294509" y="2490516"/>
            <a:ext cx="1746608" cy="2361156"/>
          </a:xfrm>
          <a:prstGeom prst="line">
            <a:avLst/>
          </a:prstGeom>
          <a:noFill/>
          <a:ln w="11906">
            <a:solidFill>
              <a:srgbClr val="A8B4C2"/>
            </a:solidFill>
            <a:prstDash val="solid"/>
          </a:ln>
        </p:spPr>
        <p:txBody>
          <a:bodyPr/>
          <a:lstStyle/>
          <a:p>
            <a:endParaRPr lang="en-US" sz="1500"/>
          </a:p>
        </p:txBody>
      </p:sp>
      <p:sp>
        <p:nvSpPr>
          <p:cNvPr id="26" name="edge-3-0-1">
            <a:extLst>
              <a:ext uri="{FF2B5EF4-FFF2-40B4-BE49-F238E27FC236}">
                <a16:creationId xmlns:a16="http://schemas.microsoft.com/office/drawing/2014/main" id="{3CE26168-93EE-4771-865C-07DF1A7A3BBB}"/>
              </a:ext>
            </a:extLst>
          </p:cNvPr>
          <p:cNvSpPr>
            <a:spLocks noGrp="1"/>
          </p:cNvSpPr>
          <p:nvPr/>
        </p:nvSpPr>
        <p:spPr>
          <a:xfrm>
            <a:off x="8420365" y="2578340"/>
            <a:ext cx="1494895" cy="359883"/>
          </a:xfrm>
          <a:prstGeom prst="line">
            <a:avLst/>
          </a:prstGeom>
          <a:noFill/>
          <a:ln w="11906">
            <a:solidFill>
              <a:srgbClr val="A8B4C2"/>
            </a:solidFill>
            <a:prstDash val="solid"/>
          </a:ln>
        </p:spPr>
        <p:txBody>
          <a:bodyPr/>
          <a:lstStyle/>
          <a:p>
            <a:endParaRPr lang="en-US" sz="1500"/>
          </a:p>
        </p:txBody>
      </p:sp>
      <p:sp>
        <p:nvSpPr>
          <p:cNvPr id="27" name="edge-3-1-1">
            <a:extLst>
              <a:ext uri="{FF2B5EF4-FFF2-40B4-BE49-F238E27FC236}">
                <a16:creationId xmlns:a16="http://schemas.microsoft.com/office/drawing/2014/main" id="{C42CC90B-6171-4196-8047-4F2140861206}"/>
              </a:ext>
            </a:extLst>
          </p:cNvPr>
          <p:cNvSpPr>
            <a:spLocks noGrp="1"/>
          </p:cNvSpPr>
          <p:nvPr/>
        </p:nvSpPr>
        <p:spPr>
          <a:xfrm flipV="1">
            <a:off x="8425089" y="3071057"/>
            <a:ext cx="1485447" cy="247574"/>
          </a:xfrm>
          <a:prstGeom prst="line">
            <a:avLst/>
          </a:prstGeom>
          <a:noFill/>
          <a:ln w="11906">
            <a:solidFill>
              <a:srgbClr val="A8B4C2"/>
            </a:solidFill>
            <a:prstDash val="solid"/>
          </a:ln>
        </p:spPr>
        <p:txBody>
          <a:bodyPr/>
          <a:lstStyle/>
          <a:p>
            <a:endParaRPr lang="en-US" sz="1500"/>
          </a:p>
        </p:txBody>
      </p:sp>
      <p:sp>
        <p:nvSpPr>
          <p:cNvPr id="28" name="edge-3-2-1">
            <a:extLst>
              <a:ext uri="{FF2B5EF4-FFF2-40B4-BE49-F238E27FC236}">
                <a16:creationId xmlns:a16="http://schemas.microsoft.com/office/drawing/2014/main" id="{8F51B3D5-71C1-4ED8-9B6F-EB77EEB8CF3E}"/>
              </a:ext>
            </a:extLst>
          </p:cNvPr>
          <p:cNvSpPr>
            <a:spLocks noGrp="1"/>
          </p:cNvSpPr>
          <p:nvPr/>
        </p:nvSpPr>
        <p:spPr>
          <a:xfrm flipV="1">
            <a:off x="8385371" y="3182227"/>
            <a:ext cx="1564884" cy="898359"/>
          </a:xfrm>
          <a:prstGeom prst="line">
            <a:avLst/>
          </a:prstGeom>
          <a:noFill/>
          <a:ln w="11906">
            <a:solidFill>
              <a:srgbClr val="A8B4C2"/>
            </a:solidFill>
            <a:prstDash val="solid"/>
          </a:ln>
        </p:spPr>
        <p:txBody>
          <a:bodyPr/>
          <a:lstStyle/>
          <a:p>
            <a:endParaRPr lang="en-US" sz="1500"/>
          </a:p>
        </p:txBody>
      </p:sp>
      <p:sp>
        <p:nvSpPr>
          <p:cNvPr id="29" name="edge-3-3-1">
            <a:extLst>
              <a:ext uri="{FF2B5EF4-FFF2-40B4-BE49-F238E27FC236}">
                <a16:creationId xmlns:a16="http://schemas.microsoft.com/office/drawing/2014/main" id="{72840608-59DB-4E94-B91A-EA933B9FAB92}"/>
              </a:ext>
            </a:extLst>
          </p:cNvPr>
          <p:cNvSpPr>
            <a:spLocks noGrp="1"/>
          </p:cNvSpPr>
          <p:nvPr/>
        </p:nvSpPr>
        <p:spPr>
          <a:xfrm flipV="1">
            <a:off x="8334175" y="3249769"/>
            <a:ext cx="1667276" cy="1636401"/>
          </a:xfrm>
          <a:prstGeom prst="line">
            <a:avLst/>
          </a:prstGeom>
          <a:noFill/>
          <a:ln w="11906">
            <a:solidFill>
              <a:srgbClr val="A8B4C2"/>
            </a:solidFill>
            <a:prstDash val="solid"/>
          </a:ln>
        </p:spPr>
        <p:txBody>
          <a:bodyPr/>
          <a:lstStyle/>
          <a:p>
            <a:endParaRPr lang="en-US" sz="1500"/>
          </a:p>
        </p:txBody>
      </p:sp>
      <p:sp>
        <p:nvSpPr>
          <p:cNvPr id="30" name="edge-3-0-2">
            <a:extLst>
              <a:ext uri="{FF2B5EF4-FFF2-40B4-BE49-F238E27FC236}">
                <a16:creationId xmlns:a16="http://schemas.microsoft.com/office/drawing/2014/main" id="{8E055706-EC00-4EED-905F-6F54CCA97764}"/>
              </a:ext>
            </a:extLst>
          </p:cNvPr>
          <p:cNvSpPr>
            <a:spLocks noGrp="1"/>
          </p:cNvSpPr>
          <p:nvPr/>
        </p:nvSpPr>
        <p:spPr>
          <a:xfrm>
            <a:off x="8380713" y="2674151"/>
            <a:ext cx="1574199" cy="962011"/>
          </a:xfrm>
          <a:prstGeom prst="line">
            <a:avLst/>
          </a:prstGeom>
          <a:noFill/>
          <a:ln w="11906">
            <a:solidFill>
              <a:srgbClr val="A8B4C2"/>
            </a:solidFill>
            <a:prstDash val="solid"/>
          </a:ln>
        </p:spPr>
        <p:txBody>
          <a:bodyPr/>
          <a:lstStyle/>
          <a:p>
            <a:endParaRPr lang="en-US" sz="1500"/>
          </a:p>
        </p:txBody>
      </p:sp>
      <p:sp>
        <p:nvSpPr>
          <p:cNvPr id="31" name="edge-3-1-2">
            <a:extLst>
              <a:ext uri="{FF2B5EF4-FFF2-40B4-BE49-F238E27FC236}">
                <a16:creationId xmlns:a16="http://schemas.microsoft.com/office/drawing/2014/main" id="{AFF62472-6E80-4CA9-A7BF-09BFA6F402F0}"/>
              </a:ext>
            </a:extLst>
          </p:cNvPr>
          <p:cNvSpPr>
            <a:spLocks noGrp="1"/>
          </p:cNvSpPr>
          <p:nvPr/>
        </p:nvSpPr>
        <p:spPr>
          <a:xfrm>
            <a:off x="8422917" y="3439981"/>
            <a:ext cx="1489793" cy="303476"/>
          </a:xfrm>
          <a:prstGeom prst="line">
            <a:avLst/>
          </a:prstGeom>
          <a:noFill/>
          <a:ln w="11906">
            <a:solidFill>
              <a:srgbClr val="A8B4C2"/>
            </a:solidFill>
            <a:prstDash val="solid"/>
          </a:ln>
        </p:spPr>
        <p:txBody>
          <a:bodyPr/>
          <a:lstStyle/>
          <a:p>
            <a:endParaRPr lang="en-US" sz="1500"/>
          </a:p>
        </p:txBody>
      </p:sp>
      <p:sp>
        <p:nvSpPr>
          <p:cNvPr id="32" name="edge-3-2-2">
            <a:extLst>
              <a:ext uri="{FF2B5EF4-FFF2-40B4-BE49-F238E27FC236}">
                <a16:creationId xmlns:a16="http://schemas.microsoft.com/office/drawing/2014/main" id="{C2002CAF-0394-46F8-8FC8-9E6075AD056E}"/>
              </a:ext>
            </a:extLst>
          </p:cNvPr>
          <p:cNvSpPr>
            <a:spLocks noGrp="1"/>
          </p:cNvSpPr>
          <p:nvPr/>
        </p:nvSpPr>
        <p:spPr>
          <a:xfrm flipV="1">
            <a:off x="8422917" y="3876544"/>
            <a:ext cx="1489793" cy="303476"/>
          </a:xfrm>
          <a:prstGeom prst="line">
            <a:avLst/>
          </a:prstGeom>
          <a:noFill/>
          <a:ln w="11906">
            <a:solidFill>
              <a:srgbClr val="A8B4C2"/>
            </a:solidFill>
            <a:prstDash val="solid"/>
          </a:ln>
        </p:spPr>
        <p:txBody>
          <a:bodyPr/>
          <a:lstStyle/>
          <a:p>
            <a:endParaRPr lang="en-US" sz="1500"/>
          </a:p>
        </p:txBody>
      </p:sp>
      <p:sp>
        <p:nvSpPr>
          <p:cNvPr id="33" name="edge-3-3-2">
            <a:extLst>
              <a:ext uri="{FF2B5EF4-FFF2-40B4-BE49-F238E27FC236}">
                <a16:creationId xmlns:a16="http://schemas.microsoft.com/office/drawing/2014/main" id="{029D18B0-728A-477E-A14D-F4057AB162C9}"/>
              </a:ext>
            </a:extLst>
          </p:cNvPr>
          <p:cNvSpPr>
            <a:spLocks noGrp="1"/>
          </p:cNvSpPr>
          <p:nvPr/>
        </p:nvSpPr>
        <p:spPr>
          <a:xfrm flipV="1">
            <a:off x="8380713" y="3983839"/>
            <a:ext cx="1574199" cy="962011"/>
          </a:xfrm>
          <a:prstGeom prst="line">
            <a:avLst/>
          </a:prstGeom>
          <a:noFill/>
          <a:ln w="11906">
            <a:solidFill>
              <a:srgbClr val="A8B4C2"/>
            </a:solidFill>
            <a:prstDash val="solid"/>
          </a:ln>
        </p:spPr>
        <p:txBody>
          <a:bodyPr/>
          <a:lstStyle/>
          <a:p>
            <a:endParaRPr lang="en-US" sz="1500"/>
          </a:p>
        </p:txBody>
      </p:sp>
      <p:sp>
        <p:nvSpPr>
          <p:cNvPr id="34" name="edge-3-0-3">
            <a:extLst>
              <a:ext uri="{FF2B5EF4-FFF2-40B4-BE49-F238E27FC236}">
                <a16:creationId xmlns:a16="http://schemas.microsoft.com/office/drawing/2014/main" id="{6690D08D-C139-480F-B3F4-CB81A447C44E}"/>
              </a:ext>
            </a:extLst>
          </p:cNvPr>
          <p:cNvSpPr>
            <a:spLocks noGrp="1"/>
          </p:cNvSpPr>
          <p:nvPr/>
        </p:nvSpPr>
        <p:spPr>
          <a:xfrm>
            <a:off x="8334175" y="2733831"/>
            <a:ext cx="1667276" cy="1636401"/>
          </a:xfrm>
          <a:prstGeom prst="line">
            <a:avLst/>
          </a:prstGeom>
          <a:noFill/>
          <a:ln w="11906">
            <a:solidFill>
              <a:srgbClr val="A8B4C2"/>
            </a:solidFill>
            <a:prstDash val="solid"/>
          </a:ln>
        </p:spPr>
        <p:txBody>
          <a:bodyPr/>
          <a:lstStyle/>
          <a:p>
            <a:endParaRPr lang="en-US" sz="1500"/>
          </a:p>
        </p:txBody>
      </p:sp>
      <p:sp>
        <p:nvSpPr>
          <p:cNvPr id="35" name="edge-3-1-3">
            <a:extLst>
              <a:ext uri="{FF2B5EF4-FFF2-40B4-BE49-F238E27FC236}">
                <a16:creationId xmlns:a16="http://schemas.microsoft.com/office/drawing/2014/main" id="{4C0FFCB6-7077-46EC-AA44-E22953A9C9CC}"/>
              </a:ext>
            </a:extLst>
          </p:cNvPr>
          <p:cNvSpPr>
            <a:spLocks noGrp="1"/>
          </p:cNvSpPr>
          <p:nvPr/>
        </p:nvSpPr>
        <p:spPr>
          <a:xfrm>
            <a:off x="8385371" y="3539415"/>
            <a:ext cx="1564884" cy="898359"/>
          </a:xfrm>
          <a:prstGeom prst="line">
            <a:avLst/>
          </a:prstGeom>
          <a:noFill/>
          <a:ln w="11906">
            <a:solidFill>
              <a:srgbClr val="A8B4C2"/>
            </a:solidFill>
            <a:prstDash val="solid"/>
          </a:ln>
        </p:spPr>
        <p:txBody>
          <a:bodyPr/>
          <a:lstStyle/>
          <a:p>
            <a:endParaRPr lang="en-US" sz="1500"/>
          </a:p>
        </p:txBody>
      </p:sp>
      <p:sp>
        <p:nvSpPr>
          <p:cNvPr id="36" name="edge-3-2-3">
            <a:extLst>
              <a:ext uri="{FF2B5EF4-FFF2-40B4-BE49-F238E27FC236}">
                <a16:creationId xmlns:a16="http://schemas.microsoft.com/office/drawing/2014/main" id="{7E185767-299A-4D0E-A217-022C73E7BBD7}"/>
              </a:ext>
            </a:extLst>
          </p:cNvPr>
          <p:cNvSpPr>
            <a:spLocks noGrp="1"/>
          </p:cNvSpPr>
          <p:nvPr/>
        </p:nvSpPr>
        <p:spPr>
          <a:xfrm>
            <a:off x="8425089" y="4301370"/>
            <a:ext cx="1485447" cy="247574"/>
          </a:xfrm>
          <a:prstGeom prst="line">
            <a:avLst/>
          </a:prstGeom>
          <a:noFill/>
          <a:ln w="11906">
            <a:solidFill>
              <a:srgbClr val="A8B4C2"/>
            </a:solidFill>
            <a:prstDash val="solid"/>
          </a:ln>
        </p:spPr>
        <p:txBody>
          <a:bodyPr/>
          <a:lstStyle/>
          <a:p>
            <a:endParaRPr lang="en-US" sz="1500"/>
          </a:p>
        </p:txBody>
      </p:sp>
      <p:sp>
        <p:nvSpPr>
          <p:cNvPr id="37" name="edge-3-3-3">
            <a:extLst>
              <a:ext uri="{FF2B5EF4-FFF2-40B4-BE49-F238E27FC236}">
                <a16:creationId xmlns:a16="http://schemas.microsoft.com/office/drawing/2014/main" id="{A80F839A-8551-4157-8B3E-210EF07D79CA}"/>
              </a:ext>
            </a:extLst>
          </p:cNvPr>
          <p:cNvSpPr>
            <a:spLocks noGrp="1"/>
          </p:cNvSpPr>
          <p:nvPr/>
        </p:nvSpPr>
        <p:spPr>
          <a:xfrm flipV="1">
            <a:off x="8420365" y="4681778"/>
            <a:ext cx="1494895" cy="359883"/>
          </a:xfrm>
          <a:prstGeom prst="line">
            <a:avLst/>
          </a:prstGeom>
          <a:noFill/>
          <a:ln w="11906">
            <a:solidFill>
              <a:srgbClr val="A8B4C2"/>
            </a:solidFill>
            <a:prstDash val="solid"/>
          </a:ln>
        </p:spPr>
        <p:txBody>
          <a:bodyPr/>
          <a:lstStyle/>
          <a:p>
            <a:endParaRPr lang="en-US" sz="1500"/>
          </a:p>
        </p:txBody>
      </p:sp>
      <p:sp>
        <p:nvSpPr>
          <p:cNvPr id="38" name="edge-3-0-4">
            <a:extLst>
              <a:ext uri="{FF2B5EF4-FFF2-40B4-BE49-F238E27FC236}">
                <a16:creationId xmlns:a16="http://schemas.microsoft.com/office/drawing/2014/main" id="{21C52F38-CF80-45C7-AE69-51565159CF53}"/>
              </a:ext>
            </a:extLst>
          </p:cNvPr>
          <p:cNvSpPr>
            <a:spLocks noGrp="1"/>
          </p:cNvSpPr>
          <p:nvPr/>
        </p:nvSpPr>
        <p:spPr>
          <a:xfrm>
            <a:off x="8294509" y="2768329"/>
            <a:ext cx="1746608" cy="2361156"/>
          </a:xfrm>
          <a:prstGeom prst="line">
            <a:avLst/>
          </a:prstGeom>
          <a:noFill/>
          <a:ln w="11906">
            <a:solidFill>
              <a:srgbClr val="A8B4C2"/>
            </a:solidFill>
            <a:prstDash val="solid"/>
          </a:ln>
        </p:spPr>
        <p:txBody>
          <a:bodyPr/>
          <a:lstStyle/>
          <a:p>
            <a:endParaRPr lang="en-US" sz="1500"/>
          </a:p>
        </p:txBody>
      </p:sp>
      <p:sp>
        <p:nvSpPr>
          <p:cNvPr id="39" name="edge-3-1-4">
            <a:extLst>
              <a:ext uri="{FF2B5EF4-FFF2-40B4-BE49-F238E27FC236}">
                <a16:creationId xmlns:a16="http://schemas.microsoft.com/office/drawing/2014/main" id="{9535B44D-71F8-4F5D-ABFE-05D4D4CF7813}"/>
              </a:ext>
            </a:extLst>
          </p:cNvPr>
          <p:cNvSpPr>
            <a:spLocks noGrp="1"/>
          </p:cNvSpPr>
          <p:nvPr/>
        </p:nvSpPr>
        <p:spPr>
          <a:xfrm>
            <a:off x="8338619" y="3602341"/>
            <a:ext cx="1658389" cy="1566257"/>
          </a:xfrm>
          <a:prstGeom prst="line">
            <a:avLst/>
          </a:prstGeom>
          <a:noFill/>
          <a:ln w="11906">
            <a:solidFill>
              <a:srgbClr val="A8B4C2"/>
            </a:solidFill>
            <a:prstDash val="solid"/>
          </a:ln>
        </p:spPr>
        <p:txBody>
          <a:bodyPr/>
          <a:lstStyle/>
          <a:p>
            <a:endParaRPr lang="en-US" sz="1500"/>
          </a:p>
        </p:txBody>
      </p:sp>
      <p:sp>
        <p:nvSpPr>
          <p:cNvPr id="40" name="edge-3-2-4">
            <a:extLst>
              <a:ext uri="{FF2B5EF4-FFF2-40B4-BE49-F238E27FC236}">
                <a16:creationId xmlns:a16="http://schemas.microsoft.com/office/drawing/2014/main" id="{B4924469-244D-491B-BAA5-D25EA245D666}"/>
              </a:ext>
            </a:extLst>
          </p:cNvPr>
          <p:cNvSpPr>
            <a:spLocks noGrp="1"/>
          </p:cNvSpPr>
          <p:nvPr/>
        </p:nvSpPr>
        <p:spPr>
          <a:xfrm>
            <a:off x="8389952" y="4404291"/>
            <a:ext cx="1555722" cy="835480"/>
          </a:xfrm>
          <a:prstGeom prst="line">
            <a:avLst/>
          </a:prstGeom>
          <a:noFill/>
          <a:ln w="11906">
            <a:solidFill>
              <a:srgbClr val="A8B4C2"/>
            </a:solidFill>
            <a:prstDash val="solid"/>
          </a:ln>
        </p:spPr>
        <p:txBody>
          <a:bodyPr/>
          <a:lstStyle/>
          <a:p>
            <a:endParaRPr lang="en-US" sz="1500"/>
          </a:p>
        </p:txBody>
      </p:sp>
      <p:sp>
        <p:nvSpPr>
          <p:cNvPr id="41" name="edge-3-3-4">
            <a:extLst>
              <a:ext uri="{FF2B5EF4-FFF2-40B4-BE49-F238E27FC236}">
                <a16:creationId xmlns:a16="http://schemas.microsoft.com/office/drawing/2014/main" id="{4885BFF1-DFF5-4877-9BE1-4A87023FA74C}"/>
              </a:ext>
            </a:extLst>
          </p:cNvPr>
          <p:cNvSpPr>
            <a:spLocks noGrp="1"/>
          </p:cNvSpPr>
          <p:nvPr/>
        </p:nvSpPr>
        <p:spPr>
          <a:xfrm>
            <a:off x="8426859" y="5162545"/>
            <a:ext cx="1481908" cy="192099"/>
          </a:xfrm>
          <a:prstGeom prst="line">
            <a:avLst/>
          </a:prstGeom>
          <a:noFill/>
          <a:ln w="11906">
            <a:solidFill>
              <a:srgbClr val="A8B4C2"/>
            </a:solidFill>
            <a:prstDash val="solid"/>
          </a:ln>
        </p:spPr>
        <p:txBody>
          <a:bodyPr/>
          <a:lstStyle/>
          <a:p>
            <a:endParaRPr lang="en-US" sz="1500"/>
          </a:p>
        </p:txBody>
      </p:sp>
      <p:sp>
        <p:nvSpPr>
          <p:cNvPr id="42" name="neuron-0-0">
            <a:extLst>
              <a:ext uri="{FF2B5EF4-FFF2-40B4-BE49-F238E27FC236}">
                <a16:creationId xmlns:a16="http://schemas.microsoft.com/office/drawing/2014/main" id="{2DD4BCA9-42B2-47A8-8D2B-8DA41F585142}"/>
              </a:ext>
            </a:extLst>
          </p:cNvPr>
          <p:cNvSpPr>
            <a:spLocks noGrp="1"/>
          </p:cNvSpPr>
          <p:nvPr/>
        </p:nvSpPr>
        <p:spPr>
          <a:xfrm>
            <a:off x="1333500" y="2960688"/>
            <a:ext cx="666750" cy="666750"/>
          </a:xfrm>
          <a:prstGeom prst="ellipse">
            <a:avLst/>
          </a:prstGeom>
          <a:solidFill>
            <a:srgbClr val="DCECF4"/>
          </a:solidFill>
          <a:ln w="14288">
            <a:solidFill>
              <a:srgbClr val="34495E"/>
            </a:solidFill>
            <a:prstDash val="solid"/>
          </a:ln>
        </p:spPr>
        <p:txBody>
          <a:bodyPr/>
          <a:lstStyle/>
          <a:p>
            <a:endParaRPr lang="en-US" sz="1500"/>
          </a:p>
        </p:txBody>
      </p:sp>
      <p:sp>
        <p:nvSpPr>
          <p:cNvPr id="43" name="neuron-0-1">
            <a:extLst>
              <a:ext uri="{FF2B5EF4-FFF2-40B4-BE49-F238E27FC236}">
                <a16:creationId xmlns:a16="http://schemas.microsoft.com/office/drawing/2014/main" id="{BBF79F5C-724A-4375-942B-A7035A0DAB93}"/>
              </a:ext>
            </a:extLst>
          </p:cNvPr>
          <p:cNvSpPr>
            <a:spLocks noGrp="1"/>
          </p:cNvSpPr>
          <p:nvPr/>
        </p:nvSpPr>
        <p:spPr>
          <a:xfrm>
            <a:off x="1333500" y="4151313"/>
            <a:ext cx="666750" cy="666750"/>
          </a:xfrm>
          <a:prstGeom prst="ellipse">
            <a:avLst/>
          </a:prstGeom>
          <a:solidFill>
            <a:srgbClr val="DCECF4"/>
          </a:solidFill>
          <a:ln w="14288">
            <a:solidFill>
              <a:srgbClr val="34495E"/>
            </a:solidFill>
            <a:prstDash val="solid"/>
          </a:ln>
        </p:spPr>
        <p:txBody>
          <a:bodyPr/>
          <a:lstStyle/>
          <a:p>
            <a:endParaRPr lang="en-US" sz="1500"/>
          </a:p>
        </p:txBody>
      </p:sp>
      <p:sp>
        <p:nvSpPr>
          <p:cNvPr id="44" name="neuron-1-0">
            <a:extLst>
              <a:ext uri="{FF2B5EF4-FFF2-40B4-BE49-F238E27FC236}">
                <a16:creationId xmlns:a16="http://schemas.microsoft.com/office/drawing/2014/main" id="{1DF62564-CB2E-4FF5-A408-CF37E0CEDA7A}"/>
              </a:ext>
            </a:extLst>
          </p:cNvPr>
          <p:cNvSpPr>
            <a:spLocks noGrp="1"/>
          </p:cNvSpPr>
          <p:nvPr/>
        </p:nvSpPr>
        <p:spPr>
          <a:xfrm>
            <a:off x="3476625" y="2444750"/>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45" name="neuron-1-1">
            <a:extLst>
              <a:ext uri="{FF2B5EF4-FFF2-40B4-BE49-F238E27FC236}">
                <a16:creationId xmlns:a16="http://schemas.microsoft.com/office/drawing/2014/main" id="{D294D190-4E64-450D-B511-30551DF06561}"/>
              </a:ext>
            </a:extLst>
          </p:cNvPr>
          <p:cNvSpPr>
            <a:spLocks noGrp="1"/>
          </p:cNvSpPr>
          <p:nvPr/>
        </p:nvSpPr>
        <p:spPr>
          <a:xfrm>
            <a:off x="3476625" y="3476625"/>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46" name="neuron-1-2">
            <a:extLst>
              <a:ext uri="{FF2B5EF4-FFF2-40B4-BE49-F238E27FC236}">
                <a16:creationId xmlns:a16="http://schemas.microsoft.com/office/drawing/2014/main" id="{E79B8336-7DDC-4F10-A5BF-BDE2D2AFFCC3}"/>
              </a:ext>
            </a:extLst>
          </p:cNvPr>
          <p:cNvSpPr>
            <a:spLocks noGrp="1"/>
          </p:cNvSpPr>
          <p:nvPr/>
        </p:nvSpPr>
        <p:spPr>
          <a:xfrm>
            <a:off x="3476625" y="4508500"/>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47" name="neuron-2-0">
            <a:extLst>
              <a:ext uri="{FF2B5EF4-FFF2-40B4-BE49-F238E27FC236}">
                <a16:creationId xmlns:a16="http://schemas.microsoft.com/office/drawing/2014/main" id="{C2FFD3BA-5F20-44AC-91F6-AAEEC3636913}"/>
              </a:ext>
            </a:extLst>
          </p:cNvPr>
          <p:cNvSpPr>
            <a:spLocks noGrp="1"/>
          </p:cNvSpPr>
          <p:nvPr/>
        </p:nvSpPr>
        <p:spPr>
          <a:xfrm>
            <a:off x="5619750" y="2881313"/>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48" name="neuron-2-1">
            <a:extLst>
              <a:ext uri="{FF2B5EF4-FFF2-40B4-BE49-F238E27FC236}">
                <a16:creationId xmlns:a16="http://schemas.microsoft.com/office/drawing/2014/main" id="{C1216EFC-25AF-4CC9-AE0C-8AD3C3AF25DC}"/>
              </a:ext>
            </a:extLst>
          </p:cNvPr>
          <p:cNvSpPr>
            <a:spLocks noGrp="1"/>
          </p:cNvSpPr>
          <p:nvPr/>
        </p:nvSpPr>
        <p:spPr>
          <a:xfrm>
            <a:off x="5619750" y="4071938"/>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49" name="neuron-3-0">
            <a:extLst>
              <a:ext uri="{FF2B5EF4-FFF2-40B4-BE49-F238E27FC236}">
                <a16:creationId xmlns:a16="http://schemas.microsoft.com/office/drawing/2014/main" id="{8880EC48-3ABB-49DD-861D-4E8C3AE4A90B}"/>
              </a:ext>
            </a:extLst>
          </p:cNvPr>
          <p:cNvSpPr>
            <a:spLocks noGrp="1"/>
          </p:cNvSpPr>
          <p:nvPr/>
        </p:nvSpPr>
        <p:spPr>
          <a:xfrm>
            <a:off x="7762875" y="2166938"/>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50" name="neuron-3-1">
            <a:extLst>
              <a:ext uri="{FF2B5EF4-FFF2-40B4-BE49-F238E27FC236}">
                <a16:creationId xmlns:a16="http://schemas.microsoft.com/office/drawing/2014/main" id="{E599A6E6-9F03-4ED1-8D34-74DFC77FD214}"/>
              </a:ext>
            </a:extLst>
          </p:cNvPr>
          <p:cNvSpPr>
            <a:spLocks noGrp="1"/>
          </p:cNvSpPr>
          <p:nvPr/>
        </p:nvSpPr>
        <p:spPr>
          <a:xfrm>
            <a:off x="7762875" y="3040063"/>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51" name="neuron-3-2">
            <a:extLst>
              <a:ext uri="{FF2B5EF4-FFF2-40B4-BE49-F238E27FC236}">
                <a16:creationId xmlns:a16="http://schemas.microsoft.com/office/drawing/2014/main" id="{1888EC41-6A02-433E-AA9E-7C698FD2B29A}"/>
              </a:ext>
            </a:extLst>
          </p:cNvPr>
          <p:cNvSpPr>
            <a:spLocks noGrp="1"/>
          </p:cNvSpPr>
          <p:nvPr/>
        </p:nvSpPr>
        <p:spPr>
          <a:xfrm>
            <a:off x="7762875" y="3913188"/>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52" name="neuron-3-3">
            <a:extLst>
              <a:ext uri="{FF2B5EF4-FFF2-40B4-BE49-F238E27FC236}">
                <a16:creationId xmlns:a16="http://schemas.microsoft.com/office/drawing/2014/main" id="{5ECABE16-0295-41D7-8E8A-276D9BEACB42}"/>
              </a:ext>
            </a:extLst>
          </p:cNvPr>
          <p:cNvSpPr>
            <a:spLocks noGrp="1"/>
          </p:cNvSpPr>
          <p:nvPr/>
        </p:nvSpPr>
        <p:spPr>
          <a:xfrm>
            <a:off x="7762875" y="4786313"/>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53" name="neuron-4-0">
            <a:extLst>
              <a:ext uri="{FF2B5EF4-FFF2-40B4-BE49-F238E27FC236}">
                <a16:creationId xmlns:a16="http://schemas.microsoft.com/office/drawing/2014/main" id="{4BFBF60F-6057-42F9-8EC5-9A1FDA01F81F}"/>
              </a:ext>
            </a:extLst>
          </p:cNvPr>
          <p:cNvSpPr>
            <a:spLocks noGrp="1"/>
          </p:cNvSpPr>
          <p:nvPr/>
        </p:nvSpPr>
        <p:spPr>
          <a:xfrm>
            <a:off x="9906000" y="18891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54" name="neuron-4-1">
            <a:extLst>
              <a:ext uri="{FF2B5EF4-FFF2-40B4-BE49-F238E27FC236}">
                <a16:creationId xmlns:a16="http://schemas.microsoft.com/office/drawing/2014/main" id="{392704CE-8336-4706-908D-14C485F6ADF3}"/>
              </a:ext>
            </a:extLst>
          </p:cNvPr>
          <p:cNvSpPr>
            <a:spLocks noGrp="1"/>
          </p:cNvSpPr>
          <p:nvPr/>
        </p:nvSpPr>
        <p:spPr>
          <a:xfrm>
            <a:off x="9906000" y="268287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55" name="neuron-4-2">
            <a:extLst>
              <a:ext uri="{FF2B5EF4-FFF2-40B4-BE49-F238E27FC236}">
                <a16:creationId xmlns:a16="http://schemas.microsoft.com/office/drawing/2014/main" id="{51E3E042-8C08-4630-ACB6-615FBACAFA5F}"/>
              </a:ext>
            </a:extLst>
          </p:cNvPr>
          <p:cNvSpPr>
            <a:spLocks noGrp="1"/>
          </p:cNvSpPr>
          <p:nvPr/>
        </p:nvSpPr>
        <p:spPr>
          <a:xfrm>
            <a:off x="9906000" y="34766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56" name="neuron-4-3">
            <a:extLst>
              <a:ext uri="{FF2B5EF4-FFF2-40B4-BE49-F238E27FC236}">
                <a16:creationId xmlns:a16="http://schemas.microsoft.com/office/drawing/2014/main" id="{CF350EFB-0FFE-4E0C-8A35-95C7AC785257}"/>
              </a:ext>
            </a:extLst>
          </p:cNvPr>
          <p:cNvSpPr>
            <a:spLocks noGrp="1"/>
          </p:cNvSpPr>
          <p:nvPr/>
        </p:nvSpPr>
        <p:spPr>
          <a:xfrm>
            <a:off x="9906000" y="427037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57" name="neuron-4-4">
            <a:extLst>
              <a:ext uri="{FF2B5EF4-FFF2-40B4-BE49-F238E27FC236}">
                <a16:creationId xmlns:a16="http://schemas.microsoft.com/office/drawing/2014/main" id="{D3FC32F8-3BD7-4930-B923-47BBF77604F5}"/>
              </a:ext>
            </a:extLst>
          </p:cNvPr>
          <p:cNvSpPr>
            <a:spLocks noGrp="1"/>
          </p:cNvSpPr>
          <p:nvPr/>
        </p:nvSpPr>
        <p:spPr>
          <a:xfrm>
            <a:off x="9906000" y="50641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58" name="input-label-0">
            <a:extLst>
              <a:ext uri="{FF2B5EF4-FFF2-40B4-BE49-F238E27FC236}">
                <a16:creationId xmlns:a16="http://schemas.microsoft.com/office/drawing/2014/main" id="{5961A2AC-51E8-44E0-8AC6-3281F6B2DF9E}"/>
              </a:ext>
            </a:extLst>
          </p:cNvPr>
          <p:cNvSpPr>
            <a:spLocks noGrp="1"/>
          </p:cNvSpPr>
          <p:nvPr/>
        </p:nvSpPr>
        <p:spPr>
          <a:xfrm>
            <a:off x="436562" y="2976563"/>
            <a:ext cx="793750" cy="635000"/>
          </a:xfrm>
          <a:prstGeom prst="rect">
            <a:avLst/>
          </a:prstGeom>
          <a:noFill/>
          <a:ln w="0">
            <a:noFill/>
            <a:prstDash val="solid"/>
          </a:ln>
        </p:spPr>
        <p:txBody>
          <a:bodyPr wrap="none" lIns="0" tIns="0" rIns="0" bIns="0" anchor="ctr"/>
          <a:lstStyle>
            <a:defPPr algn="ctr">
              <a:defRPr sz="3900" b="0">
                <a:solidFill>
                  <a:srgbClr val="25364A"/>
                </a:solidFill>
                <a:latin typeface="Nimbus Sans"/>
                <a:ea typeface="Nimbus Sans"/>
                <a:cs typeface="Nimbus Sans"/>
              </a:defRPr>
            </a:defPPr>
            <a:lvl1pPr algn="ctr">
              <a:defRPr sz="3900" b="0">
                <a:solidFill>
                  <a:srgbClr val="25364A"/>
                </a:solidFill>
                <a:latin typeface="Nimbus Sans"/>
                <a:ea typeface="Nimbus Sans"/>
                <a:cs typeface="Nimbus Sans"/>
              </a:defRPr>
            </a:lvl1pPr>
            <a:lvl2pPr algn="ctr">
              <a:defRPr sz="3900" b="0">
                <a:solidFill>
                  <a:srgbClr val="25364A"/>
                </a:solidFill>
                <a:latin typeface="Nimbus Sans"/>
                <a:ea typeface="Nimbus Sans"/>
                <a:cs typeface="Nimbus Sans"/>
              </a:defRPr>
            </a:lvl2pPr>
            <a:lvl3pPr algn="ctr">
              <a:defRPr sz="3900" b="0">
                <a:solidFill>
                  <a:srgbClr val="25364A"/>
                </a:solidFill>
                <a:latin typeface="Nimbus Sans"/>
                <a:ea typeface="Nimbus Sans"/>
                <a:cs typeface="Nimbus Sans"/>
              </a:defRPr>
            </a:lvl3pPr>
            <a:lvl4pPr algn="ctr">
              <a:defRPr sz="3900" b="0">
                <a:solidFill>
                  <a:srgbClr val="25364A"/>
                </a:solidFill>
                <a:latin typeface="Nimbus Sans"/>
                <a:ea typeface="Nimbus Sans"/>
                <a:cs typeface="Nimbus Sans"/>
              </a:defRPr>
            </a:lvl4pPr>
            <a:lvl5pPr algn="ctr">
              <a:defRPr sz="3900" b="0">
                <a:solidFill>
                  <a:srgbClr val="25364A"/>
                </a:solidFill>
                <a:latin typeface="Nimbus Sans"/>
                <a:ea typeface="Nimbus Sans"/>
                <a:cs typeface="Nimbus Sans"/>
              </a:defRPr>
            </a:lvl5pPr>
            <a:lvl6pPr algn="ctr">
              <a:defRPr sz="3900" b="0">
                <a:solidFill>
                  <a:srgbClr val="25364A"/>
                </a:solidFill>
                <a:latin typeface="Nimbus Sans"/>
                <a:ea typeface="Nimbus Sans"/>
                <a:cs typeface="Nimbus Sans"/>
              </a:defRPr>
            </a:lvl6pPr>
            <a:lvl7pPr algn="ctr">
              <a:defRPr sz="3900" b="0">
                <a:solidFill>
                  <a:srgbClr val="25364A"/>
                </a:solidFill>
                <a:latin typeface="Nimbus Sans"/>
                <a:ea typeface="Nimbus Sans"/>
                <a:cs typeface="Nimbus Sans"/>
              </a:defRPr>
            </a:lvl7pPr>
            <a:lvl8pPr algn="ctr">
              <a:defRPr sz="3900" b="0">
                <a:solidFill>
                  <a:srgbClr val="25364A"/>
                </a:solidFill>
                <a:latin typeface="Nimbus Sans"/>
                <a:ea typeface="Nimbus Sans"/>
                <a:cs typeface="Nimbus Sans"/>
              </a:defRPr>
            </a:lvl8pPr>
            <a:lvl9pPr algn="ctr">
              <a:defRPr sz="3900" b="0">
                <a:solidFill>
                  <a:srgbClr val="25364A"/>
                </a:solidFill>
                <a:latin typeface="Nimbus Sans"/>
                <a:ea typeface="Nimbus Sans"/>
                <a:cs typeface="Nimbus Sans"/>
              </a:defRPr>
            </a:lvl9pPr>
          </a:lstStyle>
          <a:p>
            <a:pPr algn="ctr">
              <a:defRPr sz="3900" b="0">
                <a:solidFill>
                  <a:srgbClr val="25364A"/>
                </a:solidFill>
                <a:latin typeface="Nimbus Sans"/>
                <a:ea typeface="Nimbus Sans"/>
                <a:cs typeface="Nimbus Sans"/>
              </a:defRPr>
            </a:pPr>
            <a:r>
              <a:rPr sz="3250"/>
              <a:t>F1</a:t>
            </a:r>
          </a:p>
        </p:txBody>
      </p:sp>
      <p:sp>
        <p:nvSpPr>
          <p:cNvPr id="59" name="input-0">
            <a:extLst>
              <a:ext uri="{FF2B5EF4-FFF2-40B4-BE49-F238E27FC236}">
                <a16:creationId xmlns:a16="http://schemas.microsoft.com/office/drawing/2014/main" id="{B5546EC7-220F-480B-A78F-C26246CA11B5}"/>
              </a:ext>
            </a:extLst>
          </p:cNvPr>
          <p:cNvSpPr>
            <a:spLocks noGrp="1"/>
          </p:cNvSpPr>
          <p:nvPr/>
        </p:nvSpPr>
        <p:spPr>
          <a:xfrm>
            <a:off x="1341437" y="3119438"/>
            <a:ext cx="650875" cy="349250"/>
          </a:xfrm>
          <a:prstGeom prst="rect">
            <a:avLst/>
          </a:prstGeom>
          <a:noFill/>
          <a:ln w="0">
            <a:noFill/>
            <a:prstDash val="solid"/>
          </a:ln>
        </p:spPr>
        <p:txBody>
          <a:bodyPr wrap="none" lIns="0" tIns="0" rIns="0" bIns="0" anchor="ctr"/>
          <a:lstStyle>
            <a:defPPr algn="ctr">
              <a:defRPr sz="2400" b="1">
                <a:solidFill>
                  <a:srgbClr val="25364A"/>
                </a:solidFill>
                <a:latin typeface="Nimbus Sans"/>
                <a:ea typeface="Nimbus Sans"/>
                <a:cs typeface="Nimbus Sans"/>
              </a:defRPr>
            </a:defPPr>
            <a:lvl1pPr algn="ctr">
              <a:defRPr sz="2400" b="1">
                <a:solidFill>
                  <a:srgbClr val="25364A"/>
                </a:solidFill>
                <a:latin typeface="Nimbus Sans"/>
                <a:ea typeface="Nimbus Sans"/>
                <a:cs typeface="Nimbus Sans"/>
              </a:defRPr>
            </a:lvl1pPr>
            <a:lvl2pPr algn="ctr">
              <a:defRPr sz="2400" b="1">
                <a:solidFill>
                  <a:srgbClr val="25364A"/>
                </a:solidFill>
                <a:latin typeface="Nimbus Sans"/>
                <a:ea typeface="Nimbus Sans"/>
                <a:cs typeface="Nimbus Sans"/>
              </a:defRPr>
            </a:lvl2pPr>
            <a:lvl3pPr algn="ctr">
              <a:defRPr sz="2400" b="1">
                <a:solidFill>
                  <a:srgbClr val="25364A"/>
                </a:solidFill>
                <a:latin typeface="Nimbus Sans"/>
                <a:ea typeface="Nimbus Sans"/>
                <a:cs typeface="Nimbus Sans"/>
              </a:defRPr>
            </a:lvl3pPr>
            <a:lvl4pPr algn="ctr">
              <a:defRPr sz="2400" b="1">
                <a:solidFill>
                  <a:srgbClr val="25364A"/>
                </a:solidFill>
                <a:latin typeface="Nimbus Sans"/>
                <a:ea typeface="Nimbus Sans"/>
                <a:cs typeface="Nimbus Sans"/>
              </a:defRPr>
            </a:lvl4pPr>
            <a:lvl5pPr algn="ctr">
              <a:defRPr sz="2400" b="1">
                <a:solidFill>
                  <a:srgbClr val="25364A"/>
                </a:solidFill>
                <a:latin typeface="Nimbus Sans"/>
                <a:ea typeface="Nimbus Sans"/>
                <a:cs typeface="Nimbus Sans"/>
              </a:defRPr>
            </a:lvl5pPr>
            <a:lvl6pPr algn="ctr">
              <a:defRPr sz="2400" b="1">
                <a:solidFill>
                  <a:srgbClr val="25364A"/>
                </a:solidFill>
                <a:latin typeface="Nimbus Sans"/>
                <a:ea typeface="Nimbus Sans"/>
                <a:cs typeface="Nimbus Sans"/>
              </a:defRPr>
            </a:lvl6pPr>
            <a:lvl7pPr algn="ctr">
              <a:defRPr sz="2400" b="1">
                <a:solidFill>
                  <a:srgbClr val="25364A"/>
                </a:solidFill>
                <a:latin typeface="Nimbus Sans"/>
                <a:ea typeface="Nimbus Sans"/>
                <a:cs typeface="Nimbus Sans"/>
              </a:defRPr>
            </a:lvl7pPr>
            <a:lvl8pPr algn="ctr">
              <a:defRPr sz="2400" b="1">
                <a:solidFill>
                  <a:srgbClr val="25364A"/>
                </a:solidFill>
                <a:latin typeface="Nimbus Sans"/>
                <a:ea typeface="Nimbus Sans"/>
                <a:cs typeface="Nimbus Sans"/>
              </a:defRPr>
            </a:lvl8pPr>
            <a:lvl9pPr algn="ctr">
              <a:defRPr sz="2400" b="1">
                <a:solidFill>
                  <a:srgbClr val="25364A"/>
                </a:solidFill>
                <a:latin typeface="Nimbus Sans"/>
                <a:ea typeface="Nimbus Sans"/>
                <a:cs typeface="Nimbus Sans"/>
              </a:defRPr>
            </a:lvl9pPr>
          </a:lstStyle>
          <a:p>
            <a:pPr algn="ctr">
              <a:defRPr sz="2400" b="1">
                <a:solidFill>
                  <a:srgbClr val="25364A"/>
                </a:solidFill>
                <a:latin typeface="Nimbus Sans"/>
                <a:ea typeface="Nimbus Sans"/>
                <a:cs typeface="Nimbus Sans"/>
              </a:defRPr>
            </a:pPr>
            <a:r>
              <a:rPr sz="2000"/>
              <a:t>320</a:t>
            </a:r>
          </a:p>
        </p:txBody>
      </p:sp>
      <p:sp>
        <p:nvSpPr>
          <p:cNvPr id="60" name="input-label-1">
            <a:extLst>
              <a:ext uri="{FF2B5EF4-FFF2-40B4-BE49-F238E27FC236}">
                <a16:creationId xmlns:a16="http://schemas.microsoft.com/office/drawing/2014/main" id="{D9120D42-7619-43CE-B25C-AA89512C5402}"/>
              </a:ext>
            </a:extLst>
          </p:cNvPr>
          <p:cNvSpPr>
            <a:spLocks noGrp="1"/>
          </p:cNvSpPr>
          <p:nvPr/>
        </p:nvSpPr>
        <p:spPr>
          <a:xfrm>
            <a:off x="436562" y="4167188"/>
            <a:ext cx="793750" cy="635000"/>
          </a:xfrm>
          <a:prstGeom prst="rect">
            <a:avLst/>
          </a:prstGeom>
          <a:noFill/>
          <a:ln w="0">
            <a:noFill/>
            <a:prstDash val="solid"/>
          </a:ln>
        </p:spPr>
        <p:txBody>
          <a:bodyPr wrap="none" lIns="0" tIns="0" rIns="0" bIns="0" anchor="ctr"/>
          <a:lstStyle>
            <a:defPPr algn="ctr">
              <a:defRPr sz="3900" b="0">
                <a:solidFill>
                  <a:srgbClr val="25364A"/>
                </a:solidFill>
                <a:latin typeface="Nimbus Sans"/>
                <a:ea typeface="Nimbus Sans"/>
                <a:cs typeface="Nimbus Sans"/>
              </a:defRPr>
            </a:defPPr>
            <a:lvl1pPr algn="ctr">
              <a:defRPr sz="3900" b="0">
                <a:solidFill>
                  <a:srgbClr val="25364A"/>
                </a:solidFill>
                <a:latin typeface="Nimbus Sans"/>
                <a:ea typeface="Nimbus Sans"/>
                <a:cs typeface="Nimbus Sans"/>
              </a:defRPr>
            </a:lvl1pPr>
            <a:lvl2pPr algn="ctr">
              <a:defRPr sz="3900" b="0">
                <a:solidFill>
                  <a:srgbClr val="25364A"/>
                </a:solidFill>
                <a:latin typeface="Nimbus Sans"/>
                <a:ea typeface="Nimbus Sans"/>
                <a:cs typeface="Nimbus Sans"/>
              </a:defRPr>
            </a:lvl2pPr>
            <a:lvl3pPr algn="ctr">
              <a:defRPr sz="3900" b="0">
                <a:solidFill>
                  <a:srgbClr val="25364A"/>
                </a:solidFill>
                <a:latin typeface="Nimbus Sans"/>
                <a:ea typeface="Nimbus Sans"/>
                <a:cs typeface="Nimbus Sans"/>
              </a:defRPr>
            </a:lvl3pPr>
            <a:lvl4pPr algn="ctr">
              <a:defRPr sz="3900" b="0">
                <a:solidFill>
                  <a:srgbClr val="25364A"/>
                </a:solidFill>
                <a:latin typeface="Nimbus Sans"/>
                <a:ea typeface="Nimbus Sans"/>
                <a:cs typeface="Nimbus Sans"/>
              </a:defRPr>
            </a:lvl4pPr>
            <a:lvl5pPr algn="ctr">
              <a:defRPr sz="3900" b="0">
                <a:solidFill>
                  <a:srgbClr val="25364A"/>
                </a:solidFill>
                <a:latin typeface="Nimbus Sans"/>
                <a:ea typeface="Nimbus Sans"/>
                <a:cs typeface="Nimbus Sans"/>
              </a:defRPr>
            </a:lvl5pPr>
            <a:lvl6pPr algn="ctr">
              <a:defRPr sz="3900" b="0">
                <a:solidFill>
                  <a:srgbClr val="25364A"/>
                </a:solidFill>
                <a:latin typeface="Nimbus Sans"/>
                <a:ea typeface="Nimbus Sans"/>
                <a:cs typeface="Nimbus Sans"/>
              </a:defRPr>
            </a:lvl6pPr>
            <a:lvl7pPr algn="ctr">
              <a:defRPr sz="3900" b="0">
                <a:solidFill>
                  <a:srgbClr val="25364A"/>
                </a:solidFill>
                <a:latin typeface="Nimbus Sans"/>
                <a:ea typeface="Nimbus Sans"/>
                <a:cs typeface="Nimbus Sans"/>
              </a:defRPr>
            </a:lvl7pPr>
            <a:lvl8pPr algn="ctr">
              <a:defRPr sz="3900" b="0">
                <a:solidFill>
                  <a:srgbClr val="25364A"/>
                </a:solidFill>
                <a:latin typeface="Nimbus Sans"/>
                <a:ea typeface="Nimbus Sans"/>
                <a:cs typeface="Nimbus Sans"/>
              </a:defRPr>
            </a:lvl8pPr>
            <a:lvl9pPr algn="ctr">
              <a:defRPr sz="3900" b="0">
                <a:solidFill>
                  <a:srgbClr val="25364A"/>
                </a:solidFill>
                <a:latin typeface="Nimbus Sans"/>
                <a:ea typeface="Nimbus Sans"/>
                <a:cs typeface="Nimbus Sans"/>
              </a:defRPr>
            </a:lvl9pPr>
          </a:lstStyle>
          <a:p>
            <a:pPr algn="ctr">
              <a:defRPr sz="3900" b="0">
                <a:solidFill>
                  <a:srgbClr val="25364A"/>
                </a:solidFill>
                <a:latin typeface="Nimbus Sans"/>
                <a:ea typeface="Nimbus Sans"/>
                <a:cs typeface="Nimbus Sans"/>
              </a:defRPr>
            </a:pPr>
            <a:r>
              <a:rPr sz="3250"/>
              <a:t>F2</a:t>
            </a:r>
          </a:p>
        </p:txBody>
      </p:sp>
      <p:sp>
        <p:nvSpPr>
          <p:cNvPr id="61" name="input-1">
            <a:extLst>
              <a:ext uri="{FF2B5EF4-FFF2-40B4-BE49-F238E27FC236}">
                <a16:creationId xmlns:a16="http://schemas.microsoft.com/office/drawing/2014/main" id="{83068A2B-6B62-433C-818C-A172F191A27C}"/>
              </a:ext>
            </a:extLst>
          </p:cNvPr>
          <p:cNvSpPr>
            <a:spLocks noGrp="1"/>
          </p:cNvSpPr>
          <p:nvPr/>
        </p:nvSpPr>
        <p:spPr>
          <a:xfrm>
            <a:off x="1341437" y="4310063"/>
            <a:ext cx="650875" cy="349250"/>
          </a:xfrm>
          <a:prstGeom prst="rect">
            <a:avLst/>
          </a:prstGeom>
          <a:noFill/>
          <a:ln w="0">
            <a:noFill/>
            <a:prstDash val="solid"/>
          </a:ln>
        </p:spPr>
        <p:txBody>
          <a:bodyPr wrap="none" lIns="0" tIns="0" rIns="0" bIns="0" anchor="ctr"/>
          <a:lstStyle>
            <a:defPPr algn="ctr">
              <a:defRPr sz="2400" b="1">
                <a:solidFill>
                  <a:srgbClr val="25364A"/>
                </a:solidFill>
                <a:latin typeface="Nimbus Sans"/>
                <a:ea typeface="Nimbus Sans"/>
                <a:cs typeface="Nimbus Sans"/>
              </a:defRPr>
            </a:defPPr>
            <a:lvl1pPr algn="ctr">
              <a:defRPr sz="2400" b="1">
                <a:solidFill>
                  <a:srgbClr val="25364A"/>
                </a:solidFill>
                <a:latin typeface="Nimbus Sans"/>
                <a:ea typeface="Nimbus Sans"/>
                <a:cs typeface="Nimbus Sans"/>
              </a:defRPr>
            </a:lvl1pPr>
            <a:lvl2pPr algn="ctr">
              <a:defRPr sz="2400" b="1">
                <a:solidFill>
                  <a:srgbClr val="25364A"/>
                </a:solidFill>
                <a:latin typeface="Nimbus Sans"/>
                <a:ea typeface="Nimbus Sans"/>
                <a:cs typeface="Nimbus Sans"/>
              </a:defRPr>
            </a:lvl2pPr>
            <a:lvl3pPr algn="ctr">
              <a:defRPr sz="2400" b="1">
                <a:solidFill>
                  <a:srgbClr val="25364A"/>
                </a:solidFill>
                <a:latin typeface="Nimbus Sans"/>
                <a:ea typeface="Nimbus Sans"/>
                <a:cs typeface="Nimbus Sans"/>
              </a:defRPr>
            </a:lvl3pPr>
            <a:lvl4pPr algn="ctr">
              <a:defRPr sz="2400" b="1">
                <a:solidFill>
                  <a:srgbClr val="25364A"/>
                </a:solidFill>
                <a:latin typeface="Nimbus Sans"/>
                <a:ea typeface="Nimbus Sans"/>
                <a:cs typeface="Nimbus Sans"/>
              </a:defRPr>
            </a:lvl4pPr>
            <a:lvl5pPr algn="ctr">
              <a:defRPr sz="2400" b="1">
                <a:solidFill>
                  <a:srgbClr val="25364A"/>
                </a:solidFill>
                <a:latin typeface="Nimbus Sans"/>
                <a:ea typeface="Nimbus Sans"/>
                <a:cs typeface="Nimbus Sans"/>
              </a:defRPr>
            </a:lvl5pPr>
            <a:lvl6pPr algn="ctr">
              <a:defRPr sz="2400" b="1">
                <a:solidFill>
                  <a:srgbClr val="25364A"/>
                </a:solidFill>
                <a:latin typeface="Nimbus Sans"/>
                <a:ea typeface="Nimbus Sans"/>
                <a:cs typeface="Nimbus Sans"/>
              </a:defRPr>
            </a:lvl6pPr>
            <a:lvl7pPr algn="ctr">
              <a:defRPr sz="2400" b="1">
                <a:solidFill>
                  <a:srgbClr val="25364A"/>
                </a:solidFill>
                <a:latin typeface="Nimbus Sans"/>
                <a:ea typeface="Nimbus Sans"/>
                <a:cs typeface="Nimbus Sans"/>
              </a:defRPr>
            </a:lvl7pPr>
            <a:lvl8pPr algn="ctr">
              <a:defRPr sz="2400" b="1">
                <a:solidFill>
                  <a:srgbClr val="25364A"/>
                </a:solidFill>
                <a:latin typeface="Nimbus Sans"/>
                <a:ea typeface="Nimbus Sans"/>
                <a:cs typeface="Nimbus Sans"/>
              </a:defRPr>
            </a:lvl8pPr>
            <a:lvl9pPr algn="ctr">
              <a:defRPr sz="2400" b="1">
                <a:solidFill>
                  <a:srgbClr val="25364A"/>
                </a:solidFill>
                <a:latin typeface="Nimbus Sans"/>
                <a:ea typeface="Nimbus Sans"/>
                <a:cs typeface="Nimbus Sans"/>
              </a:defRPr>
            </a:lvl9pPr>
          </a:lstStyle>
          <a:p>
            <a:pPr algn="ctr">
              <a:defRPr sz="2400" b="1">
                <a:solidFill>
                  <a:srgbClr val="25364A"/>
                </a:solidFill>
                <a:latin typeface="Nimbus Sans"/>
                <a:ea typeface="Nimbus Sans"/>
                <a:cs typeface="Nimbus Sans"/>
              </a:defRPr>
            </a:pPr>
            <a:r>
              <a:rPr sz="2000"/>
              <a:t>2000</a:t>
            </a:r>
          </a:p>
        </p:txBody>
      </p:sp>
      <p:sp>
        <p:nvSpPr>
          <p:cNvPr id="62" name="output-label-0">
            <a:extLst>
              <a:ext uri="{FF2B5EF4-FFF2-40B4-BE49-F238E27FC236}">
                <a16:creationId xmlns:a16="http://schemas.microsoft.com/office/drawing/2014/main" id="{0E265346-BD60-4938-9ADA-F1D04A19C6F2}"/>
              </a:ext>
            </a:extLst>
          </p:cNvPr>
          <p:cNvSpPr>
            <a:spLocks noGrp="1"/>
          </p:cNvSpPr>
          <p:nvPr/>
        </p:nvSpPr>
        <p:spPr>
          <a:xfrm>
            <a:off x="10675938" y="1905000"/>
            <a:ext cx="1349375" cy="635000"/>
          </a:xfrm>
          <a:prstGeom prst="rect">
            <a:avLst/>
          </a:prstGeom>
          <a:noFill/>
          <a:ln w="0">
            <a:noFill/>
            <a:prstDash val="solid"/>
          </a:ln>
        </p:spPr>
        <p:txBody>
          <a:bodyPr wrap="none" lIns="0" tIns="0" rIns="0" bIns="0" anchor="ctr"/>
          <a:lstStyle>
            <a:defPPr algn="ctr">
              <a:defRPr sz="3750" b="0">
                <a:solidFill>
                  <a:srgbClr val="25364A"/>
                </a:solidFill>
                <a:latin typeface="Nimbus Sans"/>
                <a:ea typeface="Nimbus Sans"/>
                <a:cs typeface="Nimbus Sans"/>
              </a:defRPr>
            </a:defPPr>
            <a:lvl1pPr algn="ctr">
              <a:defRPr sz="3750" b="0">
                <a:solidFill>
                  <a:srgbClr val="25364A"/>
                </a:solidFill>
                <a:latin typeface="Nimbus Sans"/>
                <a:ea typeface="Nimbus Sans"/>
                <a:cs typeface="Nimbus Sans"/>
              </a:defRPr>
            </a:lvl1pPr>
            <a:lvl2pPr algn="ctr">
              <a:defRPr sz="3750" b="0">
                <a:solidFill>
                  <a:srgbClr val="25364A"/>
                </a:solidFill>
                <a:latin typeface="Nimbus Sans"/>
                <a:ea typeface="Nimbus Sans"/>
                <a:cs typeface="Nimbus Sans"/>
              </a:defRPr>
            </a:lvl2pPr>
            <a:lvl3pPr algn="ctr">
              <a:defRPr sz="3750" b="0">
                <a:solidFill>
                  <a:srgbClr val="25364A"/>
                </a:solidFill>
                <a:latin typeface="Nimbus Sans"/>
                <a:ea typeface="Nimbus Sans"/>
                <a:cs typeface="Nimbus Sans"/>
              </a:defRPr>
            </a:lvl3pPr>
            <a:lvl4pPr algn="ctr">
              <a:defRPr sz="3750" b="0">
                <a:solidFill>
                  <a:srgbClr val="25364A"/>
                </a:solidFill>
                <a:latin typeface="Nimbus Sans"/>
                <a:ea typeface="Nimbus Sans"/>
                <a:cs typeface="Nimbus Sans"/>
              </a:defRPr>
            </a:lvl4pPr>
            <a:lvl5pPr algn="ctr">
              <a:defRPr sz="3750" b="0">
                <a:solidFill>
                  <a:srgbClr val="25364A"/>
                </a:solidFill>
                <a:latin typeface="Nimbus Sans"/>
                <a:ea typeface="Nimbus Sans"/>
                <a:cs typeface="Nimbus Sans"/>
              </a:defRPr>
            </a:lvl5pPr>
            <a:lvl6pPr algn="ctr">
              <a:defRPr sz="3750" b="0">
                <a:solidFill>
                  <a:srgbClr val="25364A"/>
                </a:solidFill>
                <a:latin typeface="Nimbus Sans"/>
                <a:ea typeface="Nimbus Sans"/>
                <a:cs typeface="Nimbus Sans"/>
              </a:defRPr>
            </a:lvl6pPr>
            <a:lvl7pPr algn="ctr">
              <a:defRPr sz="3750" b="0">
                <a:solidFill>
                  <a:srgbClr val="25364A"/>
                </a:solidFill>
                <a:latin typeface="Nimbus Sans"/>
                <a:ea typeface="Nimbus Sans"/>
                <a:cs typeface="Nimbus Sans"/>
              </a:defRPr>
            </a:lvl7pPr>
            <a:lvl8pPr algn="ctr">
              <a:defRPr sz="3750" b="0">
                <a:solidFill>
                  <a:srgbClr val="25364A"/>
                </a:solidFill>
                <a:latin typeface="Nimbus Sans"/>
                <a:ea typeface="Nimbus Sans"/>
                <a:cs typeface="Nimbus Sans"/>
              </a:defRPr>
            </a:lvl8pPr>
            <a:lvl9pPr algn="ctr">
              <a:defRPr sz="3750" b="0">
                <a:solidFill>
                  <a:srgbClr val="25364A"/>
                </a:solidFill>
                <a:latin typeface="Nimbus Sans"/>
                <a:ea typeface="Nimbus Sans"/>
                <a:cs typeface="Nimbus Sans"/>
              </a:defRPr>
            </a:lvl9pPr>
          </a:lstStyle>
          <a:p>
            <a:pPr algn="ctr">
              <a:defRPr sz="3750" b="0">
                <a:solidFill>
                  <a:srgbClr val="25364A"/>
                </a:solidFill>
                <a:latin typeface="Nimbus Sans"/>
                <a:ea typeface="Nimbus Sans"/>
                <a:cs typeface="Nimbus Sans"/>
              </a:defRPr>
            </a:pPr>
            <a:r>
              <a:rPr sz="3125"/>
              <a:t>done</a:t>
            </a:r>
          </a:p>
        </p:txBody>
      </p:sp>
      <p:sp>
        <p:nvSpPr>
          <p:cNvPr id="63" name="output-label-1">
            <a:extLst>
              <a:ext uri="{FF2B5EF4-FFF2-40B4-BE49-F238E27FC236}">
                <a16:creationId xmlns:a16="http://schemas.microsoft.com/office/drawing/2014/main" id="{38BF144A-00C6-4FFA-B6E9-440AD0C829AF}"/>
              </a:ext>
            </a:extLst>
          </p:cNvPr>
          <p:cNvSpPr>
            <a:spLocks noGrp="1"/>
          </p:cNvSpPr>
          <p:nvPr/>
        </p:nvSpPr>
        <p:spPr>
          <a:xfrm>
            <a:off x="10675938" y="2698750"/>
            <a:ext cx="1349375" cy="635000"/>
          </a:xfrm>
          <a:prstGeom prst="rect">
            <a:avLst/>
          </a:prstGeom>
          <a:noFill/>
          <a:ln w="0">
            <a:noFill/>
            <a:prstDash val="solid"/>
          </a:ln>
        </p:spPr>
        <p:txBody>
          <a:bodyPr wrap="none" lIns="0" tIns="0" rIns="0" bIns="0" anchor="ctr"/>
          <a:lstStyle>
            <a:defPPr algn="ctr">
              <a:defRPr sz="3750" b="0">
                <a:solidFill>
                  <a:srgbClr val="25364A"/>
                </a:solidFill>
                <a:latin typeface="Nimbus Sans"/>
                <a:ea typeface="Nimbus Sans"/>
                <a:cs typeface="Nimbus Sans"/>
              </a:defRPr>
            </a:defPPr>
            <a:lvl1pPr algn="ctr">
              <a:defRPr sz="3750" b="0">
                <a:solidFill>
                  <a:srgbClr val="25364A"/>
                </a:solidFill>
                <a:latin typeface="Nimbus Sans"/>
                <a:ea typeface="Nimbus Sans"/>
                <a:cs typeface="Nimbus Sans"/>
              </a:defRPr>
            </a:lvl1pPr>
            <a:lvl2pPr algn="ctr">
              <a:defRPr sz="3750" b="0">
                <a:solidFill>
                  <a:srgbClr val="25364A"/>
                </a:solidFill>
                <a:latin typeface="Nimbus Sans"/>
                <a:ea typeface="Nimbus Sans"/>
                <a:cs typeface="Nimbus Sans"/>
              </a:defRPr>
            </a:lvl2pPr>
            <a:lvl3pPr algn="ctr">
              <a:defRPr sz="3750" b="0">
                <a:solidFill>
                  <a:srgbClr val="25364A"/>
                </a:solidFill>
                <a:latin typeface="Nimbus Sans"/>
                <a:ea typeface="Nimbus Sans"/>
                <a:cs typeface="Nimbus Sans"/>
              </a:defRPr>
            </a:lvl3pPr>
            <a:lvl4pPr algn="ctr">
              <a:defRPr sz="3750" b="0">
                <a:solidFill>
                  <a:srgbClr val="25364A"/>
                </a:solidFill>
                <a:latin typeface="Nimbus Sans"/>
                <a:ea typeface="Nimbus Sans"/>
                <a:cs typeface="Nimbus Sans"/>
              </a:defRPr>
            </a:lvl4pPr>
            <a:lvl5pPr algn="ctr">
              <a:defRPr sz="3750" b="0">
                <a:solidFill>
                  <a:srgbClr val="25364A"/>
                </a:solidFill>
                <a:latin typeface="Nimbus Sans"/>
                <a:ea typeface="Nimbus Sans"/>
                <a:cs typeface="Nimbus Sans"/>
              </a:defRPr>
            </a:lvl5pPr>
            <a:lvl6pPr algn="ctr">
              <a:defRPr sz="3750" b="0">
                <a:solidFill>
                  <a:srgbClr val="25364A"/>
                </a:solidFill>
                <a:latin typeface="Nimbus Sans"/>
                <a:ea typeface="Nimbus Sans"/>
                <a:cs typeface="Nimbus Sans"/>
              </a:defRPr>
            </a:lvl6pPr>
            <a:lvl7pPr algn="ctr">
              <a:defRPr sz="3750" b="0">
                <a:solidFill>
                  <a:srgbClr val="25364A"/>
                </a:solidFill>
                <a:latin typeface="Nimbus Sans"/>
                <a:ea typeface="Nimbus Sans"/>
                <a:cs typeface="Nimbus Sans"/>
              </a:defRPr>
            </a:lvl7pPr>
            <a:lvl8pPr algn="ctr">
              <a:defRPr sz="3750" b="0">
                <a:solidFill>
                  <a:srgbClr val="25364A"/>
                </a:solidFill>
                <a:latin typeface="Nimbus Sans"/>
                <a:ea typeface="Nimbus Sans"/>
                <a:cs typeface="Nimbus Sans"/>
              </a:defRPr>
            </a:lvl8pPr>
            <a:lvl9pPr algn="ctr">
              <a:defRPr sz="3750" b="0">
                <a:solidFill>
                  <a:srgbClr val="25364A"/>
                </a:solidFill>
                <a:latin typeface="Nimbus Sans"/>
                <a:ea typeface="Nimbus Sans"/>
                <a:cs typeface="Nimbus Sans"/>
              </a:defRPr>
            </a:lvl9pPr>
          </a:lstStyle>
          <a:p>
            <a:pPr algn="ctr">
              <a:defRPr sz="3750" b="0">
                <a:solidFill>
                  <a:srgbClr val="25364A"/>
                </a:solidFill>
                <a:latin typeface="Nimbus Sans"/>
                <a:ea typeface="Nimbus Sans"/>
                <a:cs typeface="Nimbus Sans"/>
              </a:defRPr>
            </a:pPr>
            <a:r>
              <a:rPr sz="3125"/>
              <a:t>dune</a:t>
            </a:r>
          </a:p>
        </p:txBody>
      </p:sp>
      <p:sp>
        <p:nvSpPr>
          <p:cNvPr id="64" name="output-label-2">
            <a:extLst>
              <a:ext uri="{FF2B5EF4-FFF2-40B4-BE49-F238E27FC236}">
                <a16:creationId xmlns:a16="http://schemas.microsoft.com/office/drawing/2014/main" id="{03231CC7-3475-4AA8-A68D-9AF88BA1DF53}"/>
              </a:ext>
            </a:extLst>
          </p:cNvPr>
          <p:cNvSpPr>
            <a:spLocks noGrp="1"/>
          </p:cNvSpPr>
          <p:nvPr/>
        </p:nvSpPr>
        <p:spPr>
          <a:xfrm>
            <a:off x="10675938" y="3492500"/>
            <a:ext cx="1349375" cy="635000"/>
          </a:xfrm>
          <a:prstGeom prst="rect">
            <a:avLst/>
          </a:prstGeom>
          <a:noFill/>
          <a:ln w="0">
            <a:noFill/>
            <a:prstDash val="solid"/>
          </a:ln>
        </p:spPr>
        <p:txBody>
          <a:bodyPr wrap="none" lIns="0" tIns="0" rIns="0" bIns="0" anchor="ctr"/>
          <a:lstStyle>
            <a:defPPr algn="ctr">
              <a:defRPr sz="3750" b="0">
                <a:solidFill>
                  <a:srgbClr val="25364A"/>
                </a:solidFill>
                <a:latin typeface="Nimbus Sans"/>
                <a:ea typeface="Nimbus Sans"/>
                <a:cs typeface="Nimbus Sans"/>
              </a:defRPr>
            </a:defPPr>
            <a:lvl1pPr algn="ctr">
              <a:defRPr sz="3750" b="0">
                <a:solidFill>
                  <a:srgbClr val="25364A"/>
                </a:solidFill>
                <a:latin typeface="Nimbus Sans"/>
                <a:ea typeface="Nimbus Sans"/>
                <a:cs typeface="Nimbus Sans"/>
              </a:defRPr>
            </a:lvl1pPr>
            <a:lvl2pPr algn="ctr">
              <a:defRPr sz="3750" b="0">
                <a:solidFill>
                  <a:srgbClr val="25364A"/>
                </a:solidFill>
                <a:latin typeface="Nimbus Sans"/>
                <a:ea typeface="Nimbus Sans"/>
                <a:cs typeface="Nimbus Sans"/>
              </a:defRPr>
            </a:lvl2pPr>
            <a:lvl3pPr algn="ctr">
              <a:defRPr sz="3750" b="0">
                <a:solidFill>
                  <a:srgbClr val="25364A"/>
                </a:solidFill>
                <a:latin typeface="Nimbus Sans"/>
                <a:ea typeface="Nimbus Sans"/>
                <a:cs typeface="Nimbus Sans"/>
              </a:defRPr>
            </a:lvl3pPr>
            <a:lvl4pPr algn="ctr">
              <a:defRPr sz="3750" b="0">
                <a:solidFill>
                  <a:srgbClr val="25364A"/>
                </a:solidFill>
                <a:latin typeface="Nimbus Sans"/>
                <a:ea typeface="Nimbus Sans"/>
                <a:cs typeface="Nimbus Sans"/>
              </a:defRPr>
            </a:lvl4pPr>
            <a:lvl5pPr algn="ctr">
              <a:defRPr sz="3750" b="0">
                <a:solidFill>
                  <a:srgbClr val="25364A"/>
                </a:solidFill>
                <a:latin typeface="Nimbus Sans"/>
                <a:ea typeface="Nimbus Sans"/>
                <a:cs typeface="Nimbus Sans"/>
              </a:defRPr>
            </a:lvl5pPr>
            <a:lvl6pPr algn="ctr">
              <a:defRPr sz="3750" b="0">
                <a:solidFill>
                  <a:srgbClr val="25364A"/>
                </a:solidFill>
                <a:latin typeface="Nimbus Sans"/>
                <a:ea typeface="Nimbus Sans"/>
                <a:cs typeface="Nimbus Sans"/>
              </a:defRPr>
            </a:lvl6pPr>
            <a:lvl7pPr algn="ctr">
              <a:defRPr sz="3750" b="0">
                <a:solidFill>
                  <a:srgbClr val="25364A"/>
                </a:solidFill>
                <a:latin typeface="Nimbus Sans"/>
                <a:ea typeface="Nimbus Sans"/>
                <a:cs typeface="Nimbus Sans"/>
              </a:defRPr>
            </a:lvl7pPr>
            <a:lvl8pPr algn="ctr">
              <a:defRPr sz="3750" b="0">
                <a:solidFill>
                  <a:srgbClr val="25364A"/>
                </a:solidFill>
                <a:latin typeface="Nimbus Sans"/>
                <a:ea typeface="Nimbus Sans"/>
                <a:cs typeface="Nimbus Sans"/>
              </a:defRPr>
            </a:lvl8pPr>
            <a:lvl9pPr algn="ctr">
              <a:defRPr sz="3750" b="0">
                <a:solidFill>
                  <a:srgbClr val="25364A"/>
                </a:solidFill>
                <a:latin typeface="Nimbus Sans"/>
                <a:ea typeface="Nimbus Sans"/>
                <a:cs typeface="Nimbus Sans"/>
              </a:defRPr>
            </a:lvl9pPr>
          </a:lstStyle>
          <a:p>
            <a:pPr algn="ctr">
              <a:defRPr sz="3750" b="0">
                <a:solidFill>
                  <a:srgbClr val="25364A"/>
                </a:solidFill>
                <a:latin typeface="Nimbus Sans"/>
                <a:ea typeface="Nimbus Sans"/>
                <a:cs typeface="Nimbus Sans"/>
              </a:defRPr>
            </a:pPr>
            <a:r>
              <a:rPr sz="3125"/>
              <a:t>dean</a:t>
            </a:r>
          </a:p>
        </p:txBody>
      </p:sp>
      <p:sp>
        <p:nvSpPr>
          <p:cNvPr id="65" name="output-label-3">
            <a:extLst>
              <a:ext uri="{FF2B5EF4-FFF2-40B4-BE49-F238E27FC236}">
                <a16:creationId xmlns:a16="http://schemas.microsoft.com/office/drawing/2014/main" id="{0176C3A1-C6DE-4CBF-823F-6F5FB34A8FBF}"/>
              </a:ext>
            </a:extLst>
          </p:cNvPr>
          <p:cNvSpPr>
            <a:spLocks noGrp="1"/>
          </p:cNvSpPr>
          <p:nvPr/>
        </p:nvSpPr>
        <p:spPr>
          <a:xfrm>
            <a:off x="10675938" y="4286250"/>
            <a:ext cx="1349375" cy="635000"/>
          </a:xfrm>
          <a:prstGeom prst="rect">
            <a:avLst/>
          </a:prstGeom>
          <a:noFill/>
          <a:ln w="0">
            <a:noFill/>
            <a:prstDash val="solid"/>
          </a:ln>
        </p:spPr>
        <p:txBody>
          <a:bodyPr wrap="none" lIns="0" tIns="0" rIns="0" bIns="0" anchor="ctr"/>
          <a:lstStyle>
            <a:defPPr algn="ctr">
              <a:defRPr sz="3750" b="0">
                <a:solidFill>
                  <a:srgbClr val="25364A"/>
                </a:solidFill>
                <a:latin typeface="Nimbus Sans"/>
                <a:ea typeface="Nimbus Sans"/>
                <a:cs typeface="Nimbus Sans"/>
              </a:defRPr>
            </a:defPPr>
            <a:lvl1pPr algn="ctr">
              <a:defRPr sz="3750" b="0">
                <a:solidFill>
                  <a:srgbClr val="25364A"/>
                </a:solidFill>
                <a:latin typeface="Nimbus Sans"/>
                <a:ea typeface="Nimbus Sans"/>
                <a:cs typeface="Nimbus Sans"/>
              </a:defRPr>
            </a:lvl1pPr>
            <a:lvl2pPr algn="ctr">
              <a:defRPr sz="3750" b="0">
                <a:solidFill>
                  <a:srgbClr val="25364A"/>
                </a:solidFill>
                <a:latin typeface="Nimbus Sans"/>
                <a:ea typeface="Nimbus Sans"/>
                <a:cs typeface="Nimbus Sans"/>
              </a:defRPr>
            </a:lvl2pPr>
            <a:lvl3pPr algn="ctr">
              <a:defRPr sz="3750" b="0">
                <a:solidFill>
                  <a:srgbClr val="25364A"/>
                </a:solidFill>
                <a:latin typeface="Nimbus Sans"/>
                <a:ea typeface="Nimbus Sans"/>
                <a:cs typeface="Nimbus Sans"/>
              </a:defRPr>
            </a:lvl3pPr>
            <a:lvl4pPr algn="ctr">
              <a:defRPr sz="3750" b="0">
                <a:solidFill>
                  <a:srgbClr val="25364A"/>
                </a:solidFill>
                <a:latin typeface="Nimbus Sans"/>
                <a:ea typeface="Nimbus Sans"/>
                <a:cs typeface="Nimbus Sans"/>
              </a:defRPr>
            </a:lvl4pPr>
            <a:lvl5pPr algn="ctr">
              <a:defRPr sz="3750" b="0">
                <a:solidFill>
                  <a:srgbClr val="25364A"/>
                </a:solidFill>
                <a:latin typeface="Nimbus Sans"/>
                <a:ea typeface="Nimbus Sans"/>
                <a:cs typeface="Nimbus Sans"/>
              </a:defRPr>
            </a:lvl5pPr>
            <a:lvl6pPr algn="ctr">
              <a:defRPr sz="3750" b="0">
                <a:solidFill>
                  <a:srgbClr val="25364A"/>
                </a:solidFill>
                <a:latin typeface="Nimbus Sans"/>
                <a:ea typeface="Nimbus Sans"/>
                <a:cs typeface="Nimbus Sans"/>
              </a:defRPr>
            </a:lvl6pPr>
            <a:lvl7pPr algn="ctr">
              <a:defRPr sz="3750" b="0">
                <a:solidFill>
                  <a:srgbClr val="25364A"/>
                </a:solidFill>
                <a:latin typeface="Nimbus Sans"/>
                <a:ea typeface="Nimbus Sans"/>
                <a:cs typeface="Nimbus Sans"/>
              </a:defRPr>
            </a:lvl7pPr>
            <a:lvl8pPr algn="ctr">
              <a:defRPr sz="3750" b="0">
                <a:solidFill>
                  <a:srgbClr val="25364A"/>
                </a:solidFill>
                <a:latin typeface="Nimbus Sans"/>
                <a:ea typeface="Nimbus Sans"/>
                <a:cs typeface="Nimbus Sans"/>
              </a:defRPr>
            </a:lvl8pPr>
            <a:lvl9pPr algn="ctr">
              <a:defRPr sz="3750" b="0">
                <a:solidFill>
                  <a:srgbClr val="25364A"/>
                </a:solidFill>
                <a:latin typeface="Nimbus Sans"/>
                <a:ea typeface="Nimbus Sans"/>
                <a:cs typeface="Nimbus Sans"/>
              </a:defRPr>
            </a:lvl9pPr>
          </a:lstStyle>
          <a:p>
            <a:pPr algn="ctr">
              <a:defRPr sz="3750" b="0">
                <a:solidFill>
                  <a:srgbClr val="25364A"/>
                </a:solidFill>
                <a:latin typeface="Nimbus Sans"/>
                <a:ea typeface="Nimbus Sans"/>
                <a:cs typeface="Nimbus Sans"/>
              </a:defRPr>
            </a:pPr>
            <a:r>
              <a:rPr sz="3125"/>
              <a:t>Don</a:t>
            </a:r>
          </a:p>
        </p:txBody>
      </p:sp>
      <p:sp>
        <p:nvSpPr>
          <p:cNvPr id="66" name="output-label-4">
            <a:extLst>
              <a:ext uri="{FF2B5EF4-FFF2-40B4-BE49-F238E27FC236}">
                <a16:creationId xmlns:a16="http://schemas.microsoft.com/office/drawing/2014/main" id="{924FC81F-CBB7-43C1-B07B-F68072FD68D0}"/>
              </a:ext>
            </a:extLst>
          </p:cNvPr>
          <p:cNvSpPr>
            <a:spLocks noGrp="1"/>
          </p:cNvSpPr>
          <p:nvPr/>
        </p:nvSpPr>
        <p:spPr>
          <a:xfrm>
            <a:off x="10675938" y="5080000"/>
            <a:ext cx="1349375" cy="635000"/>
          </a:xfrm>
          <a:prstGeom prst="rect">
            <a:avLst/>
          </a:prstGeom>
          <a:noFill/>
          <a:ln w="0">
            <a:noFill/>
            <a:prstDash val="solid"/>
          </a:ln>
        </p:spPr>
        <p:txBody>
          <a:bodyPr wrap="none" lIns="0" tIns="0" rIns="0" bIns="0" anchor="ctr"/>
          <a:lstStyle>
            <a:defPPr algn="ctr">
              <a:defRPr sz="3750" b="0">
                <a:solidFill>
                  <a:srgbClr val="25364A"/>
                </a:solidFill>
                <a:latin typeface="Nimbus Sans"/>
                <a:ea typeface="Nimbus Sans"/>
                <a:cs typeface="Nimbus Sans"/>
              </a:defRPr>
            </a:defPPr>
            <a:lvl1pPr algn="ctr">
              <a:defRPr sz="3750" b="0">
                <a:solidFill>
                  <a:srgbClr val="25364A"/>
                </a:solidFill>
                <a:latin typeface="Nimbus Sans"/>
                <a:ea typeface="Nimbus Sans"/>
                <a:cs typeface="Nimbus Sans"/>
              </a:defRPr>
            </a:lvl1pPr>
            <a:lvl2pPr algn="ctr">
              <a:defRPr sz="3750" b="0">
                <a:solidFill>
                  <a:srgbClr val="25364A"/>
                </a:solidFill>
                <a:latin typeface="Nimbus Sans"/>
                <a:ea typeface="Nimbus Sans"/>
                <a:cs typeface="Nimbus Sans"/>
              </a:defRPr>
            </a:lvl2pPr>
            <a:lvl3pPr algn="ctr">
              <a:defRPr sz="3750" b="0">
                <a:solidFill>
                  <a:srgbClr val="25364A"/>
                </a:solidFill>
                <a:latin typeface="Nimbus Sans"/>
                <a:ea typeface="Nimbus Sans"/>
                <a:cs typeface="Nimbus Sans"/>
              </a:defRPr>
            </a:lvl3pPr>
            <a:lvl4pPr algn="ctr">
              <a:defRPr sz="3750" b="0">
                <a:solidFill>
                  <a:srgbClr val="25364A"/>
                </a:solidFill>
                <a:latin typeface="Nimbus Sans"/>
                <a:ea typeface="Nimbus Sans"/>
                <a:cs typeface="Nimbus Sans"/>
              </a:defRPr>
            </a:lvl4pPr>
            <a:lvl5pPr algn="ctr">
              <a:defRPr sz="3750" b="0">
                <a:solidFill>
                  <a:srgbClr val="25364A"/>
                </a:solidFill>
                <a:latin typeface="Nimbus Sans"/>
                <a:ea typeface="Nimbus Sans"/>
                <a:cs typeface="Nimbus Sans"/>
              </a:defRPr>
            </a:lvl5pPr>
            <a:lvl6pPr algn="ctr">
              <a:defRPr sz="3750" b="0">
                <a:solidFill>
                  <a:srgbClr val="25364A"/>
                </a:solidFill>
                <a:latin typeface="Nimbus Sans"/>
                <a:ea typeface="Nimbus Sans"/>
                <a:cs typeface="Nimbus Sans"/>
              </a:defRPr>
            </a:lvl6pPr>
            <a:lvl7pPr algn="ctr">
              <a:defRPr sz="3750" b="0">
                <a:solidFill>
                  <a:srgbClr val="25364A"/>
                </a:solidFill>
                <a:latin typeface="Nimbus Sans"/>
                <a:ea typeface="Nimbus Sans"/>
                <a:cs typeface="Nimbus Sans"/>
              </a:defRPr>
            </a:lvl7pPr>
            <a:lvl8pPr algn="ctr">
              <a:defRPr sz="3750" b="0">
                <a:solidFill>
                  <a:srgbClr val="25364A"/>
                </a:solidFill>
                <a:latin typeface="Nimbus Sans"/>
                <a:ea typeface="Nimbus Sans"/>
                <a:cs typeface="Nimbus Sans"/>
              </a:defRPr>
            </a:lvl8pPr>
            <a:lvl9pPr algn="ctr">
              <a:defRPr sz="3750" b="0">
                <a:solidFill>
                  <a:srgbClr val="25364A"/>
                </a:solidFill>
                <a:latin typeface="Nimbus Sans"/>
                <a:ea typeface="Nimbus Sans"/>
                <a:cs typeface="Nimbus Sans"/>
              </a:defRPr>
            </a:lvl9pPr>
          </a:lstStyle>
          <a:p>
            <a:pPr algn="ctr">
              <a:defRPr sz="3750" b="0">
                <a:solidFill>
                  <a:srgbClr val="25364A"/>
                </a:solidFill>
                <a:latin typeface="Nimbus Sans"/>
                <a:ea typeface="Nimbus Sans"/>
                <a:cs typeface="Nimbus Sans"/>
              </a:defRPr>
            </a:pPr>
            <a:r>
              <a:rPr sz="3125"/>
              <a:t>Dan</a:t>
            </a:r>
          </a:p>
        </p:txBody>
      </p:sp>
      <p:sp>
        <p:nvSpPr>
          <p:cNvPr id="67" name="key">
            <a:extLst>
              <a:ext uri="{FF2B5EF4-FFF2-40B4-BE49-F238E27FC236}">
                <a16:creationId xmlns:a16="http://schemas.microsoft.com/office/drawing/2014/main" id="{0B6253CD-5445-4437-B77D-D3C08C5A7AAC}"/>
              </a:ext>
            </a:extLst>
          </p:cNvPr>
          <p:cNvSpPr>
            <a:spLocks noGrp="1"/>
          </p:cNvSpPr>
          <p:nvPr/>
        </p:nvSpPr>
        <p:spPr>
          <a:xfrm>
            <a:off x="635000" y="5905500"/>
            <a:ext cx="10922000" cy="317500"/>
          </a:xfrm>
          <a:prstGeom prst="rect">
            <a:avLst/>
          </a:prstGeom>
          <a:noFill/>
          <a:ln w="0">
            <a:noFill/>
            <a:prstDash val="solid"/>
          </a:ln>
        </p:spPr>
        <p:txBody>
          <a:bodyPr wrap="none" lIns="0" tIns="0" rIns="0" bIns="0" anchor="ctr"/>
          <a:lstStyle>
            <a:defPPr algn="ctr">
              <a:defRPr sz="2175" b="0">
                <a:solidFill>
                  <a:srgbClr val="526479"/>
                </a:solidFill>
                <a:latin typeface="Nimbus Sans"/>
                <a:ea typeface="Nimbus Sans"/>
                <a:cs typeface="Nimbus Sans"/>
              </a:defRPr>
            </a:defPPr>
            <a:lvl1pPr algn="ctr">
              <a:defRPr sz="2175" b="0">
                <a:solidFill>
                  <a:srgbClr val="526479"/>
                </a:solidFill>
                <a:latin typeface="Nimbus Sans"/>
                <a:ea typeface="Nimbus Sans"/>
                <a:cs typeface="Nimbus Sans"/>
              </a:defRPr>
            </a:lvl1pPr>
            <a:lvl2pPr algn="ctr">
              <a:defRPr sz="2175" b="0">
                <a:solidFill>
                  <a:srgbClr val="526479"/>
                </a:solidFill>
                <a:latin typeface="Nimbus Sans"/>
                <a:ea typeface="Nimbus Sans"/>
                <a:cs typeface="Nimbus Sans"/>
              </a:defRPr>
            </a:lvl2pPr>
            <a:lvl3pPr algn="ctr">
              <a:defRPr sz="2175" b="0">
                <a:solidFill>
                  <a:srgbClr val="526479"/>
                </a:solidFill>
                <a:latin typeface="Nimbus Sans"/>
                <a:ea typeface="Nimbus Sans"/>
                <a:cs typeface="Nimbus Sans"/>
              </a:defRPr>
            </a:lvl3pPr>
            <a:lvl4pPr algn="ctr">
              <a:defRPr sz="2175" b="0">
                <a:solidFill>
                  <a:srgbClr val="526479"/>
                </a:solidFill>
                <a:latin typeface="Nimbus Sans"/>
                <a:ea typeface="Nimbus Sans"/>
                <a:cs typeface="Nimbus Sans"/>
              </a:defRPr>
            </a:lvl4pPr>
            <a:lvl5pPr algn="ctr">
              <a:defRPr sz="2175" b="0">
                <a:solidFill>
                  <a:srgbClr val="526479"/>
                </a:solidFill>
                <a:latin typeface="Nimbus Sans"/>
                <a:ea typeface="Nimbus Sans"/>
                <a:cs typeface="Nimbus Sans"/>
              </a:defRPr>
            </a:lvl5pPr>
            <a:lvl6pPr algn="ctr">
              <a:defRPr sz="2175" b="0">
                <a:solidFill>
                  <a:srgbClr val="526479"/>
                </a:solidFill>
                <a:latin typeface="Nimbus Sans"/>
                <a:ea typeface="Nimbus Sans"/>
                <a:cs typeface="Nimbus Sans"/>
              </a:defRPr>
            </a:lvl6pPr>
            <a:lvl7pPr algn="ctr">
              <a:defRPr sz="2175" b="0">
                <a:solidFill>
                  <a:srgbClr val="526479"/>
                </a:solidFill>
                <a:latin typeface="Nimbus Sans"/>
                <a:ea typeface="Nimbus Sans"/>
                <a:cs typeface="Nimbus Sans"/>
              </a:defRPr>
            </a:lvl7pPr>
            <a:lvl8pPr algn="ctr">
              <a:defRPr sz="2175" b="0">
                <a:solidFill>
                  <a:srgbClr val="526479"/>
                </a:solidFill>
                <a:latin typeface="Nimbus Sans"/>
                <a:ea typeface="Nimbus Sans"/>
                <a:cs typeface="Nimbus Sans"/>
              </a:defRPr>
            </a:lvl8pPr>
            <a:lvl9pPr algn="ctr">
              <a:defRPr sz="2175" b="0">
                <a:solidFill>
                  <a:srgbClr val="526479"/>
                </a:solidFill>
                <a:latin typeface="Nimbus Sans"/>
                <a:ea typeface="Nimbus Sans"/>
                <a:cs typeface="Nimbus Sans"/>
              </a:defRPr>
            </a:lvl9pPr>
          </a:lstStyle>
          <a:p>
            <a:pPr algn="ctr">
              <a:defRPr sz="2175" b="0">
                <a:solidFill>
                  <a:srgbClr val="526479"/>
                </a:solidFill>
                <a:latin typeface="Nimbus Sans"/>
                <a:ea typeface="Nimbus Sans"/>
                <a:cs typeface="Nimbus Sans"/>
              </a:defRPr>
            </a:pPr>
            <a:r>
              <a:rPr sz="1812"/>
              <a:t>Purple: linear activation     Green: sigmoid activation</a:t>
            </a:r>
          </a:p>
        </p:txBody>
      </p:sp>
      <p:sp>
        <p:nvSpPr>
          <p:cNvPr id="68" name="behavior-note">
            <a:extLst>
              <a:ext uri="{FF2B5EF4-FFF2-40B4-BE49-F238E27FC236}">
                <a16:creationId xmlns:a16="http://schemas.microsoft.com/office/drawing/2014/main" id="{F8C101B6-F7F4-4AFA-AE50-CA2EC780529B}"/>
              </a:ext>
            </a:extLst>
          </p:cNvPr>
          <p:cNvSpPr>
            <a:spLocks noGrp="1"/>
          </p:cNvSpPr>
          <p:nvPr/>
        </p:nvSpPr>
        <p:spPr>
          <a:xfrm>
            <a:off x="476250" y="6302375"/>
            <a:ext cx="11239500" cy="277813"/>
          </a:xfrm>
          <a:prstGeom prst="rect">
            <a:avLst/>
          </a:prstGeom>
          <a:noFill/>
          <a:ln w="0">
            <a:noFill/>
            <a:prstDash val="solid"/>
          </a:ln>
        </p:spPr>
        <p:txBody>
          <a:bodyPr wrap="none" lIns="0" tIns="0" rIns="0" bIns="0" anchor="ctr"/>
          <a:lstStyle>
            <a:defPPr algn="ctr">
              <a:defRPr sz="1950" b="0">
                <a:solidFill>
                  <a:srgbClr val="526479"/>
                </a:solidFill>
                <a:latin typeface="Nimbus Sans"/>
                <a:ea typeface="Nimbus Sans"/>
                <a:cs typeface="Nimbus Sans"/>
              </a:defRPr>
            </a:defPPr>
            <a:lvl1pPr algn="ctr">
              <a:defRPr sz="1950" b="0">
                <a:solidFill>
                  <a:srgbClr val="526479"/>
                </a:solidFill>
                <a:latin typeface="Nimbus Sans"/>
                <a:ea typeface="Nimbus Sans"/>
                <a:cs typeface="Nimbus Sans"/>
              </a:defRPr>
            </a:lvl1pPr>
            <a:lvl2pPr algn="ctr">
              <a:defRPr sz="1950" b="0">
                <a:solidFill>
                  <a:srgbClr val="526479"/>
                </a:solidFill>
                <a:latin typeface="Nimbus Sans"/>
                <a:ea typeface="Nimbus Sans"/>
                <a:cs typeface="Nimbus Sans"/>
              </a:defRPr>
            </a:lvl2pPr>
            <a:lvl3pPr algn="ctr">
              <a:defRPr sz="1950" b="0">
                <a:solidFill>
                  <a:srgbClr val="526479"/>
                </a:solidFill>
                <a:latin typeface="Nimbus Sans"/>
                <a:ea typeface="Nimbus Sans"/>
                <a:cs typeface="Nimbus Sans"/>
              </a:defRPr>
            </a:lvl3pPr>
            <a:lvl4pPr algn="ctr">
              <a:defRPr sz="1950" b="0">
                <a:solidFill>
                  <a:srgbClr val="526479"/>
                </a:solidFill>
                <a:latin typeface="Nimbus Sans"/>
                <a:ea typeface="Nimbus Sans"/>
                <a:cs typeface="Nimbus Sans"/>
              </a:defRPr>
            </a:lvl4pPr>
            <a:lvl5pPr algn="ctr">
              <a:defRPr sz="1950" b="0">
                <a:solidFill>
                  <a:srgbClr val="526479"/>
                </a:solidFill>
                <a:latin typeface="Nimbus Sans"/>
                <a:ea typeface="Nimbus Sans"/>
                <a:cs typeface="Nimbus Sans"/>
              </a:defRPr>
            </a:lvl5pPr>
            <a:lvl6pPr algn="ctr">
              <a:defRPr sz="1950" b="0">
                <a:solidFill>
                  <a:srgbClr val="526479"/>
                </a:solidFill>
                <a:latin typeface="Nimbus Sans"/>
                <a:ea typeface="Nimbus Sans"/>
                <a:cs typeface="Nimbus Sans"/>
              </a:defRPr>
            </a:lvl6pPr>
            <a:lvl7pPr algn="ctr">
              <a:defRPr sz="1950" b="0">
                <a:solidFill>
                  <a:srgbClr val="526479"/>
                </a:solidFill>
                <a:latin typeface="Nimbus Sans"/>
                <a:ea typeface="Nimbus Sans"/>
                <a:cs typeface="Nimbus Sans"/>
              </a:defRPr>
            </a:lvl7pPr>
            <a:lvl8pPr algn="ctr">
              <a:defRPr sz="1950" b="0">
                <a:solidFill>
                  <a:srgbClr val="526479"/>
                </a:solidFill>
                <a:latin typeface="Nimbus Sans"/>
                <a:ea typeface="Nimbus Sans"/>
                <a:cs typeface="Nimbus Sans"/>
              </a:defRPr>
            </a:lvl8pPr>
            <a:lvl9pPr algn="ctr">
              <a:defRPr sz="1950" b="0">
                <a:solidFill>
                  <a:srgbClr val="526479"/>
                </a:solidFill>
                <a:latin typeface="Nimbus Sans"/>
                <a:ea typeface="Nimbus Sans"/>
                <a:cs typeface="Nimbus Sans"/>
              </a:defRPr>
            </a:lvl9pPr>
          </a:lstStyle>
          <a:p>
            <a:pPr algn="ctr">
              <a:defRPr sz="1950" b="0">
                <a:solidFill>
                  <a:srgbClr val="526479"/>
                </a:solidFill>
                <a:latin typeface="Nimbus Sans"/>
                <a:ea typeface="Nimbus Sans"/>
                <a:cs typeface="Nimbus Sans"/>
              </a:defRPr>
            </a:pPr>
            <a:r>
              <a:rPr sz="1625"/>
              <a:t>Inputs stay as formants. Downstream values recalculate; outputs use softmax.</a:t>
            </a:r>
          </a:p>
        </p:txBody>
      </p:sp>
      <p:sp>
        <p:nvSpPr>
          <p:cNvPr id="69" name="stage-0-circle-1-0">
            <a:extLst>
              <a:ext uri="{FF2B5EF4-FFF2-40B4-BE49-F238E27FC236}">
                <a16:creationId xmlns:a16="http://schemas.microsoft.com/office/drawing/2014/main" id="{54B9B405-BE65-4BF6-8A92-B38DA57AFBD2}"/>
              </a:ext>
            </a:extLst>
          </p:cNvPr>
          <p:cNvSpPr>
            <a:spLocks noGrp="1"/>
          </p:cNvSpPr>
          <p:nvPr/>
        </p:nvSpPr>
        <p:spPr>
          <a:xfrm>
            <a:off x="3476625" y="2444750"/>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70" name="stage-0-value-1-0">
            <a:extLst>
              <a:ext uri="{FF2B5EF4-FFF2-40B4-BE49-F238E27FC236}">
                <a16:creationId xmlns:a16="http://schemas.microsoft.com/office/drawing/2014/main" id="{12DF480D-BB32-41DF-AF5D-70851F4BEE55}"/>
              </a:ext>
            </a:extLst>
          </p:cNvPr>
          <p:cNvSpPr>
            <a:spLocks noGrp="1"/>
          </p:cNvSpPr>
          <p:nvPr/>
        </p:nvSpPr>
        <p:spPr>
          <a:xfrm>
            <a:off x="3484563" y="2603500"/>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-0.4</a:t>
            </a:r>
          </a:p>
        </p:txBody>
      </p:sp>
      <p:sp>
        <p:nvSpPr>
          <p:cNvPr id="71" name="stage-0-circle-1-1">
            <a:extLst>
              <a:ext uri="{FF2B5EF4-FFF2-40B4-BE49-F238E27FC236}">
                <a16:creationId xmlns:a16="http://schemas.microsoft.com/office/drawing/2014/main" id="{6A5253B2-597E-4F94-B324-6CF8FFA297E7}"/>
              </a:ext>
            </a:extLst>
          </p:cNvPr>
          <p:cNvSpPr>
            <a:spLocks noGrp="1"/>
          </p:cNvSpPr>
          <p:nvPr/>
        </p:nvSpPr>
        <p:spPr>
          <a:xfrm>
            <a:off x="3476625" y="3476625"/>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72" name="stage-0-value-1-1">
            <a:extLst>
              <a:ext uri="{FF2B5EF4-FFF2-40B4-BE49-F238E27FC236}">
                <a16:creationId xmlns:a16="http://schemas.microsoft.com/office/drawing/2014/main" id="{7A5A8DB7-042E-41B8-AD4C-4E4AA0BDE732}"/>
              </a:ext>
            </a:extLst>
          </p:cNvPr>
          <p:cNvSpPr>
            <a:spLocks noGrp="1"/>
          </p:cNvSpPr>
          <p:nvPr/>
        </p:nvSpPr>
        <p:spPr>
          <a:xfrm>
            <a:off x="3484563" y="3635375"/>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6.64</a:t>
            </a:r>
          </a:p>
        </p:txBody>
      </p:sp>
      <p:sp>
        <p:nvSpPr>
          <p:cNvPr id="73" name="stage-0-circle-1-2">
            <a:extLst>
              <a:ext uri="{FF2B5EF4-FFF2-40B4-BE49-F238E27FC236}">
                <a16:creationId xmlns:a16="http://schemas.microsoft.com/office/drawing/2014/main" id="{0404BD10-802E-434A-92CE-BBF3C2CB5EBF}"/>
              </a:ext>
            </a:extLst>
          </p:cNvPr>
          <p:cNvSpPr>
            <a:spLocks noGrp="1"/>
          </p:cNvSpPr>
          <p:nvPr/>
        </p:nvSpPr>
        <p:spPr>
          <a:xfrm>
            <a:off x="3476625" y="4508500"/>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74" name="stage-0-value-1-2">
            <a:extLst>
              <a:ext uri="{FF2B5EF4-FFF2-40B4-BE49-F238E27FC236}">
                <a16:creationId xmlns:a16="http://schemas.microsoft.com/office/drawing/2014/main" id="{607D906A-77BD-47B2-B900-46BFA6FF4B51}"/>
              </a:ext>
            </a:extLst>
          </p:cNvPr>
          <p:cNvSpPr>
            <a:spLocks noGrp="1"/>
          </p:cNvSpPr>
          <p:nvPr/>
        </p:nvSpPr>
        <p:spPr>
          <a:xfrm>
            <a:off x="3484563" y="4667250"/>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2.72</a:t>
            </a:r>
          </a:p>
        </p:txBody>
      </p:sp>
      <p:sp>
        <p:nvSpPr>
          <p:cNvPr id="75" name="stage-0-circle-2-0">
            <a:extLst>
              <a:ext uri="{FF2B5EF4-FFF2-40B4-BE49-F238E27FC236}">
                <a16:creationId xmlns:a16="http://schemas.microsoft.com/office/drawing/2014/main" id="{EBCA7148-86A7-4E1E-8062-811842F9683F}"/>
              </a:ext>
            </a:extLst>
          </p:cNvPr>
          <p:cNvSpPr>
            <a:spLocks noGrp="1"/>
          </p:cNvSpPr>
          <p:nvPr/>
        </p:nvSpPr>
        <p:spPr>
          <a:xfrm>
            <a:off x="5619750" y="2881313"/>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76" name="stage-0-value-2-0">
            <a:extLst>
              <a:ext uri="{FF2B5EF4-FFF2-40B4-BE49-F238E27FC236}">
                <a16:creationId xmlns:a16="http://schemas.microsoft.com/office/drawing/2014/main" id="{921251D4-919E-47EC-AA80-3F3D57B62199}"/>
              </a:ext>
            </a:extLst>
          </p:cNvPr>
          <p:cNvSpPr>
            <a:spLocks noGrp="1"/>
          </p:cNvSpPr>
          <p:nvPr/>
        </p:nvSpPr>
        <p:spPr>
          <a:xfrm>
            <a:off x="5627688" y="3040063"/>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5.504</a:t>
            </a:r>
          </a:p>
        </p:txBody>
      </p:sp>
      <p:sp>
        <p:nvSpPr>
          <p:cNvPr id="77" name="stage-0-circle-2-1">
            <a:extLst>
              <a:ext uri="{FF2B5EF4-FFF2-40B4-BE49-F238E27FC236}">
                <a16:creationId xmlns:a16="http://schemas.microsoft.com/office/drawing/2014/main" id="{82B2C583-95A1-4350-B243-6A57B17402C2}"/>
              </a:ext>
            </a:extLst>
          </p:cNvPr>
          <p:cNvSpPr>
            <a:spLocks noGrp="1"/>
          </p:cNvSpPr>
          <p:nvPr/>
        </p:nvSpPr>
        <p:spPr>
          <a:xfrm>
            <a:off x="5619750" y="4071938"/>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78" name="stage-0-value-2-1">
            <a:extLst>
              <a:ext uri="{FF2B5EF4-FFF2-40B4-BE49-F238E27FC236}">
                <a16:creationId xmlns:a16="http://schemas.microsoft.com/office/drawing/2014/main" id="{FE31697C-7C98-470A-9D51-174841D51897}"/>
              </a:ext>
            </a:extLst>
          </p:cNvPr>
          <p:cNvSpPr>
            <a:spLocks noGrp="1"/>
          </p:cNvSpPr>
          <p:nvPr/>
        </p:nvSpPr>
        <p:spPr>
          <a:xfrm>
            <a:off x="5627688" y="4230688"/>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-5.928</a:t>
            </a:r>
          </a:p>
        </p:txBody>
      </p:sp>
      <p:sp>
        <p:nvSpPr>
          <p:cNvPr id="79" name="stage-0-circle-3-0">
            <a:extLst>
              <a:ext uri="{FF2B5EF4-FFF2-40B4-BE49-F238E27FC236}">
                <a16:creationId xmlns:a16="http://schemas.microsoft.com/office/drawing/2014/main" id="{EC131346-C9D0-4412-B6D0-8BECE91BF5CF}"/>
              </a:ext>
            </a:extLst>
          </p:cNvPr>
          <p:cNvSpPr>
            <a:spLocks noGrp="1"/>
          </p:cNvSpPr>
          <p:nvPr/>
        </p:nvSpPr>
        <p:spPr>
          <a:xfrm>
            <a:off x="7762875" y="2166938"/>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80" name="stage-0-value-3-0">
            <a:extLst>
              <a:ext uri="{FF2B5EF4-FFF2-40B4-BE49-F238E27FC236}">
                <a16:creationId xmlns:a16="http://schemas.microsoft.com/office/drawing/2014/main" id="{82633018-2670-48F4-A6D0-8DFD9F0FB120}"/>
              </a:ext>
            </a:extLst>
          </p:cNvPr>
          <p:cNvSpPr>
            <a:spLocks noGrp="1"/>
          </p:cNvSpPr>
          <p:nvPr/>
        </p:nvSpPr>
        <p:spPr>
          <a:xfrm>
            <a:off x="7770813" y="2325688"/>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1.566</a:t>
            </a:r>
          </a:p>
        </p:txBody>
      </p:sp>
      <p:sp>
        <p:nvSpPr>
          <p:cNvPr id="81" name="stage-0-circle-3-1">
            <a:extLst>
              <a:ext uri="{FF2B5EF4-FFF2-40B4-BE49-F238E27FC236}">
                <a16:creationId xmlns:a16="http://schemas.microsoft.com/office/drawing/2014/main" id="{F074FF84-DF1E-4520-AC53-B5DBF52524D3}"/>
              </a:ext>
            </a:extLst>
          </p:cNvPr>
          <p:cNvSpPr>
            <a:spLocks noGrp="1"/>
          </p:cNvSpPr>
          <p:nvPr/>
        </p:nvSpPr>
        <p:spPr>
          <a:xfrm>
            <a:off x="7762875" y="3040063"/>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82" name="stage-0-value-3-1">
            <a:extLst>
              <a:ext uri="{FF2B5EF4-FFF2-40B4-BE49-F238E27FC236}">
                <a16:creationId xmlns:a16="http://schemas.microsoft.com/office/drawing/2014/main" id="{39EC2CDE-1DDF-47A5-A8D4-8B9F1404D8F8}"/>
              </a:ext>
            </a:extLst>
          </p:cNvPr>
          <p:cNvSpPr>
            <a:spLocks noGrp="1"/>
          </p:cNvSpPr>
          <p:nvPr/>
        </p:nvSpPr>
        <p:spPr>
          <a:xfrm>
            <a:off x="7770813" y="3198813"/>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-1.948</a:t>
            </a:r>
          </a:p>
        </p:txBody>
      </p:sp>
      <p:sp>
        <p:nvSpPr>
          <p:cNvPr id="83" name="stage-0-circle-3-2">
            <a:extLst>
              <a:ext uri="{FF2B5EF4-FFF2-40B4-BE49-F238E27FC236}">
                <a16:creationId xmlns:a16="http://schemas.microsoft.com/office/drawing/2014/main" id="{3BE6FCCF-593A-4726-A90F-C00115E6B355}"/>
              </a:ext>
            </a:extLst>
          </p:cNvPr>
          <p:cNvSpPr>
            <a:spLocks noGrp="1"/>
          </p:cNvSpPr>
          <p:nvPr/>
        </p:nvSpPr>
        <p:spPr>
          <a:xfrm>
            <a:off x="7762875" y="3913188"/>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84" name="stage-0-value-3-2">
            <a:extLst>
              <a:ext uri="{FF2B5EF4-FFF2-40B4-BE49-F238E27FC236}">
                <a16:creationId xmlns:a16="http://schemas.microsoft.com/office/drawing/2014/main" id="{B6E98F8F-D836-4724-9592-528519E1667B}"/>
              </a:ext>
            </a:extLst>
          </p:cNvPr>
          <p:cNvSpPr>
            <a:spLocks noGrp="1"/>
          </p:cNvSpPr>
          <p:nvPr/>
        </p:nvSpPr>
        <p:spPr>
          <a:xfrm>
            <a:off x="7770813" y="4071938"/>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-1.948</a:t>
            </a:r>
          </a:p>
        </p:txBody>
      </p:sp>
      <p:sp>
        <p:nvSpPr>
          <p:cNvPr id="85" name="stage-0-circle-3-3">
            <a:extLst>
              <a:ext uri="{FF2B5EF4-FFF2-40B4-BE49-F238E27FC236}">
                <a16:creationId xmlns:a16="http://schemas.microsoft.com/office/drawing/2014/main" id="{09008C65-256B-4B07-BC49-AE1133362D92}"/>
              </a:ext>
            </a:extLst>
          </p:cNvPr>
          <p:cNvSpPr>
            <a:spLocks noGrp="1"/>
          </p:cNvSpPr>
          <p:nvPr/>
        </p:nvSpPr>
        <p:spPr>
          <a:xfrm>
            <a:off x="7762875" y="4786313"/>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86" name="stage-0-value-3-3">
            <a:extLst>
              <a:ext uri="{FF2B5EF4-FFF2-40B4-BE49-F238E27FC236}">
                <a16:creationId xmlns:a16="http://schemas.microsoft.com/office/drawing/2014/main" id="{143F1999-BCDB-4F8B-A482-81C23FE12D85}"/>
              </a:ext>
            </a:extLst>
          </p:cNvPr>
          <p:cNvSpPr>
            <a:spLocks noGrp="1"/>
          </p:cNvSpPr>
          <p:nvPr/>
        </p:nvSpPr>
        <p:spPr>
          <a:xfrm>
            <a:off x="7770813" y="4945063"/>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-2.879</a:t>
            </a:r>
          </a:p>
        </p:txBody>
      </p:sp>
      <p:sp>
        <p:nvSpPr>
          <p:cNvPr id="87" name="stage-0-circle-4-0">
            <a:extLst>
              <a:ext uri="{FF2B5EF4-FFF2-40B4-BE49-F238E27FC236}">
                <a16:creationId xmlns:a16="http://schemas.microsoft.com/office/drawing/2014/main" id="{5D5EE380-14C7-42DB-B93B-DA5AA570DAEE}"/>
              </a:ext>
            </a:extLst>
          </p:cNvPr>
          <p:cNvSpPr>
            <a:spLocks noGrp="1"/>
          </p:cNvSpPr>
          <p:nvPr/>
        </p:nvSpPr>
        <p:spPr>
          <a:xfrm>
            <a:off x="9906000" y="18891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88" name="stage-0-value-4-0">
            <a:extLst>
              <a:ext uri="{FF2B5EF4-FFF2-40B4-BE49-F238E27FC236}">
                <a16:creationId xmlns:a16="http://schemas.microsoft.com/office/drawing/2014/main" id="{A321C4E9-D728-4C0C-B237-AF0D56A15591}"/>
              </a:ext>
            </a:extLst>
          </p:cNvPr>
          <p:cNvSpPr>
            <a:spLocks noGrp="1"/>
          </p:cNvSpPr>
          <p:nvPr/>
        </p:nvSpPr>
        <p:spPr>
          <a:xfrm>
            <a:off x="9913938" y="204787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55.7%</a:t>
            </a:r>
          </a:p>
        </p:txBody>
      </p:sp>
      <p:sp>
        <p:nvSpPr>
          <p:cNvPr id="89" name="stage-0-circle-4-1">
            <a:extLst>
              <a:ext uri="{FF2B5EF4-FFF2-40B4-BE49-F238E27FC236}">
                <a16:creationId xmlns:a16="http://schemas.microsoft.com/office/drawing/2014/main" id="{3B913370-1CE4-4661-9952-204D0186F236}"/>
              </a:ext>
            </a:extLst>
          </p:cNvPr>
          <p:cNvSpPr>
            <a:spLocks noGrp="1"/>
          </p:cNvSpPr>
          <p:nvPr/>
        </p:nvSpPr>
        <p:spPr>
          <a:xfrm>
            <a:off x="9906000" y="268287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90" name="stage-0-value-4-1">
            <a:extLst>
              <a:ext uri="{FF2B5EF4-FFF2-40B4-BE49-F238E27FC236}">
                <a16:creationId xmlns:a16="http://schemas.microsoft.com/office/drawing/2014/main" id="{9061924D-0DAB-41C0-9BE0-4E34E2C21946}"/>
              </a:ext>
            </a:extLst>
          </p:cNvPr>
          <p:cNvSpPr>
            <a:spLocks noGrp="1"/>
          </p:cNvSpPr>
          <p:nvPr/>
        </p:nvSpPr>
        <p:spPr>
          <a:xfrm>
            <a:off x="9913938" y="284162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7.4%</a:t>
            </a:r>
          </a:p>
        </p:txBody>
      </p:sp>
      <p:sp>
        <p:nvSpPr>
          <p:cNvPr id="91" name="stage-0-circle-4-2">
            <a:extLst>
              <a:ext uri="{FF2B5EF4-FFF2-40B4-BE49-F238E27FC236}">
                <a16:creationId xmlns:a16="http://schemas.microsoft.com/office/drawing/2014/main" id="{7D913193-2A0D-4F36-BD42-527E747E3834}"/>
              </a:ext>
            </a:extLst>
          </p:cNvPr>
          <p:cNvSpPr>
            <a:spLocks noGrp="1"/>
          </p:cNvSpPr>
          <p:nvPr/>
        </p:nvSpPr>
        <p:spPr>
          <a:xfrm>
            <a:off x="9906000" y="34766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92" name="stage-0-value-4-2">
            <a:extLst>
              <a:ext uri="{FF2B5EF4-FFF2-40B4-BE49-F238E27FC236}">
                <a16:creationId xmlns:a16="http://schemas.microsoft.com/office/drawing/2014/main" id="{A5D325FF-8E23-414D-84EB-616EFAD54279}"/>
              </a:ext>
            </a:extLst>
          </p:cNvPr>
          <p:cNvSpPr>
            <a:spLocks noGrp="1"/>
          </p:cNvSpPr>
          <p:nvPr/>
        </p:nvSpPr>
        <p:spPr>
          <a:xfrm>
            <a:off x="9913938" y="363537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8.1%</a:t>
            </a:r>
          </a:p>
        </p:txBody>
      </p:sp>
      <p:sp>
        <p:nvSpPr>
          <p:cNvPr id="93" name="stage-0-circle-4-3">
            <a:extLst>
              <a:ext uri="{FF2B5EF4-FFF2-40B4-BE49-F238E27FC236}">
                <a16:creationId xmlns:a16="http://schemas.microsoft.com/office/drawing/2014/main" id="{88FD95C7-D836-4920-93D7-C8E7B23856A6}"/>
              </a:ext>
            </a:extLst>
          </p:cNvPr>
          <p:cNvSpPr>
            <a:spLocks noGrp="1"/>
          </p:cNvSpPr>
          <p:nvPr/>
        </p:nvSpPr>
        <p:spPr>
          <a:xfrm>
            <a:off x="9906000" y="427037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94" name="stage-0-value-4-3">
            <a:extLst>
              <a:ext uri="{FF2B5EF4-FFF2-40B4-BE49-F238E27FC236}">
                <a16:creationId xmlns:a16="http://schemas.microsoft.com/office/drawing/2014/main" id="{C2484D8D-DA15-4B44-889D-0DA1B241B9FA}"/>
              </a:ext>
            </a:extLst>
          </p:cNvPr>
          <p:cNvSpPr>
            <a:spLocks noGrp="1"/>
          </p:cNvSpPr>
          <p:nvPr/>
        </p:nvSpPr>
        <p:spPr>
          <a:xfrm>
            <a:off x="9913938" y="442912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18.5%</a:t>
            </a:r>
          </a:p>
        </p:txBody>
      </p:sp>
      <p:sp>
        <p:nvSpPr>
          <p:cNvPr id="95" name="stage-0-circle-4-4">
            <a:extLst>
              <a:ext uri="{FF2B5EF4-FFF2-40B4-BE49-F238E27FC236}">
                <a16:creationId xmlns:a16="http://schemas.microsoft.com/office/drawing/2014/main" id="{23FA8729-FFE7-43CB-991E-9FC850DC413C}"/>
              </a:ext>
            </a:extLst>
          </p:cNvPr>
          <p:cNvSpPr>
            <a:spLocks noGrp="1"/>
          </p:cNvSpPr>
          <p:nvPr/>
        </p:nvSpPr>
        <p:spPr>
          <a:xfrm>
            <a:off x="9906000" y="50641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96" name="stage-0-value-4-4">
            <a:extLst>
              <a:ext uri="{FF2B5EF4-FFF2-40B4-BE49-F238E27FC236}">
                <a16:creationId xmlns:a16="http://schemas.microsoft.com/office/drawing/2014/main" id="{E2CF7FED-CFA6-4F34-9724-D135C50BCE27}"/>
              </a:ext>
            </a:extLst>
          </p:cNvPr>
          <p:cNvSpPr>
            <a:spLocks noGrp="1"/>
          </p:cNvSpPr>
          <p:nvPr/>
        </p:nvSpPr>
        <p:spPr>
          <a:xfrm>
            <a:off x="9913938" y="522287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10.2%</a:t>
            </a:r>
          </a:p>
        </p:txBody>
      </p:sp>
      <p:sp>
        <p:nvSpPr>
          <p:cNvPr id="97" name="stage-0-caption">
            <a:extLst>
              <a:ext uri="{FF2B5EF4-FFF2-40B4-BE49-F238E27FC236}">
                <a16:creationId xmlns:a16="http://schemas.microsoft.com/office/drawing/2014/main" id="{6A7CC474-C499-4F91-8922-28DF26B5C72A}"/>
              </a:ext>
            </a:extLst>
          </p:cNvPr>
          <p:cNvSpPr>
            <a:spLocks noGrp="1"/>
          </p:cNvSpPr>
          <p:nvPr/>
        </p:nvSpPr>
        <p:spPr>
          <a:xfrm>
            <a:off x="635000" y="1309688"/>
            <a:ext cx="10922000" cy="476250"/>
          </a:xfrm>
          <a:prstGeom prst="rect">
            <a:avLst/>
          </a:prstGeom>
          <a:solidFill>
            <a:srgbClr val="FFFFFF"/>
          </a:solidFill>
          <a:ln w="0">
            <a:noFill/>
            <a:prstDash val="solid"/>
          </a:ln>
        </p:spPr>
        <p:txBody>
          <a:bodyPr wrap="none" lIns="0" tIns="0" rIns="0" bIns="0" anchor="ctr"/>
          <a:lstStyle>
            <a:defPPr algn="ctr">
              <a:defRPr sz="2550" b="1">
                <a:solidFill>
                  <a:srgbClr val="594576"/>
                </a:solidFill>
                <a:latin typeface="Nimbus Sans"/>
                <a:ea typeface="Nimbus Sans"/>
                <a:cs typeface="Nimbus Sans"/>
              </a:defRPr>
            </a:defPPr>
            <a:lvl1pPr algn="ctr">
              <a:defRPr sz="2550" b="1">
                <a:solidFill>
                  <a:srgbClr val="594576"/>
                </a:solidFill>
                <a:latin typeface="Nimbus Sans"/>
                <a:ea typeface="Nimbus Sans"/>
                <a:cs typeface="Nimbus Sans"/>
              </a:defRPr>
            </a:lvl1pPr>
            <a:lvl2pPr algn="ctr">
              <a:defRPr sz="2550" b="1">
                <a:solidFill>
                  <a:srgbClr val="594576"/>
                </a:solidFill>
                <a:latin typeface="Nimbus Sans"/>
                <a:ea typeface="Nimbus Sans"/>
                <a:cs typeface="Nimbus Sans"/>
              </a:defRPr>
            </a:lvl2pPr>
            <a:lvl3pPr algn="ctr">
              <a:defRPr sz="2550" b="1">
                <a:solidFill>
                  <a:srgbClr val="594576"/>
                </a:solidFill>
                <a:latin typeface="Nimbus Sans"/>
                <a:ea typeface="Nimbus Sans"/>
                <a:cs typeface="Nimbus Sans"/>
              </a:defRPr>
            </a:lvl3pPr>
            <a:lvl4pPr algn="ctr">
              <a:defRPr sz="2550" b="1">
                <a:solidFill>
                  <a:srgbClr val="594576"/>
                </a:solidFill>
                <a:latin typeface="Nimbus Sans"/>
                <a:ea typeface="Nimbus Sans"/>
                <a:cs typeface="Nimbus Sans"/>
              </a:defRPr>
            </a:lvl4pPr>
            <a:lvl5pPr algn="ctr">
              <a:defRPr sz="2550" b="1">
                <a:solidFill>
                  <a:srgbClr val="594576"/>
                </a:solidFill>
                <a:latin typeface="Nimbus Sans"/>
                <a:ea typeface="Nimbus Sans"/>
                <a:cs typeface="Nimbus Sans"/>
              </a:defRPr>
            </a:lvl5pPr>
            <a:lvl6pPr algn="ctr">
              <a:defRPr sz="2550" b="1">
                <a:solidFill>
                  <a:srgbClr val="594576"/>
                </a:solidFill>
                <a:latin typeface="Nimbus Sans"/>
                <a:ea typeface="Nimbus Sans"/>
                <a:cs typeface="Nimbus Sans"/>
              </a:defRPr>
            </a:lvl6pPr>
            <a:lvl7pPr algn="ctr">
              <a:defRPr sz="2550" b="1">
                <a:solidFill>
                  <a:srgbClr val="594576"/>
                </a:solidFill>
                <a:latin typeface="Nimbus Sans"/>
                <a:ea typeface="Nimbus Sans"/>
                <a:cs typeface="Nimbus Sans"/>
              </a:defRPr>
            </a:lvl7pPr>
            <a:lvl8pPr algn="ctr">
              <a:defRPr sz="2550" b="1">
                <a:solidFill>
                  <a:srgbClr val="594576"/>
                </a:solidFill>
                <a:latin typeface="Nimbus Sans"/>
                <a:ea typeface="Nimbus Sans"/>
                <a:cs typeface="Nimbus Sans"/>
              </a:defRPr>
            </a:lvl8pPr>
            <a:lvl9pPr algn="ctr">
              <a:defRPr sz="2550" b="1">
                <a:solidFill>
                  <a:srgbClr val="594576"/>
                </a:solidFill>
                <a:latin typeface="Nimbus Sans"/>
                <a:ea typeface="Nimbus Sans"/>
                <a:cs typeface="Nimbus Sans"/>
              </a:defRPr>
            </a:lvl9pPr>
          </a:lstStyle>
          <a:p>
            <a:pPr algn="ctr">
              <a:defRPr sz="2550" b="1">
                <a:solidFill>
                  <a:srgbClr val="594576"/>
                </a:solidFill>
                <a:latin typeface="Nimbus Sans"/>
                <a:ea typeface="Nimbus Sans"/>
                <a:cs typeface="Nimbus Sans"/>
              </a:defRPr>
            </a:pPr>
            <a:r>
              <a:rPr sz="2125"/>
              <a:t>Initially: all hidden activations are linear.</a:t>
            </a:r>
          </a:p>
        </p:txBody>
      </p:sp>
      <p:sp>
        <p:nvSpPr>
          <p:cNvPr id="98" name="stage-1-circle-1-0">
            <a:extLst>
              <a:ext uri="{FF2B5EF4-FFF2-40B4-BE49-F238E27FC236}">
                <a16:creationId xmlns:a16="http://schemas.microsoft.com/office/drawing/2014/main" id="{F358C373-FD84-4029-BD14-850FE21C98D5}"/>
              </a:ext>
            </a:extLst>
          </p:cNvPr>
          <p:cNvSpPr>
            <a:spLocks noGrp="1"/>
          </p:cNvSpPr>
          <p:nvPr/>
        </p:nvSpPr>
        <p:spPr>
          <a:xfrm>
            <a:off x="3476625" y="2444750"/>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99" name="stage-1-value-1-0">
            <a:extLst>
              <a:ext uri="{FF2B5EF4-FFF2-40B4-BE49-F238E27FC236}">
                <a16:creationId xmlns:a16="http://schemas.microsoft.com/office/drawing/2014/main" id="{8273E74A-3598-4E04-9B6E-90238BFC211F}"/>
              </a:ext>
            </a:extLst>
          </p:cNvPr>
          <p:cNvSpPr>
            <a:spLocks noGrp="1"/>
          </p:cNvSpPr>
          <p:nvPr/>
        </p:nvSpPr>
        <p:spPr>
          <a:xfrm>
            <a:off x="3484563" y="2603500"/>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0.401</a:t>
            </a:r>
          </a:p>
        </p:txBody>
      </p:sp>
      <p:sp>
        <p:nvSpPr>
          <p:cNvPr id="100" name="stage-1-circle-1-1">
            <a:extLst>
              <a:ext uri="{FF2B5EF4-FFF2-40B4-BE49-F238E27FC236}">
                <a16:creationId xmlns:a16="http://schemas.microsoft.com/office/drawing/2014/main" id="{5F4A1882-2CE6-4AA6-83CB-6E331FA273B4}"/>
              </a:ext>
            </a:extLst>
          </p:cNvPr>
          <p:cNvSpPr>
            <a:spLocks noGrp="1"/>
          </p:cNvSpPr>
          <p:nvPr/>
        </p:nvSpPr>
        <p:spPr>
          <a:xfrm>
            <a:off x="3476625" y="3476625"/>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101" name="stage-1-value-1-1">
            <a:extLst>
              <a:ext uri="{FF2B5EF4-FFF2-40B4-BE49-F238E27FC236}">
                <a16:creationId xmlns:a16="http://schemas.microsoft.com/office/drawing/2014/main" id="{32838313-7502-49AE-9A8C-955B99C4DABE}"/>
              </a:ext>
            </a:extLst>
          </p:cNvPr>
          <p:cNvSpPr>
            <a:spLocks noGrp="1"/>
          </p:cNvSpPr>
          <p:nvPr/>
        </p:nvSpPr>
        <p:spPr>
          <a:xfrm>
            <a:off x="3484563" y="3635375"/>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6.64</a:t>
            </a:r>
          </a:p>
        </p:txBody>
      </p:sp>
      <p:sp>
        <p:nvSpPr>
          <p:cNvPr id="102" name="stage-1-circle-1-2">
            <a:extLst>
              <a:ext uri="{FF2B5EF4-FFF2-40B4-BE49-F238E27FC236}">
                <a16:creationId xmlns:a16="http://schemas.microsoft.com/office/drawing/2014/main" id="{3ACE0FF1-9A29-4E2B-AD97-BC44CC003709}"/>
              </a:ext>
            </a:extLst>
          </p:cNvPr>
          <p:cNvSpPr>
            <a:spLocks noGrp="1"/>
          </p:cNvSpPr>
          <p:nvPr/>
        </p:nvSpPr>
        <p:spPr>
          <a:xfrm>
            <a:off x="3476625" y="4508500"/>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103" name="stage-1-value-1-2">
            <a:extLst>
              <a:ext uri="{FF2B5EF4-FFF2-40B4-BE49-F238E27FC236}">
                <a16:creationId xmlns:a16="http://schemas.microsoft.com/office/drawing/2014/main" id="{C698B33D-0658-4466-8126-8931D20854BA}"/>
              </a:ext>
            </a:extLst>
          </p:cNvPr>
          <p:cNvSpPr>
            <a:spLocks noGrp="1"/>
          </p:cNvSpPr>
          <p:nvPr/>
        </p:nvSpPr>
        <p:spPr>
          <a:xfrm>
            <a:off x="3484563" y="4667250"/>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2.72</a:t>
            </a:r>
          </a:p>
        </p:txBody>
      </p:sp>
      <p:sp>
        <p:nvSpPr>
          <p:cNvPr id="104" name="stage-1-circle-2-0">
            <a:extLst>
              <a:ext uri="{FF2B5EF4-FFF2-40B4-BE49-F238E27FC236}">
                <a16:creationId xmlns:a16="http://schemas.microsoft.com/office/drawing/2014/main" id="{AA8AADD1-8E9D-4F3D-B652-A040191AFA63}"/>
              </a:ext>
            </a:extLst>
          </p:cNvPr>
          <p:cNvSpPr>
            <a:spLocks noGrp="1"/>
          </p:cNvSpPr>
          <p:nvPr/>
        </p:nvSpPr>
        <p:spPr>
          <a:xfrm>
            <a:off x="5619750" y="2881313"/>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105" name="stage-1-value-2-0">
            <a:extLst>
              <a:ext uri="{FF2B5EF4-FFF2-40B4-BE49-F238E27FC236}">
                <a16:creationId xmlns:a16="http://schemas.microsoft.com/office/drawing/2014/main" id="{6B40AEDD-58B0-4CD0-92E6-DA51BC5F8A73}"/>
              </a:ext>
            </a:extLst>
          </p:cNvPr>
          <p:cNvSpPr>
            <a:spLocks noGrp="1"/>
          </p:cNvSpPr>
          <p:nvPr/>
        </p:nvSpPr>
        <p:spPr>
          <a:xfrm>
            <a:off x="5627688" y="3040063"/>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5.183</a:t>
            </a:r>
          </a:p>
        </p:txBody>
      </p:sp>
      <p:sp>
        <p:nvSpPr>
          <p:cNvPr id="106" name="stage-1-circle-2-1">
            <a:extLst>
              <a:ext uri="{FF2B5EF4-FFF2-40B4-BE49-F238E27FC236}">
                <a16:creationId xmlns:a16="http://schemas.microsoft.com/office/drawing/2014/main" id="{AC5DDEBE-5C7C-4928-8742-57EE987A2B05}"/>
              </a:ext>
            </a:extLst>
          </p:cNvPr>
          <p:cNvSpPr>
            <a:spLocks noGrp="1"/>
          </p:cNvSpPr>
          <p:nvPr/>
        </p:nvSpPr>
        <p:spPr>
          <a:xfrm>
            <a:off x="5619750" y="4071938"/>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107" name="stage-1-value-2-1">
            <a:extLst>
              <a:ext uri="{FF2B5EF4-FFF2-40B4-BE49-F238E27FC236}">
                <a16:creationId xmlns:a16="http://schemas.microsoft.com/office/drawing/2014/main" id="{DCF85557-2635-497F-9C72-9393FF0BC1E8}"/>
              </a:ext>
            </a:extLst>
          </p:cNvPr>
          <p:cNvSpPr>
            <a:spLocks noGrp="1"/>
          </p:cNvSpPr>
          <p:nvPr/>
        </p:nvSpPr>
        <p:spPr>
          <a:xfrm>
            <a:off x="5627688" y="4230688"/>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-6.088</a:t>
            </a:r>
          </a:p>
        </p:txBody>
      </p:sp>
      <p:sp>
        <p:nvSpPr>
          <p:cNvPr id="108" name="stage-1-circle-3-0">
            <a:extLst>
              <a:ext uri="{FF2B5EF4-FFF2-40B4-BE49-F238E27FC236}">
                <a16:creationId xmlns:a16="http://schemas.microsoft.com/office/drawing/2014/main" id="{642E1973-6F83-40C6-BEAD-D13FE50BD6E2}"/>
              </a:ext>
            </a:extLst>
          </p:cNvPr>
          <p:cNvSpPr>
            <a:spLocks noGrp="1"/>
          </p:cNvSpPr>
          <p:nvPr/>
        </p:nvSpPr>
        <p:spPr>
          <a:xfrm>
            <a:off x="7762875" y="2166938"/>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109" name="stage-1-value-3-0">
            <a:extLst>
              <a:ext uri="{FF2B5EF4-FFF2-40B4-BE49-F238E27FC236}">
                <a16:creationId xmlns:a16="http://schemas.microsoft.com/office/drawing/2014/main" id="{EA82AAC4-4665-48C6-A414-7114E00CC8DC}"/>
              </a:ext>
            </a:extLst>
          </p:cNvPr>
          <p:cNvSpPr>
            <a:spLocks noGrp="1"/>
          </p:cNvSpPr>
          <p:nvPr/>
        </p:nvSpPr>
        <p:spPr>
          <a:xfrm>
            <a:off x="7770813" y="2325688"/>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1.374</a:t>
            </a:r>
          </a:p>
        </p:txBody>
      </p:sp>
      <p:sp>
        <p:nvSpPr>
          <p:cNvPr id="110" name="stage-1-circle-3-1">
            <a:extLst>
              <a:ext uri="{FF2B5EF4-FFF2-40B4-BE49-F238E27FC236}">
                <a16:creationId xmlns:a16="http://schemas.microsoft.com/office/drawing/2014/main" id="{01405714-592C-4C58-BDD5-6DA3E75BA700}"/>
              </a:ext>
            </a:extLst>
          </p:cNvPr>
          <p:cNvSpPr>
            <a:spLocks noGrp="1"/>
          </p:cNvSpPr>
          <p:nvPr/>
        </p:nvSpPr>
        <p:spPr>
          <a:xfrm>
            <a:off x="7762875" y="3040063"/>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111" name="stage-1-value-3-1">
            <a:extLst>
              <a:ext uri="{FF2B5EF4-FFF2-40B4-BE49-F238E27FC236}">
                <a16:creationId xmlns:a16="http://schemas.microsoft.com/office/drawing/2014/main" id="{B2F89336-A9CE-44D6-8A4D-F591A8590FFD}"/>
              </a:ext>
            </a:extLst>
          </p:cNvPr>
          <p:cNvSpPr>
            <a:spLocks noGrp="1"/>
          </p:cNvSpPr>
          <p:nvPr/>
        </p:nvSpPr>
        <p:spPr>
          <a:xfrm>
            <a:off x="7770813" y="3198813"/>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-2.188</a:t>
            </a:r>
          </a:p>
        </p:txBody>
      </p:sp>
      <p:sp>
        <p:nvSpPr>
          <p:cNvPr id="112" name="stage-1-circle-3-2">
            <a:extLst>
              <a:ext uri="{FF2B5EF4-FFF2-40B4-BE49-F238E27FC236}">
                <a16:creationId xmlns:a16="http://schemas.microsoft.com/office/drawing/2014/main" id="{975F9973-375C-4750-9AE7-0E840632D2F6}"/>
              </a:ext>
            </a:extLst>
          </p:cNvPr>
          <p:cNvSpPr>
            <a:spLocks noGrp="1"/>
          </p:cNvSpPr>
          <p:nvPr/>
        </p:nvSpPr>
        <p:spPr>
          <a:xfrm>
            <a:off x="7762875" y="3913188"/>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113" name="stage-1-value-3-2">
            <a:extLst>
              <a:ext uri="{FF2B5EF4-FFF2-40B4-BE49-F238E27FC236}">
                <a16:creationId xmlns:a16="http://schemas.microsoft.com/office/drawing/2014/main" id="{28ED2F64-5D8E-4769-BE6B-73F68958D74F}"/>
              </a:ext>
            </a:extLst>
          </p:cNvPr>
          <p:cNvSpPr>
            <a:spLocks noGrp="1"/>
          </p:cNvSpPr>
          <p:nvPr/>
        </p:nvSpPr>
        <p:spPr>
          <a:xfrm>
            <a:off x="7770813" y="4071938"/>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-2.188</a:t>
            </a:r>
          </a:p>
        </p:txBody>
      </p:sp>
      <p:sp>
        <p:nvSpPr>
          <p:cNvPr id="114" name="stage-1-circle-3-3">
            <a:extLst>
              <a:ext uri="{FF2B5EF4-FFF2-40B4-BE49-F238E27FC236}">
                <a16:creationId xmlns:a16="http://schemas.microsoft.com/office/drawing/2014/main" id="{694FDB7D-F288-4FB8-8CA9-D2BC96B5C875}"/>
              </a:ext>
            </a:extLst>
          </p:cNvPr>
          <p:cNvSpPr>
            <a:spLocks noGrp="1"/>
          </p:cNvSpPr>
          <p:nvPr/>
        </p:nvSpPr>
        <p:spPr>
          <a:xfrm>
            <a:off x="7762875" y="4786313"/>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115" name="stage-1-value-3-3">
            <a:extLst>
              <a:ext uri="{FF2B5EF4-FFF2-40B4-BE49-F238E27FC236}">
                <a16:creationId xmlns:a16="http://schemas.microsoft.com/office/drawing/2014/main" id="{7F681E8F-6BFC-4D5C-B66B-223D6672824D}"/>
              </a:ext>
            </a:extLst>
          </p:cNvPr>
          <p:cNvSpPr>
            <a:spLocks noGrp="1"/>
          </p:cNvSpPr>
          <p:nvPr/>
        </p:nvSpPr>
        <p:spPr>
          <a:xfrm>
            <a:off x="7770813" y="4945063"/>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-2.863</a:t>
            </a:r>
          </a:p>
        </p:txBody>
      </p:sp>
      <p:sp>
        <p:nvSpPr>
          <p:cNvPr id="116" name="stage-1-circle-4-0">
            <a:extLst>
              <a:ext uri="{FF2B5EF4-FFF2-40B4-BE49-F238E27FC236}">
                <a16:creationId xmlns:a16="http://schemas.microsoft.com/office/drawing/2014/main" id="{94EBF69C-965F-4157-A71B-067FE0520426}"/>
              </a:ext>
            </a:extLst>
          </p:cNvPr>
          <p:cNvSpPr>
            <a:spLocks noGrp="1"/>
          </p:cNvSpPr>
          <p:nvPr/>
        </p:nvSpPr>
        <p:spPr>
          <a:xfrm>
            <a:off x="9906000" y="18891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117" name="stage-1-value-4-0">
            <a:extLst>
              <a:ext uri="{FF2B5EF4-FFF2-40B4-BE49-F238E27FC236}">
                <a16:creationId xmlns:a16="http://schemas.microsoft.com/office/drawing/2014/main" id="{051F0C08-80B8-4EE7-9F18-5A78EC80E8CE}"/>
              </a:ext>
            </a:extLst>
          </p:cNvPr>
          <p:cNvSpPr>
            <a:spLocks noGrp="1"/>
          </p:cNvSpPr>
          <p:nvPr/>
        </p:nvSpPr>
        <p:spPr>
          <a:xfrm>
            <a:off x="9913938" y="204787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52.6%</a:t>
            </a:r>
          </a:p>
        </p:txBody>
      </p:sp>
      <p:sp>
        <p:nvSpPr>
          <p:cNvPr id="118" name="stage-1-circle-4-1">
            <a:extLst>
              <a:ext uri="{FF2B5EF4-FFF2-40B4-BE49-F238E27FC236}">
                <a16:creationId xmlns:a16="http://schemas.microsoft.com/office/drawing/2014/main" id="{73E9F3A7-C5DE-49D5-BFB0-5B90B05DCC21}"/>
              </a:ext>
            </a:extLst>
          </p:cNvPr>
          <p:cNvSpPr>
            <a:spLocks noGrp="1"/>
          </p:cNvSpPr>
          <p:nvPr/>
        </p:nvSpPr>
        <p:spPr>
          <a:xfrm>
            <a:off x="9906000" y="268287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119" name="stage-1-value-4-1">
            <a:extLst>
              <a:ext uri="{FF2B5EF4-FFF2-40B4-BE49-F238E27FC236}">
                <a16:creationId xmlns:a16="http://schemas.microsoft.com/office/drawing/2014/main" id="{C2532681-6F26-46A0-97E3-7ACA2093D054}"/>
              </a:ext>
            </a:extLst>
          </p:cNvPr>
          <p:cNvSpPr>
            <a:spLocks noGrp="1"/>
          </p:cNvSpPr>
          <p:nvPr/>
        </p:nvSpPr>
        <p:spPr>
          <a:xfrm>
            <a:off x="9913938" y="284162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6.6%</a:t>
            </a:r>
          </a:p>
        </p:txBody>
      </p:sp>
      <p:sp>
        <p:nvSpPr>
          <p:cNvPr id="120" name="stage-1-circle-4-2">
            <a:extLst>
              <a:ext uri="{FF2B5EF4-FFF2-40B4-BE49-F238E27FC236}">
                <a16:creationId xmlns:a16="http://schemas.microsoft.com/office/drawing/2014/main" id="{D74490EA-919E-4099-A8C5-331D67F7A34C}"/>
              </a:ext>
            </a:extLst>
          </p:cNvPr>
          <p:cNvSpPr>
            <a:spLocks noGrp="1"/>
          </p:cNvSpPr>
          <p:nvPr/>
        </p:nvSpPr>
        <p:spPr>
          <a:xfrm>
            <a:off x="9906000" y="34766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121" name="stage-1-value-4-2">
            <a:extLst>
              <a:ext uri="{FF2B5EF4-FFF2-40B4-BE49-F238E27FC236}">
                <a16:creationId xmlns:a16="http://schemas.microsoft.com/office/drawing/2014/main" id="{C4509F2D-68CD-49BB-AD44-8163B564E207}"/>
              </a:ext>
            </a:extLst>
          </p:cNvPr>
          <p:cNvSpPr>
            <a:spLocks noGrp="1"/>
          </p:cNvSpPr>
          <p:nvPr/>
        </p:nvSpPr>
        <p:spPr>
          <a:xfrm>
            <a:off x="9913938" y="363537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7.6%</a:t>
            </a:r>
          </a:p>
        </p:txBody>
      </p:sp>
      <p:sp>
        <p:nvSpPr>
          <p:cNvPr id="122" name="stage-1-circle-4-3">
            <a:extLst>
              <a:ext uri="{FF2B5EF4-FFF2-40B4-BE49-F238E27FC236}">
                <a16:creationId xmlns:a16="http://schemas.microsoft.com/office/drawing/2014/main" id="{21B4F461-0E70-4E4D-A0E4-E9A3DED96F90}"/>
              </a:ext>
            </a:extLst>
          </p:cNvPr>
          <p:cNvSpPr>
            <a:spLocks noGrp="1"/>
          </p:cNvSpPr>
          <p:nvPr/>
        </p:nvSpPr>
        <p:spPr>
          <a:xfrm>
            <a:off x="9906000" y="427037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123" name="stage-1-value-4-3">
            <a:extLst>
              <a:ext uri="{FF2B5EF4-FFF2-40B4-BE49-F238E27FC236}">
                <a16:creationId xmlns:a16="http://schemas.microsoft.com/office/drawing/2014/main" id="{707E95E0-110D-4548-8D56-7F796AFCD508}"/>
              </a:ext>
            </a:extLst>
          </p:cNvPr>
          <p:cNvSpPr>
            <a:spLocks noGrp="1"/>
          </p:cNvSpPr>
          <p:nvPr/>
        </p:nvSpPr>
        <p:spPr>
          <a:xfrm>
            <a:off x="9913938" y="442912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25.9%</a:t>
            </a:r>
          </a:p>
        </p:txBody>
      </p:sp>
      <p:sp>
        <p:nvSpPr>
          <p:cNvPr id="124" name="stage-1-circle-4-4">
            <a:extLst>
              <a:ext uri="{FF2B5EF4-FFF2-40B4-BE49-F238E27FC236}">
                <a16:creationId xmlns:a16="http://schemas.microsoft.com/office/drawing/2014/main" id="{7D52C243-943B-481B-8BA4-6986DE7ECB7E}"/>
              </a:ext>
            </a:extLst>
          </p:cNvPr>
          <p:cNvSpPr>
            <a:spLocks noGrp="1"/>
          </p:cNvSpPr>
          <p:nvPr/>
        </p:nvSpPr>
        <p:spPr>
          <a:xfrm>
            <a:off x="9906000" y="50641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125" name="stage-1-value-4-4">
            <a:extLst>
              <a:ext uri="{FF2B5EF4-FFF2-40B4-BE49-F238E27FC236}">
                <a16:creationId xmlns:a16="http://schemas.microsoft.com/office/drawing/2014/main" id="{CA25BFB2-3A7F-466E-8DCD-7839F2ED29B6}"/>
              </a:ext>
            </a:extLst>
          </p:cNvPr>
          <p:cNvSpPr>
            <a:spLocks noGrp="1"/>
          </p:cNvSpPr>
          <p:nvPr/>
        </p:nvSpPr>
        <p:spPr>
          <a:xfrm>
            <a:off x="9913938" y="522287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7.2%</a:t>
            </a:r>
          </a:p>
        </p:txBody>
      </p:sp>
      <p:sp>
        <p:nvSpPr>
          <p:cNvPr id="126" name="stage-1-caption">
            <a:extLst>
              <a:ext uri="{FF2B5EF4-FFF2-40B4-BE49-F238E27FC236}">
                <a16:creationId xmlns:a16="http://schemas.microsoft.com/office/drawing/2014/main" id="{784F4270-ECED-4F19-BC1D-3EFA208DB690}"/>
              </a:ext>
            </a:extLst>
          </p:cNvPr>
          <p:cNvSpPr>
            <a:spLocks noGrp="1"/>
          </p:cNvSpPr>
          <p:nvPr/>
        </p:nvSpPr>
        <p:spPr>
          <a:xfrm>
            <a:off x="635000" y="1309688"/>
            <a:ext cx="10922000" cy="476250"/>
          </a:xfrm>
          <a:prstGeom prst="rect">
            <a:avLst/>
          </a:prstGeom>
          <a:solidFill>
            <a:srgbClr val="FFFFFF"/>
          </a:solidFill>
          <a:ln w="0">
            <a:noFill/>
            <a:prstDash val="solid"/>
          </a:ln>
        </p:spPr>
        <p:txBody>
          <a:bodyPr wrap="none" lIns="0" tIns="0" rIns="0" bIns="0" anchor="ctr"/>
          <a:lstStyle>
            <a:defPPr algn="ctr">
              <a:defRPr sz="2550" b="1">
                <a:solidFill>
                  <a:srgbClr val="37624D"/>
                </a:solidFill>
                <a:latin typeface="Nimbus Sans"/>
                <a:ea typeface="Nimbus Sans"/>
                <a:cs typeface="Nimbus Sans"/>
              </a:defRPr>
            </a:defPPr>
            <a:lvl1pPr algn="ctr">
              <a:defRPr sz="2550" b="1">
                <a:solidFill>
                  <a:srgbClr val="37624D"/>
                </a:solidFill>
                <a:latin typeface="Nimbus Sans"/>
                <a:ea typeface="Nimbus Sans"/>
                <a:cs typeface="Nimbus Sans"/>
              </a:defRPr>
            </a:lvl1pPr>
            <a:lvl2pPr algn="ctr">
              <a:defRPr sz="2550" b="1">
                <a:solidFill>
                  <a:srgbClr val="37624D"/>
                </a:solidFill>
                <a:latin typeface="Nimbus Sans"/>
                <a:ea typeface="Nimbus Sans"/>
                <a:cs typeface="Nimbus Sans"/>
              </a:defRPr>
            </a:lvl2pPr>
            <a:lvl3pPr algn="ctr">
              <a:defRPr sz="2550" b="1">
                <a:solidFill>
                  <a:srgbClr val="37624D"/>
                </a:solidFill>
                <a:latin typeface="Nimbus Sans"/>
                <a:ea typeface="Nimbus Sans"/>
                <a:cs typeface="Nimbus Sans"/>
              </a:defRPr>
            </a:lvl3pPr>
            <a:lvl4pPr algn="ctr">
              <a:defRPr sz="2550" b="1">
                <a:solidFill>
                  <a:srgbClr val="37624D"/>
                </a:solidFill>
                <a:latin typeface="Nimbus Sans"/>
                <a:ea typeface="Nimbus Sans"/>
                <a:cs typeface="Nimbus Sans"/>
              </a:defRPr>
            </a:lvl4pPr>
            <a:lvl5pPr algn="ctr">
              <a:defRPr sz="2550" b="1">
                <a:solidFill>
                  <a:srgbClr val="37624D"/>
                </a:solidFill>
                <a:latin typeface="Nimbus Sans"/>
                <a:ea typeface="Nimbus Sans"/>
                <a:cs typeface="Nimbus Sans"/>
              </a:defRPr>
            </a:lvl5pPr>
            <a:lvl6pPr algn="ctr">
              <a:defRPr sz="2550" b="1">
                <a:solidFill>
                  <a:srgbClr val="37624D"/>
                </a:solidFill>
                <a:latin typeface="Nimbus Sans"/>
                <a:ea typeface="Nimbus Sans"/>
                <a:cs typeface="Nimbus Sans"/>
              </a:defRPr>
            </a:lvl6pPr>
            <a:lvl7pPr algn="ctr">
              <a:defRPr sz="2550" b="1">
                <a:solidFill>
                  <a:srgbClr val="37624D"/>
                </a:solidFill>
                <a:latin typeface="Nimbus Sans"/>
                <a:ea typeface="Nimbus Sans"/>
                <a:cs typeface="Nimbus Sans"/>
              </a:defRPr>
            </a:lvl7pPr>
            <a:lvl8pPr algn="ctr">
              <a:defRPr sz="2550" b="1">
                <a:solidFill>
                  <a:srgbClr val="37624D"/>
                </a:solidFill>
                <a:latin typeface="Nimbus Sans"/>
                <a:ea typeface="Nimbus Sans"/>
                <a:cs typeface="Nimbus Sans"/>
              </a:defRPr>
            </a:lvl8pPr>
            <a:lvl9pPr algn="ctr">
              <a:defRPr sz="2550" b="1">
                <a:solidFill>
                  <a:srgbClr val="37624D"/>
                </a:solidFill>
                <a:latin typeface="Nimbus Sans"/>
                <a:ea typeface="Nimbus Sans"/>
                <a:cs typeface="Nimbus Sans"/>
              </a:defRPr>
            </a:lvl9pPr>
          </a:lstStyle>
          <a:p>
            <a:pPr algn="ctr">
              <a:defRPr sz="2550" b="1">
                <a:solidFill>
                  <a:srgbClr val="37624D"/>
                </a:solidFill>
                <a:latin typeface="Nimbus Sans"/>
                <a:ea typeface="Nimbus Sans"/>
                <a:cs typeface="Nimbus Sans"/>
              </a:defRPr>
            </a:pPr>
            <a:r>
              <a:rPr sz="2125"/>
              <a:t>Hidden layer 1, neuron 1:  σ(-0.400) = 0.401</a:t>
            </a:r>
          </a:p>
        </p:txBody>
      </p:sp>
      <p:sp>
        <p:nvSpPr>
          <p:cNvPr id="127" name="stage-2-circle-1-0">
            <a:extLst>
              <a:ext uri="{FF2B5EF4-FFF2-40B4-BE49-F238E27FC236}">
                <a16:creationId xmlns:a16="http://schemas.microsoft.com/office/drawing/2014/main" id="{3B0446CD-330B-49EC-81D4-10A7D2E786E7}"/>
              </a:ext>
            </a:extLst>
          </p:cNvPr>
          <p:cNvSpPr>
            <a:spLocks noGrp="1"/>
          </p:cNvSpPr>
          <p:nvPr/>
        </p:nvSpPr>
        <p:spPr>
          <a:xfrm>
            <a:off x="3476625" y="2444750"/>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128" name="stage-2-value-1-0">
            <a:extLst>
              <a:ext uri="{FF2B5EF4-FFF2-40B4-BE49-F238E27FC236}">
                <a16:creationId xmlns:a16="http://schemas.microsoft.com/office/drawing/2014/main" id="{AF20EFAE-C9D9-4E34-A3CB-9256C8F50503}"/>
              </a:ext>
            </a:extLst>
          </p:cNvPr>
          <p:cNvSpPr>
            <a:spLocks noGrp="1"/>
          </p:cNvSpPr>
          <p:nvPr/>
        </p:nvSpPr>
        <p:spPr>
          <a:xfrm>
            <a:off x="3484563" y="2603500"/>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0.401</a:t>
            </a:r>
          </a:p>
        </p:txBody>
      </p:sp>
      <p:sp>
        <p:nvSpPr>
          <p:cNvPr id="129" name="stage-2-circle-1-1">
            <a:extLst>
              <a:ext uri="{FF2B5EF4-FFF2-40B4-BE49-F238E27FC236}">
                <a16:creationId xmlns:a16="http://schemas.microsoft.com/office/drawing/2014/main" id="{E33337CE-3E2D-4B8E-A02E-75495E9B2D0D}"/>
              </a:ext>
            </a:extLst>
          </p:cNvPr>
          <p:cNvSpPr>
            <a:spLocks noGrp="1"/>
          </p:cNvSpPr>
          <p:nvPr/>
        </p:nvSpPr>
        <p:spPr>
          <a:xfrm>
            <a:off x="3476625" y="3476625"/>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130" name="stage-2-value-1-1">
            <a:extLst>
              <a:ext uri="{FF2B5EF4-FFF2-40B4-BE49-F238E27FC236}">
                <a16:creationId xmlns:a16="http://schemas.microsoft.com/office/drawing/2014/main" id="{D34D3107-ADAD-4155-B422-5C2878B1712A}"/>
              </a:ext>
            </a:extLst>
          </p:cNvPr>
          <p:cNvSpPr>
            <a:spLocks noGrp="1"/>
          </p:cNvSpPr>
          <p:nvPr/>
        </p:nvSpPr>
        <p:spPr>
          <a:xfrm>
            <a:off x="3484563" y="3635375"/>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0.999</a:t>
            </a:r>
          </a:p>
        </p:txBody>
      </p:sp>
      <p:sp>
        <p:nvSpPr>
          <p:cNvPr id="131" name="stage-2-circle-1-2">
            <a:extLst>
              <a:ext uri="{FF2B5EF4-FFF2-40B4-BE49-F238E27FC236}">
                <a16:creationId xmlns:a16="http://schemas.microsoft.com/office/drawing/2014/main" id="{423B83E5-15E2-4469-B1B9-D54FCE2C750F}"/>
              </a:ext>
            </a:extLst>
          </p:cNvPr>
          <p:cNvSpPr>
            <a:spLocks noGrp="1"/>
          </p:cNvSpPr>
          <p:nvPr/>
        </p:nvSpPr>
        <p:spPr>
          <a:xfrm>
            <a:off x="3476625" y="4508500"/>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132" name="stage-2-value-1-2">
            <a:extLst>
              <a:ext uri="{FF2B5EF4-FFF2-40B4-BE49-F238E27FC236}">
                <a16:creationId xmlns:a16="http://schemas.microsoft.com/office/drawing/2014/main" id="{64B63326-C4FC-49B8-A2E6-D1E4AB544371}"/>
              </a:ext>
            </a:extLst>
          </p:cNvPr>
          <p:cNvSpPr>
            <a:spLocks noGrp="1"/>
          </p:cNvSpPr>
          <p:nvPr/>
        </p:nvSpPr>
        <p:spPr>
          <a:xfrm>
            <a:off x="3484563" y="4667250"/>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2.72</a:t>
            </a:r>
          </a:p>
        </p:txBody>
      </p:sp>
      <p:sp>
        <p:nvSpPr>
          <p:cNvPr id="133" name="stage-2-circle-2-0">
            <a:extLst>
              <a:ext uri="{FF2B5EF4-FFF2-40B4-BE49-F238E27FC236}">
                <a16:creationId xmlns:a16="http://schemas.microsoft.com/office/drawing/2014/main" id="{364BF738-B78B-4CF3-9C89-097CD4E7466A}"/>
              </a:ext>
            </a:extLst>
          </p:cNvPr>
          <p:cNvSpPr>
            <a:spLocks noGrp="1"/>
          </p:cNvSpPr>
          <p:nvPr/>
        </p:nvSpPr>
        <p:spPr>
          <a:xfrm>
            <a:off x="5619750" y="2881313"/>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134" name="stage-2-value-2-0">
            <a:extLst>
              <a:ext uri="{FF2B5EF4-FFF2-40B4-BE49-F238E27FC236}">
                <a16:creationId xmlns:a16="http://schemas.microsoft.com/office/drawing/2014/main" id="{C734091C-99F3-438B-93BC-C79EA65D9C1E}"/>
              </a:ext>
            </a:extLst>
          </p:cNvPr>
          <p:cNvSpPr>
            <a:spLocks noGrp="1"/>
          </p:cNvSpPr>
          <p:nvPr/>
        </p:nvSpPr>
        <p:spPr>
          <a:xfrm>
            <a:off x="5627688" y="3040063"/>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1.799</a:t>
            </a:r>
          </a:p>
        </p:txBody>
      </p:sp>
      <p:sp>
        <p:nvSpPr>
          <p:cNvPr id="135" name="stage-2-circle-2-1">
            <a:extLst>
              <a:ext uri="{FF2B5EF4-FFF2-40B4-BE49-F238E27FC236}">
                <a16:creationId xmlns:a16="http://schemas.microsoft.com/office/drawing/2014/main" id="{7C2FB033-7626-4CB2-86E2-B4C5A896F9F8}"/>
              </a:ext>
            </a:extLst>
          </p:cNvPr>
          <p:cNvSpPr>
            <a:spLocks noGrp="1"/>
          </p:cNvSpPr>
          <p:nvPr/>
        </p:nvSpPr>
        <p:spPr>
          <a:xfrm>
            <a:off x="5619750" y="4071938"/>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136" name="stage-2-value-2-1">
            <a:extLst>
              <a:ext uri="{FF2B5EF4-FFF2-40B4-BE49-F238E27FC236}">
                <a16:creationId xmlns:a16="http://schemas.microsoft.com/office/drawing/2014/main" id="{75302C73-BDBF-4870-A2B8-9399B807ABE6}"/>
              </a:ext>
            </a:extLst>
          </p:cNvPr>
          <p:cNvSpPr>
            <a:spLocks noGrp="1"/>
          </p:cNvSpPr>
          <p:nvPr/>
        </p:nvSpPr>
        <p:spPr>
          <a:xfrm>
            <a:off x="5627688" y="4230688"/>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-2.139</a:t>
            </a:r>
          </a:p>
        </p:txBody>
      </p:sp>
      <p:sp>
        <p:nvSpPr>
          <p:cNvPr id="137" name="stage-2-circle-3-0">
            <a:extLst>
              <a:ext uri="{FF2B5EF4-FFF2-40B4-BE49-F238E27FC236}">
                <a16:creationId xmlns:a16="http://schemas.microsoft.com/office/drawing/2014/main" id="{546A5EBF-73CB-4044-8A12-32F4A0355317}"/>
              </a:ext>
            </a:extLst>
          </p:cNvPr>
          <p:cNvSpPr>
            <a:spLocks noGrp="1"/>
          </p:cNvSpPr>
          <p:nvPr/>
        </p:nvSpPr>
        <p:spPr>
          <a:xfrm>
            <a:off x="7762875" y="2166938"/>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138" name="stage-2-value-3-0">
            <a:extLst>
              <a:ext uri="{FF2B5EF4-FFF2-40B4-BE49-F238E27FC236}">
                <a16:creationId xmlns:a16="http://schemas.microsoft.com/office/drawing/2014/main" id="{1BBDAC58-F6D1-41BD-816E-C6B914C8052C}"/>
              </a:ext>
            </a:extLst>
          </p:cNvPr>
          <p:cNvSpPr>
            <a:spLocks noGrp="1"/>
          </p:cNvSpPr>
          <p:nvPr/>
        </p:nvSpPr>
        <p:spPr>
          <a:xfrm>
            <a:off x="7770813" y="2325688"/>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0.471</a:t>
            </a:r>
          </a:p>
        </p:txBody>
      </p:sp>
      <p:sp>
        <p:nvSpPr>
          <p:cNvPr id="139" name="stage-2-circle-3-1">
            <a:extLst>
              <a:ext uri="{FF2B5EF4-FFF2-40B4-BE49-F238E27FC236}">
                <a16:creationId xmlns:a16="http://schemas.microsoft.com/office/drawing/2014/main" id="{90B2185E-DEA7-4B17-9993-952208070F8E}"/>
              </a:ext>
            </a:extLst>
          </p:cNvPr>
          <p:cNvSpPr>
            <a:spLocks noGrp="1"/>
          </p:cNvSpPr>
          <p:nvPr/>
        </p:nvSpPr>
        <p:spPr>
          <a:xfrm>
            <a:off x="7762875" y="3040063"/>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140" name="stage-2-value-3-1">
            <a:extLst>
              <a:ext uri="{FF2B5EF4-FFF2-40B4-BE49-F238E27FC236}">
                <a16:creationId xmlns:a16="http://schemas.microsoft.com/office/drawing/2014/main" id="{8DB6833B-ACA0-4900-8F71-2849C904B33E}"/>
              </a:ext>
            </a:extLst>
          </p:cNvPr>
          <p:cNvSpPr>
            <a:spLocks noGrp="1"/>
          </p:cNvSpPr>
          <p:nvPr/>
        </p:nvSpPr>
        <p:spPr>
          <a:xfrm>
            <a:off x="7770813" y="3198813"/>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-0.778</a:t>
            </a:r>
          </a:p>
        </p:txBody>
      </p:sp>
      <p:sp>
        <p:nvSpPr>
          <p:cNvPr id="141" name="stage-2-circle-3-2">
            <a:extLst>
              <a:ext uri="{FF2B5EF4-FFF2-40B4-BE49-F238E27FC236}">
                <a16:creationId xmlns:a16="http://schemas.microsoft.com/office/drawing/2014/main" id="{441A64CF-15AB-4729-96EB-749B18E45DA9}"/>
              </a:ext>
            </a:extLst>
          </p:cNvPr>
          <p:cNvSpPr>
            <a:spLocks noGrp="1"/>
          </p:cNvSpPr>
          <p:nvPr/>
        </p:nvSpPr>
        <p:spPr>
          <a:xfrm>
            <a:off x="7762875" y="3913188"/>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142" name="stage-2-value-3-2">
            <a:extLst>
              <a:ext uri="{FF2B5EF4-FFF2-40B4-BE49-F238E27FC236}">
                <a16:creationId xmlns:a16="http://schemas.microsoft.com/office/drawing/2014/main" id="{4C236E9B-B5E1-4D61-9D0A-F4DA61CB3DA5}"/>
              </a:ext>
            </a:extLst>
          </p:cNvPr>
          <p:cNvSpPr>
            <a:spLocks noGrp="1"/>
          </p:cNvSpPr>
          <p:nvPr/>
        </p:nvSpPr>
        <p:spPr>
          <a:xfrm>
            <a:off x="7770813" y="4071938"/>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-0.778</a:t>
            </a:r>
          </a:p>
        </p:txBody>
      </p:sp>
      <p:sp>
        <p:nvSpPr>
          <p:cNvPr id="143" name="stage-2-circle-3-3">
            <a:extLst>
              <a:ext uri="{FF2B5EF4-FFF2-40B4-BE49-F238E27FC236}">
                <a16:creationId xmlns:a16="http://schemas.microsoft.com/office/drawing/2014/main" id="{DDBBCBE1-B12A-4A8E-AC55-C7BC654F82AB}"/>
              </a:ext>
            </a:extLst>
          </p:cNvPr>
          <p:cNvSpPr>
            <a:spLocks noGrp="1"/>
          </p:cNvSpPr>
          <p:nvPr/>
        </p:nvSpPr>
        <p:spPr>
          <a:xfrm>
            <a:off x="7762875" y="4786313"/>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144" name="stage-2-value-3-3">
            <a:extLst>
              <a:ext uri="{FF2B5EF4-FFF2-40B4-BE49-F238E27FC236}">
                <a16:creationId xmlns:a16="http://schemas.microsoft.com/office/drawing/2014/main" id="{0B2A5503-34B7-48E2-AC2D-F4A72EBE38C0}"/>
              </a:ext>
            </a:extLst>
          </p:cNvPr>
          <p:cNvSpPr>
            <a:spLocks noGrp="1"/>
          </p:cNvSpPr>
          <p:nvPr/>
        </p:nvSpPr>
        <p:spPr>
          <a:xfrm>
            <a:off x="7770813" y="4945063"/>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-1.002</a:t>
            </a:r>
          </a:p>
        </p:txBody>
      </p:sp>
      <p:sp>
        <p:nvSpPr>
          <p:cNvPr id="145" name="stage-2-circle-4-0">
            <a:extLst>
              <a:ext uri="{FF2B5EF4-FFF2-40B4-BE49-F238E27FC236}">
                <a16:creationId xmlns:a16="http://schemas.microsoft.com/office/drawing/2014/main" id="{E777377A-7D2E-4C7F-BF98-EAEDE9657B03}"/>
              </a:ext>
            </a:extLst>
          </p:cNvPr>
          <p:cNvSpPr>
            <a:spLocks noGrp="1"/>
          </p:cNvSpPr>
          <p:nvPr/>
        </p:nvSpPr>
        <p:spPr>
          <a:xfrm>
            <a:off x="9906000" y="18891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146" name="stage-2-value-4-0">
            <a:extLst>
              <a:ext uri="{FF2B5EF4-FFF2-40B4-BE49-F238E27FC236}">
                <a16:creationId xmlns:a16="http://schemas.microsoft.com/office/drawing/2014/main" id="{8C485362-0002-4F19-8071-AC1B29DE76BC}"/>
              </a:ext>
            </a:extLst>
          </p:cNvPr>
          <p:cNvSpPr>
            <a:spLocks noGrp="1"/>
          </p:cNvSpPr>
          <p:nvPr/>
        </p:nvSpPr>
        <p:spPr>
          <a:xfrm>
            <a:off x="9913938" y="204787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30.5%</a:t>
            </a:r>
          </a:p>
        </p:txBody>
      </p:sp>
      <p:sp>
        <p:nvSpPr>
          <p:cNvPr id="147" name="stage-2-circle-4-1">
            <a:extLst>
              <a:ext uri="{FF2B5EF4-FFF2-40B4-BE49-F238E27FC236}">
                <a16:creationId xmlns:a16="http://schemas.microsoft.com/office/drawing/2014/main" id="{4D25DFC9-0967-44DA-87D7-48D8A8CAE6B8}"/>
              </a:ext>
            </a:extLst>
          </p:cNvPr>
          <p:cNvSpPr>
            <a:spLocks noGrp="1"/>
          </p:cNvSpPr>
          <p:nvPr/>
        </p:nvSpPr>
        <p:spPr>
          <a:xfrm>
            <a:off x="9906000" y="268287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148" name="stage-2-value-4-1">
            <a:extLst>
              <a:ext uri="{FF2B5EF4-FFF2-40B4-BE49-F238E27FC236}">
                <a16:creationId xmlns:a16="http://schemas.microsoft.com/office/drawing/2014/main" id="{98107438-E968-4E0D-8890-8B2F3C50C70C}"/>
              </a:ext>
            </a:extLst>
          </p:cNvPr>
          <p:cNvSpPr>
            <a:spLocks noGrp="1"/>
          </p:cNvSpPr>
          <p:nvPr/>
        </p:nvSpPr>
        <p:spPr>
          <a:xfrm>
            <a:off x="9913938" y="284162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14.7%</a:t>
            </a:r>
          </a:p>
        </p:txBody>
      </p:sp>
      <p:sp>
        <p:nvSpPr>
          <p:cNvPr id="149" name="stage-2-circle-4-2">
            <a:extLst>
              <a:ext uri="{FF2B5EF4-FFF2-40B4-BE49-F238E27FC236}">
                <a16:creationId xmlns:a16="http://schemas.microsoft.com/office/drawing/2014/main" id="{A20B3148-5075-4871-91E3-CAAAF1448224}"/>
              </a:ext>
            </a:extLst>
          </p:cNvPr>
          <p:cNvSpPr>
            <a:spLocks noGrp="1"/>
          </p:cNvSpPr>
          <p:nvPr/>
        </p:nvSpPr>
        <p:spPr>
          <a:xfrm>
            <a:off x="9906000" y="34766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150" name="stage-2-value-4-2">
            <a:extLst>
              <a:ext uri="{FF2B5EF4-FFF2-40B4-BE49-F238E27FC236}">
                <a16:creationId xmlns:a16="http://schemas.microsoft.com/office/drawing/2014/main" id="{A9F84056-D140-443C-A4E1-7081D8C1E3CE}"/>
              </a:ext>
            </a:extLst>
          </p:cNvPr>
          <p:cNvSpPr>
            <a:spLocks noGrp="1"/>
          </p:cNvSpPr>
          <p:nvPr/>
        </p:nvSpPr>
        <p:spPr>
          <a:xfrm>
            <a:off x="9913938" y="363537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15.5%</a:t>
            </a:r>
          </a:p>
        </p:txBody>
      </p:sp>
      <p:sp>
        <p:nvSpPr>
          <p:cNvPr id="151" name="stage-2-circle-4-3">
            <a:extLst>
              <a:ext uri="{FF2B5EF4-FFF2-40B4-BE49-F238E27FC236}">
                <a16:creationId xmlns:a16="http://schemas.microsoft.com/office/drawing/2014/main" id="{0EA5398B-7BF5-45C2-9B1C-73F51CBCDC0D}"/>
              </a:ext>
            </a:extLst>
          </p:cNvPr>
          <p:cNvSpPr>
            <a:spLocks noGrp="1"/>
          </p:cNvSpPr>
          <p:nvPr/>
        </p:nvSpPr>
        <p:spPr>
          <a:xfrm>
            <a:off x="9906000" y="427037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152" name="stage-2-value-4-3">
            <a:extLst>
              <a:ext uri="{FF2B5EF4-FFF2-40B4-BE49-F238E27FC236}">
                <a16:creationId xmlns:a16="http://schemas.microsoft.com/office/drawing/2014/main" id="{26B52A1C-C818-45D4-879C-1903C831997F}"/>
              </a:ext>
            </a:extLst>
          </p:cNvPr>
          <p:cNvSpPr>
            <a:spLocks noGrp="1"/>
          </p:cNvSpPr>
          <p:nvPr/>
        </p:nvSpPr>
        <p:spPr>
          <a:xfrm>
            <a:off x="9913938" y="442912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24.3%</a:t>
            </a:r>
          </a:p>
        </p:txBody>
      </p:sp>
      <p:sp>
        <p:nvSpPr>
          <p:cNvPr id="153" name="stage-2-circle-4-4">
            <a:extLst>
              <a:ext uri="{FF2B5EF4-FFF2-40B4-BE49-F238E27FC236}">
                <a16:creationId xmlns:a16="http://schemas.microsoft.com/office/drawing/2014/main" id="{DEAAA524-F0EF-4929-8BAE-77510E038A7D}"/>
              </a:ext>
            </a:extLst>
          </p:cNvPr>
          <p:cNvSpPr>
            <a:spLocks noGrp="1"/>
          </p:cNvSpPr>
          <p:nvPr/>
        </p:nvSpPr>
        <p:spPr>
          <a:xfrm>
            <a:off x="9906000" y="50641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154" name="stage-2-value-4-4">
            <a:extLst>
              <a:ext uri="{FF2B5EF4-FFF2-40B4-BE49-F238E27FC236}">
                <a16:creationId xmlns:a16="http://schemas.microsoft.com/office/drawing/2014/main" id="{9399302C-E760-4DC1-819B-D0F55358C77E}"/>
              </a:ext>
            </a:extLst>
          </p:cNvPr>
          <p:cNvSpPr>
            <a:spLocks noGrp="1"/>
          </p:cNvSpPr>
          <p:nvPr/>
        </p:nvSpPr>
        <p:spPr>
          <a:xfrm>
            <a:off x="9913938" y="522287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15.0%</a:t>
            </a:r>
          </a:p>
        </p:txBody>
      </p:sp>
      <p:sp>
        <p:nvSpPr>
          <p:cNvPr id="155" name="stage-2-caption">
            <a:extLst>
              <a:ext uri="{FF2B5EF4-FFF2-40B4-BE49-F238E27FC236}">
                <a16:creationId xmlns:a16="http://schemas.microsoft.com/office/drawing/2014/main" id="{DD59FCFA-DF74-49F5-AA27-EEE7207E0751}"/>
              </a:ext>
            </a:extLst>
          </p:cNvPr>
          <p:cNvSpPr>
            <a:spLocks noGrp="1"/>
          </p:cNvSpPr>
          <p:nvPr/>
        </p:nvSpPr>
        <p:spPr>
          <a:xfrm>
            <a:off x="635000" y="1309688"/>
            <a:ext cx="10922000" cy="476250"/>
          </a:xfrm>
          <a:prstGeom prst="rect">
            <a:avLst/>
          </a:prstGeom>
          <a:solidFill>
            <a:srgbClr val="FFFFFF"/>
          </a:solidFill>
          <a:ln w="0">
            <a:noFill/>
            <a:prstDash val="solid"/>
          </a:ln>
        </p:spPr>
        <p:txBody>
          <a:bodyPr wrap="none" lIns="0" tIns="0" rIns="0" bIns="0" anchor="ctr"/>
          <a:lstStyle>
            <a:defPPr algn="ctr">
              <a:defRPr sz="2550" b="1">
                <a:solidFill>
                  <a:srgbClr val="37624D"/>
                </a:solidFill>
                <a:latin typeface="Nimbus Sans"/>
                <a:ea typeface="Nimbus Sans"/>
                <a:cs typeface="Nimbus Sans"/>
              </a:defRPr>
            </a:defPPr>
            <a:lvl1pPr algn="ctr">
              <a:defRPr sz="2550" b="1">
                <a:solidFill>
                  <a:srgbClr val="37624D"/>
                </a:solidFill>
                <a:latin typeface="Nimbus Sans"/>
                <a:ea typeface="Nimbus Sans"/>
                <a:cs typeface="Nimbus Sans"/>
              </a:defRPr>
            </a:lvl1pPr>
            <a:lvl2pPr algn="ctr">
              <a:defRPr sz="2550" b="1">
                <a:solidFill>
                  <a:srgbClr val="37624D"/>
                </a:solidFill>
                <a:latin typeface="Nimbus Sans"/>
                <a:ea typeface="Nimbus Sans"/>
                <a:cs typeface="Nimbus Sans"/>
              </a:defRPr>
            </a:lvl2pPr>
            <a:lvl3pPr algn="ctr">
              <a:defRPr sz="2550" b="1">
                <a:solidFill>
                  <a:srgbClr val="37624D"/>
                </a:solidFill>
                <a:latin typeface="Nimbus Sans"/>
                <a:ea typeface="Nimbus Sans"/>
                <a:cs typeface="Nimbus Sans"/>
              </a:defRPr>
            </a:lvl3pPr>
            <a:lvl4pPr algn="ctr">
              <a:defRPr sz="2550" b="1">
                <a:solidFill>
                  <a:srgbClr val="37624D"/>
                </a:solidFill>
                <a:latin typeface="Nimbus Sans"/>
                <a:ea typeface="Nimbus Sans"/>
                <a:cs typeface="Nimbus Sans"/>
              </a:defRPr>
            </a:lvl4pPr>
            <a:lvl5pPr algn="ctr">
              <a:defRPr sz="2550" b="1">
                <a:solidFill>
                  <a:srgbClr val="37624D"/>
                </a:solidFill>
                <a:latin typeface="Nimbus Sans"/>
                <a:ea typeface="Nimbus Sans"/>
                <a:cs typeface="Nimbus Sans"/>
              </a:defRPr>
            </a:lvl5pPr>
            <a:lvl6pPr algn="ctr">
              <a:defRPr sz="2550" b="1">
                <a:solidFill>
                  <a:srgbClr val="37624D"/>
                </a:solidFill>
                <a:latin typeface="Nimbus Sans"/>
                <a:ea typeface="Nimbus Sans"/>
                <a:cs typeface="Nimbus Sans"/>
              </a:defRPr>
            </a:lvl6pPr>
            <a:lvl7pPr algn="ctr">
              <a:defRPr sz="2550" b="1">
                <a:solidFill>
                  <a:srgbClr val="37624D"/>
                </a:solidFill>
                <a:latin typeface="Nimbus Sans"/>
                <a:ea typeface="Nimbus Sans"/>
                <a:cs typeface="Nimbus Sans"/>
              </a:defRPr>
            </a:lvl7pPr>
            <a:lvl8pPr algn="ctr">
              <a:defRPr sz="2550" b="1">
                <a:solidFill>
                  <a:srgbClr val="37624D"/>
                </a:solidFill>
                <a:latin typeface="Nimbus Sans"/>
                <a:ea typeface="Nimbus Sans"/>
                <a:cs typeface="Nimbus Sans"/>
              </a:defRPr>
            </a:lvl8pPr>
            <a:lvl9pPr algn="ctr">
              <a:defRPr sz="2550" b="1">
                <a:solidFill>
                  <a:srgbClr val="37624D"/>
                </a:solidFill>
                <a:latin typeface="Nimbus Sans"/>
                <a:ea typeface="Nimbus Sans"/>
                <a:cs typeface="Nimbus Sans"/>
              </a:defRPr>
            </a:lvl9pPr>
          </a:lstStyle>
          <a:p>
            <a:pPr algn="ctr">
              <a:defRPr sz="2550" b="1">
                <a:solidFill>
                  <a:srgbClr val="37624D"/>
                </a:solidFill>
                <a:latin typeface="Nimbus Sans"/>
                <a:ea typeface="Nimbus Sans"/>
                <a:cs typeface="Nimbus Sans"/>
              </a:defRPr>
            </a:pPr>
            <a:r>
              <a:rPr sz="2125"/>
              <a:t>Hidden layer 1, neuron 2:  σ(6.640) = 0.999</a:t>
            </a:r>
          </a:p>
        </p:txBody>
      </p:sp>
      <p:sp>
        <p:nvSpPr>
          <p:cNvPr id="156" name="stage-3-circle-1-0">
            <a:extLst>
              <a:ext uri="{FF2B5EF4-FFF2-40B4-BE49-F238E27FC236}">
                <a16:creationId xmlns:a16="http://schemas.microsoft.com/office/drawing/2014/main" id="{3E201893-2352-4221-8DC7-A13C65DAF251}"/>
              </a:ext>
            </a:extLst>
          </p:cNvPr>
          <p:cNvSpPr>
            <a:spLocks noGrp="1"/>
          </p:cNvSpPr>
          <p:nvPr/>
        </p:nvSpPr>
        <p:spPr>
          <a:xfrm>
            <a:off x="3476625" y="2444750"/>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157" name="stage-3-value-1-0">
            <a:extLst>
              <a:ext uri="{FF2B5EF4-FFF2-40B4-BE49-F238E27FC236}">
                <a16:creationId xmlns:a16="http://schemas.microsoft.com/office/drawing/2014/main" id="{5AE1646E-F517-40FB-88D5-1CF276BCF782}"/>
              </a:ext>
            </a:extLst>
          </p:cNvPr>
          <p:cNvSpPr>
            <a:spLocks noGrp="1"/>
          </p:cNvSpPr>
          <p:nvPr/>
        </p:nvSpPr>
        <p:spPr>
          <a:xfrm>
            <a:off x="3484563" y="2603500"/>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0.401</a:t>
            </a:r>
          </a:p>
        </p:txBody>
      </p:sp>
      <p:sp>
        <p:nvSpPr>
          <p:cNvPr id="158" name="stage-3-circle-1-1">
            <a:extLst>
              <a:ext uri="{FF2B5EF4-FFF2-40B4-BE49-F238E27FC236}">
                <a16:creationId xmlns:a16="http://schemas.microsoft.com/office/drawing/2014/main" id="{4B98C4AC-5277-49D6-B981-FF364DA93D7F}"/>
              </a:ext>
            </a:extLst>
          </p:cNvPr>
          <p:cNvSpPr>
            <a:spLocks noGrp="1"/>
          </p:cNvSpPr>
          <p:nvPr/>
        </p:nvSpPr>
        <p:spPr>
          <a:xfrm>
            <a:off x="3476625" y="3476625"/>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159" name="stage-3-value-1-1">
            <a:extLst>
              <a:ext uri="{FF2B5EF4-FFF2-40B4-BE49-F238E27FC236}">
                <a16:creationId xmlns:a16="http://schemas.microsoft.com/office/drawing/2014/main" id="{D99EB4FC-3296-414B-95C7-7C828A78CD6C}"/>
              </a:ext>
            </a:extLst>
          </p:cNvPr>
          <p:cNvSpPr>
            <a:spLocks noGrp="1"/>
          </p:cNvSpPr>
          <p:nvPr/>
        </p:nvSpPr>
        <p:spPr>
          <a:xfrm>
            <a:off x="3484563" y="3635375"/>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0.999</a:t>
            </a:r>
          </a:p>
        </p:txBody>
      </p:sp>
      <p:sp>
        <p:nvSpPr>
          <p:cNvPr id="160" name="stage-3-circle-1-2">
            <a:extLst>
              <a:ext uri="{FF2B5EF4-FFF2-40B4-BE49-F238E27FC236}">
                <a16:creationId xmlns:a16="http://schemas.microsoft.com/office/drawing/2014/main" id="{35EDD4E5-9AB0-4107-A305-B9A0BA09CA35}"/>
              </a:ext>
            </a:extLst>
          </p:cNvPr>
          <p:cNvSpPr>
            <a:spLocks noGrp="1"/>
          </p:cNvSpPr>
          <p:nvPr/>
        </p:nvSpPr>
        <p:spPr>
          <a:xfrm>
            <a:off x="3476625" y="4508500"/>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161" name="stage-3-value-1-2">
            <a:extLst>
              <a:ext uri="{FF2B5EF4-FFF2-40B4-BE49-F238E27FC236}">
                <a16:creationId xmlns:a16="http://schemas.microsoft.com/office/drawing/2014/main" id="{7C2CE3E6-97E3-42DC-83B3-25E626BBF1D6}"/>
              </a:ext>
            </a:extLst>
          </p:cNvPr>
          <p:cNvSpPr>
            <a:spLocks noGrp="1"/>
          </p:cNvSpPr>
          <p:nvPr/>
        </p:nvSpPr>
        <p:spPr>
          <a:xfrm>
            <a:off x="3484563" y="4667250"/>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0.938</a:t>
            </a:r>
          </a:p>
        </p:txBody>
      </p:sp>
      <p:sp>
        <p:nvSpPr>
          <p:cNvPr id="162" name="stage-3-circle-2-0">
            <a:extLst>
              <a:ext uri="{FF2B5EF4-FFF2-40B4-BE49-F238E27FC236}">
                <a16:creationId xmlns:a16="http://schemas.microsoft.com/office/drawing/2014/main" id="{FC51FF5F-0077-476F-91E7-EF5131147498}"/>
              </a:ext>
            </a:extLst>
          </p:cNvPr>
          <p:cNvSpPr>
            <a:spLocks noGrp="1"/>
          </p:cNvSpPr>
          <p:nvPr/>
        </p:nvSpPr>
        <p:spPr>
          <a:xfrm>
            <a:off x="5619750" y="2881313"/>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163" name="stage-3-value-2-0">
            <a:extLst>
              <a:ext uri="{FF2B5EF4-FFF2-40B4-BE49-F238E27FC236}">
                <a16:creationId xmlns:a16="http://schemas.microsoft.com/office/drawing/2014/main" id="{EF4D01DF-453E-443D-905F-51A0BAADC9CB}"/>
              </a:ext>
            </a:extLst>
          </p:cNvPr>
          <p:cNvSpPr>
            <a:spLocks noGrp="1"/>
          </p:cNvSpPr>
          <p:nvPr/>
        </p:nvSpPr>
        <p:spPr>
          <a:xfrm>
            <a:off x="5627688" y="3040063"/>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0.908</a:t>
            </a:r>
          </a:p>
        </p:txBody>
      </p:sp>
      <p:sp>
        <p:nvSpPr>
          <p:cNvPr id="164" name="stage-3-circle-2-1">
            <a:extLst>
              <a:ext uri="{FF2B5EF4-FFF2-40B4-BE49-F238E27FC236}">
                <a16:creationId xmlns:a16="http://schemas.microsoft.com/office/drawing/2014/main" id="{EE01EDFD-ACA2-4466-959A-CEE42ECBD069}"/>
              </a:ext>
            </a:extLst>
          </p:cNvPr>
          <p:cNvSpPr>
            <a:spLocks noGrp="1"/>
          </p:cNvSpPr>
          <p:nvPr/>
        </p:nvSpPr>
        <p:spPr>
          <a:xfrm>
            <a:off x="5619750" y="4071938"/>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165" name="stage-3-value-2-1">
            <a:extLst>
              <a:ext uri="{FF2B5EF4-FFF2-40B4-BE49-F238E27FC236}">
                <a16:creationId xmlns:a16="http://schemas.microsoft.com/office/drawing/2014/main" id="{60B25A7A-DDBD-44DE-BF95-BEF7678EE516}"/>
              </a:ext>
            </a:extLst>
          </p:cNvPr>
          <p:cNvSpPr>
            <a:spLocks noGrp="1"/>
          </p:cNvSpPr>
          <p:nvPr/>
        </p:nvSpPr>
        <p:spPr>
          <a:xfrm>
            <a:off x="5627688" y="4230688"/>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-1.248</a:t>
            </a:r>
          </a:p>
        </p:txBody>
      </p:sp>
      <p:sp>
        <p:nvSpPr>
          <p:cNvPr id="166" name="stage-3-circle-3-0">
            <a:extLst>
              <a:ext uri="{FF2B5EF4-FFF2-40B4-BE49-F238E27FC236}">
                <a16:creationId xmlns:a16="http://schemas.microsoft.com/office/drawing/2014/main" id="{D8C253A5-D980-4467-BE11-FE7495F319E2}"/>
              </a:ext>
            </a:extLst>
          </p:cNvPr>
          <p:cNvSpPr>
            <a:spLocks noGrp="1"/>
          </p:cNvSpPr>
          <p:nvPr/>
        </p:nvSpPr>
        <p:spPr>
          <a:xfrm>
            <a:off x="7762875" y="2166938"/>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167" name="stage-3-value-3-0">
            <a:extLst>
              <a:ext uri="{FF2B5EF4-FFF2-40B4-BE49-F238E27FC236}">
                <a16:creationId xmlns:a16="http://schemas.microsoft.com/office/drawing/2014/main" id="{16C02E81-F3BB-490C-9F64-53270221C73F}"/>
              </a:ext>
            </a:extLst>
          </p:cNvPr>
          <p:cNvSpPr>
            <a:spLocks noGrp="1"/>
          </p:cNvSpPr>
          <p:nvPr/>
        </p:nvSpPr>
        <p:spPr>
          <a:xfrm>
            <a:off x="7770813" y="2325688"/>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0.204</a:t>
            </a:r>
          </a:p>
        </p:txBody>
      </p:sp>
      <p:sp>
        <p:nvSpPr>
          <p:cNvPr id="168" name="stage-3-circle-3-1">
            <a:extLst>
              <a:ext uri="{FF2B5EF4-FFF2-40B4-BE49-F238E27FC236}">
                <a16:creationId xmlns:a16="http://schemas.microsoft.com/office/drawing/2014/main" id="{34E6D155-48CB-4A61-9F18-ACD15124E6CC}"/>
              </a:ext>
            </a:extLst>
          </p:cNvPr>
          <p:cNvSpPr>
            <a:spLocks noGrp="1"/>
          </p:cNvSpPr>
          <p:nvPr/>
        </p:nvSpPr>
        <p:spPr>
          <a:xfrm>
            <a:off x="7762875" y="3040063"/>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169" name="stage-3-value-3-1">
            <a:extLst>
              <a:ext uri="{FF2B5EF4-FFF2-40B4-BE49-F238E27FC236}">
                <a16:creationId xmlns:a16="http://schemas.microsoft.com/office/drawing/2014/main" id="{AC837680-06A9-4A41-AF9F-4B9651E055A9}"/>
              </a:ext>
            </a:extLst>
          </p:cNvPr>
          <p:cNvSpPr>
            <a:spLocks noGrp="1"/>
          </p:cNvSpPr>
          <p:nvPr/>
        </p:nvSpPr>
        <p:spPr>
          <a:xfrm>
            <a:off x="7770813" y="3198813"/>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-0.511</a:t>
            </a:r>
          </a:p>
        </p:txBody>
      </p:sp>
      <p:sp>
        <p:nvSpPr>
          <p:cNvPr id="170" name="stage-3-circle-3-2">
            <a:extLst>
              <a:ext uri="{FF2B5EF4-FFF2-40B4-BE49-F238E27FC236}">
                <a16:creationId xmlns:a16="http://schemas.microsoft.com/office/drawing/2014/main" id="{22F90B6E-DBC7-4F17-A1FA-E0E365DD38E7}"/>
              </a:ext>
            </a:extLst>
          </p:cNvPr>
          <p:cNvSpPr>
            <a:spLocks noGrp="1"/>
          </p:cNvSpPr>
          <p:nvPr/>
        </p:nvSpPr>
        <p:spPr>
          <a:xfrm>
            <a:off x="7762875" y="3913188"/>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171" name="stage-3-value-3-2">
            <a:extLst>
              <a:ext uri="{FF2B5EF4-FFF2-40B4-BE49-F238E27FC236}">
                <a16:creationId xmlns:a16="http://schemas.microsoft.com/office/drawing/2014/main" id="{7911F57C-DF01-4F55-BC34-6F716AB7346F}"/>
              </a:ext>
            </a:extLst>
          </p:cNvPr>
          <p:cNvSpPr>
            <a:spLocks noGrp="1"/>
          </p:cNvSpPr>
          <p:nvPr/>
        </p:nvSpPr>
        <p:spPr>
          <a:xfrm>
            <a:off x="7770813" y="4071938"/>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-0.511</a:t>
            </a:r>
          </a:p>
        </p:txBody>
      </p:sp>
      <p:sp>
        <p:nvSpPr>
          <p:cNvPr id="172" name="stage-3-circle-3-3">
            <a:extLst>
              <a:ext uri="{FF2B5EF4-FFF2-40B4-BE49-F238E27FC236}">
                <a16:creationId xmlns:a16="http://schemas.microsoft.com/office/drawing/2014/main" id="{00C631E9-DAF3-4806-B1A9-FA48BDAF7F76}"/>
              </a:ext>
            </a:extLst>
          </p:cNvPr>
          <p:cNvSpPr>
            <a:spLocks noGrp="1"/>
          </p:cNvSpPr>
          <p:nvPr/>
        </p:nvSpPr>
        <p:spPr>
          <a:xfrm>
            <a:off x="7762875" y="4786313"/>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173" name="stage-3-value-3-3">
            <a:extLst>
              <a:ext uri="{FF2B5EF4-FFF2-40B4-BE49-F238E27FC236}">
                <a16:creationId xmlns:a16="http://schemas.microsoft.com/office/drawing/2014/main" id="{7565EE6B-7616-4CB3-B897-F4740B7BF4EB}"/>
              </a:ext>
            </a:extLst>
          </p:cNvPr>
          <p:cNvSpPr>
            <a:spLocks noGrp="1"/>
          </p:cNvSpPr>
          <p:nvPr/>
        </p:nvSpPr>
        <p:spPr>
          <a:xfrm>
            <a:off x="7770813" y="4945063"/>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-0.556</a:t>
            </a:r>
          </a:p>
        </p:txBody>
      </p:sp>
      <p:sp>
        <p:nvSpPr>
          <p:cNvPr id="174" name="stage-3-circle-4-0">
            <a:extLst>
              <a:ext uri="{FF2B5EF4-FFF2-40B4-BE49-F238E27FC236}">
                <a16:creationId xmlns:a16="http://schemas.microsoft.com/office/drawing/2014/main" id="{89FD10AE-0E3F-4A74-883C-46B7BD14FE2C}"/>
              </a:ext>
            </a:extLst>
          </p:cNvPr>
          <p:cNvSpPr>
            <a:spLocks noGrp="1"/>
          </p:cNvSpPr>
          <p:nvPr/>
        </p:nvSpPr>
        <p:spPr>
          <a:xfrm>
            <a:off x="9906000" y="18891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175" name="stage-3-value-4-0">
            <a:extLst>
              <a:ext uri="{FF2B5EF4-FFF2-40B4-BE49-F238E27FC236}">
                <a16:creationId xmlns:a16="http://schemas.microsoft.com/office/drawing/2014/main" id="{BB76DCF4-95DE-4CB6-B45A-60D259151EF9}"/>
              </a:ext>
            </a:extLst>
          </p:cNvPr>
          <p:cNvSpPr>
            <a:spLocks noGrp="1"/>
          </p:cNvSpPr>
          <p:nvPr/>
        </p:nvSpPr>
        <p:spPr>
          <a:xfrm>
            <a:off x="9913938" y="204787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25.4%</a:t>
            </a:r>
          </a:p>
        </p:txBody>
      </p:sp>
      <p:sp>
        <p:nvSpPr>
          <p:cNvPr id="176" name="stage-3-circle-4-1">
            <a:extLst>
              <a:ext uri="{FF2B5EF4-FFF2-40B4-BE49-F238E27FC236}">
                <a16:creationId xmlns:a16="http://schemas.microsoft.com/office/drawing/2014/main" id="{58011208-0963-4FD6-9E97-4F38EB04D660}"/>
              </a:ext>
            </a:extLst>
          </p:cNvPr>
          <p:cNvSpPr>
            <a:spLocks noGrp="1"/>
          </p:cNvSpPr>
          <p:nvPr/>
        </p:nvSpPr>
        <p:spPr>
          <a:xfrm>
            <a:off x="9906000" y="268287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177" name="stage-3-value-4-1">
            <a:extLst>
              <a:ext uri="{FF2B5EF4-FFF2-40B4-BE49-F238E27FC236}">
                <a16:creationId xmlns:a16="http://schemas.microsoft.com/office/drawing/2014/main" id="{5D0E6EF1-BEA3-4D13-BB17-5150D644CDAC}"/>
              </a:ext>
            </a:extLst>
          </p:cNvPr>
          <p:cNvSpPr>
            <a:spLocks noGrp="1"/>
          </p:cNvSpPr>
          <p:nvPr/>
        </p:nvSpPr>
        <p:spPr>
          <a:xfrm>
            <a:off x="9913938" y="284162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16.5%</a:t>
            </a:r>
          </a:p>
        </p:txBody>
      </p:sp>
      <p:sp>
        <p:nvSpPr>
          <p:cNvPr id="178" name="stage-3-circle-4-2">
            <a:extLst>
              <a:ext uri="{FF2B5EF4-FFF2-40B4-BE49-F238E27FC236}">
                <a16:creationId xmlns:a16="http://schemas.microsoft.com/office/drawing/2014/main" id="{BBAD452B-6965-4B7F-9105-886D8657F6F1}"/>
              </a:ext>
            </a:extLst>
          </p:cNvPr>
          <p:cNvSpPr>
            <a:spLocks noGrp="1"/>
          </p:cNvSpPr>
          <p:nvPr/>
        </p:nvSpPr>
        <p:spPr>
          <a:xfrm>
            <a:off x="9906000" y="34766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179" name="stage-3-value-4-2">
            <a:extLst>
              <a:ext uri="{FF2B5EF4-FFF2-40B4-BE49-F238E27FC236}">
                <a16:creationId xmlns:a16="http://schemas.microsoft.com/office/drawing/2014/main" id="{49C43E1A-CCF3-44FE-944B-170793A2167A}"/>
              </a:ext>
            </a:extLst>
          </p:cNvPr>
          <p:cNvSpPr>
            <a:spLocks noGrp="1"/>
          </p:cNvSpPr>
          <p:nvPr/>
        </p:nvSpPr>
        <p:spPr>
          <a:xfrm>
            <a:off x="9913938" y="363537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17.3%</a:t>
            </a:r>
          </a:p>
        </p:txBody>
      </p:sp>
      <p:sp>
        <p:nvSpPr>
          <p:cNvPr id="180" name="stage-3-circle-4-3">
            <a:extLst>
              <a:ext uri="{FF2B5EF4-FFF2-40B4-BE49-F238E27FC236}">
                <a16:creationId xmlns:a16="http://schemas.microsoft.com/office/drawing/2014/main" id="{06B1C617-8EB6-4772-9C92-302875AE688F}"/>
              </a:ext>
            </a:extLst>
          </p:cNvPr>
          <p:cNvSpPr>
            <a:spLocks noGrp="1"/>
          </p:cNvSpPr>
          <p:nvPr/>
        </p:nvSpPr>
        <p:spPr>
          <a:xfrm>
            <a:off x="9906000" y="427037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181" name="stage-3-value-4-3">
            <a:extLst>
              <a:ext uri="{FF2B5EF4-FFF2-40B4-BE49-F238E27FC236}">
                <a16:creationId xmlns:a16="http://schemas.microsoft.com/office/drawing/2014/main" id="{94FC6319-EBDB-43AA-A5BE-98545D17236B}"/>
              </a:ext>
            </a:extLst>
          </p:cNvPr>
          <p:cNvSpPr>
            <a:spLocks noGrp="1"/>
          </p:cNvSpPr>
          <p:nvPr/>
        </p:nvSpPr>
        <p:spPr>
          <a:xfrm>
            <a:off x="9913938" y="442912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25.2%</a:t>
            </a:r>
          </a:p>
        </p:txBody>
      </p:sp>
      <p:sp>
        <p:nvSpPr>
          <p:cNvPr id="182" name="stage-3-circle-4-4">
            <a:extLst>
              <a:ext uri="{FF2B5EF4-FFF2-40B4-BE49-F238E27FC236}">
                <a16:creationId xmlns:a16="http://schemas.microsoft.com/office/drawing/2014/main" id="{ECADF966-111B-45BC-989C-1B5AC569D3EA}"/>
              </a:ext>
            </a:extLst>
          </p:cNvPr>
          <p:cNvSpPr>
            <a:spLocks noGrp="1"/>
          </p:cNvSpPr>
          <p:nvPr/>
        </p:nvSpPr>
        <p:spPr>
          <a:xfrm>
            <a:off x="9906000" y="50641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183" name="stage-3-value-4-4">
            <a:extLst>
              <a:ext uri="{FF2B5EF4-FFF2-40B4-BE49-F238E27FC236}">
                <a16:creationId xmlns:a16="http://schemas.microsoft.com/office/drawing/2014/main" id="{D2FD47F6-4CDC-4A0C-8860-A203F057C4C5}"/>
              </a:ext>
            </a:extLst>
          </p:cNvPr>
          <p:cNvSpPr>
            <a:spLocks noGrp="1"/>
          </p:cNvSpPr>
          <p:nvPr/>
        </p:nvSpPr>
        <p:spPr>
          <a:xfrm>
            <a:off x="9913938" y="522287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15.6%</a:t>
            </a:r>
          </a:p>
        </p:txBody>
      </p:sp>
      <p:sp>
        <p:nvSpPr>
          <p:cNvPr id="184" name="stage-3-caption">
            <a:extLst>
              <a:ext uri="{FF2B5EF4-FFF2-40B4-BE49-F238E27FC236}">
                <a16:creationId xmlns:a16="http://schemas.microsoft.com/office/drawing/2014/main" id="{8DA47E50-E7DC-43E4-9810-ED5C941C9970}"/>
              </a:ext>
            </a:extLst>
          </p:cNvPr>
          <p:cNvSpPr>
            <a:spLocks noGrp="1"/>
          </p:cNvSpPr>
          <p:nvPr/>
        </p:nvSpPr>
        <p:spPr>
          <a:xfrm>
            <a:off x="635000" y="1309688"/>
            <a:ext cx="10922000" cy="476250"/>
          </a:xfrm>
          <a:prstGeom prst="rect">
            <a:avLst/>
          </a:prstGeom>
          <a:solidFill>
            <a:srgbClr val="FFFFFF"/>
          </a:solidFill>
          <a:ln w="0">
            <a:noFill/>
            <a:prstDash val="solid"/>
          </a:ln>
        </p:spPr>
        <p:txBody>
          <a:bodyPr wrap="none" lIns="0" tIns="0" rIns="0" bIns="0" anchor="ctr"/>
          <a:lstStyle>
            <a:defPPr algn="ctr">
              <a:defRPr sz="2550" b="1">
                <a:solidFill>
                  <a:srgbClr val="37624D"/>
                </a:solidFill>
                <a:latin typeface="Nimbus Sans"/>
                <a:ea typeface="Nimbus Sans"/>
                <a:cs typeface="Nimbus Sans"/>
              </a:defRPr>
            </a:defPPr>
            <a:lvl1pPr algn="ctr">
              <a:defRPr sz="2550" b="1">
                <a:solidFill>
                  <a:srgbClr val="37624D"/>
                </a:solidFill>
                <a:latin typeface="Nimbus Sans"/>
                <a:ea typeface="Nimbus Sans"/>
                <a:cs typeface="Nimbus Sans"/>
              </a:defRPr>
            </a:lvl1pPr>
            <a:lvl2pPr algn="ctr">
              <a:defRPr sz="2550" b="1">
                <a:solidFill>
                  <a:srgbClr val="37624D"/>
                </a:solidFill>
                <a:latin typeface="Nimbus Sans"/>
                <a:ea typeface="Nimbus Sans"/>
                <a:cs typeface="Nimbus Sans"/>
              </a:defRPr>
            </a:lvl2pPr>
            <a:lvl3pPr algn="ctr">
              <a:defRPr sz="2550" b="1">
                <a:solidFill>
                  <a:srgbClr val="37624D"/>
                </a:solidFill>
                <a:latin typeface="Nimbus Sans"/>
                <a:ea typeface="Nimbus Sans"/>
                <a:cs typeface="Nimbus Sans"/>
              </a:defRPr>
            </a:lvl3pPr>
            <a:lvl4pPr algn="ctr">
              <a:defRPr sz="2550" b="1">
                <a:solidFill>
                  <a:srgbClr val="37624D"/>
                </a:solidFill>
                <a:latin typeface="Nimbus Sans"/>
                <a:ea typeface="Nimbus Sans"/>
                <a:cs typeface="Nimbus Sans"/>
              </a:defRPr>
            </a:lvl4pPr>
            <a:lvl5pPr algn="ctr">
              <a:defRPr sz="2550" b="1">
                <a:solidFill>
                  <a:srgbClr val="37624D"/>
                </a:solidFill>
                <a:latin typeface="Nimbus Sans"/>
                <a:ea typeface="Nimbus Sans"/>
                <a:cs typeface="Nimbus Sans"/>
              </a:defRPr>
            </a:lvl5pPr>
            <a:lvl6pPr algn="ctr">
              <a:defRPr sz="2550" b="1">
                <a:solidFill>
                  <a:srgbClr val="37624D"/>
                </a:solidFill>
                <a:latin typeface="Nimbus Sans"/>
                <a:ea typeface="Nimbus Sans"/>
                <a:cs typeface="Nimbus Sans"/>
              </a:defRPr>
            </a:lvl6pPr>
            <a:lvl7pPr algn="ctr">
              <a:defRPr sz="2550" b="1">
                <a:solidFill>
                  <a:srgbClr val="37624D"/>
                </a:solidFill>
                <a:latin typeface="Nimbus Sans"/>
                <a:ea typeface="Nimbus Sans"/>
                <a:cs typeface="Nimbus Sans"/>
              </a:defRPr>
            </a:lvl7pPr>
            <a:lvl8pPr algn="ctr">
              <a:defRPr sz="2550" b="1">
                <a:solidFill>
                  <a:srgbClr val="37624D"/>
                </a:solidFill>
                <a:latin typeface="Nimbus Sans"/>
                <a:ea typeface="Nimbus Sans"/>
                <a:cs typeface="Nimbus Sans"/>
              </a:defRPr>
            </a:lvl8pPr>
            <a:lvl9pPr algn="ctr">
              <a:defRPr sz="2550" b="1">
                <a:solidFill>
                  <a:srgbClr val="37624D"/>
                </a:solidFill>
                <a:latin typeface="Nimbus Sans"/>
                <a:ea typeface="Nimbus Sans"/>
                <a:cs typeface="Nimbus Sans"/>
              </a:defRPr>
            </a:lvl9pPr>
          </a:lstStyle>
          <a:p>
            <a:pPr algn="ctr">
              <a:defRPr sz="2550" b="1">
                <a:solidFill>
                  <a:srgbClr val="37624D"/>
                </a:solidFill>
                <a:latin typeface="Nimbus Sans"/>
                <a:ea typeface="Nimbus Sans"/>
                <a:cs typeface="Nimbus Sans"/>
              </a:defRPr>
            </a:pPr>
            <a:r>
              <a:rPr sz="2125"/>
              <a:t>Hidden layer 1, neuron 3:  σ(2.720) = 0.938</a:t>
            </a:r>
          </a:p>
        </p:txBody>
      </p:sp>
      <p:sp>
        <p:nvSpPr>
          <p:cNvPr id="185" name="stage-4-circle-1-0">
            <a:extLst>
              <a:ext uri="{FF2B5EF4-FFF2-40B4-BE49-F238E27FC236}">
                <a16:creationId xmlns:a16="http://schemas.microsoft.com/office/drawing/2014/main" id="{E9DF75A5-4C56-4242-BAB8-67E776320BA4}"/>
              </a:ext>
            </a:extLst>
          </p:cNvPr>
          <p:cNvSpPr>
            <a:spLocks noGrp="1"/>
          </p:cNvSpPr>
          <p:nvPr/>
        </p:nvSpPr>
        <p:spPr>
          <a:xfrm>
            <a:off x="3476625" y="2444750"/>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186" name="stage-4-value-1-0">
            <a:extLst>
              <a:ext uri="{FF2B5EF4-FFF2-40B4-BE49-F238E27FC236}">
                <a16:creationId xmlns:a16="http://schemas.microsoft.com/office/drawing/2014/main" id="{C21D4DA1-5C14-4C4F-A532-ED9B0A4A4CAB}"/>
              </a:ext>
            </a:extLst>
          </p:cNvPr>
          <p:cNvSpPr>
            <a:spLocks noGrp="1"/>
          </p:cNvSpPr>
          <p:nvPr/>
        </p:nvSpPr>
        <p:spPr>
          <a:xfrm>
            <a:off x="3484563" y="2603500"/>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0.401</a:t>
            </a:r>
          </a:p>
        </p:txBody>
      </p:sp>
      <p:sp>
        <p:nvSpPr>
          <p:cNvPr id="187" name="stage-4-circle-1-1">
            <a:extLst>
              <a:ext uri="{FF2B5EF4-FFF2-40B4-BE49-F238E27FC236}">
                <a16:creationId xmlns:a16="http://schemas.microsoft.com/office/drawing/2014/main" id="{29F37F3F-E006-4975-AE7F-1DCFA203EC7F}"/>
              </a:ext>
            </a:extLst>
          </p:cNvPr>
          <p:cNvSpPr>
            <a:spLocks noGrp="1"/>
          </p:cNvSpPr>
          <p:nvPr/>
        </p:nvSpPr>
        <p:spPr>
          <a:xfrm>
            <a:off x="3476625" y="3476625"/>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188" name="stage-4-value-1-1">
            <a:extLst>
              <a:ext uri="{FF2B5EF4-FFF2-40B4-BE49-F238E27FC236}">
                <a16:creationId xmlns:a16="http://schemas.microsoft.com/office/drawing/2014/main" id="{36D63E12-FD63-4EAC-A79D-1003AB4F8E9A}"/>
              </a:ext>
            </a:extLst>
          </p:cNvPr>
          <p:cNvSpPr>
            <a:spLocks noGrp="1"/>
          </p:cNvSpPr>
          <p:nvPr/>
        </p:nvSpPr>
        <p:spPr>
          <a:xfrm>
            <a:off x="3484563" y="3635375"/>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0.999</a:t>
            </a:r>
          </a:p>
        </p:txBody>
      </p:sp>
      <p:sp>
        <p:nvSpPr>
          <p:cNvPr id="189" name="stage-4-circle-1-2">
            <a:extLst>
              <a:ext uri="{FF2B5EF4-FFF2-40B4-BE49-F238E27FC236}">
                <a16:creationId xmlns:a16="http://schemas.microsoft.com/office/drawing/2014/main" id="{010E9AEF-9D35-42ED-A36C-D7D2F2420E73}"/>
              </a:ext>
            </a:extLst>
          </p:cNvPr>
          <p:cNvSpPr>
            <a:spLocks noGrp="1"/>
          </p:cNvSpPr>
          <p:nvPr/>
        </p:nvSpPr>
        <p:spPr>
          <a:xfrm>
            <a:off x="3476625" y="4508500"/>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190" name="stage-4-value-1-2">
            <a:extLst>
              <a:ext uri="{FF2B5EF4-FFF2-40B4-BE49-F238E27FC236}">
                <a16:creationId xmlns:a16="http://schemas.microsoft.com/office/drawing/2014/main" id="{ED7D5DB4-4488-4B88-871E-F4CBB83EBDC7}"/>
              </a:ext>
            </a:extLst>
          </p:cNvPr>
          <p:cNvSpPr>
            <a:spLocks noGrp="1"/>
          </p:cNvSpPr>
          <p:nvPr/>
        </p:nvSpPr>
        <p:spPr>
          <a:xfrm>
            <a:off x="3484563" y="4667250"/>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0.938</a:t>
            </a:r>
          </a:p>
        </p:txBody>
      </p:sp>
      <p:sp>
        <p:nvSpPr>
          <p:cNvPr id="191" name="stage-4-circle-2-0">
            <a:extLst>
              <a:ext uri="{FF2B5EF4-FFF2-40B4-BE49-F238E27FC236}">
                <a16:creationId xmlns:a16="http://schemas.microsoft.com/office/drawing/2014/main" id="{6E729517-097E-494A-A16C-39172017CB08}"/>
              </a:ext>
            </a:extLst>
          </p:cNvPr>
          <p:cNvSpPr>
            <a:spLocks noGrp="1"/>
          </p:cNvSpPr>
          <p:nvPr/>
        </p:nvSpPr>
        <p:spPr>
          <a:xfrm>
            <a:off x="5619750" y="2881313"/>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192" name="stage-4-value-2-0">
            <a:extLst>
              <a:ext uri="{FF2B5EF4-FFF2-40B4-BE49-F238E27FC236}">
                <a16:creationId xmlns:a16="http://schemas.microsoft.com/office/drawing/2014/main" id="{0A6C7062-B453-447C-8B03-EC5DCD3D8ADA}"/>
              </a:ext>
            </a:extLst>
          </p:cNvPr>
          <p:cNvSpPr>
            <a:spLocks noGrp="1"/>
          </p:cNvSpPr>
          <p:nvPr/>
        </p:nvSpPr>
        <p:spPr>
          <a:xfrm>
            <a:off x="5627688" y="3040063"/>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0.713</a:t>
            </a:r>
          </a:p>
        </p:txBody>
      </p:sp>
      <p:sp>
        <p:nvSpPr>
          <p:cNvPr id="193" name="stage-4-circle-2-1">
            <a:extLst>
              <a:ext uri="{FF2B5EF4-FFF2-40B4-BE49-F238E27FC236}">
                <a16:creationId xmlns:a16="http://schemas.microsoft.com/office/drawing/2014/main" id="{5919B38A-1756-46D4-95DD-DAD9F6D9E0C0}"/>
              </a:ext>
            </a:extLst>
          </p:cNvPr>
          <p:cNvSpPr>
            <a:spLocks noGrp="1"/>
          </p:cNvSpPr>
          <p:nvPr/>
        </p:nvSpPr>
        <p:spPr>
          <a:xfrm>
            <a:off x="5619750" y="4071938"/>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194" name="stage-4-value-2-1">
            <a:extLst>
              <a:ext uri="{FF2B5EF4-FFF2-40B4-BE49-F238E27FC236}">
                <a16:creationId xmlns:a16="http://schemas.microsoft.com/office/drawing/2014/main" id="{5F39757B-92B7-423F-938C-45BECF7BEB87}"/>
              </a:ext>
            </a:extLst>
          </p:cNvPr>
          <p:cNvSpPr>
            <a:spLocks noGrp="1"/>
          </p:cNvSpPr>
          <p:nvPr/>
        </p:nvSpPr>
        <p:spPr>
          <a:xfrm>
            <a:off x="5627688" y="4230688"/>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-1.248</a:t>
            </a:r>
          </a:p>
        </p:txBody>
      </p:sp>
      <p:sp>
        <p:nvSpPr>
          <p:cNvPr id="195" name="stage-4-circle-3-0">
            <a:extLst>
              <a:ext uri="{FF2B5EF4-FFF2-40B4-BE49-F238E27FC236}">
                <a16:creationId xmlns:a16="http://schemas.microsoft.com/office/drawing/2014/main" id="{26E79CEA-C86C-4078-96CE-E049944DF7B3}"/>
              </a:ext>
            </a:extLst>
          </p:cNvPr>
          <p:cNvSpPr>
            <a:spLocks noGrp="1"/>
          </p:cNvSpPr>
          <p:nvPr/>
        </p:nvSpPr>
        <p:spPr>
          <a:xfrm>
            <a:off x="7762875" y="2166938"/>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196" name="stage-4-value-3-0">
            <a:extLst>
              <a:ext uri="{FF2B5EF4-FFF2-40B4-BE49-F238E27FC236}">
                <a16:creationId xmlns:a16="http://schemas.microsoft.com/office/drawing/2014/main" id="{93BFA3AA-02FE-48DF-96B8-C0FB46E17F0A}"/>
              </a:ext>
            </a:extLst>
          </p:cNvPr>
          <p:cNvSpPr>
            <a:spLocks noGrp="1"/>
          </p:cNvSpPr>
          <p:nvPr/>
        </p:nvSpPr>
        <p:spPr>
          <a:xfrm>
            <a:off x="7770813" y="2325688"/>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0.107</a:t>
            </a:r>
          </a:p>
        </p:txBody>
      </p:sp>
      <p:sp>
        <p:nvSpPr>
          <p:cNvPr id="197" name="stage-4-circle-3-1">
            <a:extLst>
              <a:ext uri="{FF2B5EF4-FFF2-40B4-BE49-F238E27FC236}">
                <a16:creationId xmlns:a16="http://schemas.microsoft.com/office/drawing/2014/main" id="{6807192F-58EF-4580-82DA-676A2B98A5E8}"/>
              </a:ext>
            </a:extLst>
          </p:cNvPr>
          <p:cNvSpPr>
            <a:spLocks noGrp="1"/>
          </p:cNvSpPr>
          <p:nvPr/>
        </p:nvSpPr>
        <p:spPr>
          <a:xfrm>
            <a:off x="7762875" y="3040063"/>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198" name="stage-4-value-3-1">
            <a:extLst>
              <a:ext uri="{FF2B5EF4-FFF2-40B4-BE49-F238E27FC236}">
                <a16:creationId xmlns:a16="http://schemas.microsoft.com/office/drawing/2014/main" id="{64E90412-9E11-4CC7-B953-C0C9B14474A4}"/>
              </a:ext>
            </a:extLst>
          </p:cNvPr>
          <p:cNvSpPr>
            <a:spLocks noGrp="1"/>
          </p:cNvSpPr>
          <p:nvPr/>
        </p:nvSpPr>
        <p:spPr>
          <a:xfrm>
            <a:off x="7770813" y="3198813"/>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-0.589</a:t>
            </a:r>
          </a:p>
        </p:txBody>
      </p:sp>
      <p:sp>
        <p:nvSpPr>
          <p:cNvPr id="199" name="stage-4-circle-3-2">
            <a:extLst>
              <a:ext uri="{FF2B5EF4-FFF2-40B4-BE49-F238E27FC236}">
                <a16:creationId xmlns:a16="http://schemas.microsoft.com/office/drawing/2014/main" id="{54E55C58-5072-4243-8906-5B97FFDB3ED5}"/>
              </a:ext>
            </a:extLst>
          </p:cNvPr>
          <p:cNvSpPr>
            <a:spLocks noGrp="1"/>
          </p:cNvSpPr>
          <p:nvPr/>
        </p:nvSpPr>
        <p:spPr>
          <a:xfrm>
            <a:off x="7762875" y="3913188"/>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200" name="stage-4-value-3-2">
            <a:extLst>
              <a:ext uri="{FF2B5EF4-FFF2-40B4-BE49-F238E27FC236}">
                <a16:creationId xmlns:a16="http://schemas.microsoft.com/office/drawing/2014/main" id="{358B1E26-9DAD-48E0-80B7-1F40ACA7D3E5}"/>
              </a:ext>
            </a:extLst>
          </p:cNvPr>
          <p:cNvSpPr>
            <a:spLocks noGrp="1"/>
          </p:cNvSpPr>
          <p:nvPr/>
        </p:nvSpPr>
        <p:spPr>
          <a:xfrm>
            <a:off x="7770813" y="4071938"/>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-0.589</a:t>
            </a:r>
          </a:p>
        </p:txBody>
      </p:sp>
      <p:sp>
        <p:nvSpPr>
          <p:cNvPr id="201" name="stage-4-circle-3-3">
            <a:extLst>
              <a:ext uri="{FF2B5EF4-FFF2-40B4-BE49-F238E27FC236}">
                <a16:creationId xmlns:a16="http://schemas.microsoft.com/office/drawing/2014/main" id="{5DEDA12A-0FF3-495E-B703-B396D729E64B}"/>
              </a:ext>
            </a:extLst>
          </p:cNvPr>
          <p:cNvSpPr>
            <a:spLocks noGrp="1"/>
          </p:cNvSpPr>
          <p:nvPr/>
        </p:nvSpPr>
        <p:spPr>
          <a:xfrm>
            <a:off x="7762875" y="4786313"/>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202" name="stage-4-value-3-3">
            <a:extLst>
              <a:ext uri="{FF2B5EF4-FFF2-40B4-BE49-F238E27FC236}">
                <a16:creationId xmlns:a16="http://schemas.microsoft.com/office/drawing/2014/main" id="{D7D8FDA5-B04F-4166-9D1B-1FF4693772D4}"/>
              </a:ext>
            </a:extLst>
          </p:cNvPr>
          <p:cNvSpPr>
            <a:spLocks noGrp="1"/>
          </p:cNvSpPr>
          <p:nvPr/>
        </p:nvSpPr>
        <p:spPr>
          <a:xfrm>
            <a:off x="7770813" y="4945063"/>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-0.517</a:t>
            </a:r>
          </a:p>
        </p:txBody>
      </p:sp>
      <p:sp>
        <p:nvSpPr>
          <p:cNvPr id="203" name="stage-4-circle-4-0">
            <a:extLst>
              <a:ext uri="{FF2B5EF4-FFF2-40B4-BE49-F238E27FC236}">
                <a16:creationId xmlns:a16="http://schemas.microsoft.com/office/drawing/2014/main" id="{D1A36C62-CC16-4109-AC6E-2625BE99F767}"/>
              </a:ext>
            </a:extLst>
          </p:cNvPr>
          <p:cNvSpPr>
            <a:spLocks noGrp="1"/>
          </p:cNvSpPr>
          <p:nvPr/>
        </p:nvSpPr>
        <p:spPr>
          <a:xfrm>
            <a:off x="9906000" y="18891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204" name="stage-4-value-4-0">
            <a:extLst>
              <a:ext uri="{FF2B5EF4-FFF2-40B4-BE49-F238E27FC236}">
                <a16:creationId xmlns:a16="http://schemas.microsoft.com/office/drawing/2014/main" id="{C007FD9C-4279-4E94-899D-B4196720112F}"/>
              </a:ext>
            </a:extLst>
          </p:cNvPr>
          <p:cNvSpPr>
            <a:spLocks noGrp="1"/>
          </p:cNvSpPr>
          <p:nvPr/>
        </p:nvSpPr>
        <p:spPr>
          <a:xfrm>
            <a:off x="9913938" y="204787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24.5%</a:t>
            </a:r>
          </a:p>
        </p:txBody>
      </p:sp>
      <p:sp>
        <p:nvSpPr>
          <p:cNvPr id="205" name="stage-4-circle-4-1">
            <a:extLst>
              <a:ext uri="{FF2B5EF4-FFF2-40B4-BE49-F238E27FC236}">
                <a16:creationId xmlns:a16="http://schemas.microsoft.com/office/drawing/2014/main" id="{66448F18-FF44-4E3F-9C05-50690D574FC0}"/>
              </a:ext>
            </a:extLst>
          </p:cNvPr>
          <p:cNvSpPr>
            <a:spLocks noGrp="1"/>
          </p:cNvSpPr>
          <p:nvPr/>
        </p:nvSpPr>
        <p:spPr>
          <a:xfrm>
            <a:off x="9906000" y="268287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206" name="stage-4-value-4-1">
            <a:extLst>
              <a:ext uri="{FF2B5EF4-FFF2-40B4-BE49-F238E27FC236}">
                <a16:creationId xmlns:a16="http://schemas.microsoft.com/office/drawing/2014/main" id="{EAB49321-EECF-4942-940D-062AEA2AA548}"/>
              </a:ext>
            </a:extLst>
          </p:cNvPr>
          <p:cNvSpPr>
            <a:spLocks noGrp="1"/>
          </p:cNvSpPr>
          <p:nvPr/>
        </p:nvSpPr>
        <p:spPr>
          <a:xfrm>
            <a:off x="9913938" y="284162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15.9%</a:t>
            </a:r>
          </a:p>
        </p:txBody>
      </p:sp>
      <p:sp>
        <p:nvSpPr>
          <p:cNvPr id="207" name="stage-4-circle-4-2">
            <a:extLst>
              <a:ext uri="{FF2B5EF4-FFF2-40B4-BE49-F238E27FC236}">
                <a16:creationId xmlns:a16="http://schemas.microsoft.com/office/drawing/2014/main" id="{29008F47-D943-4DDA-8C9E-4C60776FE038}"/>
              </a:ext>
            </a:extLst>
          </p:cNvPr>
          <p:cNvSpPr>
            <a:spLocks noGrp="1"/>
          </p:cNvSpPr>
          <p:nvPr/>
        </p:nvSpPr>
        <p:spPr>
          <a:xfrm>
            <a:off x="9906000" y="34766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208" name="stage-4-value-4-2">
            <a:extLst>
              <a:ext uri="{FF2B5EF4-FFF2-40B4-BE49-F238E27FC236}">
                <a16:creationId xmlns:a16="http://schemas.microsoft.com/office/drawing/2014/main" id="{26A12BF5-6351-4AD7-91AE-937195E50EDF}"/>
              </a:ext>
            </a:extLst>
          </p:cNvPr>
          <p:cNvSpPr>
            <a:spLocks noGrp="1"/>
          </p:cNvSpPr>
          <p:nvPr/>
        </p:nvSpPr>
        <p:spPr>
          <a:xfrm>
            <a:off x="9913938" y="363537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16.9%</a:t>
            </a:r>
          </a:p>
        </p:txBody>
      </p:sp>
      <p:sp>
        <p:nvSpPr>
          <p:cNvPr id="209" name="stage-4-circle-4-3">
            <a:extLst>
              <a:ext uri="{FF2B5EF4-FFF2-40B4-BE49-F238E27FC236}">
                <a16:creationId xmlns:a16="http://schemas.microsoft.com/office/drawing/2014/main" id="{BA18F0B8-BF38-4FD5-84EF-D301C104CEA9}"/>
              </a:ext>
            </a:extLst>
          </p:cNvPr>
          <p:cNvSpPr>
            <a:spLocks noGrp="1"/>
          </p:cNvSpPr>
          <p:nvPr/>
        </p:nvSpPr>
        <p:spPr>
          <a:xfrm>
            <a:off x="9906000" y="427037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210" name="stage-4-value-4-3">
            <a:extLst>
              <a:ext uri="{FF2B5EF4-FFF2-40B4-BE49-F238E27FC236}">
                <a16:creationId xmlns:a16="http://schemas.microsoft.com/office/drawing/2014/main" id="{1FAD4BED-8B57-40B0-8B0C-44AC66393741}"/>
              </a:ext>
            </a:extLst>
          </p:cNvPr>
          <p:cNvSpPr>
            <a:spLocks noGrp="1"/>
          </p:cNvSpPr>
          <p:nvPr/>
        </p:nvSpPr>
        <p:spPr>
          <a:xfrm>
            <a:off x="9913938" y="442912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29.0%</a:t>
            </a:r>
          </a:p>
        </p:txBody>
      </p:sp>
      <p:sp>
        <p:nvSpPr>
          <p:cNvPr id="211" name="stage-4-circle-4-4">
            <a:extLst>
              <a:ext uri="{FF2B5EF4-FFF2-40B4-BE49-F238E27FC236}">
                <a16:creationId xmlns:a16="http://schemas.microsoft.com/office/drawing/2014/main" id="{D5752FD4-BF40-4D1E-AD0D-E26936994AFF}"/>
              </a:ext>
            </a:extLst>
          </p:cNvPr>
          <p:cNvSpPr>
            <a:spLocks noGrp="1"/>
          </p:cNvSpPr>
          <p:nvPr/>
        </p:nvSpPr>
        <p:spPr>
          <a:xfrm>
            <a:off x="9906000" y="50641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212" name="stage-4-value-4-4">
            <a:extLst>
              <a:ext uri="{FF2B5EF4-FFF2-40B4-BE49-F238E27FC236}">
                <a16:creationId xmlns:a16="http://schemas.microsoft.com/office/drawing/2014/main" id="{DC54FF27-D11A-4DA7-B944-2913306136C2}"/>
              </a:ext>
            </a:extLst>
          </p:cNvPr>
          <p:cNvSpPr>
            <a:spLocks noGrp="1"/>
          </p:cNvSpPr>
          <p:nvPr/>
        </p:nvSpPr>
        <p:spPr>
          <a:xfrm>
            <a:off x="9913938" y="522287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13.6%</a:t>
            </a:r>
          </a:p>
        </p:txBody>
      </p:sp>
      <p:sp>
        <p:nvSpPr>
          <p:cNvPr id="213" name="stage-4-caption">
            <a:extLst>
              <a:ext uri="{FF2B5EF4-FFF2-40B4-BE49-F238E27FC236}">
                <a16:creationId xmlns:a16="http://schemas.microsoft.com/office/drawing/2014/main" id="{66A5365E-970F-4637-868C-5081C3FC9CB1}"/>
              </a:ext>
            </a:extLst>
          </p:cNvPr>
          <p:cNvSpPr>
            <a:spLocks noGrp="1"/>
          </p:cNvSpPr>
          <p:nvPr/>
        </p:nvSpPr>
        <p:spPr>
          <a:xfrm>
            <a:off x="635000" y="1309688"/>
            <a:ext cx="10922000" cy="476250"/>
          </a:xfrm>
          <a:prstGeom prst="rect">
            <a:avLst/>
          </a:prstGeom>
          <a:solidFill>
            <a:srgbClr val="FFFFFF"/>
          </a:solidFill>
          <a:ln w="0">
            <a:noFill/>
            <a:prstDash val="solid"/>
          </a:ln>
        </p:spPr>
        <p:txBody>
          <a:bodyPr wrap="none" lIns="0" tIns="0" rIns="0" bIns="0" anchor="ctr"/>
          <a:lstStyle>
            <a:defPPr algn="ctr">
              <a:defRPr sz="2550" b="1">
                <a:solidFill>
                  <a:srgbClr val="37624D"/>
                </a:solidFill>
                <a:latin typeface="Nimbus Sans"/>
                <a:ea typeface="Nimbus Sans"/>
                <a:cs typeface="Nimbus Sans"/>
              </a:defRPr>
            </a:defPPr>
            <a:lvl1pPr algn="ctr">
              <a:defRPr sz="2550" b="1">
                <a:solidFill>
                  <a:srgbClr val="37624D"/>
                </a:solidFill>
                <a:latin typeface="Nimbus Sans"/>
                <a:ea typeface="Nimbus Sans"/>
                <a:cs typeface="Nimbus Sans"/>
              </a:defRPr>
            </a:lvl1pPr>
            <a:lvl2pPr algn="ctr">
              <a:defRPr sz="2550" b="1">
                <a:solidFill>
                  <a:srgbClr val="37624D"/>
                </a:solidFill>
                <a:latin typeface="Nimbus Sans"/>
                <a:ea typeface="Nimbus Sans"/>
                <a:cs typeface="Nimbus Sans"/>
              </a:defRPr>
            </a:lvl2pPr>
            <a:lvl3pPr algn="ctr">
              <a:defRPr sz="2550" b="1">
                <a:solidFill>
                  <a:srgbClr val="37624D"/>
                </a:solidFill>
                <a:latin typeface="Nimbus Sans"/>
                <a:ea typeface="Nimbus Sans"/>
                <a:cs typeface="Nimbus Sans"/>
              </a:defRPr>
            </a:lvl3pPr>
            <a:lvl4pPr algn="ctr">
              <a:defRPr sz="2550" b="1">
                <a:solidFill>
                  <a:srgbClr val="37624D"/>
                </a:solidFill>
                <a:latin typeface="Nimbus Sans"/>
                <a:ea typeface="Nimbus Sans"/>
                <a:cs typeface="Nimbus Sans"/>
              </a:defRPr>
            </a:lvl4pPr>
            <a:lvl5pPr algn="ctr">
              <a:defRPr sz="2550" b="1">
                <a:solidFill>
                  <a:srgbClr val="37624D"/>
                </a:solidFill>
                <a:latin typeface="Nimbus Sans"/>
                <a:ea typeface="Nimbus Sans"/>
                <a:cs typeface="Nimbus Sans"/>
              </a:defRPr>
            </a:lvl5pPr>
            <a:lvl6pPr algn="ctr">
              <a:defRPr sz="2550" b="1">
                <a:solidFill>
                  <a:srgbClr val="37624D"/>
                </a:solidFill>
                <a:latin typeface="Nimbus Sans"/>
                <a:ea typeface="Nimbus Sans"/>
                <a:cs typeface="Nimbus Sans"/>
              </a:defRPr>
            </a:lvl6pPr>
            <a:lvl7pPr algn="ctr">
              <a:defRPr sz="2550" b="1">
                <a:solidFill>
                  <a:srgbClr val="37624D"/>
                </a:solidFill>
                <a:latin typeface="Nimbus Sans"/>
                <a:ea typeface="Nimbus Sans"/>
                <a:cs typeface="Nimbus Sans"/>
              </a:defRPr>
            </a:lvl7pPr>
            <a:lvl8pPr algn="ctr">
              <a:defRPr sz="2550" b="1">
                <a:solidFill>
                  <a:srgbClr val="37624D"/>
                </a:solidFill>
                <a:latin typeface="Nimbus Sans"/>
                <a:ea typeface="Nimbus Sans"/>
                <a:cs typeface="Nimbus Sans"/>
              </a:defRPr>
            </a:lvl8pPr>
            <a:lvl9pPr algn="ctr">
              <a:defRPr sz="2550" b="1">
                <a:solidFill>
                  <a:srgbClr val="37624D"/>
                </a:solidFill>
                <a:latin typeface="Nimbus Sans"/>
                <a:ea typeface="Nimbus Sans"/>
                <a:cs typeface="Nimbus Sans"/>
              </a:defRPr>
            </a:lvl9pPr>
          </a:lstStyle>
          <a:p>
            <a:pPr algn="ctr">
              <a:defRPr sz="2550" b="1">
                <a:solidFill>
                  <a:srgbClr val="37624D"/>
                </a:solidFill>
                <a:latin typeface="Nimbus Sans"/>
                <a:ea typeface="Nimbus Sans"/>
                <a:cs typeface="Nimbus Sans"/>
              </a:defRPr>
            </a:pPr>
            <a:r>
              <a:rPr sz="2125"/>
              <a:t>Hidden layer 2, neuron 1:  σ(0.908) = 0.713</a:t>
            </a:r>
          </a:p>
        </p:txBody>
      </p:sp>
      <p:sp>
        <p:nvSpPr>
          <p:cNvPr id="214" name="stage-5-circle-1-0">
            <a:extLst>
              <a:ext uri="{FF2B5EF4-FFF2-40B4-BE49-F238E27FC236}">
                <a16:creationId xmlns:a16="http://schemas.microsoft.com/office/drawing/2014/main" id="{E83D6752-B758-47F4-BA75-B1FD3B583F7B}"/>
              </a:ext>
            </a:extLst>
          </p:cNvPr>
          <p:cNvSpPr>
            <a:spLocks noGrp="1"/>
          </p:cNvSpPr>
          <p:nvPr/>
        </p:nvSpPr>
        <p:spPr>
          <a:xfrm>
            <a:off x="3476625" y="2444750"/>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215" name="stage-5-value-1-0">
            <a:extLst>
              <a:ext uri="{FF2B5EF4-FFF2-40B4-BE49-F238E27FC236}">
                <a16:creationId xmlns:a16="http://schemas.microsoft.com/office/drawing/2014/main" id="{21CBB3F4-AA30-4082-8018-CD91739C0E61}"/>
              </a:ext>
            </a:extLst>
          </p:cNvPr>
          <p:cNvSpPr>
            <a:spLocks noGrp="1"/>
          </p:cNvSpPr>
          <p:nvPr/>
        </p:nvSpPr>
        <p:spPr>
          <a:xfrm>
            <a:off x="3484563" y="2603500"/>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0.401</a:t>
            </a:r>
          </a:p>
        </p:txBody>
      </p:sp>
      <p:sp>
        <p:nvSpPr>
          <p:cNvPr id="216" name="stage-5-circle-1-1">
            <a:extLst>
              <a:ext uri="{FF2B5EF4-FFF2-40B4-BE49-F238E27FC236}">
                <a16:creationId xmlns:a16="http://schemas.microsoft.com/office/drawing/2014/main" id="{C896DE1D-32B6-443D-AB3B-DF4A5457251A}"/>
              </a:ext>
            </a:extLst>
          </p:cNvPr>
          <p:cNvSpPr>
            <a:spLocks noGrp="1"/>
          </p:cNvSpPr>
          <p:nvPr/>
        </p:nvSpPr>
        <p:spPr>
          <a:xfrm>
            <a:off x="3476625" y="3476625"/>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217" name="stage-5-value-1-1">
            <a:extLst>
              <a:ext uri="{FF2B5EF4-FFF2-40B4-BE49-F238E27FC236}">
                <a16:creationId xmlns:a16="http://schemas.microsoft.com/office/drawing/2014/main" id="{23388AE1-21BA-4CD9-8497-62B2A785CAB2}"/>
              </a:ext>
            </a:extLst>
          </p:cNvPr>
          <p:cNvSpPr>
            <a:spLocks noGrp="1"/>
          </p:cNvSpPr>
          <p:nvPr/>
        </p:nvSpPr>
        <p:spPr>
          <a:xfrm>
            <a:off x="3484563" y="3635375"/>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0.999</a:t>
            </a:r>
          </a:p>
        </p:txBody>
      </p:sp>
      <p:sp>
        <p:nvSpPr>
          <p:cNvPr id="218" name="stage-5-circle-1-2">
            <a:extLst>
              <a:ext uri="{FF2B5EF4-FFF2-40B4-BE49-F238E27FC236}">
                <a16:creationId xmlns:a16="http://schemas.microsoft.com/office/drawing/2014/main" id="{8EBB198B-FBE3-4F1F-A37F-A0AD04ED5E03}"/>
              </a:ext>
            </a:extLst>
          </p:cNvPr>
          <p:cNvSpPr>
            <a:spLocks noGrp="1"/>
          </p:cNvSpPr>
          <p:nvPr/>
        </p:nvSpPr>
        <p:spPr>
          <a:xfrm>
            <a:off x="3476625" y="4508500"/>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219" name="stage-5-value-1-2">
            <a:extLst>
              <a:ext uri="{FF2B5EF4-FFF2-40B4-BE49-F238E27FC236}">
                <a16:creationId xmlns:a16="http://schemas.microsoft.com/office/drawing/2014/main" id="{E1FF708C-C46B-4EF6-864F-2C36EE50A0D3}"/>
              </a:ext>
            </a:extLst>
          </p:cNvPr>
          <p:cNvSpPr>
            <a:spLocks noGrp="1"/>
          </p:cNvSpPr>
          <p:nvPr/>
        </p:nvSpPr>
        <p:spPr>
          <a:xfrm>
            <a:off x="3484563" y="4667250"/>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0.938</a:t>
            </a:r>
          </a:p>
        </p:txBody>
      </p:sp>
      <p:sp>
        <p:nvSpPr>
          <p:cNvPr id="220" name="stage-5-circle-2-0">
            <a:extLst>
              <a:ext uri="{FF2B5EF4-FFF2-40B4-BE49-F238E27FC236}">
                <a16:creationId xmlns:a16="http://schemas.microsoft.com/office/drawing/2014/main" id="{678E1E9F-6E3D-4B75-B319-8B346473EC15}"/>
              </a:ext>
            </a:extLst>
          </p:cNvPr>
          <p:cNvSpPr>
            <a:spLocks noGrp="1"/>
          </p:cNvSpPr>
          <p:nvPr/>
        </p:nvSpPr>
        <p:spPr>
          <a:xfrm>
            <a:off x="5619750" y="2881313"/>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221" name="stage-5-value-2-0">
            <a:extLst>
              <a:ext uri="{FF2B5EF4-FFF2-40B4-BE49-F238E27FC236}">
                <a16:creationId xmlns:a16="http://schemas.microsoft.com/office/drawing/2014/main" id="{DEA052B6-8F7A-43BB-9771-216AC525CC43}"/>
              </a:ext>
            </a:extLst>
          </p:cNvPr>
          <p:cNvSpPr>
            <a:spLocks noGrp="1"/>
          </p:cNvSpPr>
          <p:nvPr/>
        </p:nvSpPr>
        <p:spPr>
          <a:xfrm>
            <a:off x="5627688" y="3040063"/>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0.713</a:t>
            </a:r>
          </a:p>
        </p:txBody>
      </p:sp>
      <p:sp>
        <p:nvSpPr>
          <p:cNvPr id="222" name="stage-5-circle-2-1">
            <a:extLst>
              <a:ext uri="{FF2B5EF4-FFF2-40B4-BE49-F238E27FC236}">
                <a16:creationId xmlns:a16="http://schemas.microsoft.com/office/drawing/2014/main" id="{8A57651A-C795-46A4-A965-CE3261983D7C}"/>
              </a:ext>
            </a:extLst>
          </p:cNvPr>
          <p:cNvSpPr>
            <a:spLocks noGrp="1"/>
          </p:cNvSpPr>
          <p:nvPr/>
        </p:nvSpPr>
        <p:spPr>
          <a:xfrm>
            <a:off x="5619750" y="4071938"/>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223" name="stage-5-value-2-1">
            <a:extLst>
              <a:ext uri="{FF2B5EF4-FFF2-40B4-BE49-F238E27FC236}">
                <a16:creationId xmlns:a16="http://schemas.microsoft.com/office/drawing/2014/main" id="{9E67E22D-8CAF-423B-81CF-5DBCC5B8D03C}"/>
              </a:ext>
            </a:extLst>
          </p:cNvPr>
          <p:cNvSpPr>
            <a:spLocks noGrp="1"/>
          </p:cNvSpPr>
          <p:nvPr/>
        </p:nvSpPr>
        <p:spPr>
          <a:xfrm>
            <a:off x="5627688" y="4230688"/>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0.223</a:t>
            </a:r>
          </a:p>
        </p:txBody>
      </p:sp>
      <p:sp>
        <p:nvSpPr>
          <p:cNvPr id="224" name="stage-5-circle-3-0">
            <a:extLst>
              <a:ext uri="{FF2B5EF4-FFF2-40B4-BE49-F238E27FC236}">
                <a16:creationId xmlns:a16="http://schemas.microsoft.com/office/drawing/2014/main" id="{218F855D-4BEA-4779-A3C0-57C466C686DF}"/>
              </a:ext>
            </a:extLst>
          </p:cNvPr>
          <p:cNvSpPr>
            <a:spLocks noGrp="1"/>
          </p:cNvSpPr>
          <p:nvPr/>
        </p:nvSpPr>
        <p:spPr>
          <a:xfrm>
            <a:off x="7762875" y="2166938"/>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225" name="stage-5-value-3-0">
            <a:extLst>
              <a:ext uri="{FF2B5EF4-FFF2-40B4-BE49-F238E27FC236}">
                <a16:creationId xmlns:a16="http://schemas.microsoft.com/office/drawing/2014/main" id="{1DDEF25E-BF5C-4767-B50F-51A272E1E66D}"/>
              </a:ext>
            </a:extLst>
          </p:cNvPr>
          <p:cNvSpPr>
            <a:spLocks noGrp="1"/>
          </p:cNvSpPr>
          <p:nvPr/>
        </p:nvSpPr>
        <p:spPr>
          <a:xfrm>
            <a:off x="7770813" y="2325688"/>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0.401</a:t>
            </a:r>
          </a:p>
        </p:txBody>
      </p:sp>
      <p:sp>
        <p:nvSpPr>
          <p:cNvPr id="226" name="stage-5-circle-3-1">
            <a:extLst>
              <a:ext uri="{FF2B5EF4-FFF2-40B4-BE49-F238E27FC236}">
                <a16:creationId xmlns:a16="http://schemas.microsoft.com/office/drawing/2014/main" id="{F8E5B0C5-311B-45A8-8480-037FAF278023}"/>
              </a:ext>
            </a:extLst>
          </p:cNvPr>
          <p:cNvSpPr>
            <a:spLocks noGrp="1"/>
          </p:cNvSpPr>
          <p:nvPr/>
        </p:nvSpPr>
        <p:spPr>
          <a:xfrm>
            <a:off x="7762875" y="3040063"/>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227" name="stage-5-value-3-1">
            <a:extLst>
              <a:ext uri="{FF2B5EF4-FFF2-40B4-BE49-F238E27FC236}">
                <a16:creationId xmlns:a16="http://schemas.microsoft.com/office/drawing/2014/main" id="{FAB61815-58CD-40C7-B245-8DEC3A0C45E1}"/>
              </a:ext>
            </a:extLst>
          </p:cNvPr>
          <p:cNvSpPr>
            <a:spLocks noGrp="1"/>
          </p:cNvSpPr>
          <p:nvPr/>
        </p:nvSpPr>
        <p:spPr>
          <a:xfrm>
            <a:off x="7770813" y="3198813"/>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0.441</a:t>
            </a:r>
          </a:p>
        </p:txBody>
      </p:sp>
      <p:sp>
        <p:nvSpPr>
          <p:cNvPr id="228" name="stage-5-circle-3-2">
            <a:extLst>
              <a:ext uri="{FF2B5EF4-FFF2-40B4-BE49-F238E27FC236}">
                <a16:creationId xmlns:a16="http://schemas.microsoft.com/office/drawing/2014/main" id="{DAEF1DED-A5A4-48D1-9CAF-8FC44EE6079C}"/>
              </a:ext>
            </a:extLst>
          </p:cNvPr>
          <p:cNvSpPr>
            <a:spLocks noGrp="1"/>
          </p:cNvSpPr>
          <p:nvPr/>
        </p:nvSpPr>
        <p:spPr>
          <a:xfrm>
            <a:off x="7762875" y="3913188"/>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229" name="stage-5-value-3-2">
            <a:extLst>
              <a:ext uri="{FF2B5EF4-FFF2-40B4-BE49-F238E27FC236}">
                <a16:creationId xmlns:a16="http://schemas.microsoft.com/office/drawing/2014/main" id="{EEE760B6-BB82-46FD-8D9A-AB6EBD5094A4}"/>
              </a:ext>
            </a:extLst>
          </p:cNvPr>
          <p:cNvSpPr>
            <a:spLocks noGrp="1"/>
          </p:cNvSpPr>
          <p:nvPr/>
        </p:nvSpPr>
        <p:spPr>
          <a:xfrm>
            <a:off x="7770813" y="4071938"/>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0.441</a:t>
            </a:r>
          </a:p>
        </p:txBody>
      </p:sp>
      <p:sp>
        <p:nvSpPr>
          <p:cNvPr id="230" name="stage-5-circle-3-3">
            <a:extLst>
              <a:ext uri="{FF2B5EF4-FFF2-40B4-BE49-F238E27FC236}">
                <a16:creationId xmlns:a16="http://schemas.microsoft.com/office/drawing/2014/main" id="{D2CE00F1-7C95-464E-A70B-E3D21EF0FCF2}"/>
              </a:ext>
            </a:extLst>
          </p:cNvPr>
          <p:cNvSpPr>
            <a:spLocks noGrp="1"/>
          </p:cNvSpPr>
          <p:nvPr/>
        </p:nvSpPr>
        <p:spPr>
          <a:xfrm>
            <a:off x="7762875" y="4786313"/>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231" name="stage-5-value-3-3">
            <a:extLst>
              <a:ext uri="{FF2B5EF4-FFF2-40B4-BE49-F238E27FC236}">
                <a16:creationId xmlns:a16="http://schemas.microsoft.com/office/drawing/2014/main" id="{9960FA12-6BBB-421D-AB8D-CFBAE0F4851A}"/>
              </a:ext>
            </a:extLst>
          </p:cNvPr>
          <p:cNvSpPr>
            <a:spLocks noGrp="1"/>
          </p:cNvSpPr>
          <p:nvPr/>
        </p:nvSpPr>
        <p:spPr>
          <a:xfrm>
            <a:off x="7770813" y="4945063"/>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-0.076</a:t>
            </a:r>
          </a:p>
        </p:txBody>
      </p:sp>
      <p:sp>
        <p:nvSpPr>
          <p:cNvPr id="232" name="stage-5-circle-4-0">
            <a:extLst>
              <a:ext uri="{FF2B5EF4-FFF2-40B4-BE49-F238E27FC236}">
                <a16:creationId xmlns:a16="http://schemas.microsoft.com/office/drawing/2014/main" id="{CFF0559E-5A8F-4CB1-86C0-1F7498E7C9DE}"/>
              </a:ext>
            </a:extLst>
          </p:cNvPr>
          <p:cNvSpPr>
            <a:spLocks noGrp="1"/>
          </p:cNvSpPr>
          <p:nvPr/>
        </p:nvSpPr>
        <p:spPr>
          <a:xfrm>
            <a:off x="9906000" y="18891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233" name="stage-5-value-4-0">
            <a:extLst>
              <a:ext uri="{FF2B5EF4-FFF2-40B4-BE49-F238E27FC236}">
                <a16:creationId xmlns:a16="http://schemas.microsoft.com/office/drawing/2014/main" id="{CB8D643E-8A2E-4E7D-BA5C-363E2D9744B6}"/>
              </a:ext>
            </a:extLst>
          </p:cNvPr>
          <p:cNvSpPr>
            <a:spLocks noGrp="1"/>
          </p:cNvSpPr>
          <p:nvPr/>
        </p:nvSpPr>
        <p:spPr>
          <a:xfrm>
            <a:off x="9913938" y="204787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19.1%</a:t>
            </a:r>
          </a:p>
        </p:txBody>
      </p:sp>
      <p:sp>
        <p:nvSpPr>
          <p:cNvPr id="234" name="stage-5-circle-4-1">
            <a:extLst>
              <a:ext uri="{FF2B5EF4-FFF2-40B4-BE49-F238E27FC236}">
                <a16:creationId xmlns:a16="http://schemas.microsoft.com/office/drawing/2014/main" id="{265B3DEA-3F37-4ECB-9458-4D5D04A3E85D}"/>
              </a:ext>
            </a:extLst>
          </p:cNvPr>
          <p:cNvSpPr>
            <a:spLocks noGrp="1"/>
          </p:cNvSpPr>
          <p:nvPr/>
        </p:nvSpPr>
        <p:spPr>
          <a:xfrm>
            <a:off x="9906000" y="268287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235" name="stage-5-value-4-1">
            <a:extLst>
              <a:ext uri="{FF2B5EF4-FFF2-40B4-BE49-F238E27FC236}">
                <a16:creationId xmlns:a16="http://schemas.microsoft.com/office/drawing/2014/main" id="{C123546B-2821-4D52-8E1E-FB8620C1AC77}"/>
              </a:ext>
            </a:extLst>
          </p:cNvPr>
          <p:cNvSpPr>
            <a:spLocks noGrp="1"/>
          </p:cNvSpPr>
          <p:nvPr/>
        </p:nvSpPr>
        <p:spPr>
          <a:xfrm>
            <a:off x="9913938" y="284162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20.8%</a:t>
            </a:r>
          </a:p>
        </p:txBody>
      </p:sp>
      <p:sp>
        <p:nvSpPr>
          <p:cNvPr id="236" name="stage-5-circle-4-2">
            <a:extLst>
              <a:ext uri="{FF2B5EF4-FFF2-40B4-BE49-F238E27FC236}">
                <a16:creationId xmlns:a16="http://schemas.microsoft.com/office/drawing/2014/main" id="{C228A0B8-CE87-4103-B6E9-32CD58DFF861}"/>
              </a:ext>
            </a:extLst>
          </p:cNvPr>
          <p:cNvSpPr>
            <a:spLocks noGrp="1"/>
          </p:cNvSpPr>
          <p:nvPr/>
        </p:nvSpPr>
        <p:spPr>
          <a:xfrm>
            <a:off x="9906000" y="34766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237" name="stage-5-value-4-2">
            <a:extLst>
              <a:ext uri="{FF2B5EF4-FFF2-40B4-BE49-F238E27FC236}">
                <a16:creationId xmlns:a16="http://schemas.microsoft.com/office/drawing/2014/main" id="{41A29742-3734-4BD7-B0B0-18E5926FAC67}"/>
              </a:ext>
            </a:extLst>
          </p:cNvPr>
          <p:cNvSpPr>
            <a:spLocks noGrp="1"/>
          </p:cNvSpPr>
          <p:nvPr/>
        </p:nvSpPr>
        <p:spPr>
          <a:xfrm>
            <a:off x="9913938" y="363537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19.0%</a:t>
            </a:r>
          </a:p>
        </p:txBody>
      </p:sp>
      <p:sp>
        <p:nvSpPr>
          <p:cNvPr id="238" name="stage-5-circle-4-3">
            <a:extLst>
              <a:ext uri="{FF2B5EF4-FFF2-40B4-BE49-F238E27FC236}">
                <a16:creationId xmlns:a16="http://schemas.microsoft.com/office/drawing/2014/main" id="{3A278F61-9606-4381-9FD3-AFF0602A35F5}"/>
              </a:ext>
            </a:extLst>
          </p:cNvPr>
          <p:cNvSpPr>
            <a:spLocks noGrp="1"/>
          </p:cNvSpPr>
          <p:nvPr/>
        </p:nvSpPr>
        <p:spPr>
          <a:xfrm>
            <a:off x="9906000" y="427037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239" name="stage-5-value-4-3">
            <a:extLst>
              <a:ext uri="{FF2B5EF4-FFF2-40B4-BE49-F238E27FC236}">
                <a16:creationId xmlns:a16="http://schemas.microsoft.com/office/drawing/2014/main" id="{10602DEB-9B14-4ECD-9528-A42436CEA2D3}"/>
              </a:ext>
            </a:extLst>
          </p:cNvPr>
          <p:cNvSpPr>
            <a:spLocks noGrp="1"/>
          </p:cNvSpPr>
          <p:nvPr/>
        </p:nvSpPr>
        <p:spPr>
          <a:xfrm>
            <a:off x="9913938" y="442912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8.7%</a:t>
            </a:r>
          </a:p>
        </p:txBody>
      </p:sp>
      <p:sp>
        <p:nvSpPr>
          <p:cNvPr id="240" name="stage-5-circle-4-4">
            <a:extLst>
              <a:ext uri="{FF2B5EF4-FFF2-40B4-BE49-F238E27FC236}">
                <a16:creationId xmlns:a16="http://schemas.microsoft.com/office/drawing/2014/main" id="{7CC6A20F-CAAF-4D79-B58A-545E2782FC3B}"/>
              </a:ext>
            </a:extLst>
          </p:cNvPr>
          <p:cNvSpPr>
            <a:spLocks noGrp="1"/>
          </p:cNvSpPr>
          <p:nvPr/>
        </p:nvSpPr>
        <p:spPr>
          <a:xfrm>
            <a:off x="9906000" y="50641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241" name="stage-5-value-4-4">
            <a:extLst>
              <a:ext uri="{FF2B5EF4-FFF2-40B4-BE49-F238E27FC236}">
                <a16:creationId xmlns:a16="http://schemas.microsoft.com/office/drawing/2014/main" id="{6A54D144-1860-43AB-9249-0C5D841474D7}"/>
              </a:ext>
            </a:extLst>
          </p:cNvPr>
          <p:cNvSpPr>
            <a:spLocks noGrp="1"/>
          </p:cNvSpPr>
          <p:nvPr/>
        </p:nvSpPr>
        <p:spPr>
          <a:xfrm>
            <a:off x="9913938" y="522287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32.5%</a:t>
            </a:r>
          </a:p>
        </p:txBody>
      </p:sp>
      <p:sp>
        <p:nvSpPr>
          <p:cNvPr id="242" name="stage-5-caption">
            <a:extLst>
              <a:ext uri="{FF2B5EF4-FFF2-40B4-BE49-F238E27FC236}">
                <a16:creationId xmlns:a16="http://schemas.microsoft.com/office/drawing/2014/main" id="{870D31EB-7451-4252-BF06-0E899F1F26CC}"/>
              </a:ext>
            </a:extLst>
          </p:cNvPr>
          <p:cNvSpPr>
            <a:spLocks noGrp="1"/>
          </p:cNvSpPr>
          <p:nvPr/>
        </p:nvSpPr>
        <p:spPr>
          <a:xfrm>
            <a:off x="635000" y="1309688"/>
            <a:ext cx="10922000" cy="476250"/>
          </a:xfrm>
          <a:prstGeom prst="rect">
            <a:avLst/>
          </a:prstGeom>
          <a:solidFill>
            <a:srgbClr val="FFFFFF"/>
          </a:solidFill>
          <a:ln w="0">
            <a:noFill/>
            <a:prstDash val="solid"/>
          </a:ln>
        </p:spPr>
        <p:txBody>
          <a:bodyPr wrap="none" lIns="0" tIns="0" rIns="0" bIns="0" anchor="ctr"/>
          <a:lstStyle>
            <a:defPPr algn="ctr">
              <a:defRPr sz="2550" b="1">
                <a:solidFill>
                  <a:srgbClr val="37624D"/>
                </a:solidFill>
                <a:latin typeface="Nimbus Sans"/>
                <a:ea typeface="Nimbus Sans"/>
                <a:cs typeface="Nimbus Sans"/>
              </a:defRPr>
            </a:defPPr>
            <a:lvl1pPr algn="ctr">
              <a:defRPr sz="2550" b="1">
                <a:solidFill>
                  <a:srgbClr val="37624D"/>
                </a:solidFill>
                <a:latin typeface="Nimbus Sans"/>
                <a:ea typeface="Nimbus Sans"/>
                <a:cs typeface="Nimbus Sans"/>
              </a:defRPr>
            </a:lvl1pPr>
            <a:lvl2pPr algn="ctr">
              <a:defRPr sz="2550" b="1">
                <a:solidFill>
                  <a:srgbClr val="37624D"/>
                </a:solidFill>
                <a:latin typeface="Nimbus Sans"/>
                <a:ea typeface="Nimbus Sans"/>
                <a:cs typeface="Nimbus Sans"/>
              </a:defRPr>
            </a:lvl2pPr>
            <a:lvl3pPr algn="ctr">
              <a:defRPr sz="2550" b="1">
                <a:solidFill>
                  <a:srgbClr val="37624D"/>
                </a:solidFill>
                <a:latin typeface="Nimbus Sans"/>
                <a:ea typeface="Nimbus Sans"/>
                <a:cs typeface="Nimbus Sans"/>
              </a:defRPr>
            </a:lvl3pPr>
            <a:lvl4pPr algn="ctr">
              <a:defRPr sz="2550" b="1">
                <a:solidFill>
                  <a:srgbClr val="37624D"/>
                </a:solidFill>
                <a:latin typeface="Nimbus Sans"/>
                <a:ea typeface="Nimbus Sans"/>
                <a:cs typeface="Nimbus Sans"/>
              </a:defRPr>
            </a:lvl4pPr>
            <a:lvl5pPr algn="ctr">
              <a:defRPr sz="2550" b="1">
                <a:solidFill>
                  <a:srgbClr val="37624D"/>
                </a:solidFill>
                <a:latin typeface="Nimbus Sans"/>
                <a:ea typeface="Nimbus Sans"/>
                <a:cs typeface="Nimbus Sans"/>
              </a:defRPr>
            </a:lvl5pPr>
            <a:lvl6pPr algn="ctr">
              <a:defRPr sz="2550" b="1">
                <a:solidFill>
                  <a:srgbClr val="37624D"/>
                </a:solidFill>
                <a:latin typeface="Nimbus Sans"/>
                <a:ea typeface="Nimbus Sans"/>
                <a:cs typeface="Nimbus Sans"/>
              </a:defRPr>
            </a:lvl6pPr>
            <a:lvl7pPr algn="ctr">
              <a:defRPr sz="2550" b="1">
                <a:solidFill>
                  <a:srgbClr val="37624D"/>
                </a:solidFill>
                <a:latin typeface="Nimbus Sans"/>
                <a:ea typeface="Nimbus Sans"/>
                <a:cs typeface="Nimbus Sans"/>
              </a:defRPr>
            </a:lvl7pPr>
            <a:lvl8pPr algn="ctr">
              <a:defRPr sz="2550" b="1">
                <a:solidFill>
                  <a:srgbClr val="37624D"/>
                </a:solidFill>
                <a:latin typeface="Nimbus Sans"/>
                <a:ea typeface="Nimbus Sans"/>
                <a:cs typeface="Nimbus Sans"/>
              </a:defRPr>
            </a:lvl8pPr>
            <a:lvl9pPr algn="ctr">
              <a:defRPr sz="2550" b="1">
                <a:solidFill>
                  <a:srgbClr val="37624D"/>
                </a:solidFill>
                <a:latin typeface="Nimbus Sans"/>
                <a:ea typeface="Nimbus Sans"/>
                <a:cs typeface="Nimbus Sans"/>
              </a:defRPr>
            </a:lvl9pPr>
          </a:lstStyle>
          <a:p>
            <a:pPr algn="ctr">
              <a:defRPr sz="2550" b="1">
                <a:solidFill>
                  <a:srgbClr val="37624D"/>
                </a:solidFill>
                <a:latin typeface="Nimbus Sans"/>
                <a:ea typeface="Nimbus Sans"/>
                <a:cs typeface="Nimbus Sans"/>
              </a:defRPr>
            </a:pPr>
            <a:r>
              <a:rPr sz="2125"/>
              <a:t>Hidden layer 2, neuron 2:  σ(-1.248) = 0.223</a:t>
            </a:r>
          </a:p>
        </p:txBody>
      </p:sp>
      <p:sp>
        <p:nvSpPr>
          <p:cNvPr id="243" name="stage-6-circle-1-0">
            <a:extLst>
              <a:ext uri="{FF2B5EF4-FFF2-40B4-BE49-F238E27FC236}">
                <a16:creationId xmlns:a16="http://schemas.microsoft.com/office/drawing/2014/main" id="{ABBE1F2A-7D1D-4E48-ADFD-1D53CA04989A}"/>
              </a:ext>
            </a:extLst>
          </p:cNvPr>
          <p:cNvSpPr>
            <a:spLocks noGrp="1"/>
          </p:cNvSpPr>
          <p:nvPr/>
        </p:nvSpPr>
        <p:spPr>
          <a:xfrm>
            <a:off x="3476625" y="2444750"/>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244" name="stage-6-value-1-0">
            <a:extLst>
              <a:ext uri="{FF2B5EF4-FFF2-40B4-BE49-F238E27FC236}">
                <a16:creationId xmlns:a16="http://schemas.microsoft.com/office/drawing/2014/main" id="{A5CE1AA9-19A3-43D4-A82A-B50C04EC63D0}"/>
              </a:ext>
            </a:extLst>
          </p:cNvPr>
          <p:cNvSpPr>
            <a:spLocks noGrp="1"/>
          </p:cNvSpPr>
          <p:nvPr/>
        </p:nvSpPr>
        <p:spPr>
          <a:xfrm>
            <a:off x="3484563" y="2603500"/>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0.401</a:t>
            </a:r>
          </a:p>
        </p:txBody>
      </p:sp>
      <p:sp>
        <p:nvSpPr>
          <p:cNvPr id="245" name="stage-6-circle-1-1">
            <a:extLst>
              <a:ext uri="{FF2B5EF4-FFF2-40B4-BE49-F238E27FC236}">
                <a16:creationId xmlns:a16="http://schemas.microsoft.com/office/drawing/2014/main" id="{68D3EA56-E07F-4636-B066-64681F929DF4}"/>
              </a:ext>
            </a:extLst>
          </p:cNvPr>
          <p:cNvSpPr>
            <a:spLocks noGrp="1"/>
          </p:cNvSpPr>
          <p:nvPr/>
        </p:nvSpPr>
        <p:spPr>
          <a:xfrm>
            <a:off x="3476625" y="3476625"/>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246" name="stage-6-value-1-1">
            <a:extLst>
              <a:ext uri="{FF2B5EF4-FFF2-40B4-BE49-F238E27FC236}">
                <a16:creationId xmlns:a16="http://schemas.microsoft.com/office/drawing/2014/main" id="{0F89C766-90BA-475E-A116-F03ABB21898E}"/>
              </a:ext>
            </a:extLst>
          </p:cNvPr>
          <p:cNvSpPr>
            <a:spLocks noGrp="1"/>
          </p:cNvSpPr>
          <p:nvPr/>
        </p:nvSpPr>
        <p:spPr>
          <a:xfrm>
            <a:off x="3484563" y="3635375"/>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0.999</a:t>
            </a:r>
          </a:p>
        </p:txBody>
      </p:sp>
      <p:sp>
        <p:nvSpPr>
          <p:cNvPr id="247" name="stage-6-circle-1-2">
            <a:extLst>
              <a:ext uri="{FF2B5EF4-FFF2-40B4-BE49-F238E27FC236}">
                <a16:creationId xmlns:a16="http://schemas.microsoft.com/office/drawing/2014/main" id="{32062AC3-147C-4316-A831-27F8B3713A68}"/>
              </a:ext>
            </a:extLst>
          </p:cNvPr>
          <p:cNvSpPr>
            <a:spLocks noGrp="1"/>
          </p:cNvSpPr>
          <p:nvPr/>
        </p:nvSpPr>
        <p:spPr>
          <a:xfrm>
            <a:off x="3476625" y="4508500"/>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248" name="stage-6-value-1-2">
            <a:extLst>
              <a:ext uri="{FF2B5EF4-FFF2-40B4-BE49-F238E27FC236}">
                <a16:creationId xmlns:a16="http://schemas.microsoft.com/office/drawing/2014/main" id="{29CFF36D-E1C1-4AF0-BA84-DB6FC6E6C204}"/>
              </a:ext>
            </a:extLst>
          </p:cNvPr>
          <p:cNvSpPr>
            <a:spLocks noGrp="1"/>
          </p:cNvSpPr>
          <p:nvPr/>
        </p:nvSpPr>
        <p:spPr>
          <a:xfrm>
            <a:off x="3484563" y="4667250"/>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0.938</a:t>
            </a:r>
          </a:p>
        </p:txBody>
      </p:sp>
      <p:sp>
        <p:nvSpPr>
          <p:cNvPr id="249" name="stage-6-circle-2-0">
            <a:extLst>
              <a:ext uri="{FF2B5EF4-FFF2-40B4-BE49-F238E27FC236}">
                <a16:creationId xmlns:a16="http://schemas.microsoft.com/office/drawing/2014/main" id="{CA69C38C-9F50-4983-B092-8B13685D0B89}"/>
              </a:ext>
            </a:extLst>
          </p:cNvPr>
          <p:cNvSpPr>
            <a:spLocks noGrp="1"/>
          </p:cNvSpPr>
          <p:nvPr/>
        </p:nvSpPr>
        <p:spPr>
          <a:xfrm>
            <a:off x="5619750" y="2881313"/>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250" name="stage-6-value-2-0">
            <a:extLst>
              <a:ext uri="{FF2B5EF4-FFF2-40B4-BE49-F238E27FC236}">
                <a16:creationId xmlns:a16="http://schemas.microsoft.com/office/drawing/2014/main" id="{87C9E79C-DC6D-40AE-BB7E-32993F00EA96}"/>
              </a:ext>
            </a:extLst>
          </p:cNvPr>
          <p:cNvSpPr>
            <a:spLocks noGrp="1"/>
          </p:cNvSpPr>
          <p:nvPr/>
        </p:nvSpPr>
        <p:spPr>
          <a:xfrm>
            <a:off x="5627688" y="3040063"/>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0.713</a:t>
            </a:r>
          </a:p>
        </p:txBody>
      </p:sp>
      <p:sp>
        <p:nvSpPr>
          <p:cNvPr id="251" name="stage-6-circle-2-1">
            <a:extLst>
              <a:ext uri="{FF2B5EF4-FFF2-40B4-BE49-F238E27FC236}">
                <a16:creationId xmlns:a16="http://schemas.microsoft.com/office/drawing/2014/main" id="{142595C6-438F-4D0E-B973-250D06771B45}"/>
              </a:ext>
            </a:extLst>
          </p:cNvPr>
          <p:cNvSpPr>
            <a:spLocks noGrp="1"/>
          </p:cNvSpPr>
          <p:nvPr/>
        </p:nvSpPr>
        <p:spPr>
          <a:xfrm>
            <a:off x="5619750" y="4071938"/>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252" name="stage-6-value-2-1">
            <a:extLst>
              <a:ext uri="{FF2B5EF4-FFF2-40B4-BE49-F238E27FC236}">
                <a16:creationId xmlns:a16="http://schemas.microsoft.com/office/drawing/2014/main" id="{DA2B0B89-2886-4E23-99B9-D4B00598E95A}"/>
              </a:ext>
            </a:extLst>
          </p:cNvPr>
          <p:cNvSpPr>
            <a:spLocks noGrp="1"/>
          </p:cNvSpPr>
          <p:nvPr/>
        </p:nvSpPr>
        <p:spPr>
          <a:xfrm>
            <a:off x="5627688" y="4230688"/>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0.223</a:t>
            </a:r>
          </a:p>
        </p:txBody>
      </p:sp>
      <p:sp>
        <p:nvSpPr>
          <p:cNvPr id="253" name="stage-6-circle-3-0">
            <a:extLst>
              <a:ext uri="{FF2B5EF4-FFF2-40B4-BE49-F238E27FC236}">
                <a16:creationId xmlns:a16="http://schemas.microsoft.com/office/drawing/2014/main" id="{7DD5E755-48E1-4BC9-996D-3F2EED2CAE44}"/>
              </a:ext>
            </a:extLst>
          </p:cNvPr>
          <p:cNvSpPr>
            <a:spLocks noGrp="1"/>
          </p:cNvSpPr>
          <p:nvPr/>
        </p:nvSpPr>
        <p:spPr>
          <a:xfrm>
            <a:off x="7762875" y="2166938"/>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254" name="stage-6-value-3-0">
            <a:extLst>
              <a:ext uri="{FF2B5EF4-FFF2-40B4-BE49-F238E27FC236}">
                <a16:creationId xmlns:a16="http://schemas.microsoft.com/office/drawing/2014/main" id="{E6BC44CE-3C36-4F03-8162-1C9543FC2DA0}"/>
              </a:ext>
            </a:extLst>
          </p:cNvPr>
          <p:cNvSpPr>
            <a:spLocks noGrp="1"/>
          </p:cNvSpPr>
          <p:nvPr/>
        </p:nvSpPr>
        <p:spPr>
          <a:xfrm>
            <a:off x="7770813" y="2325688"/>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0.599</a:t>
            </a:r>
          </a:p>
        </p:txBody>
      </p:sp>
      <p:sp>
        <p:nvSpPr>
          <p:cNvPr id="255" name="stage-6-circle-3-1">
            <a:extLst>
              <a:ext uri="{FF2B5EF4-FFF2-40B4-BE49-F238E27FC236}">
                <a16:creationId xmlns:a16="http://schemas.microsoft.com/office/drawing/2014/main" id="{2D39A4A8-D5E0-4378-8B4E-8831033A691B}"/>
              </a:ext>
            </a:extLst>
          </p:cNvPr>
          <p:cNvSpPr>
            <a:spLocks noGrp="1"/>
          </p:cNvSpPr>
          <p:nvPr/>
        </p:nvSpPr>
        <p:spPr>
          <a:xfrm>
            <a:off x="7762875" y="3040063"/>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256" name="stage-6-value-3-1">
            <a:extLst>
              <a:ext uri="{FF2B5EF4-FFF2-40B4-BE49-F238E27FC236}">
                <a16:creationId xmlns:a16="http://schemas.microsoft.com/office/drawing/2014/main" id="{D591BE28-7B1F-4E4E-B9C8-AA1A72B48F67}"/>
              </a:ext>
            </a:extLst>
          </p:cNvPr>
          <p:cNvSpPr>
            <a:spLocks noGrp="1"/>
          </p:cNvSpPr>
          <p:nvPr/>
        </p:nvSpPr>
        <p:spPr>
          <a:xfrm>
            <a:off x="7770813" y="3198813"/>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0.441</a:t>
            </a:r>
          </a:p>
        </p:txBody>
      </p:sp>
      <p:sp>
        <p:nvSpPr>
          <p:cNvPr id="257" name="stage-6-circle-3-2">
            <a:extLst>
              <a:ext uri="{FF2B5EF4-FFF2-40B4-BE49-F238E27FC236}">
                <a16:creationId xmlns:a16="http://schemas.microsoft.com/office/drawing/2014/main" id="{4A4C4F9C-8644-49AD-AC04-87783FC1AA52}"/>
              </a:ext>
            </a:extLst>
          </p:cNvPr>
          <p:cNvSpPr>
            <a:spLocks noGrp="1"/>
          </p:cNvSpPr>
          <p:nvPr/>
        </p:nvSpPr>
        <p:spPr>
          <a:xfrm>
            <a:off x="7762875" y="3913188"/>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258" name="stage-6-value-3-2">
            <a:extLst>
              <a:ext uri="{FF2B5EF4-FFF2-40B4-BE49-F238E27FC236}">
                <a16:creationId xmlns:a16="http://schemas.microsoft.com/office/drawing/2014/main" id="{FAB16E12-9B19-49DF-9276-851258FB5762}"/>
              </a:ext>
            </a:extLst>
          </p:cNvPr>
          <p:cNvSpPr>
            <a:spLocks noGrp="1"/>
          </p:cNvSpPr>
          <p:nvPr/>
        </p:nvSpPr>
        <p:spPr>
          <a:xfrm>
            <a:off x="7770813" y="4071938"/>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0.441</a:t>
            </a:r>
          </a:p>
        </p:txBody>
      </p:sp>
      <p:sp>
        <p:nvSpPr>
          <p:cNvPr id="259" name="stage-6-circle-3-3">
            <a:extLst>
              <a:ext uri="{FF2B5EF4-FFF2-40B4-BE49-F238E27FC236}">
                <a16:creationId xmlns:a16="http://schemas.microsoft.com/office/drawing/2014/main" id="{DD4FB0C9-EE0B-4EEA-8F9E-2FFA541F792D}"/>
              </a:ext>
            </a:extLst>
          </p:cNvPr>
          <p:cNvSpPr>
            <a:spLocks noGrp="1"/>
          </p:cNvSpPr>
          <p:nvPr/>
        </p:nvSpPr>
        <p:spPr>
          <a:xfrm>
            <a:off x="7762875" y="4786313"/>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260" name="stage-6-value-3-3">
            <a:extLst>
              <a:ext uri="{FF2B5EF4-FFF2-40B4-BE49-F238E27FC236}">
                <a16:creationId xmlns:a16="http://schemas.microsoft.com/office/drawing/2014/main" id="{78FD8376-567A-4738-BD63-279B105E0122}"/>
              </a:ext>
            </a:extLst>
          </p:cNvPr>
          <p:cNvSpPr>
            <a:spLocks noGrp="1"/>
          </p:cNvSpPr>
          <p:nvPr/>
        </p:nvSpPr>
        <p:spPr>
          <a:xfrm>
            <a:off x="7770813" y="4945063"/>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-0.076</a:t>
            </a:r>
          </a:p>
        </p:txBody>
      </p:sp>
      <p:sp>
        <p:nvSpPr>
          <p:cNvPr id="261" name="stage-6-circle-4-0">
            <a:extLst>
              <a:ext uri="{FF2B5EF4-FFF2-40B4-BE49-F238E27FC236}">
                <a16:creationId xmlns:a16="http://schemas.microsoft.com/office/drawing/2014/main" id="{BD9CB88C-CBA9-45CD-8848-2ACE567B0663}"/>
              </a:ext>
            </a:extLst>
          </p:cNvPr>
          <p:cNvSpPr>
            <a:spLocks noGrp="1"/>
          </p:cNvSpPr>
          <p:nvPr/>
        </p:nvSpPr>
        <p:spPr>
          <a:xfrm>
            <a:off x="9906000" y="18891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262" name="stage-6-value-4-0">
            <a:extLst>
              <a:ext uri="{FF2B5EF4-FFF2-40B4-BE49-F238E27FC236}">
                <a16:creationId xmlns:a16="http://schemas.microsoft.com/office/drawing/2014/main" id="{3A495C03-B850-4475-9319-4BEB7A5EE15B}"/>
              </a:ext>
            </a:extLst>
          </p:cNvPr>
          <p:cNvSpPr>
            <a:spLocks noGrp="1"/>
          </p:cNvSpPr>
          <p:nvPr/>
        </p:nvSpPr>
        <p:spPr>
          <a:xfrm>
            <a:off x="9913938" y="204787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19.4%</a:t>
            </a:r>
          </a:p>
        </p:txBody>
      </p:sp>
      <p:sp>
        <p:nvSpPr>
          <p:cNvPr id="263" name="stage-6-circle-4-1">
            <a:extLst>
              <a:ext uri="{FF2B5EF4-FFF2-40B4-BE49-F238E27FC236}">
                <a16:creationId xmlns:a16="http://schemas.microsoft.com/office/drawing/2014/main" id="{4B4600CD-C43B-4FD6-A2B6-BE7FBD47994A}"/>
              </a:ext>
            </a:extLst>
          </p:cNvPr>
          <p:cNvSpPr>
            <a:spLocks noGrp="1"/>
          </p:cNvSpPr>
          <p:nvPr/>
        </p:nvSpPr>
        <p:spPr>
          <a:xfrm>
            <a:off x="9906000" y="268287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264" name="stage-6-value-4-1">
            <a:extLst>
              <a:ext uri="{FF2B5EF4-FFF2-40B4-BE49-F238E27FC236}">
                <a16:creationId xmlns:a16="http://schemas.microsoft.com/office/drawing/2014/main" id="{CC47D0E7-A45D-46ED-B824-2B5550620CA1}"/>
              </a:ext>
            </a:extLst>
          </p:cNvPr>
          <p:cNvSpPr>
            <a:spLocks noGrp="1"/>
          </p:cNvSpPr>
          <p:nvPr/>
        </p:nvSpPr>
        <p:spPr>
          <a:xfrm>
            <a:off x="9913938" y="284162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19.9%</a:t>
            </a:r>
          </a:p>
        </p:txBody>
      </p:sp>
      <p:sp>
        <p:nvSpPr>
          <p:cNvPr id="265" name="stage-6-circle-4-2">
            <a:extLst>
              <a:ext uri="{FF2B5EF4-FFF2-40B4-BE49-F238E27FC236}">
                <a16:creationId xmlns:a16="http://schemas.microsoft.com/office/drawing/2014/main" id="{06BE9B2B-622A-4AC4-A122-67406D7F0FD1}"/>
              </a:ext>
            </a:extLst>
          </p:cNvPr>
          <p:cNvSpPr>
            <a:spLocks noGrp="1"/>
          </p:cNvSpPr>
          <p:nvPr/>
        </p:nvSpPr>
        <p:spPr>
          <a:xfrm>
            <a:off x="9906000" y="34766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266" name="stage-6-value-4-2">
            <a:extLst>
              <a:ext uri="{FF2B5EF4-FFF2-40B4-BE49-F238E27FC236}">
                <a16:creationId xmlns:a16="http://schemas.microsoft.com/office/drawing/2014/main" id="{9C456310-AE2E-42C6-AA87-53E293F190AB}"/>
              </a:ext>
            </a:extLst>
          </p:cNvPr>
          <p:cNvSpPr>
            <a:spLocks noGrp="1"/>
          </p:cNvSpPr>
          <p:nvPr/>
        </p:nvSpPr>
        <p:spPr>
          <a:xfrm>
            <a:off x="9913938" y="363537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19.3%</a:t>
            </a:r>
          </a:p>
        </p:txBody>
      </p:sp>
      <p:sp>
        <p:nvSpPr>
          <p:cNvPr id="267" name="stage-6-circle-4-3">
            <a:extLst>
              <a:ext uri="{FF2B5EF4-FFF2-40B4-BE49-F238E27FC236}">
                <a16:creationId xmlns:a16="http://schemas.microsoft.com/office/drawing/2014/main" id="{E47BDFE2-DE68-4DFB-9D2F-E56851FFA079}"/>
              </a:ext>
            </a:extLst>
          </p:cNvPr>
          <p:cNvSpPr>
            <a:spLocks noGrp="1"/>
          </p:cNvSpPr>
          <p:nvPr/>
        </p:nvSpPr>
        <p:spPr>
          <a:xfrm>
            <a:off x="9906000" y="427037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268" name="stage-6-value-4-3">
            <a:extLst>
              <a:ext uri="{FF2B5EF4-FFF2-40B4-BE49-F238E27FC236}">
                <a16:creationId xmlns:a16="http://schemas.microsoft.com/office/drawing/2014/main" id="{44AA0E72-59E0-44FE-A42B-F1B57AAB776E}"/>
              </a:ext>
            </a:extLst>
          </p:cNvPr>
          <p:cNvSpPr>
            <a:spLocks noGrp="1"/>
          </p:cNvSpPr>
          <p:nvPr/>
        </p:nvSpPr>
        <p:spPr>
          <a:xfrm>
            <a:off x="9913938" y="442912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7.8%</a:t>
            </a:r>
          </a:p>
        </p:txBody>
      </p:sp>
      <p:sp>
        <p:nvSpPr>
          <p:cNvPr id="269" name="stage-6-circle-4-4">
            <a:extLst>
              <a:ext uri="{FF2B5EF4-FFF2-40B4-BE49-F238E27FC236}">
                <a16:creationId xmlns:a16="http://schemas.microsoft.com/office/drawing/2014/main" id="{61844EE5-267A-41E0-A325-1A8E4F406A88}"/>
              </a:ext>
            </a:extLst>
          </p:cNvPr>
          <p:cNvSpPr>
            <a:spLocks noGrp="1"/>
          </p:cNvSpPr>
          <p:nvPr/>
        </p:nvSpPr>
        <p:spPr>
          <a:xfrm>
            <a:off x="9906000" y="50641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270" name="stage-6-value-4-4">
            <a:extLst>
              <a:ext uri="{FF2B5EF4-FFF2-40B4-BE49-F238E27FC236}">
                <a16:creationId xmlns:a16="http://schemas.microsoft.com/office/drawing/2014/main" id="{BDFECF7B-A3D7-4E6E-8525-7129431B86C8}"/>
              </a:ext>
            </a:extLst>
          </p:cNvPr>
          <p:cNvSpPr>
            <a:spLocks noGrp="1"/>
          </p:cNvSpPr>
          <p:nvPr/>
        </p:nvSpPr>
        <p:spPr>
          <a:xfrm>
            <a:off x="9913938" y="522287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33.6%</a:t>
            </a:r>
          </a:p>
        </p:txBody>
      </p:sp>
      <p:sp>
        <p:nvSpPr>
          <p:cNvPr id="271" name="stage-6-caption">
            <a:extLst>
              <a:ext uri="{FF2B5EF4-FFF2-40B4-BE49-F238E27FC236}">
                <a16:creationId xmlns:a16="http://schemas.microsoft.com/office/drawing/2014/main" id="{8402102D-7E5C-4A49-B623-EAA3202274CE}"/>
              </a:ext>
            </a:extLst>
          </p:cNvPr>
          <p:cNvSpPr>
            <a:spLocks noGrp="1"/>
          </p:cNvSpPr>
          <p:nvPr/>
        </p:nvSpPr>
        <p:spPr>
          <a:xfrm>
            <a:off x="635000" y="1309688"/>
            <a:ext cx="10922000" cy="476250"/>
          </a:xfrm>
          <a:prstGeom prst="rect">
            <a:avLst/>
          </a:prstGeom>
          <a:solidFill>
            <a:srgbClr val="FFFFFF"/>
          </a:solidFill>
          <a:ln w="0">
            <a:noFill/>
            <a:prstDash val="solid"/>
          </a:ln>
        </p:spPr>
        <p:txBody>
          <a:bodyPr wrap="none" lIns="0" tIns="0" rIns="0" bIns="0" anchor="ctr"/>
          <a:lstStyle>
            <a:defPPr algn="ctr">
              <a:defRPr sz="2550" b="1">
                <a:solidFill>
                  <a:srgbClr val="37624D"/>
                </a:solidFill>
                <a:latin typeface="Nimbus Sans"/>
                <a:ea typeface="Nimbus Sans"/>
                <a:cs typeface="Nimbus Sans"/>
              </a:defRPr>
            </a:defPPr>
            <a:lvl1pPr algn="ctr">
              <a:defRPr sz="2550" b="1">
                <a:solidFill>
                  <a:srgbClr val="37624D"/>
                </a:solidFill>
                <a:latin typeface="Nimbus Sans"/>
                <a:ea typeface="Nimbus Sans"/>
                <a:cs typeface="Nimbus Sans"/>
              </a:defRPr>
            </a:lvl1pPr>
            <a:lvl2pPr algn="ctr">
              <a:defRPr sz="2550" b="1">
                <a:solidFill>
                  <a:srgbClr val="37624D"/>
                </a:solidFill>
                <a:latin typeface="Nimbus Sans"/>
                <a:ea typeface="Nimbus Sans"/>
                <a:cs typeface="Nimbus Sans"/>
              </a:defRPr>
            </a:lvl2pPr>
            <a:lvl3pPr algn="ctr">
              <a:defRPr sz="2550" b="1">
                <a:solidFill>
                  <a:srgbClr val="37624D"/>
                </a:solidFill>
                <a:latin typeface="Nimbus Sans"/>
                <a:ea typeface="Nimbus Sans"/>
                <a:cs typeface="Nimbus Sans"/>
              </a:defRPr>
            </a:lvl3pPr>
            <a:lvl4pPr algn="ctr">
              <a:defRPr sz="2550" b="1">
                <a:solidFill>
                  <a:srgbClr val="37624D"/>
                </a:solidFill>
                <a:latin typeface="Nimbus Sans"/>
                <a:ea typeface="Nimbus Sans"/>
                <a:cs typeface="Nimbus Sans"/>
              </a:defRPr>
            </a:lvl4pPr>
            <a:lvl5pPr algn="ctr">
              <a:defRPr sz="2550" b="1">
                <a:solidFill>
                  <a:srgbClr val="37624D"/>
                </a:solidFill>
                <a:latin typeface="Nimbus Sans"/>
                <a:ea typeface="Nimbus Sans"/>
                <a:cs typeface="Nimbus Sans"/>
              </a:defRPr>
            </a:lvl5pPr>
            <a:lvl6pPr algn="ctr">
              <a:defRPr sz="2550" b="1">
                <a:solidFill>
                  <a:srgbClr val="37624D"/>
                </a:solidFill>
                <a:latin typeface="Nimbus Sans"/>
                <a:ea typeface="Nimbus Sans"/>
                <a:cs typeface="Nimbus Sans"/>
              </a:defRPr>
            </a:lvl6pPr>
            <a:lvl7pPr algn="ctr">
              <a:defRPr sz="2550" b="1">
                <a:solidFill>
                  <a:srgbClr val="37624D"/>
                </a:solidFill>
                <a:latin typeface="Nimbus Sans"/>
                <a:ea typeface="Nimbus Sans"/>
                <a:cs typeface="Nimbus Sans"/>
              </a:defRPr>
            </a:lvl7pPr>
            <a:lvl8pPr algn="ctr">
              <a:defRPr sz="2550" b="1">
                <a:solidFill>
                  <a:srgbClr val="37624D"/>
                </a:solidFill>
                <a:latin typeface="Nimbus Sans"/>
                <a:ea typeface="Nimbus Sans"/>
                <a:cs typeface="Nimbus Sans"/>
              </a:defRPr>
            </a:lvl8pPr>
            <a:lvl9pPr algn="ctr">
              <a:defRPr sz="2550" b="1">
                <a:solidFill>
                  <a:srgbClr val="37624D"/>
                </a:solidFill>
                <a:latin typeface="Nimbus Sans"/>
                <a:ea typeface="Nimbus Sans"/>
                <a:cs typeface="Nimbus Sans"/>
              </a:defRPr>
            </a:lvl9pPr>
          </a:lstStyle>
          <a:p>
            <a:pPr algn="ctr">
              <a:defRPr sz="2550" b="1">
                <a:solidFill>
                  <a:srgbClr val="37624D"/>
                </a:solidFill>
                <a:latin typeface="Nimbus Sans"/>
                <a:ea typeface="Nimbus Sans"/>
                <a:cs typeface="Nimbus Sans"/>
              </a:defRPr>
            </a:pPr>
            <a:r>
              <a:rPr sz="2125"/>
              <a:t>Hidden layer 3, neuron 1:  σ(0.401) = 0.599</a:t>
            </a:r>
          </a:p>
        </p:txBody>
      </p:sp>
      <p:sp>
        <p:nvSpPr>
          <p:cNvPr id="272" name="stage-7-circle-1-0">
            <a:extLst>
              <a:ext uri="{FF2B5EF4-FFF2-40B4-BE49-F238E27FC236}">
                <a16:creationId xmlns:a16="http://schemas.microsoft.com/office/drawing/2014/main" id="{73D5A35C-5105-46E8-BAD7-F5DDDCAB78BD}"/>
              </a:ext>
            </a:extLst>
          </p:cNvPr>
          <p:cNvSpPr>
            <a:spLocks noGrp="1"/>
          </p:cNvSpPr>
          <p:nvPr/>
        </p:nvSpPr>
        <p:spPr>
          <a:xfrm>
            <a:off x="3476625" y="2444750"/>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273" name="stage-7-value-1-0">
            <a:extLst>
              <a:ext uri="{FF2B5EF4-FFF2-40B4-BE49-F238E27FC236}">
                <a16:creationId xmlns:a16="http://schemas.microsoft.com/office/drawing/2014/main" id="{BB082B04-2C60-4D65-81C0-CBC08044D01C}"/>
              </a:ext>
            </a:extLst>
          </p:cNvPr>
          <p:cNvSpPr>
            <a:spLocks noGrp="1"/>
          </p:cNvSpPr>
          <p:nvPr/>
        </p:nvSpPr>
        <p:spPr>
          <a:xfrm>
            <a:off x="3484563" y="2603500"/>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0.401</a:t>
            </a:r>
          </a:p>
        </p:txBody>
      </p:sp>
      <p:sp>
        <p:nvSpPr>
          <p:cNvPr id="274" name="stage-7-circle-1-1">
            <a:extLst>
              <a:ext uri="{FF2B5EF4-FFF2-40B4-BE49-F238E27FC236}">
                <a16:creationId xmlns:a16="http://schemas.microsoft.com/office/drawing/2014/main" id="{79A1EB9E-F6AE-4B73-A772-006EDE82BFD3}"/>
              </a:ext>
            </a:extLst>
          </p:cNvPr>
          <p:cNvSpPr>
            <a:spLocks noGrp="1"/>
          </p:cNvSpPr>
          <p:nvPr/>
        </p:nvSpPr>
        <p:spPr>
          <a:xfrm>
            <a:off x="3476625" y="3476625"/>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275" name="stage-7-value-1-1">
            <a:extLst>
              <a:ext uri="{FF2B5EF4-FFF2-40B4-BE49-F238E27FC236}">
                <a16:creationId xmlns:a16="http://schemas.microsoft.com/office/drawing/2014/main" id="{6A03A26D-44DE-40E9-A3B5-842123283A98}"/>
              </a:ext>
            </a:extLst>
          </p:cNvPr>
          <p:cNvSpPr>
            <a:spLocks noGrp="1"/>
          </p:cNvSpPr>
          <p:nvPr/>
        </p:nvSpPr>
        <p:spPr>
          <a:xfrm>
            <a:off x="3484563" y="3635375"/>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0.999</a:t>
            </a:r>
          </a:p>
        </p:txBody>
      </p:sp>
      <p:sp>
        <p:nvSpPr>
          <p:cNvPr id="276" name="stage-7-circle-1-2">
            <a:extLst>
              <a:ext uri="{FF2B5EF4-FFF2-40B4-BE49-F238E27FC236}">
                <a16:creationId xmlns:a16="http://schemas.microsoft.com/office/drawing/2014/main" id="{4E156F79-C582-4A2D-A500-1DBD81DC9501}"/>
              </a:ext>
            </a:extLst>
          </p:cNvPr>
          <p:cNvSpPr>
            <a:spLocks noGrp="1"/>
          </p:cNvSpPr>
          <p:nvPr/>
        </p:nvSpPr>
        <p:spPr>
          <a:xfrm>
            <a:off x="3476625" y="4508500"/>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277" name="stage-7-value-1-2">
            <a:extLst>
              <a:ext uri="{FF2B5EF4-FFF2-40B4-BE49-F238E27FC236}">
                <a16:creationId xmlns:a16="http://schemas.microsoft.com/office/drawing/2014/main" id="{FC155AB5-722D-44F5-850B-CC6834A9B7C4}"/>
              </a:ext>
            </a:extLst>
          </p:cNvPr>
          <p:cNvSpPr>
            <a:spLocks noGrp="1"/>
          </p:cNvSpPr>
          <p:nvPr/>
        </p:nvSpPr>
        <p:spPr>
          <a:xfrm>
            <a:off x="3484563" y="4667250"/>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0.938</a:t>
            </a:r>
          </a:p>
        </p:txBody>
      </p:sp>
      <p:sp>
        <p:nvSpPr>
          <p:cNvPr id="278" name="stage-7-circle-2-0">
            <a:extLst>
              <a:ext uri="{FF2B5EF4-FFF2-40B4-BE49-F238E27FC236}">
                <a16:creationId xmlns:a16="http://schemas.microsoft.com/office/drawing/2014/main" id="{AD739B65-B757-44B3-80DA-206086BB48D1}"/>
              </a:ext>
            </a:extLst>
          </p:cNvPr>
          <p:cNvSpPr>
            <a:spLocks noGrp="1"/>
          </p:cNvSpPr>
          <p:nvPr/>
        </p:nvSpPr>
        <p:spPr>
          <a:xfrm>
            <a:off x="5619750" y="2881313"/>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279" name="stage-7-value-2-0">
            <a:extLst>
              <a:ext uri="{FF2B5EF4-FFF2-40B4-BE49-F238E27FC236}">
                <a16:creationId xmlns:a16="http://schemas.microsoft.com/office/drawing/2014/main" id="{A36E6BEE-E3DB-4824-A804-3B145A6B2083}"/>
              </a:ext>
            </a:extLst>
          </p:cNvPr>
          <p:cNvSpPr>
            <a:spLocks noGrp="1"/>
          </p:cNvSpPr>
          <p:nvPr/>
        </p:nvSpPr>
        <p:spPr>
          <a:xfrm>
            <a:off x="5627688" y="3040063"/>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0.713</a:t>
            </a:r>
          </a:p>
        </p:txBody>
      </p:sp>
      <p:sp>
        <p:nvSpPr>
          <p:cNvPr id="280" name="stage-7-circle-2-1">
            <a:extLst>
              <a:ext uri="{FF2B5EF4-FFF2-40B4-BE49-F238E27FC236}">
                <a16:creationId xmlns:a16="http://schemas.microsoft.com/office/drawing/2014/main" id="{B8AD39EE-BA75-4D62-AFF0-E2DB14BD5FD3}"/>
              </a:ext>
            </a:extLst>
          </p:cNvPr>
          <p:cNvSpPr>
            <a:spLocks noGrp="1"/>
          </p:cNvSpPr>
          <p:nvPr/>
        </p:nvSpPr>
        <p:spPr>
          <a:xfrm>
            <a:off x="5619750" y="4071938"/>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281" name="stage-7-value-2-1">
            <a:extLst>
              <a:ext uri="{FF2B5EF4-FFF2-40B4-BE49-F238E27FC236}">
                <a16:creationId xmlns:a16="http://schemas.microsoft.com/office/drawing/2014/main" id="{0C1072C1-55A0-4FDA-A646-0739D9543291}"/>
              </a:ext>
            </a:extLst>
          </p:cNvPr>
          <p:cNvSpPr>
            <a:spLocks noGrp="1"/>
          </p:cNvSpPr>
          <p:nvPr/>
        </p:nvSpPr>
        <p:spPr>
          <a:xfrm>
            <a:off x="5627688" y="4230688"/>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0.223</a:t>
            </a:r>
          </a:p>
        </p:txBody>
      </p:sp>
      <p:sp>
        <p:nvSpPr>
          <p:cNvPr id="282" name="stage-7-circle-3-0">
            <a:extLst>
              <a:ext uri="{FF2B5EF4-FFF2-40B4-BE49-F238E27FC236}">
                <a16:creationId xmlns:a16="http://schemas.microsoft.com/office/drawing/2014/main" id="{7ADEFACC-BE7A-4876-B2A7-9D2C8C78572A}"/>
              </a:ext>
            </a:extLst>
          </p:cNvPr>
          <p:cNvSpPr>
            <a:spLocks noGrp="1"/>
          </p:cNvSpPr>
          <p:nvPr/>
        </p:nvSpPr>
        <p:spPr>
          <a:xfrm>
            <a:off x="7762875" y="2166938"/>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283" name="stage-7-value-3-0">
            <a:extLst>
              <a:ext uri="{FF2B5EF4-FFF2-40B4-BE49-F238E27FC236}">
                <a16:creationId xmlns:a16="http://schemas.microsoft.com/office/drawing/2014/main" id="{FCFE10A5-0E31-44DF-A588-232FC3ED1C14}"/>
              </a:ext>
            </a:extLst>
          </p:cNvPr>
          <p:cNvSpPr>
            <a:spLocks noGrp="1"/>
          </p:cNvSpPr>
          <p:nvPr/>
        </p:nvSpPr>
        <p:spPr>
          <a:xfrm>
            <a:off x="7770813" y="2325688"/>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0.599</a:t>
            </a:r>
          </a:p>
        </p:txBody>
      </p:sp>
      <p:sp>
        <p:nvSpPr>
          <p:cNvPr id="284" name="stage-7-circle-3-1">
            <a:extLst>
              <a:ext uri="{FF2B5EF4-FFF2-40B4-BE49-F238E27FC236}">
                <a16:creationId xmlns:a16="http://schemas.microsoft.com/office/drawing/2014/main" id="{0CEE2C79-3F9A-4AA7-9F46-0AF2C718075C}"/>
              </a:ext>
            </a:extLst>
          </p:cNvPr>
          <p:cNvSpPr>
            <a:spLocks noGrp="1"/>
          </p:cNvSpPr>
          <p:nvPr/>
        </p:nvSpPr>
        <p:spPr>
          <a:xfrm>
            <a:off x="7762875" y="3040063"/>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285" name="stage-7-value-3-1">
            <a:extLst>
              <a:ext uri="{FF2B5EF4-FFF2-40B4-BE49-F238E27FC236}">
                <a16:creationId xmlns:a16="http://schemas.microsoft.com/office/drawing/2014/main" id="{AA0353D8-30EF-4B28-A85E-6F0ECB0333D5}"/>
              </a:ext>
            </a:extLst>
          </p:cNvPr>
          <p:cNvSpPr>
            <a:spLocks noGrp="1"/>
          </p:cNvSpPr>
          <p:nvPr/>
        </p:nvSpPr>
        <p:spPr>
          <a:xfrm>
            <a:off x="7770813" y="3198813"/>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0.609</a:t>
            </a:r>
          </a:p>
        </p:txBody>
      </p:sp>
      <p:sp>
        <p:nvSpPr>
          <p:cNvPr id="286" name="stage-7-circle-3-2">
            <a:extLst>
              <a:ext uri="{FF2B5EF4-FFF2-40B4-BE49-F238E27FC236}">
                <a16:creationId xmlns:a16="http://schemas.microsoft.com/office/drawing/2014/main" id="{A439BF5B-AEFF-4185-A0A4-20DF5F363BEB}"/>
              </a:ext>
            </a:extLst>
          </p:cNvPr>
          <p:cNvSpPr>
            <a:spLocks noGrp="1"/>
          </p:cNvSpPr>
          <p:nvPr/>
        </p:nvSpPr>
        <p:spPr>
          <a:xfrm>
            <a:off x="7762875" y="3913188"/>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287" name="stage-7-value-3-2">
            <a:extLst>
              <a:ext uri="{FF2B5EF4-FFF2-40B4-BE49-F238E27FC236}">
                <a16:creationId xmlns:a16="http://schemas.microsoft.com/office/drawing/2014/main" id="{5AC8A84A-ED10-4429-A713-44EDEA06E5B6}"/>
              </a:ext>
            </a:extLst>
          </p:cNvPr>
          <p:cNvSpPr>
            <a:spLocks noGrp="1"/>
          </p:cNvSpPr>
          <p:nvPr/>
        </p:nvSpPr>
        <p:spPr>
          <a:xfrm>
            <a:off x="7770813" y="4071938"/>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0.441</a:t>
            </a:r>
          </a:p>
        </p:txBody>
      </p:sp>
      <p:sp>
        <p:nvSpPr>
          <p:cNvPr id="288" name="stage-7-circle-3-3">
            <a:extLst>
              <a:ext uri="{FF2B5EF4-FFF2-40B4-BE49-F238E27FC236}">
                <a16:creationId xmlns:a16="http://schemas.microsoft.com/office/drawing/2014/main" id="{DA3EB6B4-3542-4DE0-99F1-5B62956AF801}"/>
              </a:ext>
            </a:extLst>
          </p:cNvPr>
          <p:cNvSpPr>
            <a:spLocks noGrp="1"/>
          </p:cNvSpPr>
          <p:nvPr/>
        </p:nvSpPr>
        <p:spPr>
          <a:xfrm>
            <a:off x="7762875" y="4786313"/>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289" name="stage-7-value-3-3">
            <a:extLst>
              <a:ext uri="{FF2B5EF4-FFF2-40B4-BE49-F238E27FC236}">
                <a16:creationId xmlns:a16="http://schemas.microsoft.com/office/drawing/2014/main" id="{D672AB7D-A1AF-42CC-BA43-530AB7620F5A}"/>
              </a:ext>
            </a:extLst>
          </p:cNvPr>
          <p:cNvSpPr>
            <a:spLocks noGrp="1"/>
          </p:cNvSpPr>
          <p:nvPr/>
        </p:nvSpPr>
        <p:spPr>
          <a:xfrm>
            <a:off x="7770813" y="4945063"/>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-0.076</a:t>
            </a:r>
          </a:p>
        </p:txBody>
      </p:sp>
      <p:sp>
        <p:nvSpPr>
          <p:cNvPr id="290" name="stage-7-circle-4-0">
            <a:extLst>
              <a:ext uri="{FF2B5EF4-FFF2-40B4-BE49-F238E27FC236}">
                <a16:creationId xmlns:a16="http://schemas.microsoft.com/office/drawing/2014/main" id="{7A0A0A44-478B-41DF-A15F-0F54062B8E20}"/>
              </a:ext>
            </a:extLst>
          </p:cNvPr>
          <p:cNvSpPr>
            <a:spLocks noGrp="1"/>
          </p:cNvSpPr>
          <p:nvPr/>
        </p:nvSpPr>
        <p:spPr>
          <a:xfrm>
            <a:off x="9906000" y="18891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291" name="stage-7-value-4-0">
            <a:extLst>
              <a:ext uri="{FF2B5EF4-FFF2-40B4-BE49-F238E27FC236}">
                <a16:creationId xmlns:a16="http://schemas.microsoft.com/office/drawing/2014/main" id="{FB10C503-A3B8-41C9-838E-B756914B7084}"/>
              </a:ext>
            </a:extLst>
          </p:cNvPr>
          <p:cNvSpPr>
            <a:spLocks noGrp="1"/>
          </p:cNvSpPr>
          <p:nvPr/>
        </p:nvSpPr>
        <p:spPr>
          <a:xfrm>
            <a:off x="9913938" y="204787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19.4%</a:t>
            </a:r>
          </a:p>
        </p:txBody>
      </p:sp>
      <p:sp>
        <p:nvSpPr>
          <p:cNvPr id="292" name="stage-7-circle-4-1">
            <a:extLst>
              <a:ext uri="{FF2B5EF4-FFF2-40B4-BE49-F238E27FC236}">
                <a16:creationId xmlns:a16="http://schemas.microsoft.com/office/drawing/2014/main" id="{B97E40CB-B5D5-4C1D-A799-291837D46C75}"/>
              </a:ext>
            </a:extLst>
          </p:cNvPr>
          <p:cNvSpPr>
            <a:spLocks noGrp="1"/>
          </p:cNvSpPr>
          <p:nvPr/>
        </p:nvSpPr>
        <p:spPr>
          <a:xfrm>
            <a:off x="9906000" y="268287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293" name="stage-7-value-4-1">
            <a:extLst>
              <a:ext uri="{FF2B5EF4-FFF2-40B4-BE49-F238E27FC236}">
                <a16:creationId xmlns:a16="http://schemas.microsoft.com/office/drawing/2014/main" id="{39F7D08D-99BA-431A-96CB-E4B501E5601B}"/>
              </a:ext>
            </a:extLst>
          </p:cNvPr>
          <p:cNvSpPr>
            <a:spLocks noGrp="1"/>
          </p:cNvSpPr>
          <p:nvPr/>
        </p:nvSpPr>
        <p:spPr>
          <a:xfrm>
            <a:off x="9913938" y="284162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20.5%</a:t>
            </a:r>
          </a:p>
        </p:txBody>
      </p:sp>
      <p:sp>
        <p:nvSpPr>
          <p:cNvPr id="294" name="stage-7-circle-4-2">
            <a:extLst>
              <a:ext uri="{FF2B5EF4-FFF2-40B4-BE49-F238E27FC236}">
                <a16:creationId xmlns:a16="http://schemas.microsoft.com/office/drawing/2014/main" id="{9AD7360B-0B0F-4C5E-924C-BED9EF83A4B8}"/>
              </a:ext>
            </a:extLst>
          </p:cNvPr>
          <p:cNvSpPr>
            <a:spLocks noGrp="1"/>
          </p:cNvSpPr>
          <p:nvPr/>
        </p:nvSpPr>
        <p:spPr>
          <a:xfrm>
            <a:off x="9906000" y="34766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295" name="stage-7-value-4-2">
            <a:extLst>
              <a:ext uri="{FF2B5EF4-FFF2-40B4-BE49-F238E27FC236}">
                <a16:creationId xmlns:a16="http://schemas.microsoft.com/office/drawing/2014/main" id="{12AB75C2-22D1-4167-977C-3CF8E209B6FA}"/>
              </a:ext>
            </a:extLst>
          </p:cNvPr>
          <p:cNvSpPr>
            <a:spLocks noGrp="1"/>
          </p:cNvSpPr>
          <p:nvPr/>
        </p:nvSpPr>
        <p:spPr>
          <a:xfrm>
            <a:off x="9913938" y="363537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18.7%</a:t>
            </a:r>
          </a:p>
        </p:txBody>
      </p:sp>
      <p:sp>
        <p:nvSpPr>
          <p:cNvPr id="296" name="stage-7-circle-4-3">
            <a:extLst>
              <a:ext uri="{FF2B5EF4-FFF2-40B4-BE49-F238E27FC236}">
                <a16:creationId xmlns:a16="http://schemas.microsoft.com/office/drawing/2014/main" id="{90C219A8-DA7B-4326-A776-7666F252EC35}"/>
              </a:ext>
            </a:extLst>
          </p:cNvPr>
          <p:cNvSpPr>
            <a:spLocks noGrp="1"/>
          </p:cNvSpPr>
          <p:nvPr/>
        </p:nvSpPr>
        <p:spPr>
          <a:xfrm>
            <a:off x="9906000" y="427037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297" name="stage-7-value-4-3">
            <a:extLst>
              <a:ext uri="{FF2B5EF4-FFF2-40B4-BE49-F238E27FC236}">
                <a16:creationId xmlns:a16="http://schemas.microsoft.com/office/drawing/2014/main" id="{185FE051-58E3-4B7F-A136-F33FE1CBFAB6}"/>
              </a:ext>
            </a:extLst>
          </p:cNvPr>
          <p:cNvSpPr>
            <a:spLocks noGrp="1"/>
          </p:cNvSpPr>
          <p:nvPr/>
        </p:nvSpPr>
        <p:spPr>
          <a:xfrm>
            <a:off x="9913938" y="442912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6.6%</a:t>
            </a:r>
          </a:p>
        </p:txBody>
      </p:sp>
      <p:sp>
        <p:nvSpPr>
          <p:cNvPr id="298" name="stage-7-circle-4-4">
            <a:extLst>
              <a:ext uri="{FF2B5EF4-FFF2-40B4-BE49-F238E27FC236}">
                <a16:creationId xmlns:a16="http://schemas.microsoft.com/office/drawing/2014/main" id="{92ED91A5-DE5A-4EBB-87C6-A567FF17FE37}"/>
              </a:ext>
            </a:extLst>
          </p:cNvPr>
          <p:cNvSpPr>
            <a:spLocks noGrp="1"/>
          </p:cNvSpPr>
          <p:nvPr/>
        </p:nvSpPr>
        <p:spPr>
          <a:xfrm>
            <a:off x="9906000" y="50641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299" name="stage-7-value-4-4">
            <a:extLst>
              <a:ext uri="{FF2B5EF4-FFF2-40B4-BE49-F238E27FC236}">
                <a16:creationId xmlns:a16="http://schemas.microsoft.com/office/drawing/2014/main" id="{2FE77AB9-B287-4E2A-8398-C84C63115B56}"/>
              </a:ext>
            </a:extLst>
          </p:cNvPr>
          <p:cNvSpPr>
            <a:spLocks noGrp="1"/>
          </p:cNvSpPr>
          <p:nvPr/>
        </p:nvSpPr>
        <p:spPr>
          <a:xfrm>
            <a:off x="9913938" y="522287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34.8%</a:t>
            </a:r>
          </a:p>
        </p:txBody>
      </p:sp>
      <p:sp>
        <p:nvSpPr>
          <p:cNvPr id="300" name="stage-7-caption">
            <a:extLst>
              <a:ext uri="{FF2B5EF4-FFF2-40B4-BE49-F238E27FC236}">
                <a16:creationId xmlns:a16="http://schemas.microsoft.com/office/drawing/2014/main" id="{DBF14348-ED28-4D58-8F65-0C2CAAA74F13}"/>
              </a:ext>
            </a:extLst>
          </p:cNvPr>
          <p:cNvSpPr>
            <a:spLocks noGrp="1"/>
          </p:cNvSpPr>
          <p:nvPr/>
        </p:nvSpPr>
        <p:spPr>
          <a:xfrm>
            <a:off x="635000" y="1309688"/>
            <a:ext cx="10922000" cy="476250"/>
          </a:xfrm>
          <a:prstGeom prst="rect">
            <a:avLst/>
          </a:prstGeom>
          <a:solidFill>
            <a:srgbClr val="FFFFFF"/>
          </a:solidFill>
          <a:ln w="0">
            <a:noFill/>
            <a:prstDash val="solid"/>
          </a:ln>
        </p:spPr>
        <p:txBody>
          <a:bodyPr wrap="none" lIns="0" tIns="0" rIns="0" bIns="0" anchor="ctr"/>
          <a:lstStyle>
            <a:defPPr algn="ctr">
              <a:defRPr sz="2550" b="1">
                <a:solidFill>
                  <a:srgbClr val="37624D"/>
                </a:solidFill>
                <a:latin typeface="Nimbus Sans"/>
                <a:ea typeface="Nimbus Sans"/>
                <a:cs typeface="Nimbus Sans"/>
              </a:defRPr>
            </a:defPPr>
            <a:lvl1pPr algn="ctr">
              <a:defRPr sz="2550" b="1">
                <a:solidFill>
                  <a:srgbClr val="37624D"/>
                </a:solidFill>
                <a:latin typeface="Nimbus Sans"/>
                <a:ea typeface="Nimbus Sans"/>
                <a:cs typeface="Nimbus Sans"/>
              </a:defRPr>
            </a:lvl1pPr>
            <a:lvl2pPr algn="ctr">
              <a:defRPr sz="2550" b="1">
                <a:solidFill>
                  <a:srgbClr val="37624D"/>
                </a:solidFill>
                <a:latin typeface="Nimbus Sans"/>
                <a:ea typeface="Nimbus Sans"/>
                <a:cs typeface="Nimbus Sans"/>
              </a:defRPr>
            </a:lvl2pPr>
            <a:lvl3pPr algn="ctr">
              <a:defRPr sz="2550" b="1">
                <a:solidFill>
                  <a:srgbClr val="37624D"/>
                </a:solidFill>
                <a:latin typeface="Nimbus Sans"/>
                <a:ea typeface="Nimbus Sans"/>
                <a:cs typeface="Nimbus Sans"/>
              </a:defRPr>
            </a:lvl3pPr>
            <a:lvl4pPr algn="ctr">
              <a:defRPr sz="2550" b="1">
                <a:solidFill>
                  <a:srgbClr val="37624D"/>
                </a:solidFill>
                <a:latin typeface="Nimbus Sans"/>
                <a:ea typeface="Nimbus Sans"/>
                <a:cs typeface="Nimbus Sans"/>
              </a:defRPr>
            </a:lvl4pPr>
            <a:lvl5pPr algn="ctr">
              <a:defRPr sz="2550" b="1">
                <a:solidFill>
                  <a:srgbClr val="37624D"/>
                </a:solidFill>
                <a:latin typeface="Nimbus Sans"/>
                <a:ea typeface="Nimbus Sans"/>
                <a:cs typeface="Nimbus Sans"/>
              </a:defRPr>
            </a:lvl5pPr>
            <a:lvl6pPr algn="ctr">
              <a:defRPr sz="2550" b="1">
                <a:solidFill>
                  <a:srgbClr val="37624D"/>
                </a:solidFill>
                <a:latin typeface="Nimbus Sans"/>
                <a:ea typeface="Nimbus Sans"/>
                <a:cs typeface="Nimbus Sans"/>
              </a:defRPr>
            </a:lvl6pPr>
            <a:lvl7pPr algn="ctr">
              <a:defRPr sz="2550" b="1">
                <a:solidFill>
                  <a:srgbClr val="37624D"/>
                </a:solidFill>
                <a:latin typeface="Nimbus Sans"/>
                <a:ea typeface="Nimbus Sans"/>
                <a:cs typeface="Nimbus Sans"/>
              </a:defRPr>
            </a:lvl7pPr>
            <a:lvl8pPr algn="ctr">
              <a:defRPr sz="2550" b="1">
                <a:solidFill>
                  <a:srgbClr val="37624D"/>
                </a:solidFill>
                <a:latin typeface="Nimbus Sans"/>
                <a:ea typeface="Nimbus Sans"/>
                <a:cs typeface="Nimbus Sans"/>
              </a:defRPr>
            </a:lvl8pPr>
            <a:lvl9pPr algn="ctr">
              <a:defRPr sz="2550" b="1">
                <a:solidFill>
                  <a:srgbClr val="37624D"/>
                </a:solidFill>
                <a:latin typeface="Nimbus Sans"/>
                <a:ea typeface="Nimbus Sans"/>
                <a:cs typeface="Nimbus Sans"/>
              </a:defRPr>
            </a:lvl9pPr>
          </a:lstStyle>
          <a:p>
            <a:pPr algn="ctr">
              <a:defRPr sz="2550" b="1">
                <a:solidFill>
                  <a:srgbClr val="37624D"/>
                </a:solidFill>
                <a:latin typeface="Nimbus Sans"/>
                <a:ea typeface="Nimbus Sans"/>
                <a:cs typeface="Nimbus Sans"/>
              </a:defRPr>
            </a:pPr>
            <a:r>
              <a:rPr sz="2125"/>
              <a:t>Hidden layer 3, neuron 2:  σ(0.441) = 0.609</a:t>
            </a:r>
          </a:p>
        </p:txBody>
      </p:sp>
      <p:sp>
        <p:nvSpPr>
          <p:cNvPr id="301" name="stage-8-circle-1-0">
            <a:extLst>
              <a:ext uri="{FF2B5EF4-FFF2-40B4-BE49-F238E27FC236}">
                <a16:creationId xmlns:a16="http://schemas.microsoft.com/office/drawing/2014/main" id="{F2D70601-2514-409D-8C27-C92AE19A57C2}"/>
              </a:ext>
            </a:extLst>
          </p:cNvPr>
          <p:cNvSpPr>
            <a:spLocks noGrp="1"/>
          </p:cNvSpPr>
          <p:nvPr/>
        </p:nvSpPr>
        <p:spPr>
          <a:xfrm>
            <a:off x="3476625" y="2444750"/>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302" name="stage-8-value-1-0">
            <a:extLst>
              <a:ext uri="{FF2B5EF4-FFF2-40B4-BE49-F238E27FC236}">
                <a16:creationId xmlns:a16="http://schemas.microsoft.com/office/drawing/2014/main" id="{4CD92CF5-EF11-4131-8202-B0EE23427BB1}"/>
              </a:ext>
            </a:extLst>
          </p:cNvPr>
          <p:cNvSpPr>
            <a:spLocks noGrp="1"/>
          </p:cNvSpPr>
          <p:nvPr/>
        </p:nvSpPr>
        <p:spPr>
          <a:xfrm>
            <a:off x="3484563" y="2603500"/>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0.401</a:t>
            </a:r>
          </a:p>
        </p:txBody>
      </p:sp>
      <p:sp>
        <p:nvSpPr>
          <p:cNvPr id="303" name="stage-8-circle-1-1">
            <a:extLst>
              <a:ext uri="{FF2B5EF4-FFF2-40B4-BE49-F238E27FC236}">
                <a16:creationId xmlns:a16="http://schemas.microsoft.com/office/drawing/2014/main" id="{BCB50B8E-6BCF-4416-B606-33335C6E6FBE}"/>
              </a:ext>
            </a:extLst>
          </p:cNvPr>
          <p:cNvSpPr>
            <a:spLocks noGrp="1"/>
          </p:cNvSpPr>
          <p:nvPr/>
        </p:nvSpPr>
        <p:spPr>
          <a:xfrm>
            <a:off x="3476625" y="3476625"/>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304" name="stage-8-value-1-1">
            <a:extLst>
              <a:ext uri="{FF2B5EF4-FFF2-40B4-BE49-F238E27FC236}">
                <a16:creationId xmlns:a16="http://schemas.microsoft.com/office/drawing/2014/main" id="{82CDBE3C-97C2-499C-821C-AE8387C43F20}"/>
              </a:ext>
            </a:extLst>
          </p:cNvPr>
          <p:cNvSpPr>
            <a:spLocks noGrp="1"/>
          </p:cNvSpPr>
          <p:nvPr/>
        </p:nvSpPr>
        <p:spPr>
          <a:xfrm>
            <a:off x="3484563" y="3635375"/>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0.999</a:t>
            </a:r>
          </a:p>
        </p:txBody>
      </p:sp>
      <p:sp>
        <p:nvSpPr>
          <p:cNvPr id="305" name="stage-8-circle-1-2">
            <a:extLst>
              <a:ext uri="{FF2B5EF4-FFF2-40B4-BE49-F238E27FC236}">
                <a16:creationId xmlns:a16="http://schemas.microsoft.com/office/drawing/2014/main" id="{35DCCF62-7280-4ED6-B9DD-FEA5E31BB58E}"/>
              </a:ext>
            </a:extLst>
          </p:cNvPr>
          <p:cNvSpPr>
            <a:spLocks noGrp="1"/>
          </p:cNvSpPr>
          <p:nvPr/>
        </p:nvSpPr>
        <p:spPr>
          <a:xfrm>
            <a:off x="3476625" y="4508500"/>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306" name="stage-8-value-1-2">
            <a:extLst>
              <a:ext uri="{FF2B5EF4-FFF2-40B4-BE49-F238E27FC236}">
                <a16:creationId xmlns:a16="http://schemas.microsoft.com/office/drawing/2014/main" id="{0CBA601C-A2C5-4FE2-AF3F-0470B2A8DA86}"/>
              </a:ext>
            </a:extLst>
          </p:cNvPr>
          <p:cNvSpPr>
            <a:spLocks noGrp="1"/>
          </p:cNvSpPr>
          <p:nvPr/>
        </p:nvSpPr>
        <p:spPr>
          <a:xfrm>
            <a:off x="3484563" y="4667250"/>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0.938</a:t>
            </a:r>
          </a:p>
        </p:txBody>
      </p:sp>
      <p:sp>
        <p:nvSpPr>
          <p:cNvPr id="307" name="stage-8-circle-2-0">
            <a:extLst>
              <a:ext uri="{FF2B5EF4-FFF2-40B4-BE49-F238E27FC236}">
                <a16:creationId xmlns:a16="http://schemas.microsoft.com/office/drawing/2014/main" id="{0B00391D-1D09-4AD7-B1D1-CA569E30BFC7}"/>
              </a:ext>
            </a:extLst>
          </p:cNvPr>
          <p:cNvSpPr>
            <a:spLocks noGrp="1"/>
          </p:cNvSpPr>
          <p:nvPr/>
        </p:nvSpPr>
        <p:spPr>
          <a:xfrm>
            <a:off x="5619750" y="2881313"/>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308" name="stage-8-value-2-0">
            <a:extLst>
              <a:ext uri="{FF2B5EF4-FFF2-40B4-BE49-F238E27FC236}">
                <a16:creationId xmlns:a16="http://schemas.microsoft.com/office/drawing/2014/main" id="{E7E8599E-0FDF-4BBB-A9D7-7774E4214151}"/>
              </a:ext>
            </a:extLst>
          </p:cNvPr>
          <p:cNvSpPr>
            <a:spLocks noGrp="1"/>
          </p:cNvSpPr>
          <p:nvPr/>
        </p:nvSpPr>
        <p:spPr>
          <a:xfrm>
            <a:off x="5627688" y="3040063"/>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0.713</a:t>
            </a:r>
          </a:p>
        </p:txBody>
      </p:sp>
      <p:sp>
        <p:nvSpPr>
          <p:cNvPr id="309" name="stage-8-circle-2-1">
            <a:extLst>
              <a:ext uri="{FF2B5EF4-FFF2-40B4-BE49-F238E27FC236}">
                <a16:creationId xmlns:a16="http://schemas.microsoft.com/office/drawing/2014/main" id="{A18EC023-1ECA-417E-9537-D3895DC96265}"/>
              </a:ext>
            </a:extLst>
          </p:cNvPr>
          <p:cNvSpPr>
            <a:spLocks noGrp="1"/>
          </p:cNvSpPr>
          <p:nvPr/>
        </p:nvSpPr>
        <p:spPr>
          <a:xfrm>
            <a:off x="5619750" y="4071938"/>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310" name="stage-8-value-2-1">
            <a:extLst>
              <a:ext uri="{FF2B5EF4-FFF2-40B4-BE49-F238E27FC236}">
                <a16:creationId xmlns:a16="http://schemas.microsoft.com/office/drawing/2014/main" id="{0A278ED6-0277-4ABD-AFA6-39522CB8C71B}"/>
              </a:ext>
            </a:extLst>
          </p:cNvPr>
          <p:cNvSpPr>
            <a:spLocks noGrp="1"/>
          </p:cNvSpPr>
          <p:nvPr/>
        </p:nvSpPr>
        <p:spPr>
          <a:xfrm>
            <a:off x="5627688" y="4230688"/>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0.223</a:t>
            </a:r>
          </a:p>
        </p:txBody>
      </p:sp>
      <p:sp>
        <p:nvSpPr>
          <p:cNvPr id="311" name="stage-8-circle-3-0">
            <a:extLst>
              <a:ext uri="{FF2B5EF4-FFF2-40B4-BE49-F238E27FC236}">
                <a16:creationId xmlns:a16="http://schemas.microsoft.com/office/drawing/2014/main" id="{6C18C6A6-E4E9-4F33-8052-6898A483CA9C}"/>
              </a:ext>
            </a:extLst>
          </p:cNvPr>
          <p:cNvSpPr>
            <a:spLocks noGrp="1"/>
          </p:cNvSpPr>
          <p:nvPr/>
        </p:nvSpPr>
        <p:spPr>
          <a:xfrm>
            <a:off x="7762875" y="2166938"/>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312" name="stage-8-value-3-0">
            <a:extLst>
              <a:ext uri="{FF2B5EF4-FFF2-40B4-BE49-F238E27FC236}">
                <a16:creationId xmlns:a16="http://schemas.microsoft.com/office/drawing/2014/main" id="{93D1A8F1-B732-424C-AA5B-FFB394395218}"/>
              </a:ext>
            </a:extLst>
          </p:cNvPr>
          <p:cNvSpPr>
            <a:spLocks noGrp="1"/>
          </p:cNvSpPr>
          <p:nvPr/>
        </p:nvSpPr>
        <p:spPr>
          <a:xfrm>
            <a:off x="7770813" y="2325688"/>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0.599</a:t>
            </a:r>
          </a:p>
        </p:txBody>
      </p:sp>
      <p:sp>
        <p:nvSpPr>
          <p:cNvPr id="313" name="stage-8-circle-3-1">
            <a:extLst>
              <a:ext uri="{FF2B5EF4-FFF2-40B4-BE49-F238E27FC236}">
                <a16:creationId xmlns:a16="http://schemas.microsoft.com/office/drawing/2014/main" id="{2DD92566-D0A4-4325-88D4-38FF7EF6859B}"/>
              </a:ext>
            </a:extLst>
          </p:cNvPr>
          <p:cNvSpPr>
            <a:spLocks noGrp="1"/>
          </p:cNvSpPr>
          <p:nvPr/>
        </p:nvSpPr>
        <p:spPr>
          <a:xfrm>
            <a:off x="7762875" y="3040063"/>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314" name="stage-8-value-3-1">
            <a:extLst>
              <a:ext uri="{FF2B5EF4-FFF2-40B4-BE49-F238E27FC236}">
                <a16:creationId xmlns:a16="http://schemas.microsoft.com/office/drawing/2014/main" id="{E72ED0D4-6CD7-4193-B2DD-BE830DE38437}"/>
              </a:ext>
            </a:extLst>
          </p:cNvPr>
          <p:cNvSpPr>
            <a:spLocks noGrp="1"/>
          </p:cNvSpPr>
          <p:nvPr/>
        </p:nvSpPr>
        <p:spPr>
          <a:xfrm>
            <a:off x="7770813" y="3198813"/>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0.609</a:t>
            </a:r>
          </a:p>
        </p:txBody>
      </p:sp>
      <p:sp>
        <p:nvSpPr>
          <p:cNvPr id="315" name="stage-8-circle-3-2">
            <a:extLst>
              <a:ext uri="{FF2B5EF4-FFF2-40B4-BE49-F238E27FC236}">
                <a16:creationId xmlns:a16="http://schemas.microsoft.com/office/drawing/2014/main" id="{07003311-DB95-4B20-B557-A87FA8CB92F4}"/>
              </a:ext>
            </a:extLst>
          </p:cNvPr>
          <p:cNvSpPr>
            <a:spLocks noGrp="1"/>
          </p:cNvSpPr>
          <p:nvPr/>
        </p:nvSpPr>
        <p:spPr>
          <a:xfrm>
            <a:off x="7762875" y="3913188"/>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316" name="stage-8-value-3-2">
            <a:extLst>
              <a:ext uri="{FF2B5EF4-FFF2-40B4-BE49-F238E27FC236}">
                <a16:creationId xmlns:a16="http://schemas.microsoft.com/office/drawing/2014/main" id="{BBA3BD6D-9657-4FA7-B4D1-9E0E2EA07DB3}"/>
              </a:ext>
            </a:extLst>
          </p:cNvPr>
          <p:cNvSpPr>
            <a:spLocks noGrp="1"/>
          </p:cNvSpPr>
          <p:nvPr/>
        </p:nvSpPr>
        <p:spPr>
          <a:xfrm>
            <a:off x="7770813" y="4071938"/>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0.609</a:t>
            </a:r>
          </a:p>
        </p:txBody>
      </p:sp>
      <p:sp>
        <p:nvSpPr>
          <p:cNvPr id="317" name="stage-8-circle-3-3">
            <a:extLst>
              <a:ext uri="{FF2B5EF4-FFF2-40B4-BE49-F238E27FC236}">
                <a16:creationId xmlns:a16="http://schemas.microsoft.com/office/drawing/2014/main" id="{4F3A7DFE-8F3A-4378-B8EE-BE96C17A16A7}"/>
              </a:ext>
            </a:extLst>
          </p:cNvPr>
          <p:cNvSpPr>
            <a:spLocks noGrp="1"/>
          </p:cNvSpPr>
          <p:nvPr/>
        </p:nvSpPr>
        <p:spPr>
          <a:xfrm>
            <a:off x="7762875" y="4786313"/>
            <a:ext cx="666750" cy="666750"/>
          </a:xfrm>
          <a:prstGeom prst="ellipse">
            <a:avLst/>
          </a:prstGeom>
          <a:solidFill>
            <a:srgbClr val="E7E2F3"/>
          </a:solidFill>
          <a:ln w="14288">
            <a:solidFill>
              <a:srgbClr val="34495E"/>
            </a:solidFill>
            <a:prstDash val="solid"/>
          </a:ln>
        </p:spPr>
        <p:txBody>
          <a:bodyPr/>
          <a:lstStyle/>
          <a:p>
            <a:endParaRPr lang="en-US" sz="1500"/>
          </a:p>
        </p:txBody>
      </p:sp>
      <p:sp>
        <p:nvSpPr>
          <p:cNvPr id="318" name="stage-8-value-3-3">
            <a:extLst>
              <a:ext uri="{FF2B5EF4-FFF2-40B4-BE49-F238E27FC236}">
                <a16:creationId xmlns:a16="http://schemas.microsoft.com/office/drawing/2014/main" id="{C2D4F3D3-394E-414B-9563-8580440DA4BA}"/>
              </a:ext>
            </a:extLst>
          </p:cNvPr>
          <p:cNvSpPr>
            <a:spLocks noGrp="1"/>
          </p:cNvSpPr>
          <p:nvPr/>
        </p:nvSpPr>
        <p:spPr>
          <a:xfrm>
            <a:off x="7770813" y="4945063"/>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-0.076</a:t>
            </a:r>
          </a:p>
        </p:txBody>
      </p:sp>
      <p:sp>
        <p:nvSpPr>
          <p:cNvPr id="319" name="stage-8-circle-4-0">
            <a:extLst>
              <a:ext uri="{FF2B5EF4-FFF2-40B4-BE49-F238E27FC236}">
                <a16:creationId xmlns:a16="http://schemas.microsoft.com/office/drawing/2014/main" id="{52487DC1-9D5E-494E-970C-F8056A2670B9}"/>
              </a:ext>
            </a:extLst>
          </p:cNvPr>
          <p:cNvSpPr>
            <a:spLocks noGrp="1"/>
          </p:cNvSpPr>
          <p:nvPr/>
        </p:nvSpPr>
        <p:spPr>
          <a:xfrm>
            <a:off x="9906000" y="18891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320" name="stage-8-value-4-0">
            <a:extLst>
              <a:ext uri="{FF2B5EF4-FFF2-40B4-BE49-F238E27FC236}">
                <a16:creationId xmlns:a16="http://schemas.microsoft.com/office/drawing/2014/main" id="{E68674CE-849D-4F4C-99B4-C946FA4AD4C5}"/>
              </a:ext>
            </a:extLst>
          </p:cNvPr>
          <p:cNvSpPr>
            <a:spLocks noGrp="1"/>
          </p:cNvSpPr>
          <p:nvPr/>
        </p:nvSpPr>
        <p:spPr>
          <a:xfrm>
            <a:off x="9913938" y="204787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18.0%</a:t>
            </a:r>
          </a:p>
        </p:txBody>
      </p:sp>
      <p:sp>
        <p:nvSpPr>
          <p:cNvPr id="321" name="stage-8-circle-4-1">
            <a:extLst>
              <a:ext uri="{FF2B5EF4-FFF2-40B4-BE49-F238E27FC236}">
                <a16:creationId xmlns:a16="http://schemas.microsoft.com/office/drawing/2014/main" id="{EE1550CE-8CCA-454A-94A4-168B6D897FAD}"/>
              </a:ext>
            </a:extLst>
          </p:cNvPr>
          <p:cNvSpPr>
            <a:spLocks noGrp="1"/>
          </p:cNvSpPr>
          <p:nvPr/>
        </p:nvSpPr>
        <p:spPr>
          <a:xfrm>
            <a:off x="9906000" y="268287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322" name="stage-8-value-4-1">
            <a:extLst>
              <a:ext uri="{FF2B5EF4-FFF2-40B4-BE49-F238E27FC236}">
                <a16:creationId xmlns:a16="http://schemas.microsoft.com/office/drawing/2014/main" id="{102D2FC2-49A7-45E5-8012-C498744A51E9}"/>
              </a:ext>
            </a:extLst>
          </p:cNvPr>
          <p:cNvSpPr>
            <a:spLocks noGrp="1"/>
          </p:cNvSpPr>
          <p:nvPr/>
        </p:nvSpPr>
        <p:spPr>
          <a:xfrm>
            <a:off x="9913938" y="284162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20.1%</a:t>
            </a:r>
          </a:p>
        </p:txBody>
      </p:sp>
      <p:sp>
        <p:nvSpPr>
          <p:cNvPr id="323" name="stage-8-circle-4-2">
            <a:extLst>
              <a:ext uri="{FF2B5EF4-FFF2-40B4-BE49-F238E27FC236}">
                <a16:creationId xmlns:a16="http://schemas.microsoft.com/office/drawing/2014/main" id="{85F5A807-2B68-4BAD-BF3F-40D0CC6EC876}"/>
              </a:ext>
            </a:extLst>
          </p:cNvPr>
          <p:cNvSpPr>
            <a:spLocks noGrp="1"/>
          </p:cNvSpPr>
          <p:nvPr/>
        </p:nvSpPr>
        <p:spPr>
          <a:xfrm>
            <a:off x="9906000" y="34766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324" name="stage-8-value-4-2">
            <a:extLst>
              <a:ext uri="{FF2B5EF4-FFF2-40B4-BE49-F238E27FC236}">
                <a16:creationId xmlns:a16="http://schemas.microsoft.com/office/drawing/2014/main" id="{98C3C514-0503-402D-BBB5-7431DF62B068}"/>
              </a:ext>
            </a:extLst>
          </p:cNvPr>
          <p:cNvSpPr>
            <a:spLocks noGrp="1"/>
          </p:cNvSpPr>
          <p:nvPr/>
        </p:nvSpPr>
        <p:spPr>
          <a:xfrm>
            <a:off x="9913938" y="363537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18.3%</a:t>
            </a:r>
          </a:p>
        </p:txBody>
      </p:sp>
      <p:sp>
        <p:nvSpPr>
          <p:cNvPr id="325" name="stage-8-circle-4-3">
            <a:extLst>
              <a:ext uri="{FF2B5EF4-FFF2-40B4-BE49-F238E27FC236}">
                <a16:creationId xmlns:a16="http://schemas.microsoft.com/office/drawing/2014/main" id="{9660EE9D-C8E3-401A-AB45-6B77D3E65BEB}"/>
              </a:ext>
            </a:extLst>
          </p:cNvPr>
          <p:cNvSpPr>
            <a:spLocks noGrp="1"/>
          </p:cNvSpPr>
          <p:nvPr/>
        </p:nvSpPr>
        <p:spPr>
          <a:xfrm>
            <a:off x="9906000" y="427037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326" name="stage-8-value-4-3">
            <a:extLst>
              <a:ext uri="{FF2B5EF4-FFF2-40B4-BE49-F238E27FC236}">
                <a16:creationId xmlns:a16="http://schemas.microsoft.com/office/drawing/2014/main" id="{E3CB618B-D12F-4E1D-AB84-154818AE4C1F}"/>
              </a:ext>
            </a:extLst>
          </p:cNvPr>
          <p:cNvSpPr>
            <a:spLocks noGrp="1"/>
          </p:cNvSpPr>
          <p:nvPr/>
        </p:nvSpPr>
        <p:spPr>
          <a:xfrm>
            <a:off x="9913938" y="442912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6.1%</a:t>
            </a:r>
          </a:p>
        </p:txBody>
      </p:sp>
      <p:sp>
        <p:nvSpPr>
          <p:cNvPr id="327" name="stage-8-circle-4-4">
            <a:extLst>
              <a:ext uri="{FF2B5EF4-FFF2-40B4-BE49-F238E27FC236}">
                <a16:creationId xmlns:a16="http://schemas.microsoft.com/office/drawing/2014/main" id="{D47442FC-436E-4EE5-A1FF-833B7437C94E}"/>
              </a:ext>
            </a:extLst>
          </p:cNvPr>
          <p:cNvSpPr>
            <a:spLocks noGrp="1"/>
          </p:cNvSpPr>
          <p:nvPr/>
        </p:nvSpPr>
        <p:spPr>
          <a:xfrm>
            <a:off x="9906000" y="50641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328" name="stage-8-value-4-4">
            <a:extLst>
              <a:ext uri="{FF2B5EF4-FFF2-40B4-BE49-F238E27FC236}">
                <a16:creationId xmlns:a16="http://schemas.microsoft.com/office/drawing/2014/main" id="{5DBF3430-28F2-4D5C-A1A3-CC532AEE81BB}"/>
              </a:ext>
            </a:extLst>
          </p:cNvPr>
          <p:cNvSpPr>
            <a:spLocks noGrp="1"/>
          </p:cNvSpPr>
          <p:nvPr/>
        </p:nvSpPr>
        <p:spPr>
          <a:xfrm>
            <a:off x="9913938" y="522287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37.6%</a:t>
            </a:r>
          </a:p>
        </p:txBody>
      </p:sp>
      <p:sp>
        <p:nvSpPr>
          <p:cNvPr id="329" name="stage-8-caption">
            <a:extLst>
              <a:ext uri="{FF2B5EF4-FFF2-40B4-BE49-F238E27FC236}">
                <a16:creationId xmlns:a16="http://schemas.microsoft.com/office/drawing/2014/main" id="{E43FAEF0-33A0-4E47-B9F4-AA40A943925A}"/>
              </a:ext>
            </a:extLst>
          </p:cNvPr>
          <p:cNvSpPr>
            <a:spLocks noGrp="1"/>
          </p:cNvSpPr>
          <p:nvPr/>
        </p:nvSpPr>
        <p:spPr>
          <a:xfrm>
            <a:off x="635000" y="1309688"/>
            <a:ext cx="10922000" cy="476250"/>
          </a:xfrm>
          <a:prstGeom prst="rect">
            <a:avLst/>
          </a:prstGeom>
          <a:solidFill>
            <a:srgbClr val="FFFFFF"/>
          </a:solidFill>
          <a:ln w="0">
            <a:noFill/>
            <a:prstDash val="solid"/>
          </a:ln>
        </p:spPr>
        <p:txBody>
          <a:bodyPr wrap="none" lIns="0" tIns="0" rIns="0" bIns="0" anchor="ctr"/>
          <a:lstStyle>
            <a:defPPr algn="ctr">
              <a:defRPr sz="2550" b="1">
                <a:solidFill>
                  <a:srgbClr val="37624D"/>
                </a:solidFill>
                <a:latin typeface="Nimbus Sans"/>
                <a:ea typeface="Nimbus Sans"/>
                <a:cs typeface="Nimbus Sans"/>
              </a:defRPr>
            </a:defPPr>
            <a:lvl1pPr algn="ctr">
              <a:defRPr sz="2550" b="1">
                <a:solidFill>
                  <a:srgbClr val="37624D"/>
                </a:solidFill>
                <a:latin typeface="Nimbus Sans"/>
                <a:ea typeface="Nimbus Sans"/>
                <a:cs typeface="Nimbus Sans"/>
              </a:defRPr>
            </a:lvl1pPr>
            <a:lvl2pPr algn="ctr">
              <a:defRPr sz="2550" b="1">
                <a:solidFill>
                  <a:srgbClr val="37624D"/>
                </a:solidFill>
                <a:latin typeface="Nimbus Sans"/>
                <a:ea typeface="Nimbus Sans"/>
                <a:cs typeface="Nimbus Sans"/>
              </a:defRPr>
            </a:lvl2pPr>
            <a:lvl3pPr algn="ctr">
              <a:defRPr sz="2550" b="1">
                <a:solidFill>
                  <a:srgbClr val="37624D"/>
                </a:solidFill>
                <a:latin typeface="Nimbus Sans"/>
                <a:ea typeface="Nimbus Sans"/>
                <a:cs typeface="Nimbus Sans"/>
              </a:defRPr>
            </a:lvl3pPr>
            <a:lvl4pPr algn="ctr">
              <a:defRPr sz="2550" b="1">
                <a:solidFill>
                  <a:srgbClr val="37624D"/>
                </a:solidFill>
                <a:latin typeface="Nimbus Sans"/>
                <a:ea typeface="Nimbus Sans"/>
                <a:cs typeface="Nimbus Sans"/>
              </a:defRPr>
            </a:lvl4pPr>
            <a:lvl5pPr algn="ctr">
              <a:defRPr sz="2550" b="1">
                <a:solidFill>
                  <a:srgbClr val="37624D"/>
                </a:solidFill>
                <a:latin typeface="Nimbus Sans"/>
                <a:ea typeface="Nimbus Sans"/>
                <a:cs typeface="Nimbus Sans"/>
              </a:defRPr>
            </a:lvl5pPr>
            <a:lvl6pPr algn="ctr">
              <a:defRPr sz="2550" b="1">
                <a:solidFill>
                  <a:srgbClr val="37624D"/>
                </a:solidFill>
                <a:latin typeface="Nimbus Sans"/>
                <a:ea typeface="Nimbus Sans"/>
                <a:cs typeface="Nimbus Sans"/>
              </a:defRPr>
            </a:lvl6pPr>
            <a:lvl7pPr algn="ctr">
              <a:defRPr sz="2550" b="1">
                <a:solidFill>
                  <a:srgbClr val="37624D"/>
                </a:solidFill>
                <a:latin typeface="Nimbus Sans"/>
                <a:ea typeface="Nimbus Sans"/>
                <a:cs typeface="Nimbus Sans"/>
              </a:defRPr>
            </a:lvl7pPr>
            <a:lvl8pPr algn="ctr">
              <a:defRPr sz="2550" b="1">
                <a:solidFill>
                  <a:srgbClr val="37624D"/>
                </a:solidFill>
                <a:latin typeface="Nimbus Sans"/>
                <a:ea typeface="Nimbus Sans"/>
                <a:cs typeface="Nimbus Sans"/>
              </a:defRPr>
            </a:lvl8pPr>
            <a:lvl9pPr algn="ctr">
              <a:defRPr sz="2550" b="1">
                <a:solidFill>
                  <a:srgbClr val="37624D"/>
                </a:solidFill>
                <a:latin typeface="Nimbus Sans"/>
                <a:ea typeface="Nimbus Sans"/>
                <a:cs typeface="Nimbus Sans"/>
              </a:defRPr>
            </a:lvl9pPr>
          </a:lstStyle>
          <a:p>
            <a:pPr algn="ctr">
              <a:defRPr sz="2550" b="1">
                <a:solidFill>
                  <a:srgbClr val="37624D"/>
                </a:solidFill>
                <a:latin typeface="Nimbus Sans"/>
                <a:ea typeface="Nimbus Sans"/>
                <a:cs typeface="Nimbus Sans"/>
              </a:defRPr>
            </a:pPr>
            <a:r>
              <a:rPr sz="2125"/>
              <a:t>Hidden layer 3, neuron 3:  σ(0.441) = 0.609</a:t>
            </a:r>
          </a:p>
        </p:txBody>
      </p:sp>
      <p:sp>
        <p:nvSpPr>
          <p:cNvPr id="330" name="stage-9-circle-1-0">
            <a:extLst>
              <a:ext uri="{FF2B5EF4-FFF2-40B4-BE49-F238E27FC236}">
                <a16:creationId xmlns:a16="http://schemas.microsoft.com/office/drawing/2014/main" id="{ACE6F64C-AAAE-440B-8454-0C9FA084DB94}"/>
              </a:ext>
            </a:extLst>
          </p:cNvPr>
          <p:cNvSpPr>
            <a:spLocks noGrp="1"/>
          </p:cNvSpPr>
          <p:nvPr/>
        </p:nvSpPr>
        <p:spPr>
          <a:xfrm>
            <a:off x="3476625" y="2444750"/>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331" name="stage-9-value-1-0">
            <a:extLst>
              <a:ext uri="{FF2B5EF4-FFF2-40B4-BE49-F238E27FC236}">
                <a16:creationId xmlns:a16="http://schemas.microsoft.com/office/drawing/2014/main" id="{7A7F53C0-6E72-4AE5-BDA7-5B162C3CED54}"/>
              </a:ext>
            </a:extLst>
          </p:cNvPr>
          <p:cNvSpPr>
            <a:spLocks noGrp="1"/>
          </p:cNvSpPr>
          <p:nvPr/>
        </p:nvSpPr>
        <p:spPr>
          <a:xfrm>
            <a:off x="3484563" y="2603500"/>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0.401</a:t>
            </a:r>
          </a:p>
        </p:txBody>
      </p:sp>
      <p:sp>
        <p:nvSpPr>
          <p:cNvPr id="332" name="stage-9-circle-1-1">
            <a:extLst>
              <a:ext uri="{FF2B5EF4-FFF2-40B4-BE49-F238E27FC236}">
                <a16:creationId xmlns:a16="http://schemas.microsoft.com/office/drawing/2014/main" id="{6ACE48C5-FBD4-467C-BBD6-9BC6378D3054}"/>
              </a:ext>
            </a:extLst>
          </p:cNvPr>
          <p:cNvSpPr>
            <a:spLocks noGrp="1"/>
          </p:cNvSpPr>
          <p:nvPr/>
        </p:nvSpPr>
        <p:spPr>
          <a:xfrm>
            <a:off x="3476625" y="3476625"/>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333" name="stage-9-value-1-1">
            <a:extLst>
              <a:ext uri="{FF2B5EF4-FFF2-40B4-BE49-F238E27FC236}">
                <a16:creationId xmlns:a16="http://schemas.microsoft.com/office/drawing/2014/main" id="{10CE88E0-C7BA-4566-B2EA-FB5EC5EF3A5F}"/>
              </a:ext>
            </a:extLst>
          </p:cNvPr>
          <p:cNvSpPr>
            <a:spLocks noGrp="1"/>
          </p:cNvSpPr>
          <p:nvPr/>
        </p:nvSpPr>
        <p:spPr>
          <a:xfrm>
            <a:off x="3484563" y="3635375"/>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0.999</a:t>
            </a:r>
          </a:p>
        </p:txBody>
      </p:sp>
      <p:sp>
        <p:nvSpPr>
          <p:cNvPr id="334" name="stage-9-circle-1-2">
            <a:extLst>
              <a:ext uri="{FF2B5EF4-FFF2-40B4-BE49-F238E27FC236}">
                <a16:creationId xmlns:a16="http://schemas.microsoft.com/office/drawing/2014/main" id="{7214EBFD-2F2C-4B1D-8584-E1DC9FAA20F6}"/>
              </a:ext>
            </a:extLst>
          </p:cNvPr>
          <p:cNvSpPr>
            <a:spLocks noGrp="1"/>
          </p:cNvSpPr>
          <p:nvPr/>
        </p:nvSpPr>
        <p:spPr>
          <a:xfrm>
            <a:off x="3476625" y="4508500"/>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335" name="stage-9-value-1-2">
            <a:extLst>
              <a:ext uri="{FF2B5EF4-FFF2-40B4-BE49-F238E27FC236}">
                <a16:creationId xmlns:a16="http://schemas.microsoft.com/office/drawing/2014/main" id="{65DA61B5-BF16-464C-98B4-BA64B31B747B}"/>
              </a:ext>
            </a:extLst>
          </p:cNvPr>
          <p:cNvSpPr>
            <a:spLocks noGrp="1"/>
          </p:cNvSpPr>
          <p:nvPr/>
        </p:nvSpPr>
        <p:spPr>
          <a:xfrm>
            <a:off x="3484563" y="4667250"/>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0.938</a:t>
            </a:r>
          </a:p>
        </p:txBody>
      </p:sp>
      <p:sp>
        <p:nvSpPr>
          <p:cNvPr id="336" name="stage-9-circle-2-0">
            <a:extLst>
              <a:ext uri="{FF2B5EF4-FFF2-40B4-BE49-F238E27FC236}">
                <a16:creationId xmlns:a16="http://schemas.microsoft.com/office/drawing/2014/main" id="{ED8B619F-8B48-4F14-976D-6DDBA79AF4E0}"/>
              </a:ext>
            </a:extLst>
          </p:cNvPr>
          <p:cNvSpPr>
            <a:spLocks noGrp="1"/>
          </p:cNvSpPr>
          <p:nvPr/>
        </p:nvSpPr>
        <p:spPr>
          <a:xfrm>
            <a:off x="5619750" y="2881313"/>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337" name="stage-9-value-2-0">
            <a:extLst>
              <a:ext uri="{FF2B5EF4-FFF2-40B4-BE49-F238E27FC236}">
                <a16:creationId xmlns:a16="http://schemas.microsoft.com/office/drawing/2014/main" id="{6CA078AC-B76C-4AA6-B7EF-E107C3E361A0}"/>
              </a:ext>
            </a:extLst>
          </p:cNvPr>
          <p:cNvSpPr>
            <a:spLocks noGrp="1"/>
          </p:cNvSpPr>
          <p:nvPr/>
        </p:nvSpPr>
        <p:spPr>
          <a:xfrm>
            <a:off x="5627688" y="3040063"/>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0.713</a:t>
            </a:r>
          </a:p>
        </p:txBody>
      </p:sp>
      <p:sp>
        <p:nvSpPr>
          <p:cNvPr id="338" name="stage-9-circle-2-1">
            <a:extLst>
              <a:ext uri="{FF2B5EF4-FFF2-40B4-BE49-F238E27FC236}">
                <a16:creationId xmlns:a16="http://schemas.microsoft.com/office/drawing/2014/main" id="{412D7EAF-3436-4683-927C-4EC377C081B5}"/>
              </a:ext>
            </a:extLst>
          </p:cNvPr>
          <p:cNvSpPr>
            <a:spLocks noGrp="1"/>
          </p:cNvSpPr>
          <p:nvPr/>
        </p:nvSpPr>
        <p:spPr>
          <a:xfrm>
            <a:off x="5619750" y="4071938"/>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339" name="stage-9-value-2-1">
            <a:extLst>
              <a:ext uri="{FF2B5EF4-FFF2-40B4-BE49-F238E27FC236}">
                <a16:creationId xmlns:a16="http://schemas.microsoft.com/office/drawing/2014/main" id="{8FEF7757-B8EA-49A3-ADB4-1FED1FF57524}"/>
              </a:ext>
            </a:extLst>
          </p:cNvPr>
          <p:cNvSpPr>
            <a:spLocks noGrp="1"/>
          </p:cNvSpPr>
          <p:nvPr/>
        </p:nvSpPr>
        <p:spPr>
          <a:xfrm>
            <a:off x="5627688" y="4230688"/>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0.223</a:t>
            </a:r>
          </a:p>
        </p:txBody>
      </p:sp>
      <p:sp>
        <p:nvSpPr>
          <p:cNvPr id="340" name="stage-9-circle-3-0">
            <a:extLst>
              <a:ext uri="{FF2B5EF4-FFF2-40B4-BE49-F238E27FC236}">
                <a16:creationId xmlns:a16="http://schemas.microsoft.com/office/drawing/2014/main" id="{0A8EA819-9168-4906-B610-50BF24B1846C}"/>
              </a:ext>
            </a:extLst>
          </p:cNvPr>
          <p:cNvSpPr>
            <a:spLocks noGrp="1"/>
          </p:cNvSpPr>
          <p:nvPr/>
        </p:nvSpPr>
        <p:spPr>
          <a:xfrm>
            <a:off x="7762875" y="2166938"/>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341" name="stage-9-value-3-0">
            <a:extLst>
              <a:ext uri="{FF2B5EF4-FFF2-40B4-BE49-F238E27FC236}">
                <a16:creationId xmlns:a16="http://schemas.microsoft.com/office/drawing/2014/main" id="{5B4CD391-9F78-456B-9E1A-4684D9957CFD}"/>
              </a:ext>
            </a:extLst>
          </p:cNvPr>
          <p:cNvSpPr>
            <a:spLocks noGrp="1"/>
          </p:cNvSpPr>
          <p:nvPr/>
        </p:nvSpPr>
        <p:spPr>
          <a:xfrm>
            <a:off x="7770813" y="2325688"/>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0.599</a:t>
            </a:r>
          </a:p>
        </p:txBody>
      </p:sp>
      <p:sp>
        <p:nvSpPr>
          <p:cNvPr id="342" name="stage-9-circle-3-1">
            <a:extLst>
              <a:ext uri="{FF2B5EF4-FFF2-40B4-BE49-F238E27FC236}">
                <a16:creationId xmlns:a16="http://schemas.microsoft.com/office/drawing/2014/main" id="{277FBF1A-C60E-4469-806A-F184233C8EF9}"/>
              </a:ext>
            </a:extLst>
          </p:cNvPr>
          <p:cNvSpPr>
            <a:spLocks noGrp="1"/>
          </p:cNvSpPr>
          <p:nvPr/>
        </p:nvSpPr>
        <p:spPr>
          <a:xfrm>
            <a:off x="7762875" y="3040063"/>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343" name="stage-9-value-3-1">
            <a:extLst>
              <a:ext uri="{FF2B5EF4-FFF2-40B4-BE49-F238E27FC236}">
                <a16:creationId xmlns:a16="http://schemas.microsoft.com/office/drawing/2014/main" id="{0D96414B-08CE-4AA0-92A4-2211C3FF6BB2}"/>
              </a:ext>
            </a:extLst>
          </p:cNvPr>
          <p:cNvSpPr>
            <a:spLocks noGrp="1"/>
          </p:cNvSpPr>
          <p:nvPr/>
        </p:nvSpPr>
        <p:spPr>
          <a:xfrm>
            <a:off x="7770813" y="3198813"/>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0.609</a:t>
            </a:r>
          </a:p>
        </p:txBody>
      </p:sp>
      <p:sp>
        <p:nvSpPr>
          <p:cNvPr id="344" name="stage-9-circle-3-2">
            <a:extLst>
              <a:ext uri="{FF2B5EF4-FFF2-40B4-BE49-F238E27FC236}">
                <a16:creationId xmlns:a16="http://schemas.microsoft.com/office/drawing/2014/main" id="{BFDA644B-456C-40A5-BD50-8FC5275BF0A2}"/>
              </a:ext>
            </a:extLst>
          </p:cNvPr>
          <p:cNvSpPr>
            <a:spLocks noGrp="1"/>
          </p:cNvSpPr>
          <p:nvPr/>
        </p:nvSpPr>
        <p:spPr>
          <a:xfrm>
            <a:off x="7762875" y="3913188"/>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345" name="stage-9-value-3-2">
            <a:extLst>
              <a:ext uri="{FF2B5EF4-FFF2-40B4-BE49-F238E27FC236}">
                <a16:creationId xmlns:a16="http://schemas.microsoft.com/office/drawing/2014/main" id="{5A605375-884B-424C-84C5-B1F157495D55}"/>
              </a:ext>
            </a:extLst>
          </p:cNvPr>
          <p:cNvSpPr>
            <a:spLocks noGrp="1"/>
          </p:cNvSpPr>
          <p:nvPr/>
        </p:nvSpPr>
        <p:spPr>
          <a:xfrm>
            <a:off x="7770813" y="4071938"/>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0.609</a:t>
            </a:r>
          </a:p>
        </p:txBody>
      </p:sp>
      <p:sp>
        <p:nvSpPr>
          <p:cNvPr id="346" name="stage-9-circle-3-3">
            <a:extLst>
              <a:ext uri="{FF2B5EF4-FFF2-40B4-BE49-F238E27FC236}">
                <a16:creationId xmlns:a16="http://schemas.microsoft.com/office/drawing/2014/main" id="{000BC652-1842-4BAE-B22B-CA4B580E78BC}"/>
              </a:ext>
            </a:extLst>
          </p:cNvPr>
          <p:cNvSpPr>
            <a:spLocks noGrp="1"/>
          </p:cNvSpPr>
          <p:nvPr/>
        </p:nvSpPr>
        <p:spPr>
          <a:xfrm>
            <a:off x="7762875" y="4786313"/>
            <a:ext cx="666750" cy="666750"/>
          </a:xfrm>
          <a:prstGeom prst="ellipse">
            <a:avLst/>
          </a:prstGeom>
          <a:solidFill>
            <a:srgbClr val="DDEFE5"/>
          </a:solidFill>
          <a:ln w="19050">
            <a:solidFill>
              <a:srgbClr val="37624D"/>
            </a:solidFill>
            <a:prstDash val="solid"/>
          </a:ln>
        </p:spPr>
        <p:txBody>
          <a:bodyPr/>
          <a:lstStyle/>
          <a:p>
            <a:endParaRPr lang="en-US" sz="1500"/>
          </a:p>
        </p:txBody>
      </p:sp>
      <p:sp>
        <p:nvSpPr>
          <p:cNvPr id="347" name="stage-9-value-3-3">
            <a:extLst>
              <a:ext uri="{FF2B5EF4-FFF2-40B4-BE49-F238E27FC236}">
                <a16:creationId xmlns:a16="http://schemas.microsoft.com/office/drawing/2014/main" id="{CAF6B687-0826-425B-8A05-FF7A21124DD1}"/>
              </a:ext>
            </a:extLst>
          </p:cNvPr>
          <p:cNvSpPr>
            <a:spLocks noGrp="1"/>
          </p:cNvSpPr>
          <p:nvPr/>
        </p:nvSpPr>
        <p:spPr>
          <a:xfrm>
            <a:off x="7770813" y="4945063"/>
            <a:ext cx="650875" cy="349250"/>
          </a:xfrm>
          <a:prstGeom prst="rect">
            <a:avLst/>
          </a:prstGeom>
          <a:noFill/>
          <a:ln w="0">
            <a:noFill/>
            <a:prstDash val="solid"/>
          </a:ln>
        </p:spPr>
        <p:txBody>
          <a:bodyPr wrap="none" lIns="0" tIns="0" rIns="0" bIns="0" anchor="ctr"/>
          <a:lstStyle>
            <a:defPPr algn="ctr">
              <a:defRPr sz="2175" b="1">
                <a:solidFill>
                  <a:srgbClr val="25364A"/>
                </a:solidFill>
                <a:latin typeface="Nimbus Sans"/>
                <a:ea typeface="Nimbus Sans"/>
                <a:cs typeface="Nimbus Sans"/>
              </a:defRPr>
            </a:defPPr>
            <a:lvl1pPr algn="ctr">
              <a:defRPr sz="2175" b="1">
                <a:solidFill>
                  <a:srgbClr val="25364A"/>
                </a:solidFill>
                <a:latin typeface="Nimbus Sans"/>
                <a:ea typeface="Nimbus Sans"/>
                <a:cs typeface="Nimbus Sans"/>
              </a:defRPr>
            </a:lvl1pPr>
            <a:lvl2pPr algn="ctr">
              <a:defRPr sz="2175" b="1">
                <a:solidFill>
                  <a:srgbClr val="25364A"/>
                </a:solidFill>
                <a:latin typeface="Nimbus Sans"/>
                <a:ea typeface="Nimbus Sans"/>
                <a:cs typeface="Nimbus Sans"/>
              </a:defRPr>
            </a:lvl2pPr>
            <a:lvl3pPr algn="ctr">
              <a:defRPr sz="2175" b="1">
                <a:solidFill>
                  <a:srgbClr val="25364A"/>
                </a:solidFill>
                <a:latin typeface="Nimbus Sans"/>
                <a:ea typeface="Nimbus Sans"/>
                <a:cs typeface="Nimbus Sans"/>
              </a:defRPr>
            </a:lvl3pPr>
            <a:lvl4pPr algn="ctr">
              <a:defRPr sz="2175" b="1">
                <a:solidFill>
                  <a:srgbClr val="25364A"/>
                </a:solidFill>
                <a:latin typeface="Nimbus Sans"/>
                <a:ea typeface="Nimbus Sans"/>
                <a:cs typeface="Nimbus Sans"/>
              </a:defRPr>
            </a:lvl4pPr>
            <a:lvl5pPr algn="ctr">
              <a:defRPr sz="2175" b="1">
                <a:solidFill>
                  <a:srgbClr val="25364A"/>
                </a:solidFill>
                <a:latin typeface="Nimbus Sans"/>
                <a:ea typeface="Nimbus Sans"/>
                <a:cs typeface="Nimbus Sans"/>
              </a:defRPr>
            </a:lvl5pPr>
            <a:lvl6pPr algn="ctr">
              <a:defRPr sz="2175" b="1">
                <a:solidFill>
                  <a:srgbClr val="25364A"/>
                </a:solidFill>
                <a:latin typeface="Nimbus Sans"/>
                <a:ea typeface="Nimbus Sans"/>
                <a:cs typeface="Nimbus Sans"/>
              </a:defRPr>
            </a:lvl6pPr>
            <a:lvl7pPr algn="ctr">
              <a:defRPr sz="2175" b="1">
                <a:solidFill>
                  <a:srgbClr val="25364A"/>
                </a:solidFill>
                <a:latin typeface="Nimbus Sans"/>
                <a:ea typeface="Nimbus Sans"/>
                <a:cs typeface="Nimbus Sans"/>
              </a:defRPr>
            </a:lvl7pPr>
            <a:lvl8pPr algn="ctr">
              <a:defRPr sz="2175" b="1">
                <a:solidFill>
                  <a:srgbClr val="25364A"/>
                </a:solidFill>
                <a:latin typeface="Nimbus Sans"/>
                <a:ea typeface="Nimbus Sans"/>
                <a:cs typeface="Nimbus Sans"/>
              </a:defRPr>
            </a:lvl8pPr>
            <a:lvl9pPr algn="ctr">
              <a:defRPr sz="2175" b="1">
                <a:solidFill>
                  <a:srgbClr val="25364A"/>
                </a:solidFill>
                <a:latin typeface="Nimbus Sans"/>
                <a:ea typeface="Nimbus Sans"/>
                <a:cs typeface="Nimbus Sans"/>
              </a:defRPr>
            </a:lvl9pPr>
          </a:lstStyle>
          <a:p>
            <a:pPr algn="ctr">
              <a:defRPr sz="2175" b="1">
                <a:solidFill>
                  <a:srgbClr val="25364A"/>
                </a:solidFill>
                <a:latin typeface="Nimbus Sans"/>
                <a:ea typeface="Nimbus Sans"/>
                <a:cs typeface="Nimbus Sans"/>
              </a:defRPr>
            </a:pPr>
            <a:r>
              <a:rPr sz="1812"/>
              <a:t>0.481</a:t>
            </a:r>
          </a:p>
        </p:txBody>
      </p:sp>
      <p:sp>
        <p:nvSpPr>
          <p:cNvPr id="348" name="stage-9-circle-4-0">
            <a:extLst>
              <a:ext uri="{FF2B5EF4-FFF2-40B4-BE49-F238E27FC236}">
                <a16:creationId xmlns:a16="http://schemas.microsoft.com/office/drawing/2014/main" id="{CE232A95-26E2-458D-8440-5008C5A9D8D5}"/>
              </a:ext>
            </a:extLst>
          </p:cNvPr>
          <p:cNvSpPr>
            <a:spLocks noGrp="1"/>
          </p:cNvSpPr>
          <p:nvPr/>
        </p:nvSpPr>
        <p:spPr>
          <a:xfrm>
            <a:off x="9906000" y="18891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349" name="stage-9-value-4-0">
            <a:extLst>
              <a:ext uri="{FF2B5EF4-FFF2-40B4-BE49-F238E27FC236}">
                <a16:creationId xmlns:a16="http://schemas.microsoft.com/office/drawing/2014/main" id="{1BDF92FC-8E3E-4943-9909-A91CE8BB503F}"/>
              </a:ext>
            </a:extLst>
          </p:cNvPr>
          <p:cNvSpPr>
            <a:spLocks noGrp="1"/>
          </p:cNvSpPr>
          <p:nvPr/>
        </p:nvSpPr>
        <p:spPr>
          <a:xfrm>
            <a:off x="9913938" y="204787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16.2%</a:t>
            </a:r>
          </a:p>
        </p:txBody>
      </p:sp>
      <p:sp>
        <p:nvSpPr>
          <p:cNvPr id="350" name="stage-9-circle-4-1">
            <a:extLst>
              <a:ext uri="{FF2B5EF4-FFF2-40B4-BE49-F238E27FC236}">
                <a16:creationId xmlns:a16="http://schemas.microsoft.com/office/drawing/2014/main" id="{E69EEA25-5C84-4808-9F01-F4AC7337C1B8}"/>
              </a:ext>
            </a:extLst>
          </p:cNvPr>
          <p:cNvSpPr>
            <a:spLocks noGrp="1"/>
          </p:cNvSpPr>
          <p:nvPr/>
        </p:nvSpPr>
        <p:spPr>
          <a:xfrm>
            <a:off x="9906000" y="268287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351" name="stage-9-value-4-1">
            <a:extLst>
              <a:ext uri="{FF2B5EF4-FFF2-40B4-BE49-F238E27FC236}">
                <a16:creationId xmlns:a16="http://schemas.microsoft.com/office/drawing/2014/main" id="{C0E0AB72-BA5C-4175-8683-3A446693FBCB}"/>
              </a:ext>
            </a:extLst>
          </p:cNvPr>
          <p:cNvSpPr>
            <a:spLocks noGrp="1"/>
          </p:cNvSpPr>
          <p:nvPr/>
        </p:nvSpPr>
        <p:spPr>
          <a:xfrm>
            <a:off x="9913938" y="284162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20.2%</a:t>
            </a:r>
          </a:p>
        </p:txBody>
      </p:sp>
      <p:sp>
        <p:nvSpPr>
          <p:cNvPr id="352" name="stage-9-circle-4-2">
            <a:extLst>
              <a:ext uri="{FF2B5EF4-FFF2-40B4-BE49-F238E27FC236}">
                <a16:creationId xmlns:a16="http://schemas.microsoft.com/office/drawing/2014/main" id="{5191C3C0-C34C-4139-A3A6-1813770FDF62}"/>
              </a:ext>
            </a:extLst>
          </p:cNvPr>
          <p:cNvSpPr>
            <a:spLocks noGrp="1"/>
          </p:cNvSpPr>
          <p:nvPr/>
        </p:nvSpPr>
        <p:spPr>
          <a:xfrm>
            <a:off x="9906000" y="34766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353" name="stage-9-value-4-2">
            <a:extLst>
              <a:ext uri="{FF2B5EF4-FFF2-40B4-BE49-F238E27FC236}">
                <a16:creationId xmlns:a16="http://schemas.microsoft.com/office/drawing/2014/main" id="{E82D94F3-4F91-4A92-AC15-0078312DDB09}"/>
              </a:ext>
            </a:extLst>
          </p:cNvPr>
          <p:cNvSpPr>
            <a:spLocks noGrp="1"/>
          </p:cNvSpPr>
          <p:nvPr/>
        </p:nvSpPr>
        <p:spPr>
          <a:xfrm>
            <a:off x="9913938" y="363537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23.0%</a:t>
            </a:r>
          </a:p>
        </p:txBody>
      </p:sp>
      <p:sp>
        <p:nvSpPr>
          <p:cNvPr id="354" name="stage-9-circle-4-3">
            <a:extLst>
              <a:ext uri="{FF2B5EF4-FFF2-40B4-BE49-F238E27FC236}">
                <a16:creationId xmlns:a16="http://schemas.microsoft.com/office/drawing/2014/main" id="{77223CB6-E7C4-4FB3-BE0E-93D0DA9D82AB}"/>
              </a:ext>
            </a:extLst>
          </p:cNvPr>
          <p:cNvSpPr>
            <a:spLocks noGrp="1"/>
          </p:cNvSpPr>
          <p:nvPr/>
        </p:nvSpPr>
        <p:spPr>
          <a:xfrm>
            <a:off x="9906000" y="427037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355" name="stage-9-value-4-3">
            <a:extLst>
              <a:ext uri="{FF2B5EF4-FFF2-40B4-BE49-F238E27FC236}">
                <a16:creationId xmlns:a16="http://schemas.microsoft.com/office/drawing/2014/main" id="{C2EAF683-6F46-43E7-9BF2-8E85585292A2}"/>
              </a:ext>
            </a:extLst>
          </p:cNvPr>
          <p:cNvSpPr>
            <a:spLocks noGrp="1"/>
          </p:cNvSpPr>
          <p:nvPr/>
        </p:nvSpPr>
        <p:spPr>
          <a:xfrm>
            <a:off x="9913938" y="442912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8.5%</a:t>
            </a:r>
          </a:p>
        </p:txBody>
      </p:sp>
      <p:sp>
        <p:nvSpPr>
          <p:cNvPr id="356" name="stage-9-circle-4-4">
            <a:extLst>
              <a:ext uri="{FF2B5EF4-FFF2-40B4-BE49-F238E27FC236}">
                <a16:creationId xmlns:a16="http://schemas.microsoft.com/office/drawing/2014/main" id="{978907E7-125F-4283-9A86-235D6780AEC9}"/>
              </a:ext>
            </a:extLst>
          </p:cNvPr>
          <p:cNvSpPr>
            <a:spLocks noGrp="1"/>
          </p:cNvSpPr>
          <p:nvPr/>
        </p:nvSpPr>
        <p:spPr>
          <a:xfrm>
            <a:off x="9906000" y="5064125"/>
            <a:ext cx="666750" cy="666750"/>
          </a:xfrm>
          <a:prstGeom prst="ellipse">
            <a:avLst/>
          </a:prstGeom>
          <a:solidFill>
            <a:srgbClr val="DDEFE5"/>
          </a:solidFill>
          <a:ln w="14288">
            <a:solidFill>
              <a:srgbClr val="34495E"/>
            </a:solidFill>
            <a:prstDash val="solid"/>
          </a:ln>
        </p:spPr>
        <p:txBody>
          <a:bodyPr/>
          <a:lstStyle/>
          <a:p>
            <a:endParaRPr lang="en-US" sz="1500"/>
          </a:p>
        </p:txBody>
      </p:sp>
      <p:sp>
        <p:nvSpPr>
          <p:cNvPr id="357" name="stage-9-value-4-4">
            <a:extLst>
              <a:ext uri="{FF2B5EF4-FFF2-40B4-BE49-F238E27FC236}">
                <a16:creationId xmlns:a16="http://schemas.microsoft.com/office/drawing/2014/main" id="{30D9ADA2-2306-4394-AA00-98D460AB4D5C}"/>
              </a:ext>
            </a:extLst>
          </p:cNvPr>
          <p:cNvSpPr>
            <a:spLocks noGrp="1"/>
          </p:cNvSpPr>
          <p:nvPr/>
        </p:nvSpPr>
        <p:spPr>
          <a:xfrm>
            <a:off x="9913938" y="5222875"/>
            <a:ext cx="650875" cy="349250"/>
          </a:xfrm>
          <a:prstGeom prst="rect">
            <a:avLst/>
          </a:prstGeom>
          <a:noFill/>
          <a:ln w="0">
            <a:noFill/>
            <a:prstDash val="solid"/>
          </a:ln>
        </p:spPr>
        <p:txBody>
          <a:bodyPr wrap="none" lIns="0" tIns="0" rIns="0" bIns="0" anchor="ctr"/>
          <a:lstStyle>
            <a:defPPr algn="ctr">
              <a:defRPr sz="1950" b="1">
                <a:solidFill>
                  <a:srgbClr val="25364A"/>
                </a:solidFill>
                <a:latin typeface="Nimbus Sans"/>
                <a:ea typeface="Nimbus Sans"/>
                <a:cs typeface="Nimbus Sans"/>
              </a:defRPr>
            </a:defPPr>
            <a:lvl1pPr algn="ctr">
              <a:defRPr sz="1950" b="1">
                <a:solidFill>
                  <a:srgbClr val="25364A"/>
                </a:solidFill>
                <a:latin typeface="Nimbus Sans"/>
                <a:ea typeface="Nimbus Sans"/>
                <a:cs typeface="Nimbus Sans"/>
              </a:defRPr>
            </a:lvl1pPr>
            <a:lvl2pPr algn="ctr">
              <a:defRPr sz="1950" b="1">
                <a:solidFill>
                  <a:srgbClr val="25364A"/>
                </a:solidFill>
                <a:latin typeface="Nimbus Sans"/>
                <a:ea typeface="Nimbus Sans"/>
                <a:cs typeface="Nimbus Sans"/>
              </a:defRPr>
            </a:lvl2pPr>
            <a:lvl3pPr algn="ctr">
              <a:defRPr sz="1950" b="1">
                <a:solidFill>
                  <a:srgbClr val="25364A"/>
                </a:solidFill>
                <a:latin typeface="Nimbus Sans"/>
                <a:ea typeface="Nimbus Sans"/>
                <a:cs typeface="Nimbus Sans"/>
              </a:defRPr>
            </a:lvl3pPr>
            <a:lvl4pPr algn="ctr">
              <a:defRPr sz="1950" b="1">
                <a:solidFill>
                  <a:srgbClr val="25364A"/>
                </a:solidFill>
                <a:latin typeface="Nimbus Sans"/>
                <a:ea typeface="Nimbus Sans"/>
                <a:cs typeface="Nimbus Sans"/>
              </a:defRPr>
            </a:lvl4pPr>
            <a:lvl5pPr algn="ctr">
              <a:defRPr sz="1950" b="1">
                <a:solidFill>
                  <a:srgbClr val="25364A"/>
                </a:solidFill>
                <a:latin typeface="Nimbus Sans"/>
                <a:ea typeface="Nimbus Sans"/>
                <a:cs typeface="Nimbus Sans"/>
              </a:defRPr>
            </a:lvl5pPr>
            <a:lvl6pPr algn="ctr">
              <a:defRPr sz="1950" b="1">
                <a:solidFill>
                  <a:srgbClr val="25364A"/>
                </a:solidFill>
                <a:latin typeface="Nimbus Sans"/>
                <a:ea typeface="Nimbus Sans"/>
                <a:cs typeface="Nimbus Sans"/>
              </a:defRPr>
            </a:lvl6pPr>
            <a:lvl7pPr algn="ctr">
              <a:defRPr sz="1950" b="1">
                <a:solidFill>
                  <a:srgbClr val="25364A"/>
                </a:solidFill>
                <a:latin typeface="Nimbus Sans"/>
                <a:ea typeface="Nimbus Sans"/>
                <a:cs typeface="Nimbus Sans"/>
              </a:defRPr>
            </a:lvl7pPr>
            <a:lvl8pPr algn="ctr">
              <a:defRPr sz="1950" b="1">
                <a:solidFill>
                  <a:srgbClr val="25364A"/>
                </a:solidFill>
                <a:latin typeface="Nimbus Sans"/>
                <a:ea typeface="Nimbus Sans"/>
                <a:cs typeface="Nimbus Sans"/>
              </a:defRPr>
            </a:lvl8pPr>
            <a:lvl9pPr algn="ctr">
              <a:defRPr sz="1950" b="1">
                <a:solidFill>
                  <a:srgbClr val="25364A"/>
                </a:solidFill>
                <a:latin typeface="Nimbus Sans"/>
                <a:ea typeface="Nimbus Sans"/>
                <a:cs typeface="Nimbus Sans"/>
              </a:defRPr>
            </a:lvl9pPr>
          </a:lstStyle>
          <a:p>
            <a:pPr algn="ctr">
              <a:defRPr sz="1950" b="1">
                <a:solidFill>
                  <a:srgbClr val="25364A"/>
                </a:solidFill>
                <a:latin typeface="Nimbus Sans"/>
                <a:ea typeface="Nimbus Sans"/>
                <a:cs typeface="Nimbus Sans"/>
              </a:defRPr>
            </a:pPr>
            <a:r>
              <a:rPr sz="1625"/>
              <a:t>32.0%</a:t>
            </a:r>
          </a:p>
        </p:txBody>
      </p:sp>
      <p:sp>
        <p:nvSpPr>
          <p:cNvPr id="358" name="stage-9-caption">
            <a:extLst>
              <a:ext uri="{FF2B5EF4-FFF2-40B4-BE49-F238E27FC236}">
                <a16:creationId xmlns:a16="http://schemas.microsoft.com/office/drawing/2014/main" id="{BBC94671-802F-446F-83FD-2636FDB8A285}"/>
              </a:ext>
            </a:extLst>
          </p:cNvPr>
          <p:cNvSpPr>
            <a:spLocks noGrp="1"/>
          </p:cNvSpPr>
          <p:nvPr/>
        </p:nvSpPr>
        <p:spPr>
          <a:xfrm>
            <a:off x="635000" y="1309688"/>
            <a:ext cx="10922000" cy="476250"/>
          </a:xfrm>
          <a:prstGeom prst="rect">
            <a:avLst/>
          </a:prstGeom>
          <a:solidFill>
            <a:srgbClr val="FFFFFF"/>
          </a:solidFill>
          <a:ln w="0">
            <a:noFill/>
            <a:prstDash val="solid"/>
          </a:ln>
        </p:spPr>
        <p:txBody>
          <a:bodyPr wrap="none" lIns="0" tIns="0" rIns="0" bIns="0" anchor="ctr"/>
          <a:lstStyle>
            <a:defPPr algn="ctr">
              <a:defRPr sz="2550" b="1">
                <a:solidFill>
                  <a:srgbClr val="37624D"/>
                </a:solidFill>
                <a:latin typeface="Nimbus Sans"/>
                <a:ea typeface="Nimbus Sans"/>
                <a:cs typeface="Nimbus Sans"/>
              </a:defRPr>
            </a:defPPr>
            <a:lvl1pPr algn="ctr">
              <a:defRPr sz="2550" b="1">
                <a:solidFill>
                  <a:srgbClr val="37624D"/>
                </a:solidFill>
                <a:latin typeface="Nimbus Sans"/>
                <a:ea typeface="Nimbus Sans"/>
                <a:cs typeface="Nimbus Sans"/>
              </a:defRPr>
            </a:lvl1pPr>
            <a:lvl2pPr algn="ctr">
              <a:defRPr sz="2550" b="1">
                <a:solidFill>
                  <a:srgbClr val="37624D"/>
                </a:solidFill>
                <a:latin typeface="Nimbus Sans"/>
                <a:ea typeface="Nimbus Sans"/>
                <a:cs typeface="Nimbus Sans"/>
              </a:defRPr>
            </a:lvl2pPr>
            <a:lvl3pPr algn="ctr">
              <a:defRPr sz="2550" b="1">
                <a:solidFill>
                  <a:srgbClr val="37624D"/>
                </a:solidFill>
                <a:latin typeface="Nimbus Sans"/>
                <a:ea typeface="Nimbus Sans"/>
                <a:cs typeface="Nimbus Sans"/>
              </a:defRPr>
            </a:lvl3pPr>
            <a:lvl4pPr algn="ctr">
              <a:defRPr sz="2550" b="1">
                <a:solidFill>
                  <a:srgbClr val="37624D"/>
                </a:solidFill>
                <a:latin typeface="Nimbus Sans"/>
                <a:ea typeface="Nimbus Sans"/>
                <a:cs typeface="Nimbus Sans"/>
              </a:defRPr>
            </a:lvl4pPr>
            <a:lvl5pPr algn="ctr">
              <a:defRPr sz="2550" b="1">
                <a:solidFill>
                  <a:srgbClr val="37624D"/>
                </a:solidFill>
                <a:latin typeface="Nimbus Sans"/>
                <a:ea typeface="Nimbus Sans"/>
                <a:cs typeface="Nimbus Sans"/>
              </a:defRPr>
            </a:lvl5pPr>
            <a:lvl6pPr algn="ctr">
              <a:defRPr sz="2550" b="1">
                <a:solidFill>
                  <a:srgbClr val="37624D"/>
                </a:solidFill>
                <a:latin typeface="Nimbus Sans"/>
                <a:ea typeface="Nimbus Sans"/>
                <a:cs typeface="Nimbus Sans"/>
              </a:defRPr>
            </a:lvl6pPr>
            <a:lvl7pPr algn="ctr">
              <a:defRPr sz="2550" b="1">
                <a:solidFill>
                  <a:srgbClr val="37624D"/>
                </a:solidFill>
                <a:latin typeface="Nimbus Sans"/>
                <a:ea typeface="Nimbus Sans"/>
                <a:cs typeface="Nimbus Sans"/>
              </a:defRPr>
            </a:lvl7pPr>
            <a:lvl8pPr algn="ctr">
              <a:defRPr sz="2550" b="1">
                <a:solidFill>
                  <a:srgbClr val="37624D"/>
                </a:solidFill>
                <a:latin typeface="Nimbus Sans"/>
                <a:ea typeface="Nimbus Sans"/>
                <a:cs typeface="Nimbus Sans"/>
              </a:defRPr>
            </a:lvl8pPr>
            <a:lvl9pPr algn="ctr">
              <a:defRPr sz="2550" b="1">
                <a:solidFill>
                  <a:srgbClr val="37624D"/>
                </a:solidFill>
                <a:latin typeface="Nimbus Sans"/>
                <a:ea typeface="Nimbus Sans"/>
                <a:cs typeface="Nimbus Sans"/>
              </a:defRPr>
            </a:lvl9pPr>
          </a:lstStyle>
          <a:p>
            <a:pPr algn="ctr">
              <a:defRPr sz="2550" b="1">
                <a:solidFill>
                  <a:srgbClr val="37624D"/>
                </a:solidFill>
                <a:latin typeface="Nimbus Sans"/>
                <a:ea typeface="Nimbus Sans"/>
                <a:cs typeface="Nimbus Sans"/>
              </a:defRPr>
            </a:pPr>
            <a:r>
              <a:rPr sz="2125"/>
              <a:t>Hidden layer 3, neuron 4:  σ(-0.076) = 0.481</a:t>
            </a:r>
          </a:p>
        </p:txBody>
      </p:sp>
    </p:spTree>
    <p:extLst>
      <p:ext uri="{BB962C8B-B14F-4D97-AF65-F5344CB8AC3E}">
        <p14:creationId xmlns:p14="http://schemas.microsoft.com/office/powerpoint/2010/main" val="21429356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9"/>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70"/>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71"/>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72"/>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73"/>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74"/>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75"/>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76"/>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77"/>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78"/>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79"/>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80"/>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81"/>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82"/>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83"/>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84"/>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85"/>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86"/>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87"/>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88"/>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89"/>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90"/>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91"/>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92"/>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93"/>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94"/>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95"/>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0"/>
                                          </p:stCondLst>
                                        </p:cTn>
                                        <p:tgtEl>
                                          <p:spTgt spid="96"/>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97"/>
                                        </p:tgtEl>
                                        <p:attrNameLst>
                                          <p:attrName>style.visibility</p:attrName>
                                        </p:attrNameLst>
                                      </p:cBhvr>
                                      <p:to>
                                        <p:strVal val="hidden"/>
                                      </p:to>
                                    </p:set>
                                  </p:childTnLst>
                                </p:cTn>
                              </p:par>
                              <p:par>
                                <p:cTn id="63" presetID="1" presetClass="entr" presetSubtype="0" fill="hold" nodeType="withEffect">
                                  <p:stCondLst>
                                    <p:cond delay="0"/>
                                  </p:stCondLst>
                                  <p:childTnLst>
                                    <p:set>
                                      <p:cBhvr>
                                        <p:cTn id="64" dur="1" fill="hold">
                                          <p:stCondLst>
                                            <p:cond delay="0"/>
                                          </p:stCondLst>
                                        </p:cTn>
                                        <p:tgtEl>
                                          <p:spTgt spid="98"/>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9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00"/>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01"/>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02"/>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3"/>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04"/>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05"/>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06"/>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07"/>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08"/>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09"/>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10"/>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111"/>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12"/>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113"/>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114"/>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115"/>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16"/>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117"/>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118"/>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119"/>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120"/>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121"/>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122"/>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123"/>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124"/>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125"/>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126"/>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xit" presetSubtype="0" fill="hold" nodeType="clickEffect">
                                  <p:stCondLst>
                                    <p:cond delay="0"/>
                                  </p:stCondLst>
                                  <p:childTnLst>
                                    <p:set>
                                      <p:cBhvr>
                                        <p:cTn id="124" dur="1" fill="hold">
                                          <p:stCondLst>
                                            <p:cond delay="0"/>
                                          </p:stCondLst>
                                        </p:cTn>
                                        <p:tgtEl>
                                          <p:spTgt spid="98"/>
                                        </p:tgtEl>
                                        <p:attrNameLst>
                                          <p:attrName>style.visibility</p:attrName>
                                        </p:attrNameLst>
                                      </p:cBhvr>
                                      <p:to>
                                        <p:strVal val="hidden"/>
                                      </p:to>
                                    </p:set>
                                  </p:childTnLst>
                                </p:cTn>
                              </p:par>
                              <p:par>
                                <p:cTn id="125" presetID="1" presetClass="exit" presetSubtype="0" fill="hold" nodeType="withEffect">
                                  <p:stCondLst>
                                    <p:cond delay="0"/>
                                  </p:stCondLst>
                                  <p:childTnLst>
                                    <p:set>
                                      <p:cBhvr>
                                        <p:cTn id="126" dur="1" fill="hold">
                                          <p:stCondLst>
                                            <p:cond delay="0"/>
                                          </p:stCondLst>
                                        </p:cTn>
                                        <p:tgtEl>
                                          <p:spTgt spid="99"/>
                                        </p:tgtEl>
                                        <p:attrNameLst>
                                          <p:attrName>style.visibility</p:attrName>
                                        </p:attrNameLst>
                                      </p:cBhvr>
                                      <p:to>
                                        <p:strVal val="hidden"/>
                                      </p:to>
                                    </p:set>
                                  </p:childTnLst>
                                </p:cTn>
                              </p:par>
                              <p:par>
                                <p:cTn id="127" presetID="1" presetClass="exit" presetSubtype="0" fill="hold" nodeType="withEffect">
                                  <p:stCondLst>
                                    <p:cond delay="0"/>
                                  </p:stCondLst>
                                  <p:childTnLst>
                                    <p:set>
                                      <p:cBhvr>
                                        <p:cTn id="128" dur="1" fill="hold">
                                          <p:stCondLst>
                                            <p:cond delay="0"/>
                                          </p:stCondLst>
                                        </p:cTn>
                                        <p:tgtEl>
                                          <p:spTgt spid="100"/>
                                        </p:tgtEl>
                                        <p:attrNameLst>
                                          <p:attrName>style.visibility</p:attrName>
                                        </p:attrNameLst>
                                      </p:cBhvr>
                                      <p:to>
                                        <p:strVal val="hidden"/>
                                      </p:to>
                                    </p:set>
                                  </p:childTnLst>
                                </p:cTn>
                              </p:par>
                              <p:par>
                                <p:cTn id="129" presetID="1" presetClass="exit" presetSubtype="0" fill="hold" nodeType="withEffect">
                                  <p:stCondLst>
                                    <p:cond delay="0"/>
                                  </p:stCondLst>
                                  <p:childTnLst>
                                    <p:set>
                                      <p:cBhvr>
                                        <p:cTn id="130" dur="1" fill="hold">
                                          <p:stCondLst>
                                            <p:cond delay="0"/>
                                          </p:stCondLst>
                                        </p:cTn>
                                        <p:tgtEl>
                                          <p:spTgt spid="101"/>
                                        </p:tgtEl>
                                        <p:attrNameLst>
                                          <p:attrName>style.visibility</p:attrName>
                                        </p:attrNameLst>
                                      </p:cBhvr>
                                      <p:to>
                                        <p:strVal val="hidden"/>
                                      </p:to>
                                    </p:set>
                                  </p:childTnLst>
                                </p:cTn>
                              </p:par>
                              <p:par>
                                <p:cTn id="131" presetID="1" presetClass="exit" presetSubtype="0" fill="hold" nodeType="withEffect">
                                  <p:stCondLst>
                                    <p:cond delay="0"/>
                                  </p:stCondLst>
                                  <p:childTnLst>
                                    <p:set>
                                      <p:cBhvr>
                                        <p:cTn id="132" dur="1" fill="hold">
                                          <p:stCondLst>
                                            <p:cond delay="0"/>
                                          </p:stCondLst>
                                        </p:cTn>
                                        <p:tgtEl>
                                          <p:spTgt spid="102"/>
                                        </p:tgtEl>
                                        <p:attrNameLst>
                                          <p:attrName>style.visibility</p:attrName>
                                        </p:attrNameLst>
                                      </p:cBhvr>
                                      <p:to>
                                        <p:strVal val="hidden"/>
                                      </p:to>
                                    </p:set>
                                  </p:childTnLst>
                                </p:cTn>
                              </p:par>
                              <p:par>
                                <p:cTn id="133" presetID="1" presetClass="exit" presetSubtype="0" fill="hold" nodeType="withEffect">
                                  <p:stCondLst>
                                    <p:cond delay="0"/>
                                  </p:stCondLst>
                                  <p:childTnLst>
                                    <p:set>
                                      <p:cBhvr>
                                        <p:cTn id="134" dur="1" fill="hold">
                                          <p:stCondLst>
                                            <p:cond delay="0"/>
                                          </p:stCondLst>
                                        </p:cTn>
                                        <p:tgtEl>
                                          <p:spTgt spid="103"/>
                                        </p:tgtEl>
                                        <p:attrNameLst>
                                          <p:attrName>style.visibility</p:attrName>
                                        </p:attrNameLst>
                                      </p:cBhvr>
                                      <p:to>
                                        <p:strVal val="hidden"/>
                                      </p:to>
                                    </p:set>
                                  </p:childTnLst>
                                </p:cTn>
                              </p:par>
                              <p:par>
                                <p:cTn id="135" presetID="1" presetClass="exit" presetSubtype="0" fill="hold" nodeType="withEffect">
                                  <p:stCondLst>
                                    <p:cond delay="0"/>
                                  </p:stCondLst>
                                  <p:childTnLst>
                                    <p:set>
                                      <p:cBhvr>
                                        <p:cTn id="136" dur="1" fill="hold">
                                          <p:stCondLst>
                                            <p:cond delay="0"/>
                                          </p:stCondLst>
                                        </p:cTn>
                                        <p:tgtEl>
                                          <p:spTgt spid="104"/>
                                        </p:tgtEl>
                                        <p:attrNameLst>
                                          <p:attrName>style.visibility</p:attrName>
                                        </p:attrNameLst>
                                      </p:cBhvr>
                                      <p:to>
                                        <p:strVal val="hidden"/>
                                      </p:to>
                                    </p:set>
                                  </p:childTnLst>
                                </p:cTn>
                              </p:par>
                              <p:par>
                                <p:cTn id="137" presetID="1" presetClass="exit" presetSubtype="0" fill="hold" nodeType="withEffect">
                                  <p:stCondLst>
                                    <p:cond delay="0"/>
                                  </p:stCondLst>
                                  <p:childTnLst>
                                    <p:set>
                                      <p:cBhvr>
                                        <p:cTn id="138" dur="1" fill="hold">
                                          <p:stCondLst>
                                            <p:cond delay="0"/>
                                          </p:stCondLst>
                                        </p:cTn>
                                        <p:tgtEl>
                                          <p:spTgt spid="105"/>
                                        </p:tgtEl>
                                        <p:attrNameLst>
                                          <p:attrName>style.visibility</p:attrName>
                                        </p:attrNameLst>
                                      </p:cBhvr>
                                      <p:to>
                                        <p:strVal val="hidden"/>
                                      </p:to>
                                    </p:set>
                                  </p:childTnLst>
                                </p:cTn>
                              </p:par>
                              <p:par>
                                <p:cTn id="139" presetID="1" presetClass="exit" presetSubtype="0" fill="hold" nodeType="withEffect">
                                  <p:stCondLst>
                                    <p:cond delay="0"/>
                                  </p:stCondLst>
                                  <p:childTnLst>
                                    <p:set>
                                      <p:cBhvr>
                                        <p:cTn id="140" dur="1" fill="hold">
                                          <p:stCondLst>
                                            <p:cond delay="0"/>
                                          </p:stCondLst>
                                        </p:cTn>
                                        <p:tgtEl>
                                          <p:spTgt spid="106"/>
                                        </p:tgtEl>
                                        <p:attrNameLst>
                                          <p:attrName>style.visibility</p:attrName>
                                        </p:attrNameLst>
                                      </p:cBhvr>
                                      <p:to>
                                        <p:strVal val="hidden"/>
                                      </p:to>
                                    </p:set>
                                  </p:childTnLst>
                                </p:cTn>
                              </p:par>
                              <p:par>
                                <p:cTn id="141" presetID="1" presetClass="exit" presetSubtype="0" fill="hold" nodeType="withEffect">
                                  <p:stCondLst>
                                    <p:cond delay="0"/>
                                  </p:stCondLst>
                                  <p:childTnLst>
                                    <p:set>
                                      <p:cBhvr>
                                        <p:cTn id="142" dur="1" fill="hold">
                                          <p:stCondLst>
                                            <p:cond delay="0"/>
                                          </p:stCondLst>
                                        </p:cTn>
                                        <p:tgtEl>
                                          <p:spTgt spid="107"/>
                                        </p:tgtEl>
                                        <p:attrNameLst>
                                          <p:attrName>style.visibility</p:attrName>
                                        </p:attrNameLst>
                                      </p:cBhvr>
                                      <p:to>
                                        <p:strVal val="hidden"/>
                                      </p:to>
                                    </p:set>
                                  </p:childTnLst>
                                </p:cTn>
                              </p:par>
                              <p:par>
                                <p:cTn id="143" presetID="1" presetClass="exit" presetSubtype="0" fill="hold" nodeType="withEffect">
                                  <p:stCondLst>
                                    <p:cond delay="0"/>
                                  </p:stCondLst>
                                  <p:childTnLst>
                                    <p:set>
                                      <p:cBhvr>
                                        <p:cTn id="144" dur="1" fill="hold">
                                          <p:stCondLst>
                                            <p:cond delay="0"/>
                                          </p:stCondLst>
                                        </p:cTn>
                                        <p:tgtEl>
                                          <p:spTgt spid="108"/>
                                        </p:tgtEl>
                                        <p:attrNameLst>
                                          <p:attrName>style.visibility</p:attrName>
                                        </p:attrNameLst>
                                      </p:cBhvr>
                                      <p:to>
                                        <p:strVal val="hidden"/>
                                      </p:to>
                                    </p:set>
                                  </p:childTnLst>
                                </p:cTn>
                              </p:par>
                              <p:par>
                                <p:cTn id="145" presetID="1" presetClass="exit" presetSubtype="0" fill="hold" nodeType="withEffect">
                                  <p:stCondLst>
                                    <p:cond delay="0"/>
                                  </p:stCondLst>
                                  <p:childTnLst>
                                    <p:set>
                                      <p:cBhvr>
                                        <p:cTn id="146" dur="1" fill="hold">
                                          <p:stCondLst>
                                            <p:cond delay="0"/>
                                          </p:stCondLst>
                                        </p:cTn>
                                        <p:tgtEl>
                                          <p:spTgt spid="109"/>
                                        </p:tgtEl>
                                        <p:attrNameLst>
                                          <p:attrName>style.visibility</p:attrName>
                                        </p:attrNameLst>
                                      </p:cBhvr>
                                      <p:to>
                                        <p:strVal val="hidden"/>
                                      </p:to>
                                    </p:set>
                                  </p:childTnLst>
                                </p:cTn>
                              </p:par>
                              <p:par>
                                <p:cTn id="147" presetID="1" presetClass="exit" presetSubtype="0" fill="hold" nodeType="withEffect">
                                  <p:stCondLst>
                                    <p:cond delay="0"/>
                                  </p:stCondLst>
                                  <p:childTnLst>
                                    <p:set>
                                      <p:cBhvr>
                                        <p:cTn id="148" dur="1" fill="hold">
                                          <p:stCondLst>
                                            <p:cond delay="0"/>
                                          </p:stCondLst>
                                        </p:cTn>
                                        <p:tgtEl>
                                          <p:spTgt spid="110"/>
                                        </p:tgtEl>
                                        <p:attrNameLst>
                                          <p:attrName>style.visibility</p:attrName>
                                        </p:attrNameLst>
                                      </p:cBhvr>
                                      <p:to>
                                        <p:strVal val="hidden"/>
                                      </p:to>
                                    </p:set>
                                  </p:childTnLst>
                                </p:cTn>
                              </p:par>
                              <p:par>
                                <p:cTn id="149" presetID="1" presetClass="exit" presetSubtype="0" fill="hold" nodeType="withEffect">
                                  <p:stCondLst>
                                    <p:cond delay="0"/>
                                  </p:stCondLst>
                                  <p:childTnLst>
                                    <p:set>
                                      <p:cBhvr>
                                        <p:cTn id="150" dur="1" fill="hold">
                                          <p:stCondLst>
                                            <p:cond delay="0"/>
                                          </p:stCondLst>
                                        </p:cTn>
                                        <p:tgtEl>
                                          <p:spTgt spid="111"/>
                                        </p:tgtEl>
                                        <p:attrNameLst>
                                          <p:attrName>style.visibility</p:attrName>
                                        </p:attrNameLst>
                                      </p:cBhvr>
                                      <p:to>
                                        <p:strVal val="hidden"/>
                                      </p:to>
                                    </p:set>
                                  </p:childTnLst>
                                </p:cTn>
                              </p:par>
                              <p:par>
                                <p:cTn id="151" presetID="1" presetClass="exit" presetSubtype="0" fill="hold" nodeType="withEffect">
                                  <p:stCondLst>
                                    <p:cond delay="0"/>
                                  </p:stCondLst>
                                  <p:childTnLst>
                                    <p:set>
                                      <p:cBhvr>
                                        <p:cTn id="152" dur="1" fill="hold">
                                          <p:stCondLst>
                                            <p:cond delay="0"/>
                                          </p:stCondLst>
                                        </p:cTn>
                                        <p:tgtEl>
                                          <p:spTgt spid="112"/>
                                        </p:tgtEl>
                                        <p:attrNameLst>
                                          <p:attrName>style.visibility</p:attrName>
                                        </p:attrNameLst>
                                      </p:cBhvr>
                                      <p:to>
                                        <p:strVal val="hidden"/>
                                      </p:to>
                                    </p:set>
                                  </p:childTnLst>
                                </p:cTn>
                              </p:par>
                              <p:par>
                                <p:cTn id="153" presetID="1" presetClass="exit" presetSubtype="0" fill="hold" nodeType="withEffect">
                                  <p:stCondLst>
                                    <p:cond delay="0"/>
                                  </p:stCondLst>
                                  <p:childTnLst>
                                    <p:set>
                                      <p:cBhvr>
                                        <p:cTn id="154" dur="1" fill="hold">
                                          <p:stCondLst>
                                            <p:cond delay="0"/>
                                          </p:stCondLst>
                                        </p:cTn>
                                        <p:tgtEl>
                                          <p:spTgt spid="113"/>
                                        </p:tgtEl>
                                        <p:attrNameLst>
                                          <p:attrName>style.visibility</p:attrName>
                                        </p:attrNameLst>
                                      </p:cBhvr>
                                      <p:to>
                                        <p:strVal val="hidden"/>
                                      </p:to>
                                    </p:set>
                                  </p:childTnLst>
                                </p:cTn>
                              </p:par>
                              <p:par>
                                <p:cTn id="155" presetID="1" presetClass="exit" presetSubtype="0" fill="hold" nodeType="withEffect">
                                  <p:stCondLst>
                                    <p:cond delay="0"/>
                                  </p:stCondLst>
                                  <p:childTnLst>
                                    <p:set>
                                      <p:cBhvr>
                                        <p:cTn id="156" dur="1" fill="hold">
                                          <p:stCondLst>
                                            <p:cond delay="0"/>
                                          </p:stCondLst>
                                        </p:cTn>
                                        <p:tgtEl>
                                          <p:spTgt spid="114"/>
                                        </p:tgtEl>
                                        <p:attrNameLst>
                                          <p:attrName>style.visibility</p:attrName>
                                        </p:attrNameLst>
                                      </p:cBhvr>
                                      <p:to>
                                        <p:strVal val="hidden"/>
                                      </p:to>
                                    </p:set>
                                  </p:childTnLst>
                                </p:cTn>
                              </p:par>
                              <p:par>
                                <p:cTn id="157" presetID="1" presetClass="exit" presetSubtype="0" fill="hold" nodeType="withEffect">
                                  <p:stCondLst>
                                    <p:cond delay="0"/>
                                  </p:stCondLst>
                                  <p:childTnLst>
                                    <p:set>
                                      <p:cBhvr>
                                        <p:cTn id="158" dur="1" fill="hold">
                                          <p:stCondLst>
                                            <p:cond delay="0"/>
                                          </p:stCondLst>
                                        </p:cTn>
                                        <p:tgtEl>
                                          <p:spTgt spid="115"/>
                                        </p:tgtEl>
                                        <p:attrNameLst>
                                          <p:attrName>style.visibility</p:attrName>
                                        </p:attrNameLst>
                                      </p:cBhvr>
                                      <p:to>
                                        <p:strVal val="hidden"/>
                                      </p:to>
                                    </p:set>
                                  </p:childTnLst>
                                </p:cTn>
                              </p:par>
                              <p:par>
                                <p:cTn id="159" presetID="1" presetClass="exit" presetSubtype="0" fill="hold" nodeType="withEffect">
                                  <p:stCondLst>
                                    <p:cond delay="0"/>
                                  </p:stCondLst>
                                  <p:childTnLst>
                                    <p:set>
                                      <p:cBhvr>
                                        <p:cTn id="160" dur="1" fill="hold">
                                          <p:stCondLst>
                                            <p:cond delay="0"/>
                                          </p:stCondLst>
                                        </p:cTn>
                                        <p:tgtEl>
                                          <p:spTgt spid="116"/>
                                        </p:tgtEl>
                                        <p:attrNameLst>
                                          <p:attrName>style.visibility</p:attrName>
                                        </p:attrNameLst>
                                      </p:cBhvr>
                                      <p:to>
                                        <p:strVal val="hidden"/>
                                      </p:to>
                                    </p:set>
                                  </p:childTnLst>
                                </p:cTn>
                              </p:par>
                              <p:par>
                                <p:cTn id="161" presetID="1" presetClass="exit" presetSubtype="0" fill="hold" nodeType="withEffect">
                                  <p:stCondLst>
                                    <p:cond delay="0"/>
                                  </p:stCondLst>
                                  <p:childTnLst>
                                    <p:set>
                                      <p:cBhvr>
                                        <p:cTn id="162" dur="1" fill="hold">
                                          <p:stCondLst>
                                            <p:cond delay="0"/>
                                          </p:stCondLst>
                                        </p:cTn>
                                        <p:tgtEl>
                                          <p:spTgt spid="117"/>
                                        </p:tgtEl>
                                        <p:attrNameLst>
                                          <p:attrName>style.visibility</p:attrName>
                                        </p:attrNameLst>
                                      </p:cBhvr>
                                      <p:to>
                                        <p:strVal val="hidden"/>
                                      </p:to>
                                    </p:set>
                                  </p:childTnLst>
                                </p:cTn>
                              </p:par>
                              <p:par>
                                <p:cTn id="163" presetID="1" presetClass="exit" presetSubtype="0" fill="hold" nodeType="withEffect">
                                  <p:stCondLst>
                                    <p:cond delay="0"/>
                                  </p:stCondLst>
                                  <p:childTnLst>
                                    <p:set>
                                      <p:cBhvr>
                                        <p:cTn id="164" dur="1" fill="hold">
                                          <p:stCondLst>
                                            <p:cond delay="0"/>
                                          </p:stCondLst>
                                        </p:cTn>
                                        <p:tgtEl>
                                          <p:spTgt spid="118"/>
                                        </p:tgtEl>
                                        <p:attrNameLst>
                                          <p:attrName>style.visibility</p:attrName>
                                        </p:attrNameLst>
                                      </p:cBhvr>
                                      <p:to>
                                        <p:strVal val="hidden"/>
                                      </p:to>
                                    </p:set>
                                  </p:childTnLst>
                                </p:cTn>
                              </p:par>
                              <p:par>
                                <p:cTn id="165" presetID="1" presetClass="exit" presetSubtype="0" fill="hold" nodeType="withEffect">
                                  <p:stCondLst>
                                    <p:cond delay="0"/>
                                  </p:stCondLst>
                                  <p:childTnLst>
                                    <p:set>
                                      <p:cBhvr>
                                        <p:cTn id="166" dur="1" fill="hold">
                                          <p:stCondLst>
                                            <p:cond delay="0"/>
                                          </p:stCondLst>
                                        </p:cTn>
                                        <p:tgtEl>
                                          <p:spTgt spid="119"/>
                                        </p:tgtEl>
                                        <p:attrNameLst>
                                          <p:attrName>style.visibility</p:attrName>
                                        </p:attrNameLst>
                                      </p:cBhvr>
                                      <p:to>
                                        <p:strVal val="hidden"/>
                                      </p:to>
                                    </p:set>
                                  </p:childTnLst>
                                </p:cTn>
                              </p:par>
                              <p:par>
                                <p:cTn id="167" presetID="1" presetClass="exit" presetSubtype="0" fill="hold" nodeType="withEffect">
                                  <p:stCondLst>
                                    <p:cond delay="0"/>
                                  </p:stCondLst>
                                  <p:childTnLst>
                                    <p:set>
                                      <p:cBhvr>
                                        <p:cTn id="168" dur="1" fill="hold">
                                          <p:stCondLst>
                                            <p:cond delay="0"/>
                                          </p:stCondLst>
                                        </p:cTn>
                                        <p:tgtEl>
                                          <p:spTgt spid="120"/>
                                        </p:tgtEl>
                                        <p:attrNameLst>
                                          <p:attrName>style.visibility</p:attrName>
                                        </p:attrNameLst>
                                      </p:cBhvr>
                                      <p:to>
                                        <p:strVal val="hidden"/>
                                      </p:to>
                                    </p:set>
                                  </p:childTnLst>
                                </p:cTn>
                              </p:par>
                              <p:par>
                                <p:cTn id="169" presetID="1" presetClass="exit" presetSubtype="0" fill="hold" nodeType="withEffect">
                                  <p:stCondLst>
                                    <p:cond delay="0"/>
                                  </p:stCondLst>
                                  <p:childTnLst>
                                    <p:set>
                                      <p:cBhvr>
                                        <p:cTn id="170" dur="1" fill="hold">
                                          <p:stCondLst>
                                            <p:cond delay="0"/>
                                          </p:stCondLst>
                                        </p:cTn>
                                        <p:tgtEl>
                                          <p:spTgt spid="121"/>
                                        </p:tgtEl>
                                        <p:attrNameLst>
                                          <p:attrName>style.visibility</p:attrName>
                                        </p:attrNameLst>
                                      </p:cBhvr>
                                      <p:to>
                                        <p:strVal val="hidden"/>
                                      </p:to>
                                    </p:set>
                                  </p:childTnLst>
                                </p:cTn>
                              </p:par>
                              <p:par>
                                <p:cTn id="171" presetID="1" presetClass="exit" presetSubtype="0" fill="hold" nodeType="withEffect">
                                  <p:stCondLst>
                                    <p:cond delay="0"/>
                                  </p:stCondLst>
                                  <p:childTnLst>
                                    <p:set>
                                      <p:cBhvr>
                                        <p:cTn id="172" dur="1" fill="hold">
                                          <p:stCondLst>
                                            <p:cond delay="0"/>
                                          </p:stCondLst>
                                        </p:cTn>
                                        <p:tgtEl>
                                          <p:spTgt spid="122"/>
                                        </p:tgtEl>
                                        <p:attrNameLst>
                                          <p:attrName>style.visibility</p:attrName>
                                        </p:attrNameLst>
                                      </p:cBhvr>
                                      <p:to>
                                        <p:strVal val="hidden"/>
                                      </p:to>
                                    </p:set>
                                  </p:childTnLst>
                                </p:cTn>
                              </p:par>
                              <p:par>
                                <p:cTn id="173" presetID="1" presetClass="exit" presetSubtype="0" fill="hold" nodeType="withEffect">
                                  <p:stCondLst>
                                    <p:cond delay="0"/>
                                  </p:stCondLst>
                                  <p:childTnLst>
                                    <p:set>
                                      <p:cBhvr>
                                        <p:cTn id="174" dur="1" fill="hold">
                                          <p:stCondLst>
                                            <p:cond delay="0"/>
                                          </p:stCondLst>
                                        </p:cTn>
                                        <p:tgtEl>
                                          <p:spTgt spid="123"/>
                                        </p:tgtEl>
                                        <p:attrNameLst>
                                          <p:attrName>style.visibility</p:attrName>
                                        </p:attrNameLst>
                                      </p:cBhvr>
                                      <p:to>
                                        <p:strVal val="hidden"/>
                                      </p:to>
                                    </p:set>
                                  </p:childTnLst>
                                </p:cTn>
                              </p:par>
                              <p:par>
                                <p:cTn id="175" presetID="1" presetClass="exit" presetSubtype="0" fill="hold" nodeType="withEffect">
                                  <p:stCondLst>
                                    <p:cond delay="0"/>
                                  </p:stCondLst>
                                  <p:childTnLst>
                                    <p:set>
                                      <p:cBhvr>
                                        <p:cTn id="176" dur="1" fill="hold">
                                          <p:stCondLst>
                                            <p:cond delay="0"/>
                                          </p:stCondLst>
                                        </p:cTn>
                                        <p:tgtEl>
                                          <p:spTgt spid="124"/>
                                        </p:tgtEl>
                                        <p:attrNameLst>
                                          <p:attrName>style.visibility</p:attrName>
                                        </p:attrNameLst>
                                      </p:cBhvr>
                                      <p:to>
                                        <p:strVal val="hidden"/>
                                      </p:to>
                                    </p:set>
                                  </p:childTnLst>
                                </p:cTn>
                              </p:par>
                              <p:par>
                                <p:cTn id="177" presetID="1" presetClass="exit" presetSubtype="0" fill="hold" nodeType="withEffect">
                                  <p:stCondLst>
                                    <p:cond delay="0"/>
                                  </p:stCondLst>
                                  <p:childTnLst>
                                    <p:set>
                                      <p:cBhvr>
                                        <p:cTn id="178" dur="1" fill="hold">
                                          <p:stCondLst>
                                            <p:cond delay="0"/>
                                          </p:stCondLst>
                                        </p:cTn>
                                        <p:tgtEl>
                                          <p:spTgt spid="125"/>
                                        </p:tgtEl>
                                        <p:attrNameLst>
                                          <p:attrName>style.visibility</p:attrName>
                                        </p:attrNameLst>
                                      </p:cBhvr>
                                      <p:to>
                                        <p:strVal val="hidden"/>
                                      </p:to>
                                    </p:set>
                                  </p:childTnLst>
                                </p:cTn>
                              </p:par>
                              <p:par>
                                <p:cTn id="179" presetID="1" presetClass="exit" presetSubtype="0" fill="hold" nodeType="withEffect">
                                  <p:stCondLst>
                                    <p:cond delay="0"/>
                                  </p:stCondLst>
                                  <p:childTnLst>
                                    <p:set>
                                      <p:cBhvr>
                                        <p:cTn id="180" dur="1" fill="hold">
                                          <p:stCondLst>
                                            <p:cond delay="0"/>
                                          </p:stCondLst>
                                        </p:cTn>
                                        <p:tgtEl>
                                          <p:spTgt spid="126"/>
                                        </p:tgtEl>
                                        <p:attrNameLst>
                                          <p:attrName>style.visibility</p:attrName>
                                        </p:attrNameLst>
                                      </p:cBhvr>
                                      <p:to>
                                        <p:strVal val="hidden"/>
                                      </p:to>
                                    </p:set>
                                  </p:childTnLst>
                                </p:cTn>
                              </p:par>
                              <p:par>
                                <p:cTn id="181" presetID="1" presetClass="entr" presetSubtype="0" fill="hold" nodeType="withEffect">
                                  <p:stCondLst>
                                    <p:cond delay="0"/>
                                  </p:stCondLst>
                                  <p:childTnLst>
                                    <p:set>
                                      <p:cBhvr>
                                        <p:cTn id="182" dur="1" fill="hold">
                                          <p:stCondLst>
                                            <p:cond delay="0"/>
                                          </p:stCondLst>
                                        </p:cTn>
                                        <p:tgtEl>
                                          <p:spTgt spid="127"/>
                                        </p:tgtEl>
                                        <p:attrNameLst>
                                          <p:attrName>style.visibility</p:attrName>
                                        </p:attrNameLst>
                                      </p:cBhvr>
                                      <p:to>
                                        <p:strVal val="visible"/>
                                      </p:to>
                                    </p:set>
                                  </p:childTnLst>
                                </p:cTn>
                              </p:par>
                              <p:par>
                                <p:cTn id="183" presetID="1" presetClass="entr" presetSubtype="0" fill="hold" nodeType="withEffect">
                                  <p:stCondLst>
                                    <p:cond delay="0"/>
                                  </p:stCondLst>
                                  <p:childTnLst>
                                    <p:set>
                                      <p:cBhvr>
                                        <p:cTn id="184" dur="1" fill="hold">
                                          <p:stCondLst>
                                            <p:cond delay="0"/>
                                          </p:stCondLst>
                                        </p:cTn>
                                        <p:tgtEl>
                                          <p:spTgt spid="128"/>
                                        </p:tgtEl>
                                        <p:attrNameLst>
                                          <p:attrName>style.visibility</p:attrName>
                                        </p:attrNameLst>
                                      </p:cBhvr>
                                      <p:to>
                                        <p:strVal val="visible"/>
                                      </p:to>
                                    </p:set>
                                  </p:childTnLst>
                                </p:cTn>
                              </p:par>
                              <p:par>
                                <p:cTn id="185" presetID="1" presetClass="entr" presetSubtype="0" fill="hold" nodeType="withEffect">
                                  <p:stCondLst>
                                    <p:cond delay="0"/>
                                  </p:stCondLst>
                                  <p:childTnLst>
                                    <p:set>
                                      <p:cBhvr>
                                        <p:cTn id="186" dur="1" fill="hold">
                                          <p:stCondLst>
                                            <p:cond delay="0"/>
                                          </p:stCondLst>
                                        </p:cTn>
                                        <p:tgtEl>
                                          <p:spTgt spid="129"/>
                                        </p:tgtEl>
                                        <p:attrNameLst>
                                          <p:attrName>style.visibility</p:attrName>
                                        </p:attrNameLst>
                                      </p:cBhvr>
                                      <p:to>
                                        <p:strVal val="visible"/>
                                      </p:to>
                                    </p:set>
                                  </p:childTnLst>
                                </p:cTn>
                              </p:par>
                              <p:par>
                                <p:cTn id="187" presetID="1" presetClass="entr" presetSubtype="0" fill="hold" nodeType="withEffect">
                                  <p:stCondLst>
                                    <p:cond delay="0"/>
                                  </p:stCondLst>
                                  <p:childTnLst>
                                    <p:set>
                                      <p:cBhvr>
                                        <p:cTn id="188" dur="1" fill="hold">
                                          <p:stCondLst>
                                            <p:cond delay="0"/>
                                          </p:stCondLst>
                                        </p:cTn>
                                        <p:tgtEl>
                                          <p:spTgt spid="130"/>
                                        </p:tgtEl>
                                        <p:attrNameLst>
                                          <p:attrName>style.visibility</p:attrName>
                                        </p:attrNameLst>
                                      </p:cBhvr>
                                      <p:to>
                                        <p:strVal val="visible"/>
                                      </p:to>
                                    </p:set>
                                  </p:childTnLst>
                                </p:cTn>
                              </p:par>
                              <p:par>
                                <p:cTn id="189" presetID="1" presetClass="entr" presetSubtype="0" fill="hold" nodeType="withEffect">
                                  <p:stCondLst>
                                    <p:cond delay="0"/>
                                  </p:stCondLst>
                                  <p:childTnLst>
                                    <p:set>
                                      <p:cBhvr>
                                        <p:cTn id="190" dur="1" fill="hold">
                                          <p:stCondLst>
                                            <p:cond delay="0"/>
                                          </p:stCondLst>
                                        </p:cTn>
                                        <p:tgtEl>
                                          <p:spTgt spid="131"/>
                                        </p:tgtEl>
                                        <p:attrNameLst>
                                          <p:attrName>style.visibility</p:attrName>
                                        </p:attrNameLst>
                                      </p:cBhvr>
                                      <p:to>
                                        <p:strVal val="visible"/>
                                      </p:to>
                                    </p:set>
                                  </p:childTnLst>
                                </p:cTn>
                              </p:par>
                              <p:par>
                                <p:cTn id="191" presetID="1" presetClass="entr" presetSubtype="0" fill="hold" nodeType="withEffect">
                                  <p:stCondLst>
                                    <p:cond delay="0"/>
                                  </p:stCondLst>
                                  <p:childTnLst>
                                    <p:set>
                                      <p:cBhvr>
                                        <p:cTn id="192" dur="1" fill="hold">
                                          <p:stCondLst>
                                            <p:cond delay="0"/>
                                          </p:stCondLst>
                                        </p:cTn>
                                        <p:tgtEl>
                                          <p:spTgt spid="132"/>
                                        </p:tgtEl>
                                        <p:attrNameLst>
                                          <p:attrName>style.visibility</p:attrName>
                                        </p:attrNameLst>
                                      </p:cBhvr>
                                      <p:to>
                                        <p:strVal val="visible"/>
                                      </p:to>
                                    </p:set>
                                  </p:childTnLst>
                                </p:cTn>
                              </p:par>
                              <p:par>
                                <p:cTn id="193" presetID="1" presetClass="entr" presetSubtype="0" fill="hold" nodeType="withEffect">
                                  <p:stCondLst>
                                    <p:cond delay="0"/>
                                  </p:stCondLst>
                                  <p:childTnLst>
                                    <p:set>
                                      <p:cBhvr>
                                        <p:cTn id="194" dur="1" fill="hold">
                                          <p:stCondLst>
                                            <p:cond delay="0"/>
                                          </p:stCondLst>
                                        </p:cTn>
                                        <p:tgtEl>
                                          <p:spTgt spid="133"/>
                                        </p:tgtEl>
                                        <p:attrNameLst>
                                          <p:attrName>style.visibility</p:attrName>
                                        </p:attrNameLst>
                                      </p:cBhvr>
                                      <p:to>
                                        <p:strVal val="visible"/>
                                      </p:to>
                                    </p:set>
                                  </p:childTnLst>
                                </p:cTn>
                              </p:par>
                              <p:par>
                                <p:cTn id="195" presetID="1" presetClass="entr" presetSubtype="0" fill="hold" nodeType="withEffect">
                                  <p:stCondLst>
                                    <p:cond delay="0"/>
                                  </p:stCondLst>
                                  <p:childTnLst>
                                    <p:set>
                                      <p:cBhvr>
                                        <p:cTn id="196" dur="1" fill="hold">
                                          <p:stCondLst>
                                            <p:cond delay="0"/>
                                          </p:stCondLst>
                                        </p:cTn>
                                        <p:tgtEl>
                                          <p:spTgt spid="134"/>
                                        </p:tgtEl>
                                        <p:attrNameLst>
                                          <p:attrName>style.visibility</p:attrName>
                                        </p:attrNameLst>
                                      </p:cBhvr>
                                      <p:to>
                                        <p:strVal val="visible"/>
                                      </p:to>
                                    </p:set>
                                  </p:childTnLst>
                                </p:cTn>
                              </p:par>
                              <p:par>
                                <p:cTn id="197" presetID="1" presetClass="entr" presetSubtype="0" fill="hold" nodeType="withEffect">
                                  <p:stCondLst>
                                    <p:cond delay="0"/>
                                  </p:stCondLst>
                                  <p:childTnLst>
                                    <p:set>
                                      <p:cBhvr>
                                        <p:cTn id="198" dur="1" fill="hold">
                                          <p:stCondLst>
                                            <p:cond delay="0"/>
                                          </p:stCondLst>
                                        </p:cTn>
                                        <p:tgtEl>
                                          <p:spTgt spid="135"/>
                                        </p:tgtEl>
                                        <p:attrNameLst>
                                          <p:attrName>style.visibility</p:attrName>
                                        </p:attrNameLst>
                                      </p:cBhvr>
                                      <p:to>
                                        <p:strVal val="visible"/>
                                      </p:to>
                                    </p:set>
                                  </p:childTnLst>
                                </p:cTn>
                              </p:par>
                              <p:par>
                                <p:cTn id="199" presetID="1" presetClass="entr" presetSubtype="0" fill="hold" nodeType="withEffect">
                                  <p:stCondLst>
                                    <p:cond delay="0"/>
                                  </p:stCondLst>
                                  <p:childTnLst>
                                    <p:set>
                                      <p:cBhvr>
                                        <p:cTn id="200" dur="1" fill="hold">
                                          <p:stCondLst>
                                            <p:cond delay="0"/>
                                          </p:stCondLst>
                                        </p:cTn>
                                        <p:tgtEl>
                                          <p:spTgt spid="136"/>
                                        </p:tgtEl>
                                        <p:attrNameLst>
                                          <p:attrName>style.visibility</p:attrName>
                                        </p:attrNameLst>
                                      </p:cBhvr>
                                      <p:to>
                                        <p:strVal val="visible"/>
                                      </p:to>
                                    </p:set>
                                  </p:childTnLst>
                                </p:cTn>
                              </p:par>
                              <p:par>
                                <p:cTn id="201" presetID="1" presetClass="entr" presetSubtype="0" fill="hold" nodeType="withEffect">
                                  <p:stCondLst>
                                    <p:cond delay="0"/>
                                  </p:stCondLst>
                                  <p:childTnLst>
                                    <p:set>
                                      <p:cBhvr>
                                        <p:cTn id="202" dur="1" fill="hold">
                                          <p:stCondLst>
                                            <p:cond delay="0"/>
                                          </p:stCondLst>
                                        </p:cTn>
                                        <p:tgtEl>
                                          <p:spTgt spid="137"/>
                                        </p:tgtEl>
                                        <p:attrNameLst>
                                          <p:attrName>style.visibility</p:attrName>
                                        </p:attrNameLst>
                                      </p:cBhvr>
                                      <p:to>
                                        <p:strVal val="visible"/>
                                      </p:to>
                                    </p:set>
                                  </p:childTnLst>
                                </p:cTn>
                              </p:par>
                              <p:par>
                                <p:cTn id="203" presetID="1" presetClass="entr" presetSubtype="0" fill="hold" nodeType="withEffect">
                                  <p:stCondLst>
                                    <p:cond delay="0"/>
                                  </p:stCondLst>
                                  <p:childTnLst>
                                    <p:set>
                                      <p:cBhvr>
                                        <p:cTn id="204" dur="1" fill="hold">
                                          <p:stCondLst>
                                            <p:cond delay="0"/>
                                          </p:stCondLst>
                                        </p:cTn>
                                        <p:tgtEl>
                                          <p:spTgt spid="138"/>
                                        </p:tgtEl>
                                        <p:attrNameLst>
                                          <p:attrName>style.visibility</p:attrName>
                                        </p:attrNameLst>
                                      </p:cBhvr>
                                      <p:to>
                                        <p:strVal val="visible"/>
                                      </p:to>
                                    </p:set>
                                  </p:childTnLst>
                                </p:cTn>
                              </p:par>
                              <p:par>
                                <p:cTn id="205" presetID="1" presetClass="entr" presetSubtype="0" fill="hold" nodeType="withEffect">
                                  <p:stCondLst>
                                    <p:cond delay="0"/>
                                  </p:stCondLst>
                                  <p:childTnLst>
                                    <p:set>
                                      <p:cBhvr>
                                        <p:cTn id="206" dur="1" fill="hold">
                                          <p:stCondLst>
                                            <p:cond delay="0"/>
                                          </p:stCondLst>
                                        </p:cTn>
                                        <p:tgtEl>
                                          <p:spTgt spid="139"/>
                                        </p:tgtEl>
                                        <p:attrNameLst>
                                          <p:attrName>style.visibility</p:attrName>
                                        </p:attrNameLst>
                                      </p:cBhvr>
                                      <p:to>
                                        <p:strVal val="visible"/>
                                      </p:to>
                                    </p:set>
                                  </p:childTnLst>
                                </p:cTn>
                              </p:par>
                              <p:par>
                                <p:cTn id="207" presetID="1" presetClass="entr" presetSubtype="0" fill="hold" nodeType="withEffect">
                                  <p:stCondLst>
                                    <p:cond delay="0"/>
                                  </p:stCondLst>
                                  <p:childTnLst>
                                    <p:set>
                                      <p:cBhvr>
                                        <p:cTn id="208" dur="1" fill="hold">
                                          <p:stCondLst>
                                            <p:cond delay="0"/>
                                          </p:stCondLst>
                                        </p:cTn>
                                        <p:tgtEl>
                                          <p:spTgt spid="140"/>
                                        </p:tgtEl>
                                        <p:attrNameLst>
                                          <p:attrName>style.visibility</p:attrName>
                                        </p:attrNameLst>
                                      </p:cBhvr>
                                      <p:to>
                                        <p:strVal val="visible"/>
                                      </p:to>
                                    </p:set>
                                  </p:childTnLst>
                                </p:cTn>
                              </p:par>
                              <p:par>
                                <p:cTn id="209" presetID="1" presetClass="entr" presetSubtype="0" fill="hold" nodeType="withEffect">
                                  <p:stCondLst>
                                    <p:cond delay="0"/>
                                  </p:stCondLst>
                                  <p:childTnLst>
                                    <p:set>
                                      <p:cBhvr>
                                        <p:cTn id="210" dur="1" fill="hold">
                                          <p:stCondLst>
                                            <p:cond delay="0"/>
                                          </p:stCondLst>
                                        </p:cTn>
                                        <p:tgtEl>
                                          <p:spTgt spid="141"/>
                                        </p:tgtEl>
                                        <p:attrNameLst>
                                          <p:attrName>style.visibility</p:attrName>
                                        </p:attrNameLst>
                                      </p:cBhvr>
                                      <p:to>
                                        <p:strVal val="visible"/>
                                      </p:to>
                                    </p:set>
                                  </p:childTnLst>
                                </p:cTn>
                              </p:par>
                              <p:par>
                                <p:cTn id="211" presetID="1" presetClass="entr" presetSubtype="0" fill="hold" nodeType="withEffect">
                                  <p:stCondLst>
                                    <p:cond delay="0"/>
                                  </p:stCondLst>
                                  <p:childTnLst>
                                    <p:set>
                                      <p:cBhvr>
                                        <p:cTn id="212" dur="1" fill="hold">
                                          <p:stCondLst>
                                            <p:cond delay="0"/>
                                          </p:stCondLst>
                                        </p:cTn>
                                        <p:tgtEl>
                                          <p:spTgt spid="142"/>
                                        </p:tgtEl>
                                        <p:attrNameLst>
                                          <p:attrName>style.visibility</p:attrName>
                                        </p:attrNameLst>
                                      </p:cBhvr>
                                      <p:to>
                                        <p:strVal val="visible"/>
                                      </p:to>
                                    </p:set>
                                  </p:childTnLst>
                                </p:cTn>
                              </p:par>
                              <p:par>
                                <p:cTn id="213" presetID="1" presetClass="entr" presetSubtype="0" fill="hold" nodeType="withEffect">
                                  <p:stCondLst>
                                    <p:cond delay="0"/>
                                  </p:stCondLst>
                                  <p:childTnLst>
                                    <p:set>
                                      <p:cBhvr>
                                        <p:cTn id="214" dur="1" fill="hold">
                                          <p:stCondLst>
                                            <p:cond delay="0"/>
                                          </p:stCondLst>
                                        </p:cTn>
                                        <p:tgtEl>
                                          <p:spTgt spid="143"/>
                                        </p:tgtEl>
                                        <p:attrNameLst>
                                          <p:attrName>style.visibility</p:attrName>
                                        </p:attrNameLst>
                                      </p:cBhvr>
                                      <p:to>
                                        <p:strVal val="visible"/>
                                      </p:to>
                                    </p:set>
                                  </p:childTnLst>
                                </p:cTn>
                              </p:par>
                              <p:par>
                                <p:cTn id="215" presetID="1" presetClass="entr" presetSubtype="0" fill="hold" nodeType="withEffect">
                                  <p:stCondLst>
                                    <p:cond delay="0"/>
                                  </p:stCondLst>
                                  <p:childTnLst>
                                    <p:set>
                                      <p:cBhvr>
                                        <p:cTn id="216" dur="1" fill="hold">
                                          <p:stCondLst>
                                            <p:cond delay="0"/>
                                          </p:stCondLst>
                                        </p:cTn>
                                        <p:tgtEl>
                                          <p:spTgt spid="144"/>
                                        </p:tgtEl>
                                        <p:attrNameLst>
                                          <p:attrName>style.visibility</p:attrName>
                                        </p:attrNameLst>
                                      </p:cBhvr>
                                      <p:to>
                                        <p:strVal val="visible"/>
                                      </p:to>
                                    </p:set>
                                  </p:childTnLst>
                                </p:cTn>
                              </p:par>
                              <p:par>
                                <p:cTn id="217" presetID="1" presetClass="entr" presetSubtype="0" fill="hold" nodeType="withEffect">
                                  <p:stCondLst>
                                    <p:cond delay="0"/>
                                  </p:stCondLst>
                                  <p:childTnLst>
                                    <p:set>
                                      <p:cBhvr>
                                        <p:cTn id="218" dur="1" fill="hold">
                                          <p:stCondLst>
                                            <p:cond delay="0"/>
                                          </p:stCondLst>
                                        </p:cTn>
                                        <p:tgtEl>
                                          <p:spTgt spid="145"/>
                                        </p:tgtEl>
                                        <p:attrNameLst>
                                          <p:attrName>style.visibility</p:attrName>
                                        </p:attrNameLst>
                                      </p:cBhvr>
                                      <p:to>
                                        <p:strVal val="visible"/>
                                      </p:to>
                                    </p:set>
                                  </p:childTnLst>
                                </p:cTn>
                              </p:par>
                              <p:par>
                                <p:cTn id="219" presetID="1" presetClass="entr" presetSubtype="0" fill="hold" nodeType="withEffect">
                                  <p:stCondLst>
                                    <p:cond delay="0"/>
                                  </p:stCondLst>
                                  <p:childTnLst>
                                    <p:set>
                                      <p:cBhvr>
                                        <p:cTn id="220" dur="1" fill="hold">
                                          <p:stCondLst>
                                            <p:cond delay="0"/>
                                          </p:stCondLst>
                                        </p:cTn>
                                        <p:tgtEl>
                                          <p:spTgt spid="146"/>
                                        </p:tgtEl>
                                        <p:attrNameLst>
                                          <p:attrName>style.visibility</p:attrName>
                                        </p:attrNameLst>
                                      </p:cBhvr>
                                      <p:to>
                                        <p:strVal val="visible"/>
                                      </p:to>
                                    </p:set>
                                  </p:childTnLst>
                                </p:cTn>
                              </p:par>
                              <p:par>
                                <p:cTn id="221" presetID="1" presetClass="entr" presetSubtype="0" fill="hold" nodeType="withEffect">
                                  <p:stCondLst>
                                    <p:cond delay="0"/>
                                  </p:stCondLst>
                                  <p:childTnLst>
                                    <p:set>
                                      <p:cBhvr>
                                        <p:cTn id="222" dur="1" fill="hold">
                                          <p:stCondLst>
                                            <p:cond delay="0"/>
                                          </p:stCondLst>
                                        </p:cTn>
                                        <p:tgtEl>
                                          <p:spTgt spid="147"/>
                                        </p:tgtEl>
                                        <p:attrNameLst>
                                          <p:attrName>style.visibility</p:attrName>
                                        </p:attrNameLst>
                                      </p:cBhvr>
                                      <p:to>
                                        <p:strVal val="visible"/>
                                      </p:to>
                                    </p:set>
                                  </p:childTnLst>
                                </p:cTn>
                              </p:par>
                              <p:par>
                                <p:cTn id="223" presetID="1" presetClass="entr" presetSubtype="0" fill="hold" nodeType="withEffect">
                                  <p:stCondLst>
                                    <p:cond delay="0"/>
                                  </p:stCondLst>
                                  <p:childTnLst>
                                    <p:set>
                                      <p:cBhvr>
                                        <p:cTn id="224" dur="1" fill="hold">
                                          <p:stCondLst>
                                            <p:cond delay="0"/>
                                          </p:stCondLst>
                                        </p:cTn>
                                        <p:tgtEl>
                                          <p:spTgt spid="148"/>
                                        </p:tgtEl>
                                        <p:attrNameLst>
                                          <p:attrName>style.visibility</p:attrName>
                                        </p:attrNameLst>
                                      </p:cBhvr>
                                      <p:to>
                                        <p:strVal val="visible"/>
                                      </p:to>
                                    </p:set>
                                  </p:childTnLst>
                                </p:cTn>
                              </p:par>
                              <p:par>
                                <p:cTn id="225" presetID="1" presetClass="entr" presetSubtype="0" fill="hold" nodeType="withEffect">
                                  <p:stCondLst>
                                    <p:cond delay="0"/>
                                  </p:stCondLst>
                                  <p:childTnLst>
                                    <p:set>
                                      <p:cBhvr>
                                        <p:cTn id="226" dur="1" fill="hold">
                                          <p:stCondLst>
                                            <p:cond delay="0"/>
                                          </p:stCondLst>
                                        </p:cTn>
                                        <p:tgtEl>
                                          <p:spTgt spid="149"/>
                                        </p:tgtEl>
                                        <p:attrNameLst>
                                          <p:attrName>style.visibility</p:attrName>
                                        </p:attrNameLst>
                                      </p:cBhvr>
                                      <p:to>
                                        <p:strVal val="visible"/>
                                      </p:to>
                                    </p:set>
                                  </p:childTnLst>
                                </p:cTn>
                              </p:par>
                              <p:par>
                                <p:cTn id="227" presetID="1" presetClass="entr" presetSubtype="0" fill="hold" nodeType="withEffect">
                                  <p:stCondLst>
                                    <p:cond delay="0"/>
                                  </p:stCondLst>
                                  <p:childTnLst>
                                    <p:set>
                                      <p:cBhvr>
                                        <p:cTn id="228" dur="1" fill="hold">
                                          <p:stCondLst>
                                            <p:cond delay="0"/>
                                          </p:stCondLst>
                                        </p:cTn>
                                        <p:tgtEl>
                                          <p:spTgt spid="150"/>
                                        </p:tgtEl>
                                        <p:attrNameLst>
                                          <p:attrName>style.visibility</p:attrName>
                                        </p:attrNameLst>
                                      </p:cBhvr>
                                      <p:to>
                                        <p:strVal val="visible"/>
                                      </p:to>
                                    </p:set>
                                  </p:childTnLst>
                                </p:cTn>
                              </p:par>
                              <p:par>
                                <p:cTn id="229" presetID="1" presetClass="entr" presetSubtype="0" fill="hold" nodeType="withEffect">
                                  <p:stCondLst>
                                    <p:cond delay="0"/>
                                  </p:stCondLst>
                                  <p:childTnLst>
                                    <p:set>
                                      <p:cBhvr>
                                        <p:cTn id="230" dur="1" fill="hold">
                                          <p:stCondLst>
                                            <p:cond delay="0"/>
                                          </p:stCondLst>
                                        </p:cTn>
                                        <p:tgtEl>
                                          <p:spTgt spid="151"/>
                                        </p:tgtEl>
                                        <p:attrNameLst>
                                          <p:attrName>style.visibility</p:attrName>
                                        </p:attrNameLst>
                                      </p:cBhvr>
                                      <p:to>
                                        <p:strVal val="visible"/>
                                      </p:to>
                                    </p:set>
                                  </p:childTnLst>
                                </p:cTn>
                              </p:par>
                              <p:par>
                                <p:cTn id="231" presetID="1" presetClass="entr" presetSubtype="0" fill="hold" nodeType="withEffect">
                                  <p:stCondLst>
                                    <p:cond delay="0"/>
                                  </p:stCondLst>
                                  <p:childTnLst>
                                    <p:set>
                                      <p:cBhvr>
                                        <p:cTn id="232" dur="1" fill="hold">
                                          <p:stCondLst>
                                            <p:cond delay="0"/>
                                          </p:stCondLst>
                                        </p:cTn>
                                        <p:tgtEl>
                                          <p:spTgt spid="152"/>
                                        </p:tgtEl>
                                        <p:attrNameLst>
                                          <p:attrName>style.visibility</p:attrName>
                                        </p:attrNameLst>
                                      </p:cBhvr>
                                      <p:to>
                                        <p:strVal val="visible"/>
                                      </p:to>
                                    </p:set>
                                  </p:childTnLst>
                                </p:cTn>
                              </p:par>
                              <p:par>
                                <p:cTn id="233" presetID="1" presetClass="entr" presetSubtype="0" fill="hold" nodeType="withEffect">
                                  <p:stCondLst>
                                    <p:cond delay="0"/>
                                  </p:stCondLst>
                                  <p:childTnLst>
                                    <p:set>
                                      <p:cBhvr>
                                        <p:cTn id="234" dur="1" fill="hold">
                                          <p:stCondLst>
                                            <p:cond delay="0"/>
                                          </p:stCondLst>
                                        </p:cTn>
                                        <p:tgtEl>
                                          <p:spTgt spid="153"/>
                                        </p:tgtEl>
                                        <p:attrNameLst>
                                          <p:attrName>style.visibility</p:attrName>
                                        </p:attrNameLst>
                                      </p:cBhvr>
                                      <p:to>
                                        <p:strVal val="visible"/>
                                      </p:to>
                                    </p:set>
                                  </p:childTnLst>
                                </p:cTn>
                              </p:par>
                              <p:par>
                                <p:cTn id="235" presetID="1" presetClass="entr" presetSubtype="0" fill="hold" nodeType="withEffect">
                                  <p:stCondLst>
                                    <p:cond delay="0"/>
                                  </p:stCondLst>
                                  <p:childTnLst>
                                    <p:set>
                                      <p:cBhvr>
                                        <p:cTn id="236" dur="1" fill="hold">
                                          <p:stCondLst>
                                            <p:cond delay="0"/>
                                          </p:stCondLst>
                                        </p:cTn>
                                        <p:tgtEl>
                                          <p:spTgt spid="154"/>
                                        </p:tgtEl>
                                        <p:attrNameLst>
                                          <p:attrName>style.visibility</p:attrName>
                                        </p:attrNameLst>
                                      </p:cBhvr>
                                      <p:to>
                                        <p:strVal val="visible"/>
                                      </p:to>
                                    </p:set>
                                  </p:childTnLst>
                                </p:cTn>
                              </p:par>
                              <p:par>
                                <p:cTn id="237" presetID="1" presetClass="entr" presetSubtype="0" fill="hold" nodeType="withEffect">
                                  <p:stCondLst>
                                    <p:cond delay="0"/>
                                  </p:stCondLst>
                                  <p:childTnLst>
                                    <p:set>
                                      <p:cBhvr>
                                        <p:cTn id="238" dur="1" fill="hold">
                                          <p:stCondLst>
                                            <p:cond delay="0"/>
                                          </p:stCondLst>
                                        </p:cTn>
                                        <p:tgtEl>
                                          <p:spTgt spid="155"/>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1" presetClass="exit" presetSubtype="0" fill="hold" nodeType="clickEffect">
                                  <p:stCondLst>
                                    <p:cond delay="0"/>
                                  </p:stCondLst>
                                  <p:childTnLst>
                                    <p:set>
                                      <p:cBhvr>
                                        <p:cTn id="242" dur="1" fill="hold">
                                          <p:stCondLst>
                                            <p:cond delay="0"/>
                                          </p:stCondLst>
                                        </p:cTn>
                                        <p:tgtEl>
                                          <p:spTgt spid="127"/>
                                        </p:tgtEl>
                                        <p:attrNameLst>
                                          <p:attrName>style.visibility</p:attrName>
                                        </p:attrNameLst>
                                      </p:cBhvr>
                                      <p:to>
                                        <p:strVal val="hidden"/>
                                      </p:to>
                                    </p:set>
                                  </p:childTnLst>
                                </p:cTn>
                              </p:par>
                              <p:par>
                                <p:cTn id="243" presetID="1" presetClass="exit" presetSubtype="0" fill="hold" nodeType="withEffect">
                                  <p:stCondLst>
                                    <p:cond delay="0"/>
                                  </p:stCondLst>
                                  <p:childTnLst>
                                    <p:set>
                                      <p:cBhvr>
                                        <p:cTn id="244" dur="1" fill="hold">
                                          <p:stCondLst>
                                            <p:cond delay="0"/>
                                          </p:stCondLst>
                                        </p:cTn>
                                        <p:tgtEl>
                                          <p:spTgt spid="128"/>
                                        </p:tgtEl>
                                        <p:attrNameLst>
                                          <p:attrName>style.visibility</p:attrName>
                                        </p:attrNameLst>
                                      </p:cBhvr>
                                      <p:to>
                                        <p:strVal val="hidden"/>
                                      </p:to>
                                    </p:set>
                                  </p:childTnLst>
                                </p:cTn>
                              </p:par>
                              <p:par>
                                <p:cTn id="245" presetID="1" presetClass="exit" presetSubtype="0" fill="hold" nodeType="withEffect">
                                  <p:stCondLst>
                                    <p:cond delay="0"/>
                                  </p:stCondLst>
                                  <p:childTnLst>
                                    <p:set>
                                      <p:cBhvr>
                                        <p:cTn id="246" dur="1" fill="hold">
                                          <p:stCondLst>
                                            <p:cond delay="0"/>
                                          </p:stCondLst>
                                        </p:cTn>
                                        <p:tgtEl>
                                          <p:spTgt spid="129"/>
                                        </p:tgtEl>
                                        <p:attrNameLst>
                                          <p:attrName>style.visibility</p:attrName>
                                        </p:attrNameLst>
                                      </p:cBhvr>
                                      <p:to>
                                        <p:strVal val="hidden"/>
                                      </p:to>
                                    </p:set>
                                  </p:childTnLst>
                                </p:cTn>
                              </p:par>
                              <p:par>
                                <p:cTn id="247" presetID="1" presetClass="exit" presetSubtype="0" fill="hold" nodeType="withEffect">
                                  <p:stCondLst>
                                    <p:cond delay="0"/>
                                  </p:stCondLst>
                                  <p:childTnLst>
                                    <p:set>
                                      <p:cBhvr>
                                        <p:cTn id="248" dur="1" fill="hold">
                                          <p:stCondLst>
                                            <p:cond delay="0"/>
                                          </p:stCondLst>
                                        </p:cTn>
                                        <p:tgtEl>
                                          <p:spTgt spid="130"/>
                                        </p:tgtEl>
                                        <p:attrNameLst>
                                          <p:attrName>style.visibility</p:attrName>
                                        </p:attrNameLst>
                                      </p:cBhvr>
                                      <p:to>
                                        <p:strVal val="hidden"/>
                                      </p:to>
                                    </p:set>
                                  </p:childTnLst>
                                </p:cTn>
                              </p:par>
                              <p:par>
                                <p:cTn id="249" presetID="1" presetClass="exit" presetSubtype="0" fill="hold" nodeType="withEffect">
                                  <p:stCondLst>
                                    <p:cond delay="0"/>
                                  </p:stCondLst>
                                  <p:childTnLst>
                                    <p:set>
                                      <p:cBhvr>
                                        <p:cTn id="250" dur="1" fill="hold">
                                          <p:stCondLst>
                                            <p:cond delay="0"/>
                                          </p:stCondLst>
                                        </p:cTn>
                                        <p:tgtEl>
                                          <p:spTgt spid="131"/>
                                        </p:tgtEl>
                                        <p:attrNameLst>
                                          <p:attrName>style.visibility</p:attrName>
                                        </p:attrNameLst>
                                      </p:cBhvr>
                                      <p:to>
                                        <p:strVal val="hidden"/>
                                      </p:to>
                                    </p:set>
                                  </p:childTnLst>
                                </p:cTn>
                              </p:par>
                              <p:par>
                                <p:cTn id="251" presetID="1" presetClass="exit" presetSubtype="0" fill="hold" nodeType="withEffect">
                                  <p:stCondLst>
                                    <p:cond delay="0"/>
                                  </p:stCondLst>
                                  <p:childTnLst>
                                    <p:set>
                                      <p:cBhvr>
                                        <p:cTn id="252" dur="1" fill="hold">
                                          <p:stCondLst>
                                            <p:cond delay="0"/>
                                          </p:stCondLst>
                                        </p:cTn>
                                        <p:tgtEl>
                                          <p:spTgt spid="132"/>
                                        </p:tgtEl>
                                        <p:attrNameLst>
                                          <p:attrName>style.visibility</p:attrName>
                                        </p:attrNameLst>
                                      </p:cBhvr>
                                      <p:to>
                                        <p:strVal val="hidden"/>
                                      </p:to>
                                    </p:set>
                                  </p:childTnLst>
                                </p:cTn>
                              </p:par>
                              <p:par>
                                <p:cTn id="253" presetID="1" presetClass="exit" presetSubtype="0" fill="hold" nodeType="withEffect">
                                  <p:stCondLst>
                                    <p:cond delay="0"/>
                                  </p:stCondLst>
                                  <p:childTnLst>
                                    <p:set>
                                      <p:cBhvr>
                                        <p:cTn id="254" dur="1" fill="hold">
                                          <p:stCondLst>
                                            <p:cond delay="0"/>
                                          </p:stCondLst>
                                        </p:cTn>
                                        <p:tgtEl>
                                          <p:spTgt spid="133"/>
                                        </p:tgtEl>
                                        <p:attrNameLst>
                                          <p:attrName>style.visibility</p:attrName>
                                        </p:attrNameLst>
                                      </p:cBhvr>
                                      <p:to>
                                        <p:strVal val="hidden"/>
                                      </p:to>
                                    </p:set>
                                  </p:childTnLst>
                                </p:cTn>
                              </p:par>
                              <p:par>
                                <p:cTn id="255" presetID="1" presetClass="exit" presetSubtype="0" fill="hold" nodeType="withEffect">
                                  <p:stCondLst>
                                    <p:cond delay="0"/>
                                  </p:stCondLst>
                                  <p:childTnLst>
                                    <p:set>
                                      <p:cBhvr>
                                        <p:cTn id="256" dur="1" fill="hold">
                                          <p:stCondLst>
                                            <p:cond delay="0"/>
                                          </p:stCondLst>
                                        </p:cTn>
                                        <p:tgtEl>
                                          <p:spTgt spid="134"/>
                                        </p:tgtEl>
                                        <p:attrNameLst>
                                          <p:attrName>style.visibility</p:attrName>
                                        </p:attrNameLst>
                                      </p:cBhvr>
                                      <p:to>
                                        <p:strVal val="hidden"/>
                                      </p:to>
                                    </p:set>
                                  </p:childTnLst>
                                </p:cTn>
                              </p:par>
                              <p:par>
                                <p:cTn id="257" presetID="1" presetClass="exit" presetSubtype="0" fill="hold" nodeType="withEffect">
                                  <p:stCondLst>
                                    <p:cond delay="0"/>
                                  </p:stCondLst>
                                  <p:childTnLst>
                                    <p:set>
                                      <p:cBhvr>
                                        <p:cTn id="258" dur="1" fill="hold">
                                          <p:stCondLst>
                                            <p:cond delay="0"/>
                                          </p:stCondLst>
                                        </p:cTn>
                                        <p:tgtEl>
                                          <p:spTgt spid="135"/>
                                        </p:tgtEl>
                                        <p:attrNameLst>
                                          <p:attrName>style.visibility</p:attrName>
                                        </p:attrNameLst>
                                      </p:cBhvr>
                                      <p:to>
                                        <p:strVal val="hidden"/>
                                      </p:to>
                                    </p:set>
                                  </p:childTnLst>
                                </p:cTn>
                              </p:par>
                              <p:par>
                                <p:cTn id="259" presetID="1" presetClass="exit" presetSubtype="0" fill="hold" nodeType="withEffect">
                                  <p:stCondLst>
                                    <p:cond delay="0"/>
                                  </p:stCondLst>
                                  <p:childTnLst>
                                    <p:set>
                                      <p:cBhvr>
                                        <p:cTn id="260" dur="1" fill="hold">
                                          <p:stCondLst>
                                            <p:cond delay="0"/>
                                          </p:stCondLst>
                                        </p:cTn>
                                        <p:tgtEl>
                                          <p:spTgt spid="136"/>
                                        </p:tgtEl>
                                        <p:attrNameLst>
                                          <p:attrName>style.visibility</p:attrName>
                                        </p:attrNameLst>
                                      </p:cBhvr>
                                      <p:to>
                                        <p:strVal val="hidden"/>
                                      </p:to>
                                    </p:set>
                                  </p:childTnLst>
                                </p:cTn>
                              </p:par>
                              <p:par>
                                <p:cTn id="261" presetID="1" presetClass="exit" presetSubtype="0" fill="hold" nodeType="withEffect">
                                  <p:stCondLst>
                                    <p:cond delay="0"/>
                                  </p:stCondLst>
                                  <p:childTnLst>
                                    <p:set>
                                      <p:cBhvr>
                                        <p:cTn id="262" dur="1" fill="hold">
                                          <p:stCondLst>
                                            <p:cond delay="0"/>
                                          </p:stCondLst>
                                        </p:cTn>
                                        <p:tgtEl>
                                          <p:spTgt spid="137"/>
                                        </p:tgtEl>
                                        <p:attrNameLst>
                                          <p:attrName>style.visibility</p:attrName>
                                        </p:attrNameLst>
                                      </p:cBhvr>
                                      <p:to>
                                        <p:strVal val="hidden"/>
                                      </p:to>
                                    </p:set>
                                  </p:childTnLst>
                                </p:cTn>
                              </p:par>
                              <p:par>
                                <p:cTn id="263" presetID="1" presetClass="exit" presetSubtype="0" fill="hold" nodeType="withEffect">
                                  <p:stCondLst>
                                    <p:cond delay="0"/>
                                  </p:stCondLst>
                                  <p:childTnLst>
                                    <p:set>
                                      <p:cBhvr>
                                        <p:cTn id="264" dur="1" fill="hold">
                                          <p:stCondLst>
                                            <p:cond delay="0"/>
                                          </p:stCondLst>
                                        </p:cTn>
                                        <p:tgtEl>
                                          <p:spTgt spid="138"/>
                                        </p:tgtEl>
                                        <p:attrNameLst>
                                          <p:attrName>style.visibility</p:attrName>
                                        </p:attrNameLst>
                                      </p:cBhvr>
                                      <p:to>
                                        <p:strVal val="hidden"/>
                                      </p:to>
                                    </p:set>
                                  </p:childTnLst>
                                </p:cTn>
                              </p:par>
                              <p:par>
                                <p:cTn id="265" presetID="1" presetClass="exit" presetSubtype="0" fill="hold" nodeType="withEffect">
                                  <p:stCondLst>
                                    <p:cond delay="0"/>
                                  </p:stCondLst>
                                  <p:childTnLst>
                                    <p:set>
                                      <p:cBhvr>
                                        <p:cTn id="266" dur="1" fill="hold">
                                          <p:stCondLst>
                                            <p:cond delay="0"/>
                                          </p:stCondLst>
                                        </p:cTn>
                                        <p:tgtEl>
                                          <p:spTgt spid="139"/>
                                        </p:tgtEl>
                                        <p:attrNameLst>
                                          <p:attrName>style.visibility</p:attrName>
                                        </p:attrNameLst>
                                      </p:cBhvr>
                                      <p:to>
                                        <p:strVal val="hidden"/>
                                      </p:to>
                                    </p:set>
                                  </p:childTnLst>
                                </p:cTn>
                              </p:par>
                              <p:par>
                                <p:cTn id="267" presetID="1" presetClass="exit" presetSubtype="0" fill="hold" nodeType="withEffect">
                                  <p:stCondLst>
                                    <p:cond delay="0"/>
                                  </p:stCondLst>
                                  <p:childTnLst>
                                    <p:set>
                                      <p:cBhvr>
                                        <p:cTn id="268" dur="1" fill="hold">
                                          <p:stCondLst>
                                            <p:cond delay="0"/>
                                          </p:stCondLst>
                                        </p:cTn>
                                        <p:tgtEl>
                                          <p:spTgt spid="140"/>
                                        </p:tgtEl>
                                        <p:attrNameLst>
                                          <p:attrName>style.visibility</p:attrName>
                                        </p:attrNameLst>
                                      </p:cBhvr>
                                      <p:to>
                                        <p:strVal val="hidden"/>
                                      </p:to>
                                    </p:set>
                                  </p:childTnLst>
                                </p:cTn>
                              </p:par>
                              <p:par>
                                <p:cTn id="269" presetID="1" presetClass="exit" presetSubtype="0" fill="hold" nodeType="withEffect">
                                  <p:stCondLst>
                                    <p:cond delay="0"/>
                                  </p:stCondLst>
                                  <p:childTnLst>
                                    <p:set>
                                      <p:cBhvr>
                                        <p:cTn id="270" dur="1" fill="hold">
                                          <p:stCondLst>
                                            <p:cond delay="0"/>
                                          </p:stCondLst>
                                        </p:cTn>
                                        <p:tgtEl>
                                          <p:spTgt spid="141"/>
                                        </p:tgtEl>
                                        <p:attrNameLst>
                                          <p:attrName>style.visibility</p:attrName>
                                        </p:attrNameLst>
                                      </p:cBhvr>
                                      <p:to>
                                        <p:strVal val="hidden"/>
                                      </p:to>
                                    </p:set>
                                  </p:childTnLst>
                                </p:cTn>
                              </p:par>
                              <p:par>
                                <p:cTn id="271" presetID="1" presetClass="exit" presetSubtype="0" fill="hold" nodeType="withEffect">
                                  <p:stCondLst>
                                    <p:cond delay="0"/>
                                  </p:stCondLst>
                                  <p:childTnLst>
                                    <p:set>
                                      <p:cBhvr>
                                        <p:cTn id="272" dur="1" fill="hold">
                                          <p:stCondLst>
                                            <p:cond delay="0"/>
                                          </p:stCondLst>
                                        </p:cTn>
                                        <p:tgtEl>
                                          <p:spTgt spid="142"/>
                                        </p:tgtEl>
                                        <p:attrNameLst>
                                          <p:attrName>style.visibility</p:attrName>
                                        </p:attrNameLst>
                                      </p:cBhvr>
                                      <p:to>
                                        <p:strVal val="hidden"/>
                                      </p:to>
                                    </p:set>
                                  </p:childTnLst>
                                </p:cTn>
                              </p:par>
                              <p:par>
                                <p:cTn id="273" presetID="1" presetClass="exit" presetSubtype="0" fill="hold" nodeType="withEffect">
                                  <p:stCondLst>
                                    <p:cond delay="0"/>
                                  </p:stCondLst>
                                  <p:childTnLst>
                                    <p:set>
                                      <p:cBhvr>
                                        <p:cTn id="274" dur="1" fill="hold">
                                          <p:stCondLst>
                                            <p:cond delay="0"/>
                                          </p:stCondLst>
                                        </p:cTn>
                                        <p:tgtEl>
                                          <p:spTgt spid="143"/>
                                        </p:tgtEl>
                                        <p:attrNameLst>
                                          <p:attrName>style.visibility</p:attrName>
                                        </p:attrNameLst>
                                      </p:cBhvr>
                                      <p:to>
                                        <p:strVal val="hidden"/>
                                      </p:to>
                                    </p:set>
                                  </p:childTnLst>
                                </p:cTn>
                              </p:par>
                              <p:par>
                                <p:cTn id="275" presetID="1" presetClass="exit" presetSubtype="0" fill="hold" nodeType="withEffect">
                                  <p:stCondLst>
                                    <p:cond delay="0"/>
                                  </p:stCondLst>
                                  <p:childTnLst>
                                    <p:set>
                                      <p:cBhvr>
                                        <p:cTn id="276" dur="1" fill="hold">
                                          <p:stCondLst>
                                            <p:cond delay="0"/>
                                          </p:stCondLst>
                                        </p:cTn>
                                        <p:tgtEl>
                                          <p:spTgt spid="144"/>
                                        </p:tgtEl>
                                        <p:attrNameLst>
                                          <p:attrName>style.visibility</p:attrName>
                                        </p:attrNameLst>
                                      </p:cBhvr>
                                      <p:to>
                                        <p:strVal val="hidden"/>
                                      </p:to>
                                    </p:set>
                                  </p:childTnLst>
                                </p:cTn>
                              </p:par>
                              <p:par>
                                <p:cTn id="277" presetID="1" presetClass="exit" presetSubtype="0" fill="hold" nodeType="withEffect">
                                  <p:stCondLst>
                                    <p:cond delay="0"/>
                                  </p:stCondLst>
                                  <p:childTnLst>
                                    <p:set>
                                      <p:cBhvr>
                                        <p:cTn id="278" dur="1" fill="hold">
                                          <p:stCondLst>
                                            <p:cond delay="0"/>
                                          </p:stCondLst>
                                        </p:cTn>
                                        <p:tgtEl>
                                          <p:spTgt spid="145"/>
                                        </p:tgtEl>
                                        <p:attrNameLst>
                                          <p:attrName>style.visibility</p:attrName>
                                        </p:attrNameLst>
                                      </p:cBhvr>
                                      <p:to>
                                        <p:strVal val="hidden"/>
                                      </p:to>
                                    </p:set>
                                  </p:childTnLst>
                                </p:cTn>
                              </p:par>
                              <p:par>
                                <p:cTn id="279" presetID="1" presetClass="exit" presetSubtype="0" fill="hold" nodeType="withEffect">
                                  <p:stCondLst>
                                    <p:cond delay="0"/>
                                  </p:stCondLst>
                                  <p:childTnLst>
                                    <p:set>
                                      <p:cBhvr>
                                        <p:cTn id="280" dur="1" fill="hold">
                                          <p:stCondLst>
                                            <p:cond delay="0"/>
                                          </p:stCondLst>
                                        </p:cTn>
                                        <p:tgtEl>
                                          <p:spTgt spid="146"/>
                                        </p:tgtEl>
                                        <p:attrNameLst>
                                          <p:attrName>style.visibility</p:attrName>
                                        </p:attrNameLst>
                                      </p:cBhvr>
                                      <p:to>
                                        <p:strVal val="hidden"/>
                                      </p:to>
                                    </p:set>
                                  </p:childTnLst>
                                </p:cTn>
                              </p:par>
                              <p:par>
                                <p:cTn id="281" presetID="1" presetClass="exit" presetSubtype="0" fill="hold" nodeType="withEffect">
                                  <p:stCondLst>
                                    <p:cond delay="0"/>
                                  </p:stCondLst>
                                  <p:childTnLst>
                                    <p:set>
                                      <p:cBhvr>
                                        <p:cTn id="282" dur="1" fill="hold">
                                          <p:stCondLst>
                                            <p:cond delay="0"/>
                                          </p:stCondLst>
                                        </p:cTn>
                                        <p:tgtEl>
                                          <p:spTgt spid="147"/>
                                        </p:tgtEl>
                                        <p:attrNameLst>
                                          <p:attrName>style.visibility</p:attrName>
                                        </p:attrNameLst>
                                      </p:cBhvr>
                                      <p:to>
                                        <p:strVal val="hidden"/>
                                      </p:to>
                                    </p:set>
                                  </p:childTnLst>
                                </p:cTn>
                              </p:par>
                              <p:par>
                                <p:cTn id="283" presetID="1" presetClass="exit" presetSubtype="0" fill="hold" nodeType="withEffect">
                                  <p:stCondLst>
                                    <p:cond delay="0"/>
                                  </p:stCondLst>
                                  <p:childTnLst>
                                    <p:set>
                                      <p:cBhvr>
                                        <p:cTn id="284" dur="1" fill="hold">
                                          <p:stCondLst>
                                            <p:cond delay="0"/>
                                          </p:stCondLst>
                                        </p:cTn>
                                        <p:tgtEl>
                                          <p:spTgt spid="148"/>
                                        </p:tgtEl>
                                        <p:attrNameLst>
                                          <p:attrName>style.visibility</p:attrName>
                                        </p:attrNameLst>
                                      </p:cBhvr>
                                      <p:to>
                                        <p:strVal val="hidden"/>
                                      </p:to>
                                    </p:set>
                                  </p:childTnLst>
                                </p:cTn>
                              </p:par>
                              <p:par>
                                <p:cTn id="285" presetID="1" presetClass="exit" presetSubtype="0" fill="hold" nodeType="withEffect">
                                  <p:stCondLst>
                                    <p:cond delay="0"/>
                                  </p:stCondLst>
                                  <p:childTnLst>
                                    <p:set>
                                      <p:cBhvr>
                                        <p:cTn id="286" dur="1" fill="hold">
                                          <p:stCondLst>
                                            <p:cond delay="0"/>
                                          </p:stCondLst>
                                        </p:cTn>
                                        <p:tgtEl>
                                          <p:spTgt spid="149"/>
                                        </p:tgtEl>
                                        <p:attrNameLst>
                                          <p:attrName>style.visibility</p:attrName>
                                        </p:attrNameLst>
                                      </p:cBhvr>
                                      <p:to>
                                        <p:strVal val="hidden"/>
                                      </p:to>
                                    </p:set>
                                  </p:childTnLst>
                                </p:cTn>
                              </p:par>
                              <p:par>
                                <p:cTn id="287" presetID="1" presetClass="exit" presetSubtype="0" fill="hold" nodeType="withEffect">
                                  <p:stCondLst>
                                    <p:cond delay="0"/>
                                  </p:stCondLst>
                                  <p:childTnLst>
                                    <p:set>
                                      <p:cBhvr>
                                        <p:cTn id="288" dur="1" fill="hold">
                                          <p:stCondLst>
                                            <p:cond delay="0"/>
                                          </p:stCondLst>
                                        </p:cTn>
                                        <p:tgtEl>
                                          <p:spTgt spid="150"/>
                                        </p:tgtEl>
                                        <p:attrNameLst>
                                          <p:attrName>style.visibility</p:attrName>
                                        </p:attrNameLst>
                                      </p:cBhvr>
                                      <p:to>
                                        <p:strVal val="hidden"/>
                                      </p:to>
                                    </p:set>
                                  </p:childTnLst>
                                </p:cTn>
                              </p:par>
                              <p:par>
                                <p:cTn id="289" presetID="1" presetClass="exit" presetSubtype="0" fill="hold" nodeType="withEffect">
                                  <p:stCondLst>
                                    <p:cond delay="0"/>
                                  </p:stCondLst>
                                  <p:childTnLst>
                                    <p:set>
                                      <p:cBhvr>
                                        <p:cTn id="290" dur="1" fill="hold">
                                          <p:stCondLst>
                                            <p:cond delay="0"/>
                                          </p:stCondLst>
                                        </p:cTn>
                                        <p:tgtEl>
                                          <p:spTgt spid="151"/>
                                        </p:tgtEl>
                                        <p:attrNameLst>
                                          <p:attrName>style.visibility</p:attrName>
                                        </p:attrNameLst>
                                      </p:cBhvr>
                                      <p:to>
                                        <p:strVal val="hidden"/>
                                      </p:to>
                                    </p:set>
                                  </p:childTnLst>
                                </p:cTn>
                              </p:par>
                              <p:par>
                                <p:cTn id="291" presetID="1" presetClass="exit" presetSubtype="0" fill="hold" nodeType="withEffect">
                                  <p:stCondLst>
                                    <p:cond delay="0"/>
                                  </p:stCondLst>
                                  <p:childTnLst>
                                    <p:set>
                                      <p:cBhvr>
                                        <p:cTn id="292" dur="1" fill="hold">
                                          <p:stCondLst>
                                            <p:cond delay="0"/>
                                          </p:stCondLst>
                                        </p:cTn>
                                        <p:tgtEl>
                                          <p:spTgt spid="152"/>
                                        </p:tgtEl>
                                        <p:attrNameLst>
                                          <p:attrName>style.visibility</p:attrName>
                                        </p:attrNameLst>
                                      </p:cBhvr>
                                      <p:to>
                                        <p:strVal val="hidden"/>
                                      </p:to>
                                    </p:set>
                                  </p:childTnLst>
                                </p:cTn>
                              </p:par>
                              <p:par>
                                <p:cTn id="293" presetID="1" presetClass="exit" presetSubtype="0" fill="hold" nodeType="withEffect">
                                  <p:stCondLst>
                                    <p:cond delay="0"/>
                                  </p:stCondLst>
                                  <p:childTnLst>
                                    <p:set>
                                      <p:cBhvr>
                                        <p:cTn id="294" dur="1" fill="hold">
                                          <p:stCondLst>
                                            <p:cond delay="0"/>
                                          </p:stCondLst>
                                        </p:cTn>
                                        <p:tgtEl>
                                          <p:spTgt spid="153"/>
                                        </p:tgtEl>
                                        <p:attrNameLst>
                                          <p:attrName>style.visibility</p:attrName>
                                        </p:attrNameLst>
                                      </p:cBhvr>
                                      <p:to>
                                        <p:strVal val="hidden"/>
                                      </p:to>
                                    </p:set>
                                  </p:childTnLst>
                                </p:cTn>
                              </p:par>
                              <p:par>
                                <p:cTn id="295" presetID="1" presetClass="exit" presetSubtype="0" fill="hold" nodeType="withEffect">
                                  <p:stCondLst>
                                    <p:cond delay="0"/>
                                  </p:stCondLst>
                                  <p:childTnLst>
                                    <p:set>
                                      <p:cBhvr>
                                        <p:cTn id="296" dur="1" fill="hold">
                                          <p:stCondLst>
                                            <p:cond delay="0"/>
                                          </p:stCondLst>
                                        </p:cTn>
                                        <p:tgtEl>
                                          <p:spTgt spid="154"/>
                                        </p:tgtEl>
                                        <p:attrNameLst>
                                          <p:attrName>style.visibility</p:attrName>
                                        </p:attrNameLst>
                                      </p:cBhvr>
                                      <p:to>
                                        <p:strVal val="hidden"/>
                                      </p:to>
                                    </p:set>
                                  </p:childTnLst>
                                </p:cTn>
                              </p:par>
                              <p:par>
                                <p:cTn id="297" presetID="1" presetClass="exit" presetSubtype="0" fill="hold" nodeType="withEffect">
                                  <p:stCondLst>
                                    <p:cond delay="0"/>
                                  </p:stCondLst>
                                  <p:childTnLst>
                                    <p:set>
                                      <p:cBhvr>
                                        <p:cTn id="298" dur="1" fill="hold">
                                          <p:stCondLst>
                                            <p:cond delay="0"/>
                                          </p:stCondLst>
                                        </p:cTn>
                                        <p:tgtEl>
                                          <p:spTgt spid="155"/>
                                        </p:tgtEl>
                                        <p:attrNameLst>
                                          <p:attrName>style.visibility</p:attrName>
                                        </p:attrNameLst>
                                      </p:cBhvr>
                                      <p:to>
                                        <p:strVal val="hidden"/>
                                      </p:to>
                                    </p:set>
                                  </p:childTnLst>
                                </p:cTn>
                              </p:par>
                              <p:par>
                                <p:cTn id="299" presetID="1" presetClass="entr" presetSubtype="0" fill="hold" nodeType="withEffect">
                                  <p:stCondLst>
                                    <p:cond delay="0"/>
                                  </p:stCondLst>
                                  <p:childTnLst>
                                    <p:set>
                                      <p:cBhvr>
                                        <p:cTn id="300" dur="1" fill="hold">
                                          <p:stCondLst>
                                            <p:cond delay="0"/>
                                          </p:stCondLst>
                                        </p:cTn>
                                        <p:tgtEl>
                                          <p:spTgt spid="156"/>
                                        </p:tgtEl>
                                        <p:attrNameLst>
                                          <p:attrName>style.visibility</p:attrName>
                                        </p:attrNameLst>
                                      </p:cBhvr>
                                      <p:to>
                                        <p:strVal val="visible"/>
                                      </p:to>
                                    </p:set>
                                  </p:childTnLst>
                                </p:cTn>
                              </p:par>
                              <p:par>
                                <p:cTn id="301" presetID="1" presetClass="entr" presetSubtype="0" fill="hold" nodeType="withEffect">
                                  <p:stCondLst>
                                    <p:cond delay="0"/>
                                  </p:stCondLst>
                                  <p:childTnLst>
                                    <p:set>
                                      <p:cBhvr>
                                        <p:cTn id="302" dur="1" fill="hold">
                                          <p:stCondLst>
                                            <p:cond delay="0"/>
                                          </p:stCondLst>
                                        </p:cTn>
                                        <p:tgtEl>
                                          <p:spTgt spid="157"/>
                                        </p:tgtEl>
                                        <p:attrNameLst>
                                          <p:attrName>style.visibility</p:attrName>
                                        </p:attrNameLst>
                                      </p:cBhvr>
                                      <p:to>
                                        <p:strVal val="visible"/>
                                      </p:to>
                                    </p:set>
                                  </p:childTnLst>
                                </p:cTn>
                              </p:par>
                              <p:par>
                                <p:cTn id="303" presetID="1" presetClass="entr" presetSubtype="0" fill="hold" nodeType="withEffect">
                                  <p:stCondLst>
                                    <p:cond delay="0"/>
                                  </p:stCondLst>
                                  <p:childTnLst>
                                    <p:set>
                                      <p:cBhvr>
                                        <p:cTn id="304" dur="1" fill="hold">
                                          <p:stCondLst>
                                            <p:cond delay="0"/>
                                          </p:stCondLst>
                                        </p:cTn>
                                        <p:tgtEl>
                                          <p:spTgt spid="158"/>
                                        </p:tgtEl>
                                        <p:attrNameLst>
                                          <p:attrName>style.visibility</p:attrName>
                                        </p:attrNameLst>
                                      </p:cBhvr>
                                      <p:to>
                                        <p:strVal val="visible"/>
                                      </p:to>
                                    </p:set>
                                  </p:childTnLst>
                                </p:cTn>
                              </p:par>
                              <p:par>
                                <p:cTn id="305" presetID="1" presetClass="entr" presetSubtype="0" fill="hold" nodeType="withEffect">
                                  <p:stCondLst>
                                    <p:cond delay="0"/>
                                  </p:stCondLst>
                                  <p:childTnLst>
                                    <p:set>
                                      <p:cBhvr>
                                        <p:cTn id="306" dur="1" fill="hold">
                                          <p:stCondLst>
                                            <p:cond delay="0"/>
                                          </p:stCondLst>
                                        </p:cTn>
                                        <p:tgtEl>
                                          <p:spTgt spid="159"/>
                                        </p:tgtEl>
                                        <p:attrNameLst>
                                          <p:attrName>style.visibility</p:attrName>
                                        </p:attrNameLst>
                                      </p:cBhvr>
                                      <p:to>
                                        <p:strVal val="visible"/>
                                      </p:to>
                                    </p:set>
                                  </p:childTnLst>
                                </p:cTn>
                              </p:par>
                              <p:par>
                                <p:cTn id="307" presetID="1" presetClass="entr" presetSubtype="0" fill="hold" nodeType="withEffect">
                                  <p:stCondLst>
                                    <p:cond delay="0"/>
                                  </p:stCondLst>
                                  <p:childTnLst>
                                    <p:set>
                                      <p:cBhvr>
                                        <p:cTn id="308" dur="1" fill="hold">
                                          <p:stCondLst>
                                            <p:cond delay="0"/>
                                          </p:stCondLst>
                                        </p:cTn>
                                        <p:tgtEl>
                                          <p:spTgt spid="160"/>
                                        </p:tgtEl>
                                        <p:attrNameLst>
                                          <p:attrName>style.visibility</p:attrName>
                                        </p:attrNameLst>
                                      </p:cBhvr>
                                      <p:to>
                                        <p:strVal val="visible"/>
                                      </p:to>
                                    </p:set>
                                  </p:childTnLst>
                                </p:cTn>
                              </p:par>
                              <p:par>
                                <p:cTn id="309" presetID="1" presetClass="entr" presetSubtype="0" fill="hold" nodeType="withEffect">
                                  <p:stCondLst>
                                    <p:cond delay="0"/>
                                  </p:stCondLst>
                                  <p:childTnLst>
                                    <p:set>
                                      <p:cBhvr>
                                        <p:cTn id="310" dur="1" fill="hold">
                                          <p:stCondLst>
                                            <p:cond delay="0"/>
                                          </p:stCondLst>
                                        </p:cTn>
                                        <p:tgtEl>
                                          <p:spTgt spid="161"/>
                                        </p:tgtEl>
                                        <p:attrNameLst>
                                          <p:attrName>style.visibility</p:attrName>
                                        </p:attrNameLst>
                                      </p:cBhvr>
                                      <p:to>
                                        <p:strVal val="visible"/>
                                      </p:to>
                                    </p:set>
                                  </p:childTnLst>
                                </p:cTn>
                              </p:par>
                              <p:par>
                                <p:cTn id="311" presetID="1" presetClass="entr" presetSubtype="0" fill="hold" nodeType="withEffect">
                                  <p:stCondLst>
                                    <p:cond delay="0"/>
                                  </p:stCondLst>
                                  <p:childTnLst>
                                    <p:set>
                                      <p:cBhvr>
                                        <p:cTn id="312" dur="1" fill="hold">
                                          <p:stCondLst>
                                            <p:cond delay="0"/>
                                          </p:stCondLst>
                                        </p:cTn>
                                        <p:tgtEl>
                                          <p:spTgt spid="162"/>
                                        </p:tgtEl>
                                        <p:attrNameLst>
                                          <p:attrName>style.visibility</p:attrName>
                                        </p:attrNameLst>
                                      </p:cBhvr>
                                      <p:to>
                                        <p:strVal val="visible"/>
                                      </p:to>
                                    </p:set>
                                  </p:childTnLst>
                                </p:cTn>
                              </p:par>
                              <p:par>
                                <p:cTn id="313" presetID="1" presetClass="entr" presetSubtype="0" fill="hold" nodeType="withEffect">
                                  <p:stCondLst>
                                    <p:cond delay="0"/>
                                  </p:stCondLst>
                                  <p:childTnLst>
                                    <p:set>
                                      <p:cBhvr>
                                        <p:cTn id="314" dur="1" fill="hold">
                                          <p:stCondLst>
                                            <p:cond delay="0"/>
                                          </p:stCondLst>
                                        </p:cTn>
                                        <p:tgtEl>
                                          <p:spTgt spid="163"/>
                                        </p:tgtEl>
                                        <p:attrNameLst>
                                          <p:attrName>style.visibility</p:attrName>
                                        </p:attrNameLst>
                                      </p:cBhvr>
                                      <p:to>
                                        <p:strVal val="visible"/>
                                      </p:to>
                                    </p:set>
                                  </p:childTnLst>
                                </p:cTn>
                              </p:par>
                              <p:par>
                                <p:cTn id="315" presetID="1" presetClass="entr" presetSubtype="0" fill="hold" nodeType="withEffect">
                                  <p:stCondLst>
                                    <p:cond delay="0"/>
                                  </p:stCondLst>
                                  <p:childTnLst>
                                    <p:set>
                                      <p:cBhvr>
                                        <p:cTn id="316" dur="1" fill="hold">
                                          <p:stCondLst>
                                            <p:cond delay="0"/>
                                          </p:stCondLst>
                                        </p:cTn>
                                        <p:tgtEl>
                                          <p:spTgt spid="164"/>
                                        </p:tgtEl>
                                        <p:attrNameLst>
                                          <p:attrName>style.visibility</p:attrName>
                                        </p:attrNameLst>
                                      </p:cBhvr>
                                      <p:to>
                                        <p:strVal val="visible"/>
                                      </p:to>
                                    </p:set>
                                  </p:childTnLst>
                                </p:cTn>
                              </p:par>
                              <p:par>
                                <p:cTn id="317" presetID="1" presetClass="entr" presetSubtype="0" fill="hold" nodeType="withEffect">
                                  <p:stCondLst>
                                    <p:cond delay="0"/>
                                  </p:stCondLst>
                                  <p:childTnLst>
                                    <p:set>
                                      <p:cBhvr>
                                        <p:cTn id="318" dur="1" fill="hold">
                                          <p:stCondLst>
                                            <p:cond delay="0"/>
                                          </p:stCondLst>
                                        </p:cTn>
                                        <p:tgtEl>
                                          <p:spTgt spid="165"/>
                                        </p:tgtEl>
                                        <p:attrNameLst>
                                          <p:attrName>style.visibility</p:attrName>
                                        </p:attrNameLst>
                                      </p:cBhvr>
                                      <p:to>
                                        <p:strVal val="visible"/>
                                      </p:to>
                                    </p:set>
                                  </p:childTnLst>
                                </p:cTn>
                              </p:par>
                              <p:par>
                                <p:cTn id="319" presetID="1" presetClass="entr" presetSubtype="0" fill="hold" nodeType="withEffect">
                                  <p:stCondLst>
                                    <p:cond delay="0"/>
                                  </p:stCondLst>
                                  <p:childTnLst>
                                    <p:set>
                                      <p:cBhvr>
                                        <p:cTn id="320" dur="1" fill="hold">
                                          <p:stCondLst>
                                            <p:cond delay="0"/>
                                          </p:stCondLst>
                                        </p:cTn>
                                        <p:tgtEl>
                                          <p:spTgt spid="166"/>
                                        </p:tgtEl>
                                        <p:attrNameLst>
                                          <p:attrName>style.visibility</p:attrName>
                                        </p:attrNameLst>
                                      </p:cBhvr>
                                      <p:to>
                                        <p:strVal val="visible"/>
                                      </p:to>
                                    </p:set>
                                  </p:childTnLst>
                                </p:cTn>
                              </p:par>
                              <p:par>
                                <p:cTn id="321" presetID="1" presetClass="entr" presetSubtype="0" fill="hold" nodeType="withEffect">
                                  <p:stCondLst>
                                    <p:cond delay="0"/>
                                  </p:stCondLst>
                                  <p:childTnLst>
                                    <p:set>
                                      <p:cBhvr>
                                        <p:cTn id="322" dur="1" fill="hold">
                                          <p:stCondLst>
                                            <p:cond delay="0"/>
                                          </p:stCondLst>
                                        </p:cTn>
                                        <p:tgtEl>
                                          <p:spTgt spid="167"/>
                                        </p:tgtEl>
                                        <p:attrNameLst>
                                          <p:attrName>style.visibility</p:attrName>
                                        </p:attrNameLst>
                                      </p:cBhvr>
                                      <p:to>
                                        <p:strVal val="visible"/>
                                      </p:to>
                                    </p:set>
                                  </p:childTnLst>
                                </p:cTn>
                              </p:par>
                              <p:par>
                                <p:cTn id="323" presetID="1" presetClass="entr" presetSubtype="0" fill="hold" nodeType="withEffect">
                                  <p:stCondLst>
                                    <p:cond delay="0"/>
                                  </p:stCondLst>
                                  <p:childTnLst>
                                    <p:set>
                                      <p:cBhvr>
                                        <p:cTn id="324" dur="1" fill="hold">
                                          <p:stCondLst>
                                            <p:cond delay="0"/>
                                          </p:stCondLst>
                                        </p:cTn>
                                        <p:tgtEl>
                                          <p:spTgt spid="168"/>
                                        </p:tgtEl>
                                        <p:attrNameLst>
                                          <p:attrName>style.visibility</p:attrName>
                                        </p:attrNameLst>
                                      </p:cBhvr>
                                      <p:to>
                                        <p:strVal val="visible"/>
                                      </p:to>
                                    </p:set>
                                  </p:childTnLst>
                                </p:cTn>
                              </p:par>
                              <p:par>
                                <p:cTn id="325" presetID="1" presetClass="entr" presetSubtype="0" fill="hold" nodeType="withEffect">
                                  <p:stCondLst>
                                    <p:cond delay="0"/>
                                  </p:stCondLst>
                                  <p:childTnLst>
                                    <p:set>
                                      <p:cBhvr>
                                        <p:cTn id="326" dur="1" fill="hold">
                                          <p:stCondLst>
                                            <p:cond delay="0"/>
                                          </p:stCondLst>
                                        </p:cTn>
                                        <p:tgtEl>
                                          <p:spTgt spid="169"/>
                                        </p:tgtEl>
                                        <p:attrNameLst>
                                          <p:attrName>style.visibility</p:attrName>
                                        </p:attrNameLst>
                                      </p:cBhvr>
                                      <p:to>
                                        <p:strVal val="visible"/>
                                      </p:to>
                                    </p:set>
                                  </p:childTnLst>
                                </p:cTn>
                              </p:par>
                              <p:par>
                                <p:cTn id="327" presetID="1" presetClass="entr" presetSubtype="0" fill="hold" nodeType="withEffect">
                                  <p:stCondLst>
                                    <p:cond delay="0"/>
                                  </p:stCondLst>
                                  <p:childTnLst>
                                    <p:set>
                                      <p:cBhvr>
                                        <p:cTn id="328" dur="1" fill="hold">
                                          <p:stCondLst>
                                            <p:cond delay="0"/>
                                          </p:stCondLst>
                                        </p:cTn>
                                        <p:tgtEl>
                                          <p:spTgt spid="170"/>
                                        </p:tgtEl>
                                        <p:attrNameLst>
                                          <p:attrName>style.visibility</p:attrName>
                                        </p:attrNameLst>
                                      </p:cBhvr>
                                      <p:to>
                                        <p:strVal val="visible"/>
                                      </p:to>
                                    </p:set>
                                  </p:childTnLst>
                                </p:cTn>
                              </p:par>
                              <p:par>
                                <p:cTn id="329" presetID="1" presetClass="entr" presetSubtype="0" fill="hold" nodeType="withEffect">
                                  <p:stCondLst>
                                    <p:cond delay="0"/>
                                  </p:stCondLst>
                                  <p:childTnLst>
                                    <p:set>
                                      <p:cBhvr>
                                        <p:cTn id="330" dur="1" fill="hold">
                                          <p:stCondLst>
                                            <p:cond delay="0"/>
                                          </p:stCondLst>
                                        </p:cTn>
                                        <p:tgtEl>
                                          <p:spTgt spid="171"/>
                                        </p:tgtEl>
                                        <p:attrNameLst>
                                          <p:attrName>style.visibility</p:attrName>
                                        </p:attrNameLst>
                                      </p:cBhvr>
                                      <p:to>
                                        <p:strVal val="visible"/>
                                      </p:to>
                                    </p:set>
                                  </p:childTnLst>
                                </p:cTn>
                              </p:par>
                              <p:par>
                                <p:cTn id="331" presetID="1" presetClass="entr" presetSubtype="0" fill="hold" nodeType="withEffect">
                                  <p:stCondLst>
                                    <p:cond delay="0"/>
                                  </p:stCondLst>
                                  <p:childTnLst>
                                    <p:set>
                                      <p:cBhvr>
                                        <p:cTn id="332" dur="1" fill="hold">
                                          <p:stCondLst>
                                            <p:cond delay="0"/>
                                          </p:stCondLst>
                                        </p:cTn>
                                        <p:tgtEl>
                                          <p:spTgt spid="172"/>
                                        </p:tgtEl>
                                        <p:attrNameLst>
                                          <p:attrName>style.visibility</p:attrName>
                                        </p:attrNameLst>
                                      </p:cBhvr>
                                      <p:to>
                                        <p:strVal val="visible"/>
                                      </p:to>
                                    </p:set>
                                  </p:childTnLst>
                                </p:cTn>
                              </p:par>
                              <p:par>
                                <p:cTn id="333" presetID="1" presetClass="entr" presetSubtype="0" fill="hold" nodeType="withEffect">
                                  <p:stCondLst>
                                    <p:cond delay="0"/>
                                  </p:stCondLst>
                                  <p:childTnLst>
                                    <p:set>
                                      <p:cBhvr>
                                        <p:cTn id="334" dur="1" fill="hold">
                                          <p:stCondLst>
                                            <p:cond delay="0"/>
                                          </p:stCondLst>
                                        </p:cTn>
                                        <p:tgtEl>
                                          <p:spTgt spid="173"/>
                                        </p:tgtEl>
                                        <p:attrNameLst>
                                          <p:attrName>style.visibility</p:attrName>
                                        </p:attrNameLst>
                                      </p:cBhvr>
                                      <p:to>
                                        <p:strVal val="visible"/>
                                      </p:to>
                                    </p:set>
                                  </p:childTnLst>
                                </p:cTn>
                              </p:par>
                              <p:par>
                                <p:cTn id="335" presetID="1" presetClass="entr" presetSubtype="0" fill="hold" nodeType="withEffect">
                                  <p:stCondLst>
                                    <p:cond delay="0"/>
                                  </p:stCondLst>
                                  <p:childTnLst>
                                    <p:set>
                                      <p:cBhvr>
                                        <p:cTn id="336" dur="1" fill="hold">
                                          <p:stCondLst>
                                            <p:cond delay="0"/>
                                          </p:stCondLst>
                                        </p:cTn>
                                        <p:tgtEl>
                                          <p:spTgt spid="174"/>
                                        </p:tgtEl>
                                        <p:attrNameLst>
                                          <p:attrName>style.visibility</p:attrName>
                                        </p:attrNameLst>
                                      </p:cBhvr>
                                      <p:to>
                                        <p:strVal val="visible"/>
                                      </p:to>
                                    </p:set>
                                  </p:childTnLst>
                                </p:cTn>
                              </p:par>
                              <p:par>
                                <p:cTn id="337" presetID="1" presetClass="entr" presetSubtype="0" fill="hold" nodeType="withEffect">
                                  <p:stCondLst>
                                    <p:cond delay="0"/>
                                  </p:stCondLst>
                                  <p:childTnLst>
                                    <p:set>
                                      <p:cBhvr>
                                        <p:cTn id="338" dur="1" fill="hold">
                                          <p:stCondLst>
                                            <p:cond delay="0"/>
                                          </p:stCondLst>
                                        </p:cTn>
                                        <p:tgtEl>
                                          <p:spTgt spid="175"/>
                                        </p:tgtEl>
                                        <p:attrNameLst>
                                          <p:attrName>style.visibility</p:attrName>
                                        </p:attrNameLst>
                                      </p:cBhvr>
                                      <p:to>
                                        <p:strVal val="visible"/>
                                      </p:to>
                                    </p:set>
                                  </p:childTnLst>
                                </p:cTn>
                              </p:par>
                              <p:par>
                                <p:cTn id="339" presetID="1" presetClass="entr" presetSubtype="0" fill="hold" nodeType="withEffect">
                                  <p:stCondLst>
                                    <p:cond delay="0"/>
                                  </p:stCondLst>
                                  <p:childTnLst>
                                    <p:set>
                                      <p:cBhvr>
                                        <p:cTn id="340" dur="1" fill="hold">
                                          <p:stCondLst>
                                            <p:cond delay="0"/>
                                          </p:stCondLst>
                                        </p:cTn>
                                        <p:tgtEl>
                                          <p:spTgt spid="176"/>
                                        </p:tgtEl>
                                        <p:attrNameLst>
                                          <p:attrName>style.visibility</p:attrName>
                                        </p:attrNameLst>
                                      </p:cBhvr>
                                      <p:to>
                                        <p:strVal val="visible"/>
                                      </p:to>
                                    </p:set>
                                  </p:childTnLst>
                                </p:cTn>
                              </p:par>
                              <p:par>
                                <p:cTn id="341" presetID="1" presetClass="entr" presetSubtype="0" fill="hold" nodeType="withEffect">
                                  <p:stCondLst>
                                    <p:cond delay="0"/>
                                  </p:stCondLst>
                                  <p:childTnLst>
                                    <p:set>
                                      <p:cBhvr>
                                        <p:cTn id="342" dur="1" fill="hold">
                                          <p:stCondLst>
                                            <p:cond delay="0"/>
                                          </p:stCondLst>
                                        </p:cTn>
                                        <p:tgtEl>
                                          <p:spTgt spid="177"/>
                                        </p:tgtEl>
                                        <p:attrNameLst>
                                          <p:attrName>style.visibility</p:attrName>
                                        </p:attrNameLst>
                                      </p:cBhvr>
                                      <p:to>
                                        <p:strVal val="visible"/>
                                      </p:to>
                                    </p:set>
                                  </p:childTnLst>
                                </p:cTn>
                              </p:par>
                              <p:par>
                                <p:cTn id="343" presetID="1" presetClass="entr" presetSubtype="0" fill="hold" nodeType="withEffect">
                                  <p:stCondLst>
                                    <p:cond delay="0"/>
                                  </p:stCondLst>
                                  <p:childTnLst>
                                    <p:set>
                                      <p:cBhvr>
                                        <p:cTn id="344" dur="1" fill="hold">
                                          <p:stCondLst>
                                            <p:cond delay="0"/>
                                          </p:stCondLst>
                                        </p:cTn>
                                        <p:tgtEl>
                                          <p:spTgt spid="178"/>
                                        </p:tgtEl>
                                        <p:attrNameLst>
                                          <p:attrName>style.visibility</p:attrName>
                                        </p:attrNameLst>
                                      </p:cBhvr>
                                      <p:to>
                                        <p:strVal val="visible"/>
                                      </p:to>
                                    </p:set>
                                  </p:childTnLst>
                                </p:cTn>
                              </p:par>
                              <p:par>
                                <p:cTn id="345" presetID="1" presetClass="entr" presetSubtype="0" fill="hold" nodeType="withEffect">
                                  <p:stCondLst>
                                    <p:cond delay="0"/>
                                  </p:stCondLst>
                                  <p:childTnLst>
                                    <p:set>
                                      <p:cBhvr>
                                        <p:cTn id="346" dur="1" fill="hold">
                                          <p:stCondLst>
                                            <p:cond delay="0"/>
                                          </p:stCondLst>
                                        </p:cTn>
                                        <p:tgtEl>
                                          <p:spTgt spid="179"/>
                                        </p:tgtEl>
                                        <p:attrNameLst>
                                          <p:attrName>style.visibility</p:attrName>
                                        </p:attrNameLst>
                                      </p:cBhvr>
                                      <p:to>
                                        <p:strVal val="visible"/>
                                      </p:to>
                                    </p:set>
                                  </p:childTnLst>
                                </p:cTn>
                              </p:par>
                              <p:par>
                                <p:cTn id="347" presetID="1" presetClass="entr" presetSubtype="0" fill="hold" nodeType="withEffect">
                                  <p:stCondLst>
                                    <p:cond delay="0"/>
                                  </p:stCondLst>
                                  <p:childTnLst>
                                    <p:set>
                                      <p:cBhvr>
                                        <p:cTn id="348" dur="1" fill="hold">
                                          <p:stCondLst>
                                            <p:cond delay="0"/>
                                          </p:stCondLst>
                                        </p:cTn>
                                        <p:tgtEl>
                                          <p:spTgt spid="180"/>
                                        </p:tgtEl>
                                        <p:attrNameLst>
                                          <p:attrName>style.visibility</p:attrName>
                                        </p:attrNameLst>
                                      </p:cBhvr>
                                      <p:to>
                                        <p:strVal val="visible"/>
                                      </p:to>
                                    </p:set>
                                  </p:childTnLst>
                                </p:cTn>
                              </p:par>
                              <p:par>
                                <p:cTn id="349" presetID="1" presetClass="entr" presetSubtype="0" fill="hold" nodeType="withEffect">
                                  <p:stCondLst>
                                    <p:cond delay="0"/>
                                  </p:stCondLst>
                                  <p:childTnLst>
                                    <p:set>
                                      <p:cBhvr>
                                        <p:cTn id="350" dur="1" fill="hold">
                                          <p:stCondLst>
                                            <p:cond delay="0"/>
                                          </p:stCondLst>
                                        </p:cTn>
                                        <p:tgtEl>
                                          <p:spTgt spid="181"/>
                                        </p:tgtEl>
                                        <p:attrNameLst>
                                          <p:attrName>style.visibility</p:attrName>
                                        </p:attrNameLst>
                                      </p:cBhvr>
                                      <p:to>
                                        <p:strVal val="visible"/>
                                      </p:to>
                                    </p:set>
                                  </p:childTnLst>
                                </p:cTn>
                              </p:par>
                              <p:par>
                                <p:cTn id="351" presetID="1" presetClass="entr" presetSubtype="0" fill="hold" nodeType="withEffect">
                                  <p:stCondLst>
                                    <p:cond delay="0"/>
                                  </p:stCondLst>
                                  <p:childTnLst>
                                    <p:set>
                                      <p:cBhvr>
                                        <p:cTn id="352" dur="1" fill="hold">
                                          <p:stCondLst>
                                            <p:cond delay="0"/>
                                          </p:stCondLst>
                                        </p:cTn>
                                        <p:tgtEl>
                                          <p:spTgt spid="182"/>
                                        </p:tgtEl>
                                        <p:attrNameLst>
                                          <p:attrName>style.visibility</p:attrName>
                                        </p:attrNameLst>
                                      </p:cBhvr>
                                      <p:to>
                                        <p:strVal val="visible"/>
                                      </p:to>
                                    </p:set>
                                  </p:childTnLst>
                                </p:cTn>
                              </p:par>
                              <p:par>
                                <p:cTn id="353" presetID="1" presetClass="entr" presetSubtype="0" fill="hold" nodeType="withEffect">
                                  <p:stCondLst>
                                    <p:cond delay="0"/>
                                  </p:stCondLst>
                                  <p:childTnLst>
                                    <p:set>
                                      <p:cBhvr>
                                        <p:cTn id="354" dur="1" fill="hold">
                                          <p:stCondLst>
                                            <p:cond delay="0"/>
                                          </p:stCondLst>
                                        </p:cTn>
                                        <p:tgtEl>
                                          <p:spTgt spid="183"/>
                                        </p:tgtEl>
                                        <p:attrNameLst>
                                          <p:attrName>style.visibility</p:attrName>
                                        </p:attrNameLst>
                                      </p:cBhvr>
                                      <p:to>
                                        <p:strVal val="visible"/>
                                      </p:to>
                                    </p:set>
                                  </p:childTnLst>
                                </p:cTn>
                              </p:par>
                              <p:par>
                                <p:cTn id="355" presetID="1" presetClass="entr" presetSubtype="0" fill="hold" nodeType="withEffect">
                                  <p:stCondLst>
                                    <p:cond delay="0"/>
                                  </p:stCondLst>
                                  <p:childTnLst>
                                    <p:set>
                                      <p:cBhvr>
                                        <p:cTn id="356" dur="1" fill="hold">
                                          <p:stCondLst>
                                            <p:cond delay="0"/>
                                          </p:stCondLst>
                                        </p:cTn>
                                        <p:tgtEl>
                                          <p:spTgt spid="184"/>
                                        </p:tgtEl>
                                        <p:attrNameLst>
                                          <p:attrName>style.visibility</p:attrName>
                                        </p:attrNameLst>
                                      </p:cBhvr>
                                      <p:to>
                                        <p:strVal val="visible"/>
                                      </p:to>
                                    </p:set>
                                  </p:childTnLst>
                                </p:cTn>
                              </p:par>
                            </p:childTnLst>
                          </p:cTn>
                        </p:par>
                      </p:childTnLst>
                    </p:cTn>
                  </p:par>
                  <p:par>
                    <p:cTn id="357" fill="hold">
                      <p:stCondLst>
                        <p:cond delay="indefinite"/>
                      </p:stCondLst>
                      <p:childTnLst>
                        <p:par>
                          <p:cTn id="358" fill="hold">
                            <p:stCondLst>
                              <p:cond delay="0"/>
                            </p:stCondLst>
                            <p:childTnLst>
                              <p:par>
                                <p:cTn id="359" presetID="1" presetClass="exit" presetSubtype="0" fill="hold" nodeType="clickEffect">
                                  <p:stCondLst>
                                    <p:cond delay="0"/>
                                  </p:stCondLst>
                                  <p:childTnLst>
                                    <p:set>
                                      <p:cBhvr>
                                        <p:cTn id="360" dur="1" fill="hold">
                                          <p:stCondLst>
                                            <p:cond delay="0"/>
                                          </p:stCondLst>
                                        </p:cTn>
                                        <p:tgtEl>
                                          <p:spTgt spid="156"/>
                                        </p:tgtEl>
                                        <p:attrNameLst>
                                          <p:attrName>style.visibility</p:attrName>
                                        </p:attrNameLst>
                                      </p:cBhvr>
                                      <p:to>
                                        <p:strVal val="hidden"/>
                                      </p:to>
                                    </p:set>
                                  </p:childTnLst>
                                </p:cTn>
                              </p:par>
                              <p:par>
                                <p:cTn id="361" presetID="1" presetClass="exit" presetSubtype="0" fill="hold" nodeType="withEffect">
                                  <p:stCondLst>
                                    <p:cond delay="0"/>
                                  </p:stCondLst>
                                  <p:childTnLst>
                                    <p:set>
                                      <p:cBhvr>
                                        <p:cTn id="362" dur="1" fill="hold">
                                          <p:stCondLst>
                                            <p:cond delay="0"/>
                                          </p:stCondLst>
                                        </p:cTn>
                                        <p:tgtEl>
                                          <p:spTgt spid="157"/>
                                        </p:tgtEl>
                                        <p:attrNameLst>
                                          <p:attrName>style.visibility</p:attrName>
                                        </p:attrNameLst>
                                      </p:cBhvr>
                                      <p:to>
                                        <p:strVal val="hidden"/>
                                      </p:to>
                                    </p:set>
                                  </p:childTnLst>
                                </p:cTn>
                              </p:par>
                              <p:par>
                                <p:cTn id="363" presetID="1" presetClass="exit" presetSubtype="0" fill="hold" nodeType="withEffect">
                                  <p:stCondLst>
                                    <p:cond delay="0"/>
                                  </p:stCondLst>
                                  <p:childTnLst>
                                    <p:set>
                                      <p:cBhvr>
                                        <p:cTn id="364" dur="1" fill="hold">
                                          <p:stCondLst>
                                            <p:cond delay="0"/>
                                          </p:stCondLst>
                                        </p:cTn>
                                        <p:tgtEl>
                                          <p:spTgt spid="158"/>
                                        </p:tgtEl>
                                        <p:attrNameLst>
                                          <p:attrName>style.visibility</p:attrName>
                                        </p:attrNameLst>
                                      </p:cBhvr>
                                      <p:to>
                                        <p:strVal val="hidden"/>
                                      </p:to>
                                    </p:set>
                                  </p:childTnLst>
                                </p:cTn>
                              </p:par>
                              <p:par>
                                <p:cTn id="365" presetID="1" presetClass="exit" presetSubtype="0" fill="hold" nodeType="withEffect">
                                  <p:stCondLst>
                                    <p:cond delay="0"/>
                                  </p:stCondLst>
                                  <p:childTnLst>
                                    <p:set>
                                      <p:cBhvr>
                                        <p:cTn id="366" dur="1" fill="hold">
                                          <p:stCondLst>
                                            <p:cond delay="0"/>
                                          </p:stCondLst>
                                        </p:cTn>
                                        <p:tgtEl>
                                          <p:spTgt spid="159"/>
                                        </p:tgtEl>
                                        <p:attrNameLst>
                                          <p:attrName>style.visibility</p:attrName>
                                        </p:attrNameLst>
                                      </p:cBhvr>
                                      <p:to>
                                        <p:strVal val="hidden"/>
                                      </p:to>
                                    </p:set>
                                  </p:childTnLst>
                                </p:cTn>
                              </p:par>
                              <p:par>
                                <p:cTn id="367" presetID="1" presetClass="exit" presetSubtype="0" fill="hold" nodeType="withEffect">
                                  <p:stCondLst>
                                    <p:cond delay="0"/>
                                  </p:stCondLst>
                                  <p:childTnLst>
                                    <p:set>
                                      <p:cBhvr>
                                        <p:cTn id="368" dur="1" fill="hold">
                                          <p:stCondLst>
                                            <p:cond delay="0"/>
                                          </p:stCondLst>
                                        </p:cTn>
                                        <p:tgtEl>
                                          <p:spTgt spid="160"/>
                                        </p:tgtEl>
                                        <p:attrNameLst>
                                          <p:attrName>style.visibility</p:attrName>
                                        </p:attrNameLst>
                                      </p:cBhvr>
                                      <p:to>
                                        <p:strVal val="hidden"/>
                                      </p:to>
                                    </p:set>
                                  </p:childTnLst>
                                </p:cTn>
                              </p:par>
                              <p:par>
                                <p:cTn id="369" presetID="1" presetClass="exit" presetSubtype="0" fill="hold" nodeType="withEffect">
                                  <p:stCondLst>
                                    <p:cond delay="0"/>
                                  </p:stCondLst>
                                  <p:childTnLst>
                                    <p:set>
                                      <p:cBhvr>
                                        <p:cTn id="370" dur="1" fill="hold">
                                          <p:stCondLst>
                                            <p:cond delay="0"/>
                                          </p:stCondLst>
                                        </p:cTn>
                                        <p:tgtEl>
                                          <p:spTgt spid="161"/>
                                        </p:tgtEl>
                                        <p:attrNameLst>
                                          <p:attrName>style.visibility</p:attrName>
                                        </p:attrNameLst>
                                      </p:cBhvr>
                                      <p:to>
                                        <p:strVal val="hidden"/>
                                      </p:to>
                                    </p:set>
                                  </p:childTnLst>
                                </p:cTn>
                              </p:par>
                              <p:par>
                                <p:cTn id="371" presetID="1" presetClass="exit" presetSubtype="0" fill="hold" nodeType="withEffect">
                                  <p:stCondLst>
                                    <p:cond delay="0"/>
                                  </p:stCondLst>
                                  <p:childTnLst>
                                    <p:set>
                                      <p:cBhvr>
                                        <p:cTn id="372" dur="1" fill="hold">
                                          <p:stCondLst>
                                            <p:cond delay="0"/>
                                          </p:stCondLst>
                                        </p:cTn>
                                        <p:tgtEl>
                                          <p:spTgt spid="162"/>
                                        </p:tgtEl>
                                        <p:attrNameLst>
                                          <p:attrName>style.visibility</p:attrName>
                                        </p:attrNameLst>
                                      </p:cBhvr>
                                      <p:to>
                                        <p:strVal val="hidden"/>
                                      </p:to>
                                    </p:set>
                                  </p:childTnLst>
                                </p:cTn>
                              </p:par>
                              <p:par>
                                <p:cTn id="373" presetID="1" presetClass="exit" presetSubtype="0" fill="hold" nodeType="withEffect">
                                  <p:stCondLst>
                                    <p:cond delay="0"/>
                                  </p:stCondLst>
                                  <p:childTnLst>
                                    <p:set>
                                      <p:cBhvr>
                                        <p:cTn id="374" dur="1" fill="hold">
                                          <p:stCondLst>
                                            <p:cond delay="0"/>
                                          </p:stCondLst>
                                        </p:cTn>
                                        <p:tgtEl>
                                          <p:spTgt spid="163"/>
                                        </p:tgtEl>
                                        <p:attrNameLst>
                                          <p:attrName>style.visibility</p:attrName>
                                        </p:attrNameLst>
                                      </p:cBhvr>
                                      <p:to>
                                        <p:strVal val="hidden"/>
                                      </p:to>
                                    </p:set>
                                  </p:childTnLst>
                                </p:cTn>
                              </p:par>
                              <p:par>
                                <p:cTn id="375" presetID="1" presetClass="exit" presetSubtype="0" fill="hold" nodeType="withEffect">
                                  <p:stCondLst>
                                    <p:cond delay="0"/>
                                  </p:stCondLst>
                                  <p:childTnLst>
                                    <p:set>
                                      <p:cBhvr>
                                        <p:cTn id="376" dur="1" fill="hold">
                                          <p:stCondLst>
                                            <p:cond delay="0"/>
                                          </p:stCondLst>
                                        </p:cTn>
                                        <p:tgtEl>
                                          <p:spTgt spid="164"/>
                                        </p:tgtEl>
                                        <p:attrNameLst>
                                          <p:attrName>style.visibility</p:attrName>
                                        </p:attrNameLst>
                                      </p:cBhvr>
                                      <p:to>
                                        <p:strVal val="hidden"/>
                                      </p:to>
                                    </p:set>
                                  </p:childTnLst>
                                </p:cTn>
                              </p:par>
                              <p:par>
                                <p:cTn id="377" presetID="1" presetClass="exit" presetSubtype="0" fill="hold" nodeType="withEffect">
                                  <p:stCondLst>
                                    <p:cond delay="0"/>
                                  </p:stCondLst>
                                  <p:childTnLst>
                                    <p:set>
                                      <p:cBhvr>
                                        <p:cTn id="378" dur="1" fill="hold">
                                          <p:stCondLst>
                                            <p:cond delay="0"/>
                                          </p:stCondLst>
                                        </p:cTn>
                                        <p:tgtEl>
                                          <p:spTgt spid="165"/>
                                        </p:tgtEl>
                                        <p:attrNameLst>
                                          <p:attrName>style.visibility</p:attrName>
                                        </p:attrNameLst>
                                      </p:cBhvr>
                                      <p:to>
                                        <p:strVal val="hidden"/>
                                      </p:to>
                                    </p:set>
                                  </p:childTnLst>
                                </p:cTn>
                              </p:par>
                              <p:par>
                                <p:cTn id="379" presetID="1" presetClass="exit" presetSubtype="0" fill="hold" nodeType="withEffect">
                                  <p:stCondLst>
                                    <p:cond delay="0"/>
                                  </p:stCondLst>
                                  <p:childTnLst>
                                    <p:set>
                                      <p:cBhvr>
                                        <p:cTn id="380" dur="1" fill="hold">
                                          <p:stCondLst>
                                            <p:cond delay="0"/>
                                          </p:stCondLst>
                                        </p:cTn>
                                        <p:tgtEl>
                                          <p:spTgt spid="166"/>
                                        </p:tgtEl>
                                        <p:attrNameLst>
                                          <p:attrName>style.visibility</p:attrName>
                                        </p:attrNameLst>
                                      </p:cBhvr>
                                      <p:to>
                                        <p:strVal val="hidden"/>
                                      </p:to>
                                    </p:set>
                                  </p:childTnLst>
                                </p:cTn>
                              </p:par>
                              <p:par>
                                <p:cTn id="381" presetID="1" presetClass="exit" presetSubtype="0" fill="hold" nodeType="withEffect">
                                  <p:stCondLst>
                                    <p:cond delay="0"/>
                                  </p:stCondLst>
                                  <p:childTnLst>
                                    <p:set>
                                      <p:cBhvr>
                                        <p:cTn id="382" dur="1" fill="hold">
                                          <p:stCondLst>
                                            <p:cond delay="0"/>
                                          </p:stCondLst>
                                        </p:cTn>
                                        <p:tgtEl>
                                          <p:spTgt spid="167"/>
                                        </p:tgtEl>
                                        <p:attrNameLst>
                                          <p:attrName>style.visibility</p:attrName>
                                        </p:attrNameLst>
                                      </p:cBhvr>
                                      <p:to>
                                        <p:strVal val="hidden"/>
                                      </p:to>
                                    </p:set>
                                  </p:childTnLst>
                                </p:cTn>
                              </p:par>
                              <p:par>
                                <p:cTn id="383" presetID="1" presetClass="exit" presetSubtype="0" fill="hold" nodeType="withEffect">
                                  <p:stCondLst>
                                    <p:cond delay="0"/>
                                  </p:stCondLst>
                                  <p:childTnLst>
                                    <p:set>
                                      <p:cBhvr>
                                        <p:cTn id="384" dur="1" fill="hold">
                                          <p:stCondLst>
                                            <p:cond delay="0"/>
                                          </p:stCondLst>
                                        </p:cTn>
                                        <p:tgtEl>
                                          <p:spTgt spid="168"/>
                                        </p:tgtEl>
                                        <p:attrNameLst>
                                          <p:attrName>style.visibility</p:attrName>
                                        </p:attrNameLst>
                                      </p:cBhvr>
                                      <p:to>
                                        <p:strVal val="hidden"/>
                                      </p:to>
                                    </p:set>
                                  </p:childTnLst>
                                </p:cTn>
                              </p:par>
                              <p:par>
                                <p:cTn id="385" presetID="1" presetClass="exit" presetSubtype="0" fill="hold" nodeType="withEffect">
                                  <p:stCondLst>
                                    <p:cond delay="0"/>
                                  </p:stCondLst>
                                  <p:childTnLst>
                                    <p:set>
                                      <p:cBhvr>
                                        <p:cTn id="386" dur="1" fill="hold">
                                          <p:stCondLst>
                                            <p:cond delay="0"/>
                                          </p:stCondLst>
                                        </p:cTn>
                                        <p:tgtEl>
                                          <p:spTgt spid="169"/>
                                        </p:tgtEl>
                                        <p:attrNameLst>
                                          <p:attrName>style.visibility</p:attrName>
                                        </p:attrNameLst>
                                      </p:cBhvr>
                                      <p:to>
                                        <p:strVal val="hidden"/>
                                      </p:to>
                                    </p:set>
                                  </p:childTnLst>
                                </p:cTn>
                              </p:par>
                              <p:par>
                                <p:cTn id="387" presetID="1" presetClass="exit" presetSubtype="0" fill="hold" nodeType="withEffect">
                                  <p:stCondLst>
                                    <p:cond delay="0"/>
                                  </p:stCondLst>
                                  <p:childTnLst>
                                    <p:set>
                                      <p:cBhvr>
                                        <p:cTn id="388" dur="1" fill="hold">
                                          <p:stCondLst>
                                            <p:cond delay="0"/>
                                          </p:stCondLst>
                                        </p:cTn>
                                        <p:tgtEl>
                                          <p:spTgt spid="170"/>
                                        </p:tgtEl>
                                        <p:attrNameLst>
                                          <p:attrName>style.visibility</p:attrName>
                                        </p:attrNameLst>
                                      </p:cBhvr>
                                      <p:to>
                                        <p:strVal val="hidden"/>
                                      </p:to>
                                    </p:set>
                                  </p:childTnLst>
                                </p:cTn>
                              </p:par>
                              <p:par>
                                <p:cTn id="389" presetID="1" presetClass="exit" presetSubtype="0" fill="hold" nodeType="withEffect">
                                  <p:stCondLst>
                                    <p:cond delay="0"/>
                                  </p:stCondLst>
                                  <p:childTnLst>
                                    <p:set>
                                      <p:cBhvr>
                                        <p:cTn id="390" dur="1" fill="hold">
                                          <p:stCondLst>
                                            <p:cond delay="0"/>
                                          </p:stCondLst>
                                        </p:cTn>
                                        <p:tgtEl>
                                          <p:spTgt spid="171"/>
                                        </p:tgtEl>
                                        <p:attrNameLst>
                                          <p:attrName>style.visibility</p:attrName>
                                        </p:attrNameLst>
                                      </p:cBhvr>
                                      <p:to>
                                        <p:strVal val="hidden"/>
                                      </p:to>
                                    </p:set>
                                  </p:childTnLst>
                                </p:cTn>
                              </p:par>
                              <p:par>
                                <p:cTn id="391" presetID="1" presetClass="exit" presetSubtype="0" fill="hold" nodeType="withEffect">
                                  <p:stCondLst>
                                    <p:cond delay="0"/>
                                  </p:stCondLst>
                                  <p:childTnLst>
                                    <p:set>
                                      <p:cBhvr>
                                        <p:cTn id="392" dur="1" fill="hold">
                                          <p:stCondLst>
                                            <p:cond delay="0"/>
                                          </p:stCondLst>
                                        </p:cTn>
                                        <p:tgtEl>
                                          <p:spTgt spid="172"/>
                                        </p:tgtEl>
                                        <p:attrNameLst>
                                          <p:attrName>style.visibility</p:attrName>
                                        </p:attrNameLst>
                                      </p:cBhvr>
                                      <p:to>
                                        <p:strVal val="hidden"/>
                                      </p:to>
                                    </p:set>
                                  </p:childTnLst>
                                </p:cTn>
                              </p:par>
                              <p:par>
                                <p:cTn id="393" presetID="1" presetClass="exit" presetSubtype="0" fill="hold" nodeType="withEffect">
                                  <p:stCondLst>
                                    <p:cond delay="0"/>
                                  </p:stCondLst>
                                  <p:childTnLst>
                                    <p:set>
                                      <p:cBhvr>
                                        <p:cTn id="394" dur="1" fill="hold">
                                          <p:stCondLst>
                                            <p:cond delay="0"/>
                                          </p:stCondLst>
                                        </p:cTn>
                                        <p:tgtEl>
                                          <p:spTgt spid="173"/>
                                        </p:tgtEl>
                                        <p:attrNameLst>
                                          <p:attrName>style.visibility</p:attrName>
                                        </p:attrNameLst>
                                      </p:cBhvr>
                                      <p:to>
                                        <p:strVal val="hidden"/>
                                      </p:to>
                                    </p:set>
                                  </p:childTnLst>
                                </p:cTn>
                              </p:par>
                              <p:par>
                                <p:cTn id="395" presetID="1" presetClass="exit" presetSubtype="0" fill="hold" nodeType="withEffect">
                                  <p:stCondLst>
                                    <p:cond delay="0"/>
                                  </p:stCondLst>
                                  <p:childTnLst>
                                    <p:set>
                                      <p:cBhvr>
                                        <p:cTn id="396" dur="1" fill="hold">
                                          <p:stCondLst>
                                            <p:cond delay="0"/>
                                          </p:stCondLst>
                                        </p:cTn>
                                        <p:tgtEl>
                                          <p:spTgt spid="174"/>
                                        </p:tgtEl>
                                        <p:attrNameLst>
                                          <p:attrName>style.visibility</p:attrName>
                                        </p:attrNameLst>
                                      </p:cBhvr>
                                      <p:to>
                                        <p:strVal val="hidden"/>
                                      </p:to>
                                    </p:set>
                                  </p:childTnLst>
                                </p:cTn>
                              </p:par>
                              <p:par>
                                <p:cTn id="397" presetID="1" presetClass="exit" presetSubtype="0" fill="hold" nodeType="withEffect">
                                  <p:stCondLst>
                                    <p:cond delay="0"/>
                                  </p:stCondLst>
                                  <p:childTnLst>
                                    <p:set>
                                      <p:cBhvr>
                                        <p:cTn id="398" dur="1" fill="hold">
                                          <p:stCondLst>
                                            <p:cond delay="0"/>
                                          </p:stCondLst>
                                        </p:cTn>
                                        <p:tgtEl>
                                          <p:spTgt spid="175"/>
                                        </p:tgtEl>
                                        <p:attrNameLst>
                                          <p:attrName>style.visibility</p:attrName>
                                        </p:attrNameLst>
                                      </p:cBhvr>
                                      <p:to>
                                        <p:strVal val="hidden"/>
                                      </p:to>
                                    </p:set>
                                  </p:childTnLst>
                                </p:cTn>
                              </p:par>
                              <p:par>
                                <p:cTn id="399" presetID="1" presetClass="exit" presetSubtype="0" fill="hold" nodeType="withEffect">
                                  <p:stCondLst>
                                    <p:cond delay="0"/>
                                  </p:stCondLst>
                                  <p:childTnLst>
                                    <p:set>
                                      <p:cBhvr>
                                        <p:cTn id="400" dur="1" fill="hold">
                                          <p:stCondLst>
                                            <p:cond delay="0"/>
                                          </p:stCondLst>
                                        </p:cTn>
                                        <p:tgtEl>
                                          <p:spTgt spid="176"/>
                                        </p:tgtEl>
                                        <p:attrNameLst>
                                          <p:attrName>style.visibility</p:attrName>
                                        </p:attrNameLst>
                                      </p:cBhvr>
                                      <p:to>
                                        <p:strVal val="hidden"/>
                                      </p:to>
                                    </p:set>
                                  </p:childTnLst>
                                </p:cTn>
                              </p:par>
                              <p:par>
                                <p:cTn id="401" presetID="1" presetClass="exit" presetSubtype="0" fill="hold" nodeType="withEffect">
                                  <p:stCondLst>
                                    <p:cond delay="0"/>
                                  </p:stCondLst>
                                  <p:childTnLst>
                                    <p:set>
                                      <p:cBhvr>
                                        <p:cTn id="402" dur="1" fill="hold">
                                          <p:stCondLst>
                                            <p:cond delay="0"/>
                                          </p:stCondLst>
                                        </p:cTn>
                                        <p:tgtEl>
                                          <p:spTgt spid="177"/>
                                        </p:tgtEl>
                                        <p:attrNameLst>
                                          <p:attrName>style.visibility</p:attrName>
                                        </p:attrNameLst>
                                      </p:cBhvr>
                                      <p:to>
                                        <p:strVal val="hidden"/>
                                      </p:to>
                                    </p:set>
                                  </p:childTnLst>
                                </p:cTn>
                              </p:par>
                              <p:par>
                                <p:cTn id="403" presetID="1" presetClass="exit" presetSubtype="0" fill="hold" nodeType="withEffect">
                                  <p:stCondLst>
                                    <p:cond delay="0"/>
                                  </p:stCondLst>
                                  <p:childTnLst>
                                    <p:set>
                                      <p:cBhvr>
                                        <p:cTn id="404" dur="1" fill="hold">
                                          <p:stCondLst>
                                            <p:cond delay="0"/>
                                          </p:stCondLst>
                                        </p:cTn>
                                        <p:tgtEl>
                                          <p:spTgt spid="178"/>
                                        </p:tgtEl>
                                        <p:attrNameLst>
                                          <p:attrName>style.visibility</p:attrName>
                                        </p:attrNameLst>
                                      </p:cBhvr>
                                      <p:to>
                                        <p:strVal val="hidden"/>
                                      </p:to>
                                    </p:set>
                                  </p:childTnLst>
                                </p:cTn>
                              </p:par>
                              <p:par>
                                <p:cTn id="405" presetID="1" presetClass="exit" presetSubtype="0" fill="hold" nodeType="withEffect">
                                  <p:stCondLst>
                                    <p:cond delay="0"/>
                                  </p:stCondLst>
                                  <p:childTnLst>
                                    <p:set>
                                      <p:cBhvr>
                                        <p:cTn id="406" dur="1" fill="hold">
                                          <p:stCondLst>
                                            <p:cond delay="0"/>
                                          </p:stCondLst>
                                        </p:cTn>
                                        <p:tgtEl>
                                          <p:spTgt spid="179"/>
                                        </p:tgtEl>
                                        <p:attrNameLst>
                                          <p:attrName>style.visibility</p:attrName>
                                        </p:attrNameLst>
                                      </p:cBhvr>
                                      <p:to>
                                        <p:strVal val="hidden"/>
                                      </p:to>
                                    </p:set>
                                  </p:childTnLst>
                                </p:cTn>
                              </p:par>
                              <p:par>
                                <p:cTn id="407" presetID="1" presetClass="exit" presetSubtype="0" fill="hold" nodeType="withEffect">
                                  <p:stCondLst>
                                    <p:cond delay="0"/>
                                  </p:stCondLst>
                                  <p:childTnLst>
                                    <p:set>
                                      <p:cBhvr>
                                        <p:cTn id="408" dur="1" fill="hold">
                                          <p:stCondLst>
                                            <p:cond delay="0"/>
                                          </p:stCondLst>
                                        </p:cTn>
                                        <p:tgtEl>
                                          <p:spTgt spid="180"/>
                                        </p:tgtEl>
                                        <p:attrNameLst>
                                          <p:attrName>style.visibility</p:attrName>
                                        </p:attrNameLst>
                                      </p:cBhvr>
                                      <p:to>
                                        <p:strVal val="hidden"/>
                                      </p:to>
                                    </p:set>
                                  </p:childTnLst>
                                </p:cTn>
                              </p:par>
                              <p:par>
                                <p:cTn id="409" presetID="1" presetClass="exit" presetSubtype="0" fill="hold" nodeType="withEffect">
                                  <p:stCondLst>
                                    <p:cond delay="0"/>
                                  </p:stCondLst>
                                  <p:childTnLst>
                                    <p:set>
                                      <p:cBhvr>
                                        <p:cTn id="410" dur="1" fill="hold">
                                          <p:stCondLst>
                                            <p:cond delay="0"/>
                                          </p:stCondLst>
                                        </p:cTn>
                                        <p:tgtEl>
                                          <p:spTgt spid="181"/>
                                        </p:tgtEl>
                                        <p:attrNameLst>
                                          <p:attrName>style.visibility</p:attrName>
                                        </p:attrNameLst>
                                      </p:cBhvr>
                                      <p:to>
                                        <p:strVal val="hidden"/>
                                      </p:to>
                                    </p:set>
                                  </p:childTnLst>
                                </p:cTn>
                              </p:par>
                              <p:par>
                                <p:cTn id="411" presetID="1" presetClass="exit" presetSubtype="0" fill="hold" nodeType="withEffect">
                                  <p:stCondLst>
                                    <p:cond delay="0"/>
                                  </p:stCondLst>
                                  <p:childTnLst>
                                    <p:set>
                                      <p:cBhvr>
                                        <p:cTn id="412" dur="1" fill="hold">
                                          <p:stCondLst>
                                            <p:cond delay="0"/>
                                          </p:stCondLst>
                                        </p:cTn>
                                        <p:tgtEl>
                                          <p:spTgt spid="182"/>
                                        </p:tgtEl>
                                        <p:attrNameLst>
                                          <p:attrName>style.visibility</p:attrName>
                                        </p:attrNameLst>
                                      </p:cBhvr>
                                      <p:to>
                                        <p:strVal val="hidden"/>
                                      </p:to>
                                    </p:set>
                                  </p:childTnLst>
                                </p:cTn>
                              </p:par>
                              <p:par>
                                <p:cTn id="413" presetID="1" presetClass="exit" presetSubtype="0" fill="hold" nodeType="withEffect">
                                  <p:stCondLst>
                                    <p:cond delay="0"/>
                                  </p:stCondLst>
                                  <p:childTnLst>
                                    <p:set>
                                      <p:cBhvr>
                                        <p:cTn id="414" dur="1" fill="hold">
                                          <p:stCondLst>
                                            <p:cond delay="0"/>
                                          </p:stCondLst>
                                        </p:cTn>
                                        <p:tgtEl>
                                          <p:spTgt spid="183"/>
                                        </p:tgtEl>
                                        <p:attrNameLst>
                                          <p:attrName>style.visibility</p:attrName>
                                        </p:attrNameLst>
                                      </p:cBhvr>
                                      <p:to>
                                        <p:strVal val="hidden"/>
                                      </p:to>
                                    </p:set>
                                  </p:childTnLst>
                                </p:cTn>
                              </p:par>
                              <p:par>
                                <p:cTn id="415" presetID="1" presetClass="exit" presetSubtype="0" fill="hold" nodeType="withEffect">
                                  <p:stCondLst>
                                    <p:cond delay="0"/>
                                  </p:stCondLst>
                                  <p:childTnLst>
                                    <p:set>
                                      <p:cBhvr>
                                        <p:cTn id="416" dur="1" fill="hold">
                                          <p:stCondLst>
                                            <p:cond delay="0"/>
                                          </p:stCondLst>
                                        </p:cTn>
                                        <p:tgtEl>
                                          <p:spTgt spid="184"/>
                                        </p:tgtEl>
                                        <p:attrNameLst>
                                          <p:attrName>style.visibility</p:attrName>
                                        </p:attrNameLst>
                                      </p:cBhvr>
                                      <p:to>
                                        <p:strVal val="hidden"/>
                                      </p:to>
                                    </p:set>
                                  </p:childTnLst>
                                </p:cTn>
                              </p:par>
                              <p:par>
                                <p:cTn id="417" presetID="1" presetClass="entr" presetSubtype="0" fill="hold" nodeType="withEffect">
                                  <p:stCondLst>
                                    <p:cond delay="0"/>
                                  </p:stCondLst>
                                  <p:childTnLst>
                                    <p:set>
                                      <p:cBhvr>
                                        <p:cTn id="418" dur="1" fill="hold">
                                          <p:stCondLst>
                                            <p:cond delay="0"/>
                                          </p:stCondLst>
                                        </p:cTn>
                                        <p:tgtEl>
                                          <p:spTgt spid="185"/>
                                        </p:tgtEl>
                                        <p:attrNameLst>
                                          <p:attrName>style.visibility</p:attrName>
                                        </p:attrNameLst>
                                      </p:cBhvr>
                                      <p:to>
                                        <p:strVal val="visible"/>
                                      </p:to>
                                    </p:set>
                                  </p:childTnLst>
                                </p:cTn>
                              </p:par>
                              <p:par>
                                <p:cTn id="419" presetID="1" presetClass="entr" presetSubtype="0" fill="hold" nodeType="withEffect">
                                  <p:stCondLst>
                                    <p:cond delay="0"/>
                                  </p:stCondLst>
                                  <p:childTnLst>
                                    <p:set>
                                      <p:cBhvr>
                                        <p:cTn id="420" dur="1" fill="hold">
                                          <p:stCondLst>
                                            <p:cond delay="0"/>
                                          </p:stCondLst>
                                        </p:cTn>
                                        <p:tgtEl>
                                          <p:spTgt spid="186"/>
                                        </p:tgtEl>
                                        <p:attrNameLst>
                                          <p:attrName>style.visibility</p:attrName>
                                        </p:attrNameLst>
                                      </p:cBhvr>
                                      <p:to>
                                        <p:strVal val="visible"/>
                                      </p:to>
                                    </p:set>
                                  </p:childTnLst>
                                </p:cTn>
                              </p:par>
                              <p:par>
                                <p:cTn id="421" presetID="1" presetClass="entr" presetSubtype="0" fill="hold" nodeType="withEffect">
                                  <p:stCondLst>
                                    <p:cond delay="0"/>
                                  </p:stCondLst>
                                  <p:childTnLst>
                                    <p:set>
                                      <p:cBhvr>
                                        <p:cTn id="422" dur="1" fill="hold">
                                          <p:stCondLst>
                                            <p:cond delay="0"/>
                                          </p:stCondLst>
                                        </p:cTn>
                                        <p:tgtEl>
                                          <p:spTgt spid="187"/>
                                        </p:tgtEl>
                                        <p:attrNameLst>
                                          <p:attrName>style.visibility</p:attrName>
                                        </p:attrNameLst>
                                      </p:cBhvr>
                                      <p:to>
                                        <p:strVal val="visible"/>
                                      </p:to>
                                    </p:set>
                                  </p:childTnLst>
                                </p:cTn>
                              </p:par>
                              <p:par>
                                <p:cTn id="423" presetID="1" presetClass="entr" presetSubtype="0" fill="hold" nodeType="withEffect">
                                  <p:stCondLst>
                                    <p:cond delay="0"/>
                                  </p:stCondLst>
                                  <p:childTnLst>
                                    <p:set>
                                      <p:cBhvr>
                                        <p:cTn id="424" dur="1" fill="hold">
                                          <p:stCondLst>
                                            <p:cond delay="0"/>
                                          </p:stCondLst>
                                        </p:cTn>
                                        <p:tgtEl>
                                          <p:spTgt spid="188"/>
                                        </p:tgtEl>
                                        <p:attrNameLst>
                                          <p:attrName>style.visibility</p:attrName>
                                        </p:attrNameLst>
                                      </p:cBhvr>
                                      <p:to>
                                        <p:strVal val="visible"/>
                                      </p:to>
                                    </p:set>
                                  </p:childTnLst>
                                </p:cTn>
                              </p:par>
                              <p:par>
                                <p:cTn id="425" presetID="1" presetClass="entr" presetSubtype="0" fill="hold" nodeType="withEffect">
                                  <p:stCondLst>
                                    <p:cond delay="0"/>
                                  </p:stCondLst>
                                  <p:childTnLst>
                                    <p:set>
                                      <p:cBhvr>
                                        <p:cTn id="426" dur="1" fill="hold">
                                          <p:stCondLst>
                                            <p:cond delay="0"/>
                                          </p:stCondLst>
                                        </p:cTn>
                                        <p:tgtEl>
                                          <p:spTgt spid="189"/>
                                        </p:tgtEl>
                                        <p:attrNameLst>
                                          <p:attrName>style.visibility</p:attrName>
                                        </p:attrNameLst>
                                      </p:cBhvr>
                                      <p:to>
                                        <p:strVal val="visible"/>
                                      </p:to>
                                    </p:set>
                                  </p:childTnLst>
                                </p:cTn>
                              </p:par>
                              <p:par>
                                <p:cTn id="427" presetID="1" presetClass="entr" presetSubtype="0" fill="hold" nodeType="withEffect">
                                  <p:stCondLst>
                                    <p:cond delay="0"/>
                                  </p:stCondLst>
                                  <p:childTnLst>
                                    <p:set>
                                      <p:cBhvr>
                                        <p:cTn id="428" dur="1" fill="hold">
                                          <p:stCondLst>
                                            <p:cond delay="0"/>
                                          </p:stCondLst>
                                        </p:cTn>
                                        <p:tgtEl>
                                          <p:spTgt spid="190"/>
                                        </p:tgtEl>
                                        <p:attrNameLst>
                                          <p:attrName>style.visibility</p:attrName>
                                        </p:attrNameLst>
                                      </p:cBhvr>
                                      <p:to>
                                        <p:strVal val="visible"/>
                                      </p:to>
                                    </p:set>
                                  </p:childTnLst>
                                </p:cTn>
                              </p:par>
                              <p:par>
                                <p:cTn id="429" presetID="1" presetClass="entr" presetSubtype="0" fill="hold" nodeType="withEffect">
                                  <p:stCondLst>
                                    <p:cond delay="0"/>
                                  </p:stCondLst>
                                  <p:childTnLst>
                                    <p:set>
                                      <p:cBhvr>
                                        <p:cTn id="430" dur="1" fill="hold">
                                          <p:stCondLst>
                                            <p:cond delay="0"/>
                                          </p:stCondLst>
                                        </p:cTn>
                                        <p:tgtEl>
                                          <p:spTgt spid="191"/>
                                        </p:tgtEl>
                                        <p:attrNameLst>
                                          <p:attrName>style.visibility</p:attrName>
                                        </p:attrNameLst>
                                      </p:cBhvr>
                                      <p:to>
                                        <p:strVal val="visible"/>
                                      </p:to>
                                    </p:set>
                                  </p:childTnLst>
                                </p:cTn>
                              </p:par>
                              <p:par>
                                <p:cTn id="431" presetID="1" presetClass="entr" presetSubtype="0" fill="hold" nodeType="withEffect">
                                  <p:stCondLst>
                                    <p:cond delay="0"/>
                                  </p:stCondLst>
                                  <p:childTnLst>
                                    <p:set>
                                      <p:cBhvr>
                                        <p:cTn id="432" dur="1" fill="hold">
                                          <p:stCondLst>
                                            <p:cond delay="0"/>
                                          </p:stCondLst>
                                        </p:cTn>
                                        <p:tgtEl>
                                          <p:spTgt spid="192"/>
                                        </p:tgtEl>
                                        <p:attrNameLst>
                                          <p:attrName>style.visibility</p:attrName>
                                        </p:attrNameLst>
                                      </p:cBhvr>
                                      <p:to>
                                        <p:strVal val="visible"/>
                                      </p:to>
                                    </p:set>
                                  </p:childTnLst>
                                </p:cTn>
                              </p:par>
                              <p:par>
                                <p:cTn id="433" presetID="1" presetClass="entr" presetSubtype="0" fill="hold" nodeType="withEffect">
                                  <p:stCondLst>
                                    <p:cond delay="0"/>
                                  </p:stCondLst>
                                  <p:childTnLst>
                                    <p:set>
                                      <p:cBhvr>
                                        <p:cTn id="434" dur="1" fill="hold">
                                          <p:stCondLst>
                                            <p:cond delay="0"/>
                                          </p:stCondLst>
                                        </p:cTn>
                                        <p:tgtEl>
                                          <p:spTgt spid="193"/>
                                        </p:tgtEl>
                                        <p:attrNameLst>
                                          <p:attrName>style.visibility</p:attrName>
                                        </p:attrNameLst>
                                      </p:cBhvr>
                                      <p:to>
                                        <p:strVal val="visible"/>
                                      </p:to>
                                    </p:set>
                                  </p:childTnLst>
                                </p:cTn>
                              </p:par>
                              <p:par>
                                <p:cTn id="435" presetID="1" presetClass="entr" presetSubtype="0" fill="hold" nodeType="withEffect">
                                  <p:stCondLst>
                                    <p:cond delay="0"/>
                                  </p:stCondLst>
                                  <p:childTnLst>
                                    <p:set>
                                      <p:cBhvr>
                                        <p:cTn id="436" dur="1" fill="hold">
                                          <p:stCondLst>
                                            <p:cond delay="0"/>
                                          </p:stCondLst>
                                        </p:cTn>
                                        <p:tgtEl>
                                          <p:spTgt spid="194"/>
                                        </p:tgtEl>
                                        <p:attrNameLst>
                                          <p:attrName>style.visibility</p:attrName>
                                        </p:attrNameLst>
                                      </p:cBhvr>
                                      <p:to>
                                        <p:strVal val="visible"/>
                                      </p:to>
                                    </p:set>
                                  </p:childTnLst>
                                </p:cTn>
                              </p:par>
                              <p:par>
                                <p:cTn id="437" presetID="1" presetClass="entr" presetSubtype="0" fill="hold" nodeType="withEffect">
                                  <p:stCondLst>
                                    <p:cond delay="0"/>
                                  </p:stCondLst>
                                  <p:childTnLst>
                                    <p:set>
                                      <p:cBhvr>
                                        <p:cTn id="438" dur="1" fill="hold">
                                          <p:stCondLst>
                                            <p:cond delay="0"/>
                                          </p:stCondLst>
                                        </p:cTn>
                                        <p:tgtEl>
                                          <p:spTgt spid="195"/>
                                        </p:tgtEl>
                                        <p:attrNameLst>
                                          <p:attrName>style.visibility</p:attrName>
                                        </p:attrNameLst>
                                      </p:cBhvr>
                                      <p:to>
                                        <p:strVal val="visible"/>
                                      </p:to>
                                    </p:set>
                                  </p:childTnLst>
                                </p:cTn>
                              </p:par>
                              <p:par>
                                <p:cTn id="439" presetID="1" presetClass="entr" presetSubtype="0" fill="hold" nodeType="withEffect">
                                  <p:stCondLst>
                                    <p:cond delay="0"/>
                                  </p:stCondLst>
                                  <p:childTnLst>
                                    <p:set>
                                      <p:cBhvr>
                                        <p:cTn id="440" dur="1" fill="hold">
                                          <p:stCondLst>
                                            <p:cond delay="0"/>
                                          </p:stCondLst>
                                        </p:cTn>
                                        <p:tgtEl>
                                          <p:spTgt spid="196"/>
                                        </p:tgtEl>
                                        <p:attrNameLst>
                                          <p:attrName>style.visibility</p:attrName>
                                        </p:attrNameLst>
                                      </p:cBhvr>
                                      <p:to>
                                        <p:strVal val="visible"/>
                                      </p:to>
                                    </p:set>
                                  </p:childTnLst>
                                </p:cTn>
                              </p:par>
                              <p:par>
                                <p:cTn id="441" presetID="1" presetClass="entr" presetSubtype="0" fill="hold" nodeType="withEffect">
                                  <p:stCondLst>
                                    <p:cond delay="0"/>
                                  </p:stCondLst>
                                  <p:childTnLst>
                                    <p:set>
                                      <p:cBhvr>
                                        <p:cTn id="442" dur="1" fill="hold">
                                          <p:stCondLst>
                                            <p:cond delay="0"/>
                                          </p:stCondLst>
                                        </p:cTn>
                                        <p:tgtEl>
                                          <p:spTgt spid="197"/>
                                        </p:tgtEl>
                                        <p:attrNameLst>
                                          <p:attrName>style.visibility</p:attrName>
                                        </p:attrNameLst>
                                      </p:cBhvr>
                                      <p:to>
                                        <p:strVal val="visible"/>
                                      </p:to>
                                    </p:set>
                                  </p:childTnLst>
                                </p:cTn>
                              </p:par>
                              <p:par>
                                <p:cTn id="443" presetID="1" presetClass="entr" presetSubtype="0" fill="hold" nodeType="withEffect">
                                  <p:stCondLst>
                                    <p:cond delay="0"/>
                                  </p:stCondLst>
                                  <p:childTnLst>
                                    <p:set>
                                      <p:cBhvr>
                                        <p:cTn id="444" dur="1" fill="hold">
                                          <p:stCondLst>
                                            <p:cond delay="0"/>
                                          </p:stCondLst>
                                        </p:cTn>
                                        <p:tgtEl>
                                          <p:spTgt spid="198"/>
                                        </p:tgtEl>
                                        <p:attrNameLst>
                                          <p:attrName>style.visibility</p:attrName>
                                        </p:attrNameLst>
                                      </p:cBhvr>
                                      <p:to>
                                        <p:strVal val="visible"/>
                                      </p:to>
                                    </p:set>
                                  </p:childTnLst>
                                </p:cTn>
                              </p:par>
                              <p:par>
                                <p:cTn id="445" presetID="1" presetClass="entr" presetSubtype="0" fill="hold" nodeType="withEffect">
                                  <p:stCondLst>
                                    <p:cond delay="0"/>
                                  </p:stCondLst>
                                  <p:childTnLst>
                                    <p:set>
                                      <p:cBhvr>
                                        <p:cTn id="446" dur="1" fill="hold">
                                          <p:stCondLst>
                                            <p:cond delay="0"/>
                                          </p:stCondLst>
                                        </p:cTn>
                                        <p:tgtEl>
                                          <p:spTgt spid="199"/>
                                        </p:tgtEl>
                                        <p:attrNameLst>
                                          <p:attrName>style.visibility</p:attrName>
                                        </p:attrNameLst>
                                      </p:cBhvr>
                                      <p:to>
                                        <p:strVal val="visible"/>
                                      </p:to>
                                    </p:set>
                                  </p:childTnLst>
                                </p:cTn>
                              </p:par>
                              <p:par>
                                <p:cTn id="447" presetID="1" presetClass="entr" presetSubtype="0" fill="hold" nodeType="withEffect">
                                  <p:stCondLst>
                                    <p:cond delay="0"/>
                                  </p:stCondLst>
                                  <p:childTnLst>
                                    <p:set>
                                      <p:cBhvr>
                                        <p:cTn id="448" dur="1" fill="hold">
                                          <p:stCondLst>
                                            <p:cond delay="0"/>
                                          </p:stCondLst>
                                        </p:cTn>
                                        <p:tgtEl>
                                          <p:spTgt spid="200"/>
                                        </p:tgtEl>
                                        <p:attrNameLst>
                                          <p:attrName>style.visibility</p:attrName>
                                        </p:attrNameLst>
                                      </p:cBhvr>
                                      <p:to>
                                        <p:strVal val="visible"/>
                                      </p:to>
                                    </p:set>
                                  </p:childTnLst>
                                </p:cTn>
                              </p:par>
                              <p:par>
                                <p:cTn id="449" presetID="1" presetClass="entr" presetSubtype="0" fill="hold" nodeType="withEffect">
                                  <p:stCondLst>
                                    <p:cond delay="0"/>
                                  </p:stCondLst>
                                  <p:childTnLst>
                                    <p:set>
                                      <p:cBhvr>
                                        <p:cTn id="450" dur="1" fill="hold">
                                          <p:stCondLst>
                                            <p:cond delay="0"/>
                                          </p:stCondLst>
                                        </p:cTn>
                                        <p:tgtEl>
                                          <p:spTgt spid="201"/>
                                        </p:tgtEl>
                                        <p:attrNameLst>
                                          <p:attrName>style.visibility</p:attrName>
                                        </p:attrNameLst>
                                      </p:cBhvr>
                                      <p:to>
                                        <p:strVal val="visible"/>
                                      </p:to>
                                    </p:set>
                                  </p:childTnLst>
                                </p:cTn>
                              </p:par>
                              <p:par>
                                <p:cTn id="451" presetID="1" presetClass="entr" presetSubtype="0" fill="hold" nodeType="withEffect">
                                  <p:stCondLst>
                                    <p:cond delay="0"/>
                                  </p:stCondLst>
                                  <p:childTnLst>
                                    <p:set>
                                      <p:cBhvr>
                                        <p:cTn id="452" dur="1" fill="hold">
                                          <p:stCondLst>
                                            <p:cond delay="0"/>
                                          </p:stCondLst>
                                        </p:cTn>
                                        <p:tgtEl>
                                          <p:spTgt spid="202"/>
                                        </p:tgtEl>
                                        <p:attrNameLst>
                                          <p:attrName>style.visibility</p:attrName>
                                        </p:attrNameLst>
                                      </p:cBhvr>
                                      <p:to>
                                        <p:strVal val="visible"/>
                                      </p:to>
                                    </p:set>
                                  </p:childTnLst>
                                </p:cTn>
                              </p:par>
                              <p:par>
                                <p:cTn id="453" presetID="1" presetClass="entr" presetSubtype="0" fill="hold" nodeType="withEffect">
                                  <p:stCondLst>
                                    <p:cond delay="0"/>
                                  </p:stCondLst>
                                  <p:childTnLst>
                                    <p:set>
                                      <p:cBhvr>
                                        <p:cTn id="454" dur="1" fill="hold">
                                          <p:stCondLst>
                                            <p:cond delay="0"/>
                                          </p:stCondLst>
                                        </p:cTn>
                                        <p:tgtEl>
                                          <p:spTgt spid="203"/>
                                        </p:tgtEl>
                                        <p:attrNameLst>
                                          <p:attrName>style.visibility</p:attrName>
                                        </p:attrNameLst>
                                      </p:cBhvr>
                                      <p:to>
                                        <p:strVal val="visible"/>
                                      </p:to>
                                    </p:set>
                                  </p:childTnLst>
                                </p:cTn>
                              </p:par>
                              <p:par>
                                <p:cTn id="455" presetID="1" presetClass="entr" presetSubtype="0" fill="hold" nodeType="withEffect">
                                  <p:stCondLst>
                                    <p:cond delay="0"/>
                                  </p:stCondLst>
                                  <p:childTnLst>
                                    <p:set>
                                      <p:cBhvr>
                                        <p:cTn id="456" dur="1" fill="hold">
                                          <p:stCondLst>
                                            <p:cond delay="0"/>
                                          </p:stCondLst>
                                        </p:cTn>
                                        <p:tgtEl>
                                          <p:spTgt spid="204"/>
                                        </p:tgtEl>
                                        <p:attrNameLst>
                                          <p:attrName>style.visibility</p:attrName>
                                        </p:attrNameLst>
                                      </p:cBhvr>
                                      <p:to>
                                        <p:strVal val="visible"/>
                                      </p:to>
                                    </p:set>
                                  </p:childTnLst>
                                </p:cTn>
                              </p:par>
                              <p:par>
                                <p:cTn id="457" presetID="1" presetClass="entr" presetSubtype="0" fill="hold" nodeType="withEffect">
                                  <p:stCondLst>
                                    <p:cond delay="0"/>
                                  </p:stCondLst>
                                  <p:childTnLst>
                                    <p:set>
                                      <p:cBhvr>
                                        <p:cTn id="458" dur="1" fill="hold">
                                          <p:stCondLst>
                                            <p:cond delay="0"/>
                                          </p:stCondLst>
                                        </p:cTn>
                                        <p:tgtEl>
                                          <p:spTgt spid="205"/>
                                        </p:tgtEl>
                                        <p:attrNameLst>
                                          <p:attrName>style.visibility</p:attrName>
                                        </p:attrNameLst>
                                      </p:cBhvr>
                                      <p:to>
                                        <p:strVal val="visible"/>
                                      </p:to>
                                    </p:set>
                                  </p:childTnLst>
                                </p:cTn>
                              </p:par>
                              <p:par>
                                <p:cTn id="459" presetID="1" presetClass="entr" presetSubtype="0" fill="hold" nodeType="withEffect">
                                  <p:stCondLst>
                                    <p:cond delay="0"/>
                                  </p:stCondLst>
                                  <p:childTnLst>
                                    <p:set>
                                      <p:cBhvr>
                                        <p:cTn id="460" dur="1" fill="hold">
                                          <p:stCondLst>
                                            <p:cond delay="0"/>
                                          </p:stCondLst>
                                        </p:cTn>
                                        <p:tgtEl>
                                          <p:spTgt spid="206"/>
                                        </p:tgtEl>
                                        <p:attrNameLst>
                                          <p:attrName>style.visibility</p:attrName>
                                        </p:attrNameLst>
                                      </p:cBhvr>
                                      <p:to>
                                        <p:strVal val="visible"/>
                                      </p:to>
                                    </p:set>
                                  </p:childTnLst>
                                </p:cTn>
                              </p:par>
                              <p:par>
                                <p:cTn id="461" presetID="1" presetClass="entr" presetSubtype="0" fill="hold" nodeType="withEffect">
                                  <p:stCondLst>
                                    <p:cond delay="0"/>
                                  </p:stCondLst>
                                  <p:childTnLst>
                                    <p:set>
                                      <p:cBhvr>
                                        <p:cTn id="462" dur="1" fill="hold">
                                          <p:stCondLst>
                                            <p:cond delay="0"/>
                                          </p:stCondLst>
                                        </p:cTn>
                                        <p:tgtEl>
                                          <p:spTgt spid="207"/>
                                        </p:tgtEl>
                                        <p:attrNameLst>
                                          <p:attrName>style.visibility</p:attrName>
                                        </p:attrNameLst>
                                      </p:cBhvr>
                                      <p:to>
                                        <p:strVal val="visible"/>
                                      </p:to>
                                    </p:set>
                                  </p:childTnLst>
                                </p:cTn>
                              </p:par>
                              <p:par>
                                <p:cTn id="463" presetID="1" presetClass="entr" presetSubtype="0" fill="hold" nodeType="withEffect">
                                  <p:stCondLst>
                                    <p:cond delay="0"/>
                                  </p:stCondLst>
                                  <p:childTnLst>
                                    <p:set>
                                      <p:cBhvr>
                                        <p:cTn id="464" dur="1" fill="hold">
                                          <p:stCondLst>
                                            <p:cond delay="0"/>
                                          </p:stCondLst>
                                        </p:cTn>
                                        <p:tgtEl>
                                          <p:spTgt spid="208"/>
                                        </p:tgtEl>
                                        <p:attrNameLst>
                                          <p:attrName>style.visibility</p:attrName>
                                        </p:attrNameLst>
                                      </p:cBhvr>
                                      <p:to>
                                        <p:strVal val="visible"/>
                                      </p:to>
                                    </p:set>
                                  </p:childTnLst>
                                </p:cTn>
                              </p:par>
                              <p:par>
                                <p:cTn id="465" presetID="1" presetClass="entr" presetSubtype="0" fill="hold" nodeType="withEffect">
                                  <p:stCondLst>
                                    <p:cond delay="0"/>
                                  </p:stCondLst>
                                  <p:childTnLst>
                                    <p:set>
                                      <p:cBhvr>
                                        <p:cTn id="466" dur="1" fill="hold">
                                          <p:stCondLst>
                                            <p:cond delay="0"/>
                                          </p:stCondLst>
                                        </p:cTn>
                                        <p:tgtEl>
                                          <p:spTgt spid="209"/>
                                        </p:tgtEl>
                                        <p:attrNameLst>
                                          <p:attrName>style.visibility</p:attrName>
                                        </p:attrNameLst>
                                      </p:cBhvr>
                                      <p:to>
                                        <p:strVal val="visible"/>
                                      </p:to>
                                    </p:set>
                                  </p:childTnLst>
                                </p:cTn>
                              </p:par>
                              <p:par>
                                <p:cTn id="467" presetID="1" presetClass="entr" presetSubtype="0" fill="hold" nodeType="withEffect">
                                  <p:stCondLst>
                                    <p:cond delay="0"/>
                                  </p:stCondLst>
                                  <p:childTnLst>
                                    <p:set>
                                      <p:cBhvr>
                                        <p:cTn id="468" dur="1" fill="hold">
                                          <p:stCondLst>
                                            <p:cond delay="0"/>
                                          </p:stCondLst>
                                        </p:cTn>
                                        <p:tgtEl>
                                          <p:spTgt spid="210"/>
                                        </p:tgtEl>
                                        <p:attrNameLst>
                                          <p:attrName>style.visibility</p:attrName>
                                        </p:attrNameLst>
                                      </p:cBhvr>
                                      <p:to>
                                        <p:strVal val="visible"/>
                                      </p:to>
                                    </p:set>
                                  </p:childTnLst>
                                </p:cTn>
                              </p:par>
                              <p:par>
                                <p:cTn id="469" presetID="1" presetClass="entr" presetSubtype="0" fill="hold" nodeType="withEffect">
                                  <p:stCondLst>
                                    <p:cond delay="0"/>
                                  </p:stCondLst>
                                  <p:childTnLst>
                                    <p:set>
                                      <p:cBhvr>
                                        <p:cTn id="470" dur="1" fill="hold">
                                          <p:stCondLst>
                                            <p:cond delay="0"/>
                                          </p:stCondLst>
                                        </p:cTn>
                                        <p:tgtEl>
                                          <p:spTgt spid="211"/>
                                        </p:tgtEl>
                                        <p:attrNameLst>
                                          <p:attrName>style.visibility</p:attrName>
                                        </p:attrNameLst>
                                      </p:cBhvr>
                                      <p:to>
                                        <p:strVal val="visible"/>
                                      </p:to>
                                    </p:set>
                                  </p:childTnLst>
                                </p:cTn>
                              </p:par>
                              <p:par>
                                <p:cTn id="471" presetID="1" presetClass="entr" presetSubtype="0" fill="hold" nodeType="withEffect">
                                  <p:stCondLst>
                                    <p:cond delay="0"/>
                                  </p:stCondLst>
                                  <p:childTnLst>
                                    <p:set>
                                      <p:cBhvr>
                                        <p:cTn id="472" dur="1" fill="hold">
                                          <p:stCondLst>
                                            <p:cond delay="0"/>
                                          </p:stCondLst>
                                        </p:cTn>
                                        <p:tgtEl>
                                          <p:spTgt spid="212"/>
                                        </p:tgtEl>
                                        <p:attrNameLst>
                                          <p:attrName>style.visibility</p:attrName>
                                        </p:attrNameLst>
                                      </p:cBhvr>
                                      <p:to>
                                        <p:strVal val="visible"/>
                                      </p:to>
                                    </p:set>
                                  </p:childTnLst>
                                </p:cTn>
                              </p:par>
                              <p:par>
                                <p:cTn id="473" presetID="1" presetClass="entr" presetSubtype="0" fill="hold" nodeType="withEffect">
                                  <p:stCondLst>
                                    <p:cond delay="0"/>
                                  </p:stCondLst>
                                  <p:childTnLst>
                                    <p:set>
                                      <p:cBhvr>
                                        <p:cTn id="474" dur="1" fill="hold">
                                          <p:stCondLst>
                                            <p:cond delay="0"/>
                                          </p:stCondLst>
                                        </p:cTn>
                                        <p:tgtEl>
                                          <p:spTgt spid="213"/>
                                        </p:tgtEl>
                                        <p:attrNameLst>
                                          <p:attrName>style.visibility</p:attrName>
                                        </p:attrNameLst>
                                      </p:cBhvr>
                                      <p:to>
                                        <p:strVal val="visible"/>
                                      </p:to>
                                    </p:set>
                                  </p:childTnLst>
                                </p:cTn>
                              </p:par>
                            </p:childTnLst>
                          </p:cTn>
                        </p:par>
                      </p:childTnLst>
                    </p:cTn>
                  </p:par>
                  <p:par>
                    <p:cTn id="475" fill="hold">
                      <p:stCondLst>
                        <p:cond delay="indefinite"/>
                      </p:stCondLst>
                      <p:childTnLst>
                        <p:par>
                          <p:cTn id="476" fill="hold">
                            <p:stCondLst>
                              <p:cond delay="0"/>
                            </p:stCondLst>
                            <p:childTnLst>
                              <p:par>
                                <p:cTn id="477" presetID="1" presetClass="exit" presetSubtype="0" fill="hold" nodeType="clickEffect">
                                  <p:stCondLst>
                                    <p:cond delay="0"/>
                                  </p:stCondLst>
                                  <p:childTnLst>
                                    <p:set>
                                      <p:cBhvr>
                                        <p:cTn id="478" dur="1" fill="hold">
                                          <p:stCondLst>
                                            <p:cond delay="0"/>
                                          </p:stCondLst>
                                        </p:cTn>
                                        <p:tgtEl>
                                          <p:spTgt spid="185"/>
                                        </p:tgtEl>
                                        <p:attrNameLst>
                                          <p:attrName>style.visibility</p:attrName>
                                        </p:attrNameLst>
                                      </p:cBhvr>
                                      <p:to>
                                        <p:strVal val="hidden"/>
                                      </p:to>
                                    </p:set>
                                  </p:childTnLst>
                                </p:cTn>
                              </p:par>
                              <p:par>
                                <p:cTn id="479" presetID="1" presetClass="exit" presetSubtype="0" fill="hold" nodeType="withEffect">
                                  <p:stCondLst>
                                    <p:cond delay="0"/>
                                  </p:stCondLst>
                                  <p:childTnLst>
                                    <p:set>
                                      <p:cBhvr>
                                        <p:cTn id="480" dur="1" fill="hold">
                                          <p:stCondLst>
                                            <p:cond delay="0"/>
                                          </p:stCondLst>
                                        </p:cTn>
                                        <p:tgtEl>
                                          <p:spTgt spid="186"/>
                                        </p:tgtEl>
                                        <p:attrNameLst>
                                          <p:attrName>style.visibility</p:attrName>
                                        </p:attrNameLst>
                                      </p:cBhvr>
                                      <p:to>
                                        <p:strVal val="hidden"/>
                                      </p:to>
                                    </p:set>
                                  </p:childTnLst>
                                </p:cTn>
                              </p:par>
                              <p:par>
                                <p:cTn id="481" presetID="1" presetClass="exit" presetSubtype="0" fill="hold" nodeType="withEffect">
                                  <p:stCondLst>
                                    <p:cond delay="0"/>
                                  </p:stCondLst>
                                  <p:childTnLst>
                                    <p:set>
                                      <p:cBhvr>
                                        <p:cTn id="482" dur="1" fill="hold">
                                          <p:stCondLst>
                                            <p:cond delay="0"/>
                                          </p:stCondLst>
                                        </p:cTn>
                                        <p:tgtEl>
                                          <p:spTgt spid="187"/>
                                        </p:tgtEl>
                                        <p:attrNameLst>
                                          <p:attrName>style.visibility</p:attrName>
                                        </p:attrNameLst>
                                      </p:cBhvr>
                                      <p:to>
                                        <p:strVal val="hidden"/>
                                      </p:to>
                                    </p:set>
                                  </p:childTnLst>
                                </p:cTn>
                              </p:par>
                              <p:par>
                                <p:cTn id="483" presetID="1" presetClass="exit" presetSubtype="0" fill="hold" nodeType="withEffect">
                                  <p:stCondLst>
                                    <p:cond delay="0"/>
                                  </p:stCondLst>
                                  <p:childTnLst>
                                    <p:set>
                                      <p:cBhvr>
                                        <p:cTn id="484" dur="1" fill="hold">
                                          <p:stCondLst>
                                            <p:cond delay="0"/>
                                          </p:stCondLst>
                                        </p:cTn>
                                        <p:tgtEl>
                                          <p:spTgt spid="188"/>
                                        </p:tgtEl>
                                        <p:attrNameLst>
                                          <p:attrName>style.visibility</p:attrName>
                                        </p:attrNameLst>
                                      </p:cBhvr>
                                      <p:to>
                                        <p:strVal val="hidden"/>
                                      </p:to>
                                    </p:set>
                                  </p:childTnLst>
                                </p:cTn>
                              </p:par>
                              <p:par>
                                <p:cTn id="485" presetID="1" presetClass="exit" presetSubtype="0" fill="hold" nodeType="withEffect">
                                  <p:stCondLst>
                                    <p:cond delay="0"/>
                                  </p:stCondLst>
                                  <p:childTnLst>
                                    <p:set>
                                      <p:cBhvr>
                                        <p:cTn id="486" dur="1" fill="hold">
                                          <p:stCondLst>
                                            <p:cond delay="0"/>
                                          </p:stCondLst>
                                        </p:cTn>
                                        <p:tgtEl>
                                          <p:spTgt spid="189"/>
                                        </p:tgtEl>
                                        <p:attrNameLst>
                                          <p:attrName>style.visibility</p:attrName>
                                        </p:attrNameLst>
                                      </p:cBhvr>
                                      <p:to>
                                        <p:strVal val="hidden"/>
                                      </p:to>
                                    </p:set>
                                  </p:childTnLst>
                                </p:cTn>
                              </p:par>
                              <p:par>
                                <p:cTn id="487" presetID="1" presetClass="exit" presetSubtype="0" fill="hold" nodeType="withEffect">
                                  <p:stCondLst>
                                    <p:cond delay="0"/>
                                  </p:stCondLst>
                                  <p:childTnLst>
                                    <p:set>
                                      <p:cBhvr>
                                        <p:cTn id="488" dur="1" fill="hold">
                                          <p:stCondLst>
                                            <p:cond delay="0"/>
                                          </p:stCondLst>
                                        </p:cTn>
                                        <p:tgtEl>
                                          <p:spTgt spid="190"/>
                                        </p:tgtEl>
                                        <p:attrNameLst>
                                          <p:attrName>style.visibility</p:attrName>
                                        </p:attrNameLst>
                                      </p:cBhvr>
                                      <p:to>
                                        <p:strVal val="hidden"/>
                                      </p:to>
                                    </p:set>
                                  </p:childTnLst>
                                </p:cTn>
                              </p:par>
                              <p:par>
                                <p:cTn id="489" presetID="1" presetClass="exit" presetSubtype="0" fill="hold" nodeType="withEffect">
                                  <p:stCondLst>
                                    <p:cond delay="0"/>
                                  </p:stCondLst>
                                  <p:childTnLst>
                                    <p:set>
                                      <p:cBhvr>
                                        <p:cTn id="490" dur="1" fill="hold">
                                          <p:stCondLst>
                                            <p:cond delay="0"/>
                                          </p:stCondLst>
                                        </p:cTn>
                                        <p:tgtEl>
                                          <p:spTgt spid="191"/>
                                        </p:tgtEl>
                                        <p:attrNameLst>
                                          <p:attrName>style.visibility</p:attrName>
                                        </p:attrNameLst>
                                      </p:cBhvr>
                                      <p:to>
                                        <p:strVal val="hidden"/>
                                      </p:to>
                                    </p:set>
                                  </p:childTnLst>
                                </p:cTn>
                              </p:par>
                              <p:par>
                                <p:cTn id="491" presetID="1" presetClass="exit" presetSubtype="0" fill="hold" nodeType="withEffect">
                                  <p:stCondLst>
                                    <p:cond delay="0"/>
                                  </p:stCondLst>
                                  <p:childTnLst>
                                    <p:set>
                                      <p:cBhvr>
                                        <p:cTn id="492" dur="1" fill="hold">
                                          <p:stCondLst>
                                            <p:cond delay="0"/>
                                          </p:stCondLst>
                                        </p:cTn>
                                        <p:tgtEl>
                                          <p:spTgt spid="192"/>
                                        </p:tgtEl>
                                        <p:attrNameLst>
                                          <p:attrName>style.visibility</p:attrName>
                                        </p:attrNameLst>
                                      </p:cBhvr>
                                      <p:to>
                                        <p:strVal val="hidden"/>
                                      </p:to>
                                    </p:set>
                                  </p:childTnLst>
                                </p:cTn>
                              </p:par>
                              <p:par>
                                <p:cTn id="493" presetID="1" presetClass="exit" presetSubtype="0" fill="hold" nodeType="withEffect">
                                  <p:stCondLst>
                                    <p:cond delay="0"/>
                                  </p:stCondLst>
                                  <p:childTnLst>
                                    <p:set>
                                      <p:cBhvr>
                                        <p:cTn id="494" dur="1" fill="hold">
                                          <p:stCondLst>
                                            <p:cond delay="0"/>
                                          </p:stCondLst>
                                        </p:cTn>
                                        <p:tgtEl>
                                          <p:spTgt spid="193"/>
                                        </p:tgtEl>
                                        <p:attrNameLst>
                                          <p:attrName>style.visibility</p:attrName>
                                        </p:attrNameLst>
                                      </p:cBhvr>
                                      <p:to>
                                        <p:strVal val="hidden"/>
                                      </p:to>
                                    </p:set>
                                  </p:childTnLst>
                                </p:cTn>
                              </p:par>
                              <p:par>
                                <p:cTn id="495" presetID="1" presetClass="exit" presetSubtype="0" fill="hold" nodeType="withEffect">
                                  <p:stCondLst>
                                    <p:cond delay="0"/>
                                  </p:stCondLst>
                                  <p:childTnLst>
                                    <p:set>
                                      <p:cBhvr>
                                        <p:cTn id="496" dur="1" fill="hold">
                                          <p:stCondLst>
                                            <p:cond delay="0"/>
                                          </p:stCondLst>
                                        </p:cTn>
                                        <p:tgtEl>
                                          <p:spTgt spid="194"/>
                                        </p:tgtEl>
                                        <p:attrNameLst>
                                          <p:attrName>style.visibility</p:attrName>
                                        </p:attrNameLst>
                                      </p:cBhvr>
                                      <p:to>
                                        <p:strVal val="hidden"/>
                                      </p:to>
                                    </p:set>
                                  </p:childTnLst>
                                </p:cTn>
                              </p:par>
                              <p:par>
                                <p:cTn id="497" presetID="1" presetClass="exit" presetSubtype="0" fill="hold" nodeType="withEffect">
                                  <p:stCondLst>
                                    <p:cond delay="0"/>
                                  </p:stCondLst>
                                  <p:childTnLst>
                                    <p:set>
                                      <p:cBhvr>
                                        <p:cTn id="498" dur="1" fill="hold">
                                          <p:stCondLst>
                                            <p:cond delay="0"/>
                                          </p:stCondLst>
                                        </p:cTn>
                                        <p:tgtEl>
                                          <p:spTgt spid="195"/>
                                        </p:tgtEl>
                                        <p:attrNameLst>
                                          <p:attrName>style.visibility</p:attrName>
                                        </p:attrNameLst>
                                      </p:cBhvr>
                                      <p:to>
                                        <p:strVal val="hidden"/>
                                      </p:to>
                                    </p:set>
                                  </p:childTnLst>
                                </p:cTn>
                              </p:par>
                              <p:par>
                                <p:cTn id="499" presetID="1" presetClass="exit" presetSubtype="0" fill="hold" nodeType="withEffect">
                                  <p:stCondLst>
                                    <p:cond delay="0"/>
                                  </p:stCondLst>
                                  <p:childTnLst>
                                    <p:set>
                                      <p:cBhvr>
                                        <p:cTn id="500" dur="1" fill="hold">
                                          <p:stCondLst>
                                            <p:cond delay="0"/>
                                          </p:stCondLst>
                                        </p:cTn>
                                        <p:tgtEl>
                                          <p:spTgt spid="196"/>
                                        </p:tgtEl>
                                        <p:attrNameLst>
                                          <p:attrName>style.visibility</p:attrName>
                                        </p:attrNameLst>
                                      </p:cBhvr>
                                      <p:to>
                                        <p:strVal val="hidden"/>
                                      </p:to>
                                    </p:set>
                                  </p:childTnLst>
                                </p:cTn>
                              </p:par>
                              <p:par>
                                <p:cTn id="501" presetID="1" presetClass="exit" presetSubtype="0" fill="hold" nodeType="withEffect">
                                  <p:stCondLst>
                                    <p:cond delay="0"/>
                                  </p:stCondLst>
                                  <p:childTnLst>
                                    <p:set>
                                      <p:cBhvr>
                                        <p:cTn id="502" dur="1" fill="hold">
                                          <p:stCondLst>
                                            <p:cond delay="0"/>
                                          </p:stCondLst>
                                        </p:cTn>
                                        <p:tgtEl>
                                          <p:spTgt spid="197"/>
                                        </p:tgtEl>
                                        <p:attrNameLst>
                                          <p:attrName>style.visibility</p:attrName>
                                        </p:attrNameLst>
                                      </p:cBhvr>
                                      <p:to>
                                        <p:strVal val="hidden"/>
                                      </p:to>
                                    </p:set>
                                  </p:childTnLst>
                                </p:cTn>
                              </p:par>
                              <p:par>
                                <p:cTn id="503" presetID="1" presetClass="exit" presetSubtype="0" fill="hold" nodeType="withEffect">
                                  <p:stCondLst>
                                    <p:cond delay="0"/>
                                  </p:stCondLst>
                                  <p:childTnLst>
                                    <p:set>
                                      <p:cBhvr>
                                        <p:cTn id="504" dur="1" fill="hold">
                                          <p:stCondLst>
                                            <p:cond delay="0"/>
                                          </p:stCondLst>
                                        </p:cTn>
                                        <p:tgtEl>
                                          <p:spTgt spid="198"/>
                                        </p:tgtEl>
                                        <p:attrNameLst>
                                          <p:attrName>style.visibility</p:attrName>
                                        </p:attrNameLst>
                                      </p:cBhvr>
                                      <p:to>
                                        <p:strVal val="hidden"/>
                                      </p:to>
                                    </p:set>
                                  </p:childTnLst>
                                </p:cTn>
                              </p:par>
                              <p:par>
                                <p:cTn id="505" presetID="1" presetClass="exit" presetSubtype="0" fill="hold" nodeType="withEffect">
                                  <p:stCondLst>
                                    <p:cond delay="0"/>
                                  </p:stCondLst>
                                  <p:childTnLst>
                                    <p:set>
                                      <p:cBhvr>
                                        <p:cTn id="506" dur="1" fill="hold">
                                          <p:stCondLst>
                                            <p:cond delay="0"/>
                                          </p:stCondLst>
                                        </p:cTn>
                                        <p:tgtEl>
                                          <p:spTgt spid="199"/>
                                        </p:tgtEl>
                                        <p:attrNameLst>
                                          <p:attrName>style.visibility</p:attrName>
                                        </p:attrNameLst>
                                      </p:cBhvr>
                                      <p:to>
                                        <p:strVal val="hidden"/>
                                      </p:to>
                                    </p:set>
                                  </p:childTnLst>
                                </p:cTn>
                              </p:par>
                              <p:par>
                                <p:cTn id="507" presetID="1" presetClass="exit" presetSubtype="0" fill="hold" nodeType="withEffect">
                                  <p:stCondLst>
                                    <p:cond delay="0"/>
                                  </p:stCondLst>
                                  <p:childTnLst>
                                    <p:set>
                                      <p:cBhvr>
                                        <p:cTn id="508" dur="1" fill="hold">
                                          <p:stCondLst>
                                            <p:cond delay="0"/>
                                          </p:stCondLst>
                                        </p:cTn>
                                        <p:tgtEl>
                                          <p:spTgt spid="200"/>
                                        </p:tgtEl>
                                        <p:attrNameLst>
                                          <p:attrName>style.visibility</p:attrName>
                                        </p:attrNameLst>
                                      </p:cBhvr>
                                      <p:to>
                                        <p:strVal val="hidden"/>
                                      </p:to>
                                    </p:set>
                                  </p:childTnLst>
                                </p:cTn>
                              </p:par>
                              <p:par>
                                <p:cTn id="509" presetID="1" presetClass="exit" presetSubtype="0" fill="hold" nodeType="withEffect">
                                  <p:stCondLst>
                                    <p:cond delay="0"/>
                                  </p:stCondLst>
                                  <p:childTnLst>
                                    <p:set>
                                      <p:cBhvr>
                                        <p:cTn id="510" dur="1" fill="hold">
                                          <p:stCondLst>
                                            <p:cond delay="0"/>
                                          </p:stCondLst>
                                        </p:cTn>
                                        <p:tgtEl>
                                          <p:spTgt spid="201"/>
                                        </p:tgtEl>
                                        <p:attrNameLst>
                                          <p:attrName>style.visibility</p:attrName>
                                        </p:attrNameLst>
                                      </p:cBhvr>
                                      <p:to>
                                        <p:strVal val="hidden"/>
                                      </p:to>
                                    </p:set>
                                  </p:childTnLst>
                                </p:cTn>
                              </p:par>
                              <p:par>
                                <p:cTn id="511" presetID="1" presetClass="exit" presetSubtype="0" fill="hold" nodeType="withEffect">
                                  <p:stCondLst>
                                    <p:cond delay="0"/>
                                  </p:stCondLst>
                                  <p:childTnLst>
                                    <p:set>
                                      <p:cBhvr>
                                        <p:cTn id="512" dur="1" fill="hold">
                                          <p:stCondLst>
                                            <p:cond delay="0"/>
                                          </p:stCondLst>
                                        </p:cTn>
                                        <p:tgtEl>
                                          <p:spTgt spid="202"/>
                                        </p:tgtEl>
                                        <p:attrNameLst>
                                          <p:attrName>style.visibility</p:attrName>
                                        </p:attrNameLst>
                                      </p:cBhvr>
                                      <p:to>
                                        <p:strVal val="hidden"/>
                                      </p:to>
                                    </p:set>
                                  </p:childTnLst>
                                </p:cTn>
                              </p:par>
                              <p:par>
                                <p:cTn id="513" presetID="1" presetClass="exit" presetSubtype="0" fill="hold" nodeType="withEffect">
                                  <p:stCondLst>
                                    <p:cond delay="0"/>
                                  </p:stCondLst>
                                  <p:childTnLst>
                                    <p:set>
                                      <p:cBhvr>
                                        <p:cTn id="514" dur="1" fill="hold">
                                          <p:stCondLst>
                                            <p:cond delay="0"/>
                                          </p:stCondLst>
                                        </p:cTn>
                                        <p:tgtEl>
                                          <p:spTgt spid="203"/>
                                        </p:tgtEl>
                                        <p:attrNameLst>
                                          <p:attrName>style.visibility</p:attrName>
                                        </p:attrNameLst>
                                      </p:cBhvr>
                                      <p:to>
                                        <p:strVal val="hidden"/>
                                      </p:to>
                                    </p:set>
                                  </p:childTnLst>
                                </p:cTn>
                              </p:par>
                              <p:par>
                                <p:cTn id="515" presetID="1" presetClass="exit" presetSubtype="0" fill="hold" nodeType="withEffect">
                                  <p:stCondLst>
                                    <p:cond delay="0"/>
                                  </p:stCondLst>
                                  <p:childTnLst>
                                    <p:set>
                                      <p:cBhvr>
                                        <p:cTn id="516" dur="1" fill="hold">
                                          <p:stCondLst>
                                            <p:cond delay="0"/>
                                          </p:stCondLst>
                                        </p:cTn>
                                        <p:tgtEl>
                                          <p:spTgt spid="204"/>
                                        </p:tgtEl>
                                        <p:attrNameLst>
                                          <p:attrName>style.visibility</p:attrName>
                                        </p:attrNameLst>
                                      </p:cBhvr>
                                      <p:to>
                                        <p:strVal val="hidden"/>
                                      </p:to>
                                    </p:set>
                                  </p:childTnLst>
                                </p:cTn>
                              </p:par>
                              <p:par>
                                <p:cTn id="517" presetID="1" presetClass="exit" presetSubtype="0" fill="hold" nodeType="withEffect">
                                  <p:stCondLst>
                                    <p:cond delay="0"/>
                                  </p:stCondLst>
                                  <p:childTnLst>
                                    <p:set>
                                      <p:cBhvr>
                                        <p:cTn id="518" dur="1" fill="hold">
                                          <p:stCondLst>
                                            <p:cond delay="0"/>
                                          </p:stCondLst>
                                        </p:cTn>
                                        <p:tgtEl>
                                          <p:spTgt spid="205"/>
                                        </p:tgtEl>
                                        <p:attrNameLst>
                                          <p:attrName>style.visibility</p:attrName>
                                        </p:attrNameLst>
                                      </p:cBhvr>
                                      <p:to>
                                        <p:strVal val="hidden"/>
                                      </p:to>
                                    </p:set>
                                  </p:childTnLst>
                                </p:cTn>
                              </p:par>
                              <p:par>
                                <p:cTn id="519" presetID="1" presetClass="exit" presetSubtype="0" fill="hold" nodeType="withEffect">
                                  <p:stCondLst>
                                    <p:cond delay="0"/>
                                  </p:stCondLst>
                                  <p:childTnLst>
                                    <p:set>
                                      <p:cBhvr>
                                        <p:cTn id="520" dur="1" fill="hold">
                                          <p:stCondLst>
                                            <p:cond delay="0"/>
                                          </p:stCondLst>
                                        </p:cTn>
                                        <p:tgtEl>
                                          <p:spTgt spid="206"/>
                                        </p:tgtEl>
                                        <p:attrNameLst>
                                          <p:attrName>style.visibility</p:attrName>
                                        </p:attrNameLst>
                                      </p:cBhvr>
                                      <p:to>
                                        <p:strVal val="hidden"/>
                                      </p:to>
                                    </p:set>
                                  </p:childTnLst>
                                </p:cTn>
                              </p:par>
                              <p:par>
                                <p:cTn id="521" presetID="1" presetClass="exit" presetSubtype="0" fill="hold" nodeType="withEffect">
                                  <p:stCondLst>
                                    <p:cond delay="0"/>
                                  </p:stCondLst>
                                  <p:childTnLst>
                                    <p:set>
                                      <p:cBhvr>
                                        <p:cTn id="522" dur="1" fill="hold">
                                          <p:stCondLst>
                                            <p:cond delay="0"/>
                                          </p:stCondLst>
                                        </p:cTn>
                                        <p:tgtEl>
                                          <p:spTgt spid="207"/>
                                        </p:tgtEl>
                                        <p:attrNameLst>
                                          <p:attrName>style.visibility</p:attrName>
                                        </p:attrNameLst>
                                      </p:cBhvr>
                                      <p:to>
                                        <p:strVal val="hidden"/>
                                      </p:to>
                                    </p:set>
                                  </p:childTnLst>
                                </p:cTn>
                              </p:par>
                              <p:par>
                                <p:cTn id="523" presetID="1" presetClass="exit" presetSubtype="0" fill="hold" nodeType="withEffect">
                                  <p:stCondLst>
                                    <p:cond delay="0"/>
                                  </p:stCondLst>
                                  <p:childTnLst>
                                    <p:set>
                                      <p:cBhvr>
                                        <p:cTn id="524" dur="1" fill="hold">
                                          <p:stCondLst>
                                            <p:cond delay="0"/>
                                          </p:stCondLst>
                                        </p:cTn>
                                        <p:tgtEl>
                                          <p:spTgt spid="208"/>
                                        </p:tgtEl>
                                        <p:attrNameLst>
                                          <p:attrName>style.visibility</p:attrName>
                                        </p:attrNameLst>
                                      </p:cBhvr>
                                      <p:to>
                                        <p:strVal val="hidden"/>
                                      </p:to>
                                    </p:set>
                                  </p:childTnLst>
                                </p:cTn>
                              </p:par>
                              <p:par>
                                <p:cTn id="525" presetID="1" presetClass="exit" presetSubtype="0" fill="hold" nodeType="withEffect">
                                  <p:stCondLst>
                                    <p:cond delay="0"/>
                                  </p:stCondLst>
                                  <p:childTnLst>
                                    <p:set>
                                      <p:cBhvr>
                                        <p:cTn id="526" dur="1" fill="hold">
                                          <p:stCondLst>
                                            <p:cond delay="0"/>
                                          </p:stCondLst>
                                        </p:cTn>
                                        <p:tgtEl>
                                          <p:spTgt spid="209"/>
                                        </p:tgtEl>
                                        <p:attrNameLst>
                                          <p:attrName>style.visibility</p:attrName>
                                        </p:attrNameLst>
                                      </p:cBhvr>
                                      <p:to>
                                        <p:strVal val="hidden"/>
                                      </p:to>
                                    </p:set>
                                  </p:childTnLst>
                                </p:cTn>
                              </p:par>
                              <p:par>
                                <p:cTn id="527" presetID="1" presetClass="exit" presetSubtype="0" fill="hold" nodeType="withEffect">
                                  <p:stCondLst>
                                    <p:cond delay="0"/>
                                  </p:stCondLst>
                                  <p:childTnLst>
                                    <p:set>
                                      <p:cBhvr>
                                        <p:cTn id="528" dur="1" fill="hold">
                                          <p:stCondLst>
                                            <p:cond delay="0"/>
                                          </p:stCondLst>
                                        </p:cTn>
                                        <p:tgtEl>
                                          <p:spTgt spid="210"/>
                                        </p:tgtEl>
                                        <p:attrNameLst>
                                          <p:attrName>style.visibility</p:attrName>
                                        </p:attrNameLst>
                                      </p:cBhvr>
                                      <p:to>
                                        <p:strVal val="hidden"/>
                                      </p:to>
                                    </p:set>
                                  </p:childTnLst>
                                </p:cTn>
                              </p:par>
                              <p:par>
                                <p:cTn id="529" presetID="1" presetClass="exit" presetSubtype="0" fill="hold" nodeType="withEffect">
                                  <p:stCondLst>
                                    <p:cond delay="0"/>
                                  </p:stCondLst>
                                  <p:childTnLst>
                                    <p:set>
                                      <p:cBhvr>
                                        <p:cTn id="530" dur="1" fill="hold">
                                          <p:stCondLst>
                                            <p:cond delay="0"/>
                                          </p:stCondLst>
                                        </p:cTn>
                                        <p:tgtEl>
                                          <p:spTgt spid="211"/>
                                        </p:tgtEl>
                                        <p:attrNameLst>
                                          <p:attrName>style.visibility</p:attrName>
                                        </p:attrNameLst>
                                      </p:cBhvr>
                                      <p:to>
                                        <p:strVal val="hidden"/>
                                      </p:to>
                                    </p:set>
                                  </p:childTnLst>
                                </p:cTn>
                              </p:par>
                              <p:par>
                                <p:cTn id="531" presetID="1" presetClass="exit" presetSubtype="0" fill="hold" nodeType="withEffect">
                                  <p:stCondLst>
                                    <p:cond delay="0"/>
                                  </p:stCondLst>
                                  <p:childTnLst>
                                    <p:set>
                                      <p:cBhvr>
                                        <p:cTn id="532" dur="1" fill="hold">
                                          <p:stCondLst>
                                            <p:cond delay="0"/>
                                          </p:stCondLst>
                                        </p:cTn>
                                        <p:tgtEl>
                                          <p:spTgt spid="212"/>
                                        </p:tgtEl>
                                        <p:attrNameLst>
                                          <p:attrName>style.visibility</p:attrName>
                                        </p:attrNameLst>
                                      </p:cBhvr>
                                      <p:to>
                                        <p:strVal val="hidden"/>
                                      </p:to>
                                    </p:set>
                                  </p:childTnLst>
                                </p:cTn>
                              </p:par>
                              <p:par>
                                <p:cTn id="533" presetID="1" presetClass="exit" presetSubtype="0" fill="hold" nodeType="withEffect">
                                  <p:stCondLst>
                                    <p:cond delay="0"/>
                                  </p:stCondLst>
                                  <p:childTnLst>
                                    <p:set>
                                      <p:cBhvr>
                                        <p:cTn id="534" dur="1" fill="hold">
                                          <p:stCondLst>
                                            <p:cond delay="0"/>
                                          </p:stCondLst>
                                        </p:cTn>
                                        <p:tgtEl>
                                          <p:spTgt spid="213"/>
                                        </p:tgtEl>
                                        <p:attrNameLst>
                                          <p:attrName>style.visibility</p:attrName>
                                        </p:attrNameLst>
                                      </p:cBhvr>
                                      <p:to>
                                        <p:strVal val="hidden"/>
                                      </p:to>
                                    </p:set>
                                  </p:childTnLst>
                                </p:cTn>
                              </p:par>
                              <p:par>
                                <p:cTn id="535" presetID="1" presetClass="entr" presetSubtype="0" fill="hold" nodeType="withEffect">
                                  <p:stCondLst>
                                    <p:cond delay="0"/>
                                  </p:stCondLst>
                                  <p:childTnLst>
                                    <p:set>
                                      <p:cBhvr>
                                        <p:cTn id="536" dur="1" fill="hold">
                                          <p:stCondLst>
                                            <p:cond delay="0"/>
                                          </p:stCondLst>
                                        </p:cTn>
                                        <p:tgtEl>
                                          <p:spTgt spid="214"/>
                                        </p:tgtEl>
                                        <p:attrNameLst>
                                          <p:attrName>style.visibility</p:attrName>
                                        </p:attrNameLst>
                                      </p:cBhvr>
                                      <p:to>
                                        <p:strVal val="visible"/>
                                      </p:to>
                                    </p:set>
                                  </p:childTnLst>
                                </p:cTn>
                              </p:par>
                              <p:par>
                                <p:cTn id="537" presetID="1" presetClass="entr" presetSubtype="0" fill="hold" nodeType="withEffect">
                                  <p:stCondLst>
                                    <p:cond delay="0"/>
                                  </p:stCondLst>
                                  <p:childTnLst>
                                    <p:set>
                                      <p:cBhvr>
                                        <p:cTn id="538" dur="1" fill="hold">
                                          <p:stCondLst>
                                            <p:cond delay="0"/>
                                          </p:stCondLst>
                                        </p:cTn>
                                        <p:tgtEl>
                                          <p:spTgt spid="215"/>
                                        </p:tgtEl>
                                        <p:attrNameLst>
                                          <p:attrName>style.visibility</p:attrName>
                                        </p:attrNameLst>
                                      </p:cBhvr>
                                      <p:to>
                                        <p:strVal val="visible"/>
                                      </p:to>
                                    </p:set>
                                  </p:childTnLst>
                                </p:cTn>
                              </p:par>
                              <p:par>
                                <p:cTn id="539" presetID="1" presetClass="entr" presetSubtype="0" fill="hold" nodeType="withEffect">
                                  <p:stCondLst>
                                    <p:cond delay="0"/>
                                  </p:stCondLst>
                                  <p:childTnLst>
                                    <p:set>
                                      <p:cBhvr>
                                        <p:cTn id="540" dur="1" fill="hold">
                                          <p:stCondLst>
                                            <p:cond delay="0"/>
                                          </p:stCondLst>
                                        </p:cTn>
                                        <p:tgtEl>
                                          <p:spTgt spid="216"/>
                                        </p:tgtEl>
                                        <p:attrNameLst>
                                          <p:attrName>style.visibility</p:attrName>
                                        </p:attrNameLst>
                                      </p:cBhvr>
                                      <p:to>
                                        <p:strVal val="visible"/>
                                      </p:to>
                                    </p:set>
                                  </p:childTnLst>
                                </p:cTn>
                              </p:par>
                              <p:par>
                                <p:cTn id="541" presetID="1" presetClass="entr" presetSubtype="0" fill="hold" nodeType="withEffect">
                                  <p:stCondLst>
                                    <p:cond delay="0"/>
                                  </p:stCondLst>
                                  <p:childTnLst>
                                    <p:set>
                                      <p:cBhvr>
                                        <p:cTn id="542" dur="1" fill="hold">
                                          <p:stCondLst>
                                            <p:cond delay="0"/>
                                          </p:stCondLst>
                                        </p:cTn>
                                        <p:tgtEl>
                                          <p:spTgt spid="217"/>
                                        </p:tgtEl>
                                        <p:attrNameLst>
                                          <p:attrName>style.visibility</p:attrName>
                                        </p:attrNameLst>
                                      </p:cBhvr>
                                      <p:to>
                                        <p:strVal val="visible"/>
                                      </p:to>
                                    </p:set>
                                  </p:childTnLst>
                                </p:cTn>
                              </p:par>
                              <p:par>
                                <p:cTn id="543" presetID="1" presetClass="entr" presetSubtype="0" fill="hold" nodeType="withEffect">
                                  <p:stCondLst>
                                    <p:cond delay="0"/>
                                  </p:stCondLst>
                                  <p:childTnLst>
                                    <p:set>
                                      <p:cBhvr>
                                        <p:cTn id="544" dur="1" fill="hold">
                                          <p:stCondLst>
                                            <p:cond delay="0"/>
                                          </p:stCondLst>
                                        </p:cTn>
                                        <p:tgtEl>
                                          <p:spTgt spid="218"/>
                                        </p:tgtEl>
                                        <p:attrNameLst>
                                          <p:attrName>style.visibility</p:attrName>
                                        </p:attrNameLst>
                                      </p:cBhvr>
                                      <p:to>
                                        <p:strVal val="visible"/>
                                      </p:to>
                                    </p:set>
                                  </p:childTnLst>
                                </p:cTn>
                              </p:par>
                              <p:par>
                                <p:cTn id="545" presetID="1" presetClass="entr" presetSubtype="0" fill="hold" nodeType="withEffect">
                                  <p:stCondLst>
                                    <p:cond delay="0"/>
                                  </p:stCondLst>
                                  <p:childTnLst>
                                    <p:set>
                                      <p:cBhvr>
                                        <p:cTn id="546" dur="1" fill="hold">
                                          <p:stCondLst>
                                            <p:cond delay="0"/>
                                          </p:stCondLst>
                                        </p:cTn>
                                        <p:tgtEl>
                                          <p:spTgt spid="219"/>
                                        </p:tgtEl>
                                        <p:attrNameLst>
                                          <p:attrName>style.visibility</p:attrName>
                                        </p:attrNameLst>
                                      </p:cBhvr>
                                      <p:to>
                                        <p:strVal val="visible"/>
                                      </p:to>
                                    </p:set>
                                  </p:childTnLst>
                                </p:cTn>
                              </p:par>
                              <p:par>
                                <p:cTn id="547" presetID="1" presetClass="entr" presetSubtype="0" fill="hold" nodeType="withEffect">
                                  <p:stCondLst>
                                    <p:cond delay="0"/>
                                  </p:stCondLst>
                                  <p:childTnLst>
                                    <p:set>
                                      <p:cBhvr>
                                        <p:cTn id="548" dur="1" fill="hold">
                                          <p:stCondLst>
                                            <p:cond delay="0"/>
                                          </p:stCondLst>
                                        </p:cTn>
                                        <p:tgtEl>
                                          <p:spTgt spid="220"/>
                                        </p:tgtEl>
                                        <p:attrNameLst>
                                          <p:attrName>style.visibility</p:attrName>
                                        </p:attrNameLst>
                                      </p:cBhvr>
                                      <p:to>
                                        <p:strVal val="visible"/>
                                      </p:to>
                                    </p:set>
                                  </p:childTnLst>
                                </p:cTn>
                              </p:par>
                              <p:par>
                                <p:cTn id="549" presetID="1" presetClass="entr" presetSubtype="0" fill="hold" nodeType="withEffect">
                                  <p:stCondLst>
                                    <p:cond delay="0"/>
                                  </p:stCondLst>
                                  <p:childTnLst>
                                    <p:set>
                                      <p:cBhvr>
                                        <p:cTn id="550" dur="1" fill="hold">
                                          <p:stCondLst>
                                            <p:cond delay="0"/>
                                          </p:stCondLst>
                                        </p:cTn>
                                        <p:tgtEl>
                                          <p:spTgt spid="221"/>
                                        </p:tgtEl>
                                        <p:attrNameLst>
                                          <p:attrName>style.visibility</p:attrName>
                                        </p:attrNameLst>
                                      </p:cBhvr>
                                      <p:to>
                                        <p:strVal val="visible"/>
                                      </p:to>
                                    </p:set>
                                  </p:childTnLst>
                                </p:cTn>
                              </p:par>
                              <p:par>
                                <p:cTn id="551" presetID="1" presetClass="entr" presetSubtype="0" fill="hold" nodeType="withEffect">
                                  <p:stCondLst>
                                    <p:cond delay="0"/>
                                  </p:stCondLst>
                                  <p:childTnLst>
                                    <p:set>
                                      <p:cBhvr>
                                        <p:cTn id="552" dur="1" fill="hold">
                                          <p:stCondLst>
                                            <p:cond delay="0"/>
                                          </p:stCondLst>
                                        </p:cTn>
                                        <p:tgtEl>
                                          <p:spTgt spid="222"/>
                                        </p:tgtEl>
                                        <p:attrNameLst>
                                          <p:attrName>style.visibility</p:attrName>
                                        </p:attrNameLst>
                                      </p:cBhvr>
                                      <p:to>
                                        <p:strVal val="visible"/>
                                      </p:to>
                                    </p:set>
                                  </p:childTnLst>
                                </p:cTn>
                              </p:par>
                              <p:par>
                                <p:cTn id="553" presetID="1" presetClass="entr" presetSubtype="0" fill="hold" nodeType="withEffect">
                                  <p:stCondLst>
                                    <p:cond delay="0"/>
                                  </p:stCondLst>
                                  <p:childTnLst>
                                    <p:set>
                                      <p:cBhvr>
                                        <p:cTn id="554" dur="1" fill="hold">
                                          <p:stCondLst>
                                            <p:cond delay="0"/>
                                          </p:stCondLst>
                                        </p:cTn>
                                        <p:tgtEl>
                                          <p:spTgt spid="223"/>
                                        </p:tgtEl>
                                        <p:attrNameLst>
                                          <p:attrName>style.visibility</p:attrName>
                                        </p:attrNameLst>
                                      </p:cBhvr>
                                      <p:to>
                                        <p:strVal val="visible"/>
                                      </p:to>
                                    </p:set>
                                  </p:childTnLst>
                                </p:cTn>
                              </p:par>
                              <p:par>
                                <p:cTn id="555" presetID="1" presetClass="entr" presetSubtype="0" fill="hold" nodeType="withEffect">
                                  <p:stCondLst>
                                    <p:cond delay="0"/>
                                  </p:stCondLst>
                                  <p:childTnLst>
                                    <p:set>
                                      <p:cBhvr>
                                        <p:cTn id="556" dur="1" fill="hold">
                                          <p:stCondLst>
                                            <p:cond delay="0"/>
                                          </p:stCondLst>
                                        </p:cTn>
                                        <p:tgtEl>
                                          <p:spTgt spid="224"/>
                                        </p:tgtEl>
                                        <p:attrNameLst>
                                          <p:attrName>style.visibility</p:attrName>
                                        </p:attrNameLst>
                                      </p:cBhvr>
                                      <p:to>
                                        <p:strVal val="visible"/>
                                      </p:to>
                                    </p:set>
                                  </p:childTnLst>
                                </p:cTn>
                              </p:par>
                              <p:par>
                                <p:cTn id="557" presetID="1" presetClass="entr" presetSubtype="0" fill="hold" nodeType="withEffect">
                                  <p:stCondLst>
                                    <p:cond delay="0"/>
                                  </p:stCondLst>
                                  <p:childTnLst>
                                    <p:set>
                                      <p:cBhvr>
                                        <p:cTn id="558" dur="1" fill="hold">
                                          <p:stCondLst>
                                            <p:cond delay="0"/>
                                          </p:stCondLst>
                                        </p:cTn>
                                        <p:tgtEl>
                                          <p:spTgt spid="225"/>
                                        </p:tgtEl>
                                        <p:attrNameLst>
                                          <p:attrName>style.visibility</p:attrName>
                                        </p:attrNameLst>
                                      </p:cBhvr>
                                      <p:to>
                                        <p:strVal val="visible"/>
                                      </p:to>
                                    </p:set>
                                  </p:childTnLst>
                                </p:cTn>
                              </p:par>
                              <p:par>
                                <p:cTn id="559" presetID="1" presetClass="entr" presetSubtype="0" fill="hold" nodeType="withEffect">
                                  <p:stCondLst>
                                    <p:cond delay="0"/>
                                  </p:stCondLst>
                                  <p:childTnLst>
                                    <p:set>
                                      <p:cBhvr>
                                        <p:cTn id="560" dur="1" fill="hold">
                                          <p:stCondLst>
                                            <p:cond delay="0"/>
                                          </p:stCondLst>
                                        </p:cTn>
                                        <p:tgtEl>
                                          <p:spTgt spid="226"/>
                                        </p:tgtEl>
                                        <p:attrNameLst>
                                          <p:attrName>style.visibility</p:attrName>
                                        </p:attrNameLst>
                                      </p:cBhvr>
                                      <p:to>
                                        <p:strVal val="visible"/>
                                      </p:to>
                                    </p:set>
                                  </p:childTnLst>
                                </p:cTn>
                              </p:par>
                              <p:par>
                                <p:cTn id="561" presetID="1" presetClass="entr" presetSubtype="0" fill="hold" nodeType="withEffect">
                                  <p:stCondLst>
                                    <p:cond delay="0"/>
                                  </p:stCondLst>
                                  <p:childTnLst>
                                    <p:set>
                                      <p:cBhvr>
                                        <p:cTn id="562" dur="1" fill="hold">
                                          <p:stCondLst>
                                            <p:cond delay="0"/>
                                          </p:stCondLst>
                                        </p:cTn>
                                        <p:tgtEl>
                                          <p:spTgt spid="227"/>
                                        </p:tgtEl>
                                        <p:attrNameLst>
                                          <p:attrName>style.visibility</p:attrName>
                                        </p:attrNameLst>
                                      </p:cBhvr>
                                      <p:to>
                                        <p:strVal val="visible"/>
                                      </p:to>
                                    </p:set>
                                  </p:childTnLst>
                                </p:cTn>
                              </p:par>
                              <p:par>
                                <p:cTn id="563" presetID="1" presetClass="entr" presetSubtype="0" fill="hold" nodeType="withEffect">
                                  <p:stCondLst>
                                    <p:cond delay="0"/>
                                  </p:stCondLst>
                                  <p:childTnLst>
                                    <p:set>
                                      <p:cBhvr>
                                        <p:cTn id="564" dur="1" fill="hold">
                                          <p:stCondLst>
                                            <p:cond delay="0"/>
                                          </p:stCondLst>
                                        </p:cTn>
                                        <p:tgtEl>
                                          <p:spTgt spid="228"/>
                                        </p:tgtEl>
                                        <p:attrNameLst>
                                          <p:attrName>style.visibility</p:attrName>
                                        </p:attrNameLst>
                                      </p:cBhvr>
                                      <p:to>
                                        <p:strVal val="visible"/>
                                      </p:to>
                                    </p:set>
                                  </p:childTnLst>
                                </p:cTn>
                              </p:par>
                              <p:par>
                                <p:cTn id="565" presetID="1" presetClass="entr" presetSubtype="0" fill="hold" nodeType="withEffect">
                                  <p:stCondLst>
                                    <p:cond delay="0"/>
                                  </p:stCondLst>
                                  <p:childTnLst>
                                    <p:set>
                                      <p:cBhvr>
                                        <p:cTn id="566" dur="1" fill="hold">
                                          <p:stCondLst>
                                            <p:cond delay="0"/>
                                          </p:stCondLst>
                                        </p:cTn>
                                        <p:tgtEl>
                                          <p:spTgt spid="229"/>
                                        </p:tgtEl>
                                        <p:attrNameLst>
                                          <p:attrName>style.visibility</p:attrName>
                                        </p:attrNameLst>
                                      </p:cBhvr>
                                      <p:to>
                                        <p:strVal val="visible"/>
                                      </p:to>
                                    </p:set>
                                  </p:childTnLst>
                                </p:cTn>
                              </p:par>
                              <p:par>
                                <p:cTn id="567" presetID="1" presetClass="entr" presetSubtype="0" fill="hold" nodeType="withEffect">
                                  <p:stCondLst>
                                    <p:cond delay="0"/>
                                  </p:stCondLst>
                                  <p:childTnLst>
                                    <p:set>
                                      <p:cBhvr>
                                        <p:cTn id="568" dur="1" fill="hold">
                                          <p:stCondLst>
                                            <p:cond delay="0"/>
                                          </p:stCondLst>
                                        </p:cTn>
                                        <p:tgtEl>
                                          <p:spTgt spid="230"/>
                                        </p:tgtEl>
                                        <p:attrNameLst>
                                          <p:attrName>style.visibility</p:attrName>
                                        </p:attrNameLst>
                                      </p:cBhvr>
                                      <p:to>
                                        <p:strVal val="visible"/>
                                      </p:to>
                                    </p:set>
                                  </p:childTnLst>
                                </p:cTn>
                              </p:par>
                              <p:par>
                                <p:cTn id="569" presetID="1" presetClass="entr" presetSubtype="0" fill="hold" nodeType="withEffect">
                                  <p:stCondLst>
                                    <p:cond delay="0"/>
                                  </p:stCondLst>
                                  <p:childTnLst>
                                    <p:set>
                                      <p:cBhvr>
                                        <p:cTn id="570" dur="1" fill="hold">
                                          <p:stCondLst>
                                            <p:cond delay="0"/>
                                          </p:stCondLst>
                                        </p:cTn>
                                        <p:tgtEl>
                                          <p:spTgt spid="231"/>
                                        </p:tgtEl>
                                        <p:attrNameLst>
                                          <p:attrName>style.visibility</p:attrName>
                                        </p:attrNameLst>
                                      </p:cBhvr>
                                      <p:to>
                                        <p:strVal val="visible"/>
                                      </p:to>
                                    </p:set>
                                  </p:childTnLst>
                                </p:cTn>
                              </p:par>
                              <p:par>
                                <p:cTn id="571" presetID="1" presetClass="entr" presetSubtype="0" fill="hold" nodeType="withEffect">
                                  <p:stCondLst>
                                    <p:cond delay="0"/>
                                  </p:stCondLst>
                                  <p:childTnLst>
                                    <p:set>
                                      <p:cBhvr>
                                        <p:cTn id="572" dur="1" fill="hold">
                                          <p:stCondLst>
                                            <p:cond delay="0"/>
                                          </p:stCondLst>
                                        </p:cTn>
                                        <p:tgtEl>
                                          <p:spTgt spid="232"/>
                                        </p:tgtEl>
                                        <p:attrNameLst>
                                          <p:attrName>style.visibility</p:attrName>
                                        </p:attrNameLst>
                                      </p:cBhvr>
                                      <p:to>
                                        <p:strVal val="visible"/>
                                      </p:to>
                                    </p:set>
                                  </p:childTnLst>
                                </p:cTn>
                              </p:par>
                              <p:par>
                                <p:cTn id="573" presetID="1" presetClass="entr" presetSubtype="0" fill="hold" nodeType="withEffect">
                                  <p:stCondLst>
                                    <p:cond delay="0"/>
                                  </p:stCondLst>
                                  <p:childTnLst>
                                    <p:set>
                                      <p:cBhvr>
                                        <p:cTn id="574" dur="1" fill="hold">
                                          <p:stCondLst>
                                            <p:cond delay="0"/>
                                          </p:stCondLst>
                                        </p:cTn>
                                        <p:tgtEl>
                                          <p:spTgt spid="233"/>
                                        </p:tgtEl>
                                        <p:attrNameLst>
                                          <p:attrName>style.visibility</p:attrName>
                                        </p:attrNameLst>
                                      </p:cBhvr>
                                      <p:to>
                                        <p:strVal val="visible"/>
                                      </p:to>
                                    </p:set>
                                  </p:childTnLst>
                                </p:cTn>
                              </p:par>
                              <p:par>
                                <p:cTn id="575" presetID="1" presetClass="entr" presetSubtype="0" fill="hold" nodeType="withEffect">
                                  <p:stCondLst>
                                    <p:cond delay="0"/>
                                  </p:stCondLst>
                                  <p:childTnLst>
                                    <p:set>
                                      <p:cBhvr>
                                        <p:cTn id="576" dur="1" fill="hold">
                                          <p:stCondLst>
                                            <p:cond delay="0"/>
                                          </p:stCondLst>
                                        </p:cTn>
                                        <p:tgtEl>
                                          <p:spTgt spid="234"/>
                                        </p:tgtEl>
                                        <p:attrNameLst>
                                          <p:attrName>style.visibility</p:attrName>
                                        </p:attrNameLst>
                                      </p:cBhvr>
                                      <p:to>
                                        <p:strVal val="visible"/>
                                      </p:to>
                                    </p:set>
                                  </p:childTnLst>
                                </p:cTn>
                              </p:par>
                              <p:par>
                                <p:cTn id="577" presetID="1" presetClass="entr" presetSubtype="0" fill="hold" nodeType="withEffect">
                                  <p:stCondLst>
                                    <p:cond delay="0"/>
                                  </p:stCondLst>
                                  <p:childTnLst>
                                    <p:set>
                                      <p:cBhvr>
                                        <p:cTn id="578" dur="1" fill="hold">
                                          <p:stCondLst>
                                            <p:cond delay="0"/>
                                          </p:stCondLst>
                                        </p:cTn>
                                        <p:tgtEl>
                                          <p:spTgt spid="235"/>
                                        </p:tgtEl>
                                        <p:attrNameLst>
                                          <p:attrName>style.visibility</p:attrName>
                                        </p:attrNameLst>
                                      </p:cBhvr>
                                      <p:to>
                                        <p:strVal val="visible"/>
                                      </p:to>
                                    </p:set>
                                  </p:childTnLst>
                                </p:cTn>
                              </p:par>
                              <p:par>
                                <p:cTn id="579" presetID="1" presetClass="entr" presetSubtype="0" fill="hold" nodeType="withEffect">
                                  <p:stCondLst>
                                    <p:cond delay="0"/>
                                  </p:stCondLst>
                                  <p:childTnLst>
                                    <p:set>
                                      <p:cBhvr>
                                        <p:cTn id="580" dur="1" fill="hold">
                                          <p:stCondLst>
                                            <p:cond delay="0"/>
                                          </p:stCondLst>
                                        </p:cTn>
                                        <p:tgtEl>
                                          <p:spTgt spid="236"/>
                                        </p:tgtEl>
                                        <p:attrNameLst>
                                          <p:attrName>style.visibility</p:attrName>
                                        </p:attrNameLst>
                                      </p:cBhvr>
                                      <p:to>
                                        <p:strVal val="visible"/>
                                      </p:to>
                                    </p:set>
                                  </p:childTnLst>
                                </p:cTn>
                              </p:par>
                              <p:par>
                                <p:cTn id="581" presetID="1" presetClass="entr" presetSubtype="0" fill="hold" nodeType="withEffect">
                                  <p:stCondLst>
                                    <p:cond delay="0"/>
                                  </p:stCondLst>
                                  <p:childTnLst>
                                    <p:set>
                                      <p:cBhvr>
                                        <p:cTn id="582" dur="1" fill="hold">
                                          <p:stCondLst>
                                            <p:cond delay="0"/>
                                          </p:stCondLst>
                                        </p:cTn>
                                        <p:tgtEl>
                                          <p:spTgt spid="237"/>
                                        </p:tgtEl>
                                        <p:attrNameLst>
                                          <p:attrName>style.visibility</p:attrName>
                                        </p:attrNameLst>
                                      </p:cBhvr>
                                      <p:to>
                                        <p:strVal val="visible"/>
                                      </p:to>
                                    </p:set>
                                  </p:childTnLst>
                                </p:cTn>
                              </p:par>
                              <p:par>
                                <p:cTn id="583" presetID="1" presetClass="entr" presetSubtype="0" fill="hold" nodeType="withEffect">
                                  <p:stCondLst>
                                    <p:cond delay="0"/>
                                  </p:stCondLst>
                                  <p:childTnLst>
                                    <p:set>
                                      <p:cBhvr>
                                        <p:cTn id="584" dur="1" fill="hold">
                                          <p:stCondLst>
                                            <p:cond delay="0"/>
                                          </p:stCondLst>
                                        </p:cTn>
                                        <p:tgtEl>
                                          <p:spTgt spid="238"/>
                                        </p:tgtEl>
                                        <p:attrNameLst>
                                          <p:attrName>style.visibility</p:attrName>
                                        </p:attrNameLst>
                                      </p:cBhvr>
                                      <p:to>
                                        <p:strVal val="visible"/>
                                      </p:to>
                                    </p:set>
                                  </p:childTnLst>
                                </p:cTn>
                              </p:par>
                              <p:par>
                                <p:cTn id="585" presetID="1" presetClass="entr" presetSubtype="0" fill="hold" nodeType="withEffect">
                                  <p:stCondLst>
                                    <p:cond delay="0"/>
                                  </p:stCondLst>
                                  <p:childTnLst>
                                    <p:set>
                                      <p:cBhvr>
                                        <p:cTn id="586" dur="1" fill="hold">
                                          <p:stCondLst>
                                            <p:cond delay="0"/>
                                          </p:stCondLst>
                                        </p:cTn>
                                        <p:tgtEl>
                                          <p:spTgt spid="239"/>
                                        </p:tgtEl>
                                        <p:attrNameLst>
                                          <p:attrName>style.visibility</p:attrName>
                                        </p:attrNameLst>
                                      </p:cBhvr>
                                      <p:to>
                                        <p:strVal val="visible"/>
                                      </p:to>
                                    </p:set>
                                  </p:childTnLst>
                                </p:cTn>
                              </p:par>
                              <p:par>
                                <p:cTn id="587" presetID="1" presetClass="entr" presetSubtype="0" fill="hold" nodeType="withEffect">
                                  <p:stCondLst>
                                    <p:cond delay="0"/>
                                  </p:stCondLst>
                                  <p:childTnLst>
                                    <p:set>
                                      <p:cBhvr>
                                        <p:cTn id="588" dur="1" fill="hold">
                                          <p:stCondLst>
                                            <p:cond delay="0"/>
                                          </p:stCondLst>
                                        </p:cTn>
                                        <p:tgtEl>
                                          <p:spTgt spid="240"/>
                                        </p:tgtEl>
                                        <p:attrNameLst>
                                          <p:attrName>style.visibility</p:attrName>
                                        </p:attrNameLst>
                                      </p:cBhvr>
                                      <p:to>
                                        <p:strVal val="visible"/>
                                      </p:to>
                                    </p:set>
                                  </p:childTnLst>
                                </p:cTn>
                              </p:par>
                              <p:par>
                                <p:cTn id="589" presetID="1" presetClass="entr" presetSubtype="0" fill="hold" nodeType="withEffect">
                                  <p:stCondLst>
                                    <p:cond delay="0"/>
                                  </p:stCondLst>
                                  <p:childTnLst>
                                    <p:set>
                                      <p:cBhvr>
                                        <p:cTn id="590" dur="1" fill="hold">
                                          <p:stCondLst>
                                            <p:cond delay="0"/>
                                          </p:stCondLst>
                                        </p:cTn>
                                        <p:tgtEl>
                                          <p:spTgt spid="241"/>
                                        </p:tgtEl>
                                        <p:attrNameLst>
                                          <p:attrName>style.visibility</p:attrName>
                                        </p:attrNameLst>
                                      </p:cBhvr>
                                      <p:to>
                                        <p:strVal val="visible"/>
                                      </p:to>
                                    </p:set>
                                  </p:childTnLst>
                                </p:cTn>
                              </p:par>
                              <p:par>
                                <p:cTn id="591" presetID="1" presetClass="entr" presetSubtype="0" fill="hold" nodeType="withEffect">
                                  <p:stCondLst>
                                    <p:cond delay="0"/>
                                  </p:stCondLst>
                                  <p:childTnLst>
                                    <p:set>
                                      <p:cBhvr>
                                        <p:cTn id="592" dur="1" fill="hold">
                                          <p:stCondLst>
                                            <p:cond delay="0"/>
                                          </p:stCondLst>
                                        </p:cTn>
                                        <p:tgtEl>
                                          <p:spTgt spid="242"/>
                                        </p:tgtEl>
                                        <p:attrNameLst>
                                          <p:attrName>style.visibility</p:attrName>
                                        </p:attrNameLst>
                                      </p:cBhvr>
                                      <p:to>
                                        <p:strVal val="visible"/>
                                      </p:to>
                                    </p:set>
                                  </p:childTnLst>
                                </p:cTn>
                              </p:par>
                            </p:childTnLst>
                          </p:cTn>
                        </p:par>
                      </p:childTnLst>
                    </p:cTn>
                  </p:par>
                  <p:par>
                    <p:cTn id="593" fill="hold">
                      <p:stCondLst>
                        <p:cond delay="indefinite"/>
                      </p:stCondLst>
                      <p:childTnLst>
                        <p:par>
                          <p:cTn id="594" fill="hold">
                            <p:stCondLst>
                              <p:cond delay="0"/>
                            </p:stCondLst>
                            <p:childTnLst>
                              <p:par>
                                <p:cTn id="595" presetID="1" presetClass="exit" presetSubtype="0" fill="hold" nodeType="clickEffect">
                                  <p:stCondLst>
                                    <p:cond delay="0"/>
                                  </p:stCondLst>
                                  <p:childTnLst>
                                    <p:set>
                                      <p:cBhvr>
                                        <p:cTn id="596" dur="1" fill="hold">
                                          <p:stCondLst>
                                            <p:cond delay="0"/>
                                          </p:stCondLst>
                                        </p:cTn>
                                        <p:tgtEl>
                                          <p:spTgt spid="214"/>
                                        </p:tgtEl>
                                        <p:attrNameLst>
                                          <p:attrName>style.visibility</p:attrName>
                                        </p:attrNameLst>
                                      </p:cBhvr>
                                      <p:to>
                                        <p:strVal val="hidden"/>
                                      </p:to>
                                    </p:set>
                                  </p:childTnLst>
                                </p:cTn>
                              </p:par>
                              <p:par>
                                <p:cTn id="597" presetID="1" presetClass="exit" presetSubtype="0" fill="hold" nodeType="withEffect">
                                  <p:stCondLst>
                                    <p:cond delay="0"/>
                                  </p:stCondLst>
                                  <p:childTnLst>
                                    <p:set>
                                      <p:cBhvr>
                                        <p:cTn id="598" dur="1" fill="hold">
                                          <p:stCondLst>
                                            <p:cond delay="0"/>
                                          </p:stCondLst>
                                        </p:cTn>
                                        <p:tgtEl>
                                          <p:spTgt spid="215"/>
                                        </p:tgtEl>
                                        <p:attrNameLst>
                                          <p:attrName>style.visibility</p:attrName>
                                        </p:attrNameLst>
                                      </p:cBhvr>
                                      <p:to>
                                        <p:strVal val="hidden"/>
                                      </p:to>
                                    </p:set>
                                  </p:childTnLst>
                                </p:cTn>
                              </p:par>
                              <p:par>
                                <p:cTn id="599" presetID="1" presetClass="exit" presetSubtype="0" fill="hold" nodeType="withEffect">
                                  <p:stCondLst>
                                    <p:cond delay="0"/>
                                  </p:stCondLst>
                                  <p:childTnLst>
                                    <p:set>
                                      <p:cBhvr>
                                        <p:cTn id="600" dur="1" fill="hold">
                                          <p:stCondLst>
                                            <p:cond delay="0"/>
                                          </p:stCondLst>
                                        </p:cTn>
                                        <p:tgtEl>
                                          <p:spTgt spid="216"/>
                                        </p:tgtEl>
                                        <p:attrNameLst>
                                          <p:attrName>style.visibility</p:attrName>
                                        </p:attrNameLst>
                                      </p:cBhvr>
                                      <p:to>
                                        <p:strVal val="hidden"/>
                                      </p:to>
                                    </p:set>
                                  </p:childTnLst>
                                </p:cTn>
                              </p:par>
                              <p:par>
                                <p:cTn id="601" presetID="1" presetClass="exit" presetSubtype="0" fill="hold" nodeType="withEffect">
                                  <p:stCondLst>
                                    <p:cond delay="0"/>
                                  </p:stCondLst>
                                  <p:childTnLst>
                                    <p:set>
                                      <p:cBhvr>
                                        <p:cTn id="602" dur="1" fill="hold">
                                          <p:stCondLst>
                                            <p:cond delay="0"/>
                                          </p:stCondLst>
                                        </p:cTn>
                                        <p:tgtEl>
                                          <p:spTgt spid="217"/>
                                        </p:tgtEl>
                                        <p:attrNameLst>
                                          <p:attrName>style.visibility</p:attrName>
                                        </p:attrNameLst>
                                      </p:cBhvr>
                                      <p:to>
                                        <p:strVal val="hidden"/>
                                      </p:to>
                                    </p:set>
                                  </p:childTnLst>
                                </p:cTn>
                              </p:par>
                              <p:par>
                                <p:cTn id="603" presetID="1" presetClass="exit" presetSubtype="0" fill="hold" nodeType="withEffect">
                                  <p:stCondLst>
                                    <p:cond delay="0"/>
                                  </p:stCondLst>
                                  <p:childTnLst>
                                    <p:set>
                                      <p:cBhvr>
                                        <p:cTn id="604" dur="1" fill="hold">
                                          <p:stCondLst>
                                            <p:cond delay="0"/>
                                          </p:stCondLst>
                                        </p:cTn>
                                        <p:tgtEl>
                                          <p:spTgt spid="218"/>
                                        </p:tgtEl>
                                        <p:attrNameLst>
                                          <p:attrName>style.visibility</p:attrName>
                                        </p:attrNameLst>
                                      </p:cBhvr>
                                      <p:to>
                                        <p:strVal val="hidden"/>
                                      </p:to>
                                    </p:set>
                                  </p:childTnLst>
                                </p:cTn>
                              </p:par>
                              <p:par>
                                <p:cTn id="605" presetID="1" presetClass="exit" presetSubtype="0" fill="hold" nodeType="withEffect">
                                  <p:stCondLst>
                                    <p:cond delay="0"/>
                                  </p:stCondLst>
                                  <p:childTnLst>
                                    <p:set>
                                      <p:cBhvr>
                                        <p:cTn id="606" dur="1" fill="hold">
                                          <p:stCondLst>
                                            <p:cond delay="0"/>
                                          </p:stCondLst>
                                        </p:cTn>
                                        <p:tgtEl>
                                          <p:spTgt spid="219"/>
                                        </p:tgtEl>
                                        <p:attrNameLst>
                                          <p:attrName>style.visibility</p:attrName>
                                        </p:attrNameLst>
                                      </p:cBhvr>
                                      <p:to>
                                        <p:strVal val="hidden"/>
                                      </p:to>
                                    </p:set>
                                  </p:childTnLst>
                                </p:cTn>
                              </p:par>
                              <p:par>
                                <p:cTn id="607" presetID="1" presetClass="exit" presetSubtype="0" fill="hold" nodeType="withEffect">
                                  <p:stCondLst>
                                    <p:cond delay="0"/>
                                  </p:stCondLst>
                                  <p:childTnLst>
                                    <p:set>
                                      <p:cBhvr>
                                        <p:cTn id="608" dur="1" fill="hold">
                                          <p:stCondLst>
                                            <p:cond delay="0"/>
                                          </p:stCondLst>
                                        </p:cTn>
                                        <p:tgtEl>
                                          <p:spTgt spid="220"/>
                                        </p:tgtEl>
                                        <p:attrNameLst>
                                          <p:attrName>style.visibility</p:attrName>
                                        </p:attrNameLst>
                                      </p:cBhvr>
                                      <p:to>
                                        <p:strVal val="hidden"/>
                                      </p:to>
                                    </p:set>
                                  </p:childTnLst>
                                </p:cTn>
                              </p:par>
                              <p:par>
                                <p:cTn id="609" presetID="1" presetClass="exit" presetSubtype="0" fill="hold" nodeType="withEffect">
                                  <p:stCondLst>
                                    <p:cond delay="0"/>
                                  </p:stCondLst>
                                  <p:childTnLst>
                                    <p:set>
                                      <p:cBhvr>
                                        <p:cTn id="610" dur="1" fill="hold">
                                          <p:stCondLst>
                                            <p:cond delay="0"/>
                                          </p:stCondLst>
                                        </p:cTn>
                                        <p:tgtEl>
                                          <p:spTgt spid="221"/>
                                        </p:tgtEl>
                                        <p:attrNameLst>
                                          <p:attrName>style.visibility</p:attrName>
                                        </p:attrNameLst>
                                      </p:cBhvr>
                                      <p:to>
                                        <p:strVal val="hidden"/>
                                      </p:to>
                                    </p:set>
                                  </p:childTnLst>
                                </p:cTn>
                              </p:par>
                              <p:par>
                                <p:cTn id="611" presetID="1" presetClass="exit" presetSubtype="0" fill="hold" nodeType="withEffect">
                                  <p:stCondLst>
                                    <p:cond delay="0"/>
                                  </p:stCondLst>
                                  <p:childTnLst>
                                    <p:set>
                                      <p:cBhvr>
                                        <p:cTn id="612" dur="1" fill="hold">
                                          <p:stCondLst>
                                            <p:cond delay="0"/>
                                          </p:stCondLst>
                                        </p:cTn>
                                        <p:tgtEl>
                                          <p:spTgt spid="222"/>
                                        </p:tgtEl>
                                        <p:attrNameLst>
                                          <p:attrName>style.visibility</p:attrName>
                                        </p:attrNameLst>
                                      </p:cBhvr>
                                      <p:to>
                                        <p:strVal val="hidden"/>
                                      </p:to>
                                    </p:set>
                                  </p:childTnLst>
                                </p:cTn>
                              </p:par>
                              <p:par>
                                <p:cTn id="613" presetID="1" presetClass="exit" presetSubtype="0" fill="hold" nodeType="withEffect">
                                  <p:stCondLst>
                                    <p:cond delay="0"/>
                                  </p:stCondLst>
                                  <p:childTnLst>
                                    <p:set>
                                      <p:cBhvr>
                                        <p:cTn id="614" dur="1" fill="hold">
                                          <p:stCondLst>
                                            <p:cond delay="0"/>
                                          </p:stCondLst>
                                        </p:cTn>
                                        <p:tgtEl>
                                          <p:spTgt spid="223"/>
                                        </p:tgtEl>
                                        <p:attrNameLst>
                                          <p:attrName>style.visibility</p:attrName>
                                        </p:attrNameLst>
                                      </p:cBhvr>
                                      <p:to>
                                        <p:strVal val="hidden"/>
                                      </p:to>
                                    </p:set>
                                  </p:childTnLst>
                                </p:cTn>
                              </p:par>
                              <p:par>
                                <p:cTn id="615" presetID="1" presetClass="exit" presetSubtype="0" fill="hold" nodeType="withEffect">
                                  <p:stCondLst>
                                    <p:cond delay="0"/>
                                  </p:stCondLst>
                                  <p:childTnLst>
                                    <p:set>
                                      <p:cBhvr>
                                        <p:cTn id="616" dur="1" fill="hold">
                                          <p:stCondLst>
                                            <p:cond delay="0"/>
                                          </p:stCondLst>
                                        </p:cTn>
                                        <p:tgtEl>
                                          <p:spTgt spid="224"/>
                                        </p:tgtEl>
                                        <p:attrNameLst>
                                          <p:attrName>style.visibility</p:attrName>
                                        </p:attrNameLst>
                                      </p:cBhvr>
                                      <p:to>
                                        <p:strVal val="hidden"/>
                                      </p:to>
                                    </p:set>
                                  </p:childTnLst>
                                </p:cTn>
                              </p:par>
                              <p:par>
                                <p:cTn id="617" presetID="1" presetClass="exit" presetSubtype="0" fill="hold" nodeType="withEffect">
                                  <p:stCondLst>
                                    <p:cond delay="0"/>
                                  </p:stCondLst>
                                  <p:childTnLst>
                                    <p:set>
                                      <p:cBhvr>
                                        <p:cTn id="618" dur="1" fill="hold">
                                          <p:stCondLst>
                                            <p:cond delay="0"/>
                                          </p:stCondLst>
                                        </p:cTn>
                                        <p:tgtEl>
                                          <p:spTgt spid="225"/>
                                        </p:tgtEl>
                                        <p:attrNameLst>
                                          <p:attrName>style.visibility</p:attrName>
                                        </p:attrNameLst>
                                      </p:cBhvr>
                                      <p:to>
                                        <p:strVal val="hidden"/>
                                      </p:to>
                                    </p:set>
                                  </p:childTnLst>
                                </p:cTn>
                              </p:par>
                              <p:par>
                                <p:cTn id="619" presetID="1" presetClass="exit" presetSubtype="0" fill="hold" nodeType="withEffect">
                                  <p:stCondLst>
                                    <p:cond delay="0"/>
                                  </p:stCondLst>
                                  <p:childTnLst>
                                    <p:set>
                                      <p:cBhvr>
                                        <p:cTn id="620" dur="1" fill="hold">
                                          <p:stCondLst>
                                            <p:cond delay="0"/>
                                          </p:stCondLst>
                                        </p:cTn>
                                        <p:tgtEl>
                                          <p:spTgt spid="226"/>
                                        </p:tgtEl>
                                        <p:attrNameLst>
                                          <p:attrName>style.visibility</p:attrName>
                                        </p:attrNameLst>
                                      </p:cBhvr>
                                      <p:to>
                                        <p:strVal val="hidden"/>
                                      </p:to>
                                    </p:set>
                                  </p:childTnLst>
                                </p:cTn>
                              </p:par>
                              <p:par>
                                <p:cTn id="621" presetID="1" presetClass="exit" presetSubtype="0" fill="hold" nodeType="withEffect">
                                  <p:stCondLst>
                                    <p:cond delay="0"/>
                                  </p:stCondLst>
                                  <p:childTnLst>
                                    <p:set>
                                      <p:cBhvr>
                                        <p:cTn id="622" dur="1" fill="hold">
                                          <p:stCondLst>
                                            <p:cond delay="0"/>
                                          </p:stCondLst>
                                        </p:cTn>
                                        <p:tgtEl>
                                          <p:spTgt spid="227"/>
                                        </p:tgtEl>
                                        <p:attrNameLst>
                                          <p:attrName>style.visibility</p:attrName>
                                        </p:attrNameLst>
                                      </p:cBhvr>
                                      <p:to>
                                        <p:strVal val="hidden"/>
                                      </p:to>
                                    </p:set>
                                  </p:childTnLst>
                                </p:cTn>
                              </p:par>
                              <p:par>
                                <p:cTn id="623" presetID="1" presetClass="exit" presetSubtype="0" fill="hold" nodeType="withEffect">
                                  <p:stCondLst>
                                    <p:cond delay="0"/>
                                  </p:stCondLst>
                                  <p:childTnLst>
                                    <p:set>
                                      <p:cBhvr>
                                        <p:cTn id="624" dur="1" fill="hold">
                                          <p:stCondLst>
                                            <p:cond delay="0"/>
                                          </p:stCondLst>
                                        </p:cTn>
                                        <p:tgtEl>
                                          <p:spTgt spid="228"/>
                                        </p:tgtEl>
                                        <p:attrNameLst>
                                          <p:attrName>style.visibility</p:attrName>
                                        </p:attrNameLst>
                                      </p:cBhvr>
                                      <p:to>
                                        <p:strVal val="hidden"/>
                                      </p:to>
                                    </p:set>
                                  </p:childTnLst>
                                </p:cTn>
                              </p:par>
                              <p:par>
                                <p:cTn id="625" presetID="1" presetClass="exit" presetSubtype="0" fill="hold" nodeType="withEffect">
                                  <p:stCondLst>
                                    <p:cond delay="0"/>
                                  </p:stCondLst>
                                  <p:childTnLst>
                                    <p:set>
                                      <p:cBhvr>
                                        <p:cTn id="626" dur="1" fill="hold">
                                          <p:stCondLst>
                                            <p:cond delay="0"/>
                                          </p:stCondLst>
                                        </p:cTn>
                                        <p:tgtEl>
                                          <p:spTgt spid="229"/>
                                        </p:tgtEl>
                                        <p:attrNameLst>
                                          <p:attrName>style.visibility</p:attrName>
                                        </p:attrNameLst>
                                      </p:cBhvr>
                                      <p:to>
                                        <p:strVal val="hidden"/>
                                      </p:to>
                                    </p:set>
                                  </p:childTnLst>
                                </p:cTn>
                              </p:par>
                              <p:par>
                                <p:cTn id="627" presetID="1" presetClass="exit" presetSubtype="0" fill="hold" nodeType="withEffect">
                                  <p:stCondLst>
                                    <p:cond delay="0"/>
                                  </p:stCondLst>
                                  <p:childTnLst>
                                    <p:set>
                                      <p:cBhvr>
                                        <p:cTn id="628" dur="1" fill="hold">
                                          <p:stCondLst>
                                            <p:cond delay="0"/>
                                          </p:stCondLst>
                                        </p:cTn>
                                        <p:tgtEl>
                                          <p:spTgt spid="230"/>
                                        </p:tgtEl>
                                        <p:attrNameLst>
                                          <p:attrName>style.visibility</p:attrName>
                                        </p:attrNameLst>
                                      </p:cBhvr>
                                      <p:to>
                                        <p:strVal val="hidden"/>
                                      </p:to>
                                    </p:set>
                                  </p:childTnLst>
                                </p:cTn>
                              </p:par>
                              <p:par>
                                <p:cTn id="629" presetID="1" presetClass="exit" presetSubtype="0" fill="hold" nodeType="withEffect">
                                  <p:stCondLst>
                                    <p:cond delay="0"/>
                                  </p:stCondLst>
                                  <p:childTnLst>
                                    <p:set>
                                      <p:cBhvr>
                                        <p:cTn id="630" dur="1" fill="hold">
                                          <p:stCondLst>
                                            <p:cond delay="0"/>
                                          </p:stCondLst>
                                        </p:cTn>
                                        <p:tgtEl>
                                          <p:spTgt spid="231"/>
                                        </p:tgtEl>
                                        <p:attrNameLst>
                                          <p:attrName>style.visibility</p:attrName>
                                        </p:attrNameLst>
                                      </p:cBhvr>
                                      <p:to>
                                        <p:strVal val="hidden"/>
                                      </p:to>
                                    </p:set>
                                  </p:childTnLst>
                                </p:cTn>
                              </p:par>
                              <p:par>
                                <p:cTn id="631" presetID="1" presetClass="exit" presetSubtype="0" fill="hold" nodeType="withEffect">
                                  <p:stCondLst>
                                    <p:cond delay="0"/>
                                  </p:stCondLst>
                                  <p:childTnLst>
                                    <p:set>
                                      <p:cBhvr>
                                        <p:cTn id="632" dur="1" fill="hold">
                                          <p:stCondLst>
                                            <p:cond delay="0"/>
                                          </p:stCondLst>
                                        </p:cTn>
                                        <p:tgtEl>
                                          <p:spTgt spid="232"/>
                                        </p:tgtEl>
                                        <p:attrNameLst>
                                          <p:attrName>style.visibility</p:attrName>
                                        </p:attrNameLst>
                                      </p:cBhvr>
                                      <p:to>
                                        <p:strVal val="hidden"/>
                                      </p:to>
                                    </p:set>
                                  </p:childTnLst>
                                </p:cTn>
                              </p:par>
                              <p:par>
                                <p:cTn id="633" presetID="1" presetClass="exit" presetSubtype="0" fill="hold" nodeType="withEffect">
                                  <p:stCondLst>
                                    <p:cond delay="0"/>
                                  </p:stCondLst>
                                  <p:childTnLst>
                                    <p:set>
                                      <p:cBhvr>
                                        <p:cTn id="634" dur="1" fill="hold">
                                          <p:stCondLst>
                                            <p:cond delay="0"/>
                                          </p:stCondLst>
                                        </p:cTn>
                                        <p:tgtEl>
                                          <p:spTgt spid="233"/>
                                        </p:tgtEl>
                                        <p:attrNameLst>
                                          <p:attrName>style.visibility</p:attrName>
                                        </p:attrNameLst>
                                      </p:cBhvr>
                                      <p:to>
                                        <p:strVal val="hidden"/>
                                      </p:to>
                                    </p:set>
                                  </p:childTnLst>
                                </p:cTn>
                              </p:par>
                              <p:par>
                                <p:cTn id="635" presetID="1" presetClass="exit" presetSubtype="0" fill="hold" nodeType="withEffect">
                                  <p:stCondLst>
                                    <p:cond delay="0"/>
                                  </p:stCondLst>
                                  <p:childTnLst>
                                    <p:set>
                                      <p:cBhvr>
                                        <p:cTn id="636" dur="1" fill="hold">
                                          <p:stCondLst>
                                            <p:cond delay="0"/>
                                          </p:stCondLst>
                                        </p:cTn>
                                        <p:tgtEl>
                                          <p:spTgt spid="234"/>
                                        </p:tgtEl>
                                        <p:attrNameLst>
                                          <p:attrName>style.visibility</p:attrName>
                                        </p:attrNameLst>
                                      </p:cBhvr>
                                      <p:to>
                                        <p:strVal val="hidden"/>
                                      </p:to>
                                    </p:set>
                                  </p:childTnLst>
                                </p:cTn>
                              </p:par>
                              <p:par>
                                <p:cTn id="637" presetID="1" presetClass="exit" presetSubtype="0" fill="hold" nodeType="withEffect">
                                  <p:stCondLst>
                                    <p:cond delay="0"/>
                                  </p:stCondLst>
                                  <p:childTnLst>
                                    <p:set>
                                      <p:cBhvr>
                                        <p:cTn id="638" dur="1" fill="hold">
                                          <p:stCondLst>
                                            <p:cond delay="0"/>
                                          </p:stCondLst>
                                        </p:cTn>
                                        <p:tgtEl>
                                          <p:spTgt spid="235"/>
                                        </p:tgtEl>
                                        <p:attrNameLst>
                                          <p:attrName>style.visibility</p:attrName>
                                        </p:attrNameLst>
                                      </p:cBhvr>
                                      <p:to>
                                        <p:strVal val="hidden"/>
                                      </p:to>
                                    </p:set>
                                  </p:childTnLst>
                                </p:cTn>
                              </p:par>
                              <p:par>
                                <p:cTn id="639" presetID="1" presetClass="exit" presetSubtype="0" fill="hold" nodeType="withEffect">
                                  <p:stCondLst>
                                    <p:cond delay="0"/>
                                  </p:stCondLst>
                                  <p:childTnLst>
                                    <p:set>
                                      <p:cBhvr>
                                        <p:cTn id="640" dur="1" fill="hold">
                                          <p:stCondLst>
                                            <p:cond delay="0"/>
                                          </p:stCondLst>
                                        </p:cTn>
                                        <p:tgtEl>
                                          <p:spTgt spid="236"/>
                                        </p:tgtEl>
                                        <p:attrNameLst>
                                          <p:attrName>style.visibility</p:attrName>
                                        </p:attrNameLst>
                                      </p:cBhvr>
                                      <p:to>
                                        <p:strVal val="hidden"/>
                                      </p:to>
                                    </p:set>
                                  </p:childTnLst>
                                </p:cTn>
                              </p:par>
                              <p:par>
                                <p:cTn id="641" presetID="1" presetClass="exit" presetSubtype="0" fill="hold" nodeType="withEffect">
                                  <p:stCondLst>
                                    <p:cond delay="0"/>
                                  </p:stCondLst>
                                  <p:childTnLst>
                                    <p:set>
                                      <p:cBhvr>
                                        <p:cTn id="642" dur="1" fill="hold">
                                          <p:stCondLst>
                                            <p:cond delay="0"/>
                                          </p:stCondLst>
                                        </p:cTn>
                                        <p:tgtEl>
                                          <p:spTgt spid="237"/>
                                        </p:tgtEl>
                                        <p:attrNameLst>
                                          <p:attrName>style.visibility</p:attrName>
                                        </p:attrNameLst>
                                      </p:cBhvr>
                                      <p:to>
                                        <p:strVal val="hidden"/>
                                      </p:to>
                                    </p:set>
                                  </p:childTnLst>
                                </p:cTn>
                              </p:par>
                              <p:par>
                                <p:cTn id="643" presetID="1" presetClass="exit" presetSubtype="0" fill="hold" nodeType="withEffect">
                                  <p:stCondLst>
                                    <p:cond delay="0"/>
                                  </p:stCondLst>
                                  <p:childTnLst>
                                    <p:set>
                                      <p:cBhvr>
                                        <p:cTn id="644" dur="1" fill="hold">
                                          <p:stCondLst>
                                            <p:cond delay="0"/>
                                          </p:stCondLst>
                                        </p:cTn>
                                        <p:tgtEl>
                                          <p:spTgt spid="238"/>
                                        </p:tgtEl>
                                        <p:attrNameLst>
                                          <p:attrName>style.visibility</p:attrName>
                                        </p:attrNameLst>
                                      </p:cBhvr>
                                      <p:to>
                                        <p:strVal val="hidden"/>
                                      </p:to>
                                    </p:set>
                                  </p:childTnLst>
                                </p:cTn>
                              </p:par>
                              <p:par>
                                <p:cTn id="645" presetID="1" presetClass="exit" presetSubtype="0" fill="hold" nodeType="withEffect">
                                  <p:stCondLst>
                                    <p:cond delay="0"/>
                                  </p:stCondLst>
                                  <p:childTnLst>
                                    <p:set>
                                      <p:cBhvr>
                                        <p:cTn id="646" dur="1" fill="hold">
                                          <p:stCondLst>
                                            <p:cond delay="0"/>
                                          </p:stCondLst>
                                        </p:cTn>
                                        <p:tgtEl>
                                          <p:spTgt spid="239"/>
                                        </p:tgtEl>
                                        <p:attrNameLst>
                                          <p:attrName>style.visibility</p:attrName>
                                        </p:attrNameLst>
                                      </p:cBhvr>
                                      <p:to>
                                        <p:strVal val="hidden"/>
                                      </p:to>
                                    </p:set>
                                  </p:childTnLst>
                                </p:cTn>
                              </p:par>
                              <p:par>
                                <p:cTn id="647" presetID="1" presetClass="exit" presetSubtype="0" fill="hold" nodeType="withEffect">
                                  <p:stCondLst>
                                    <p:cond delay="0"/>
                                  </p:stCondLst>
                                  <p:childTnLst>
                                    <p:set>
                                      <p:cBhvr>
                                        <p:cTn id="648" dur="1" fill="hold">
                                          <p:stCondLst>
                                            <p:cond delay="0"/>
                                          </p:stCondLst>
                                        </p:cTn>
                                        <p:tgtEl>
                                          <p:spTgt spid="240"/>
                                        </p:tgtEl>
                                        <p:attrNameLst>
                                          <p:attrName>style.visibility</p:attrName>
                                        </p:attrNameLst>
                                      </p:cBhvr>
                                      <p:to>
                                        <p:strVal val="hidden"/>
                                      </p:to>
                                    </p:set>
                                  </p:childTnLst>
                                </p:cTn>
                              </p:par>
                              <p:par>
                                <p:cTn id="649" presetID="1" presetClass="exit" presetSubtype="0" fill="hold" nodeType="withEffect">
                                  <p:stCondLst>
                                    <p:cond delay="0"/>
                                  </p:stCondLst>
                                  <p:childTnLst>
                                    <p:set>
                                      <p:cBhvr>
                                        <p:cTn id="650" dur="1" fill="hold">
                                          <p:stCondLst>
                                            <p:cond delay="0"/>
                                          </p:stCondLst>
                                        </p:cTn>
                                        <p:tgtEl>
                                          <p:spTgt spid="241"/>
                                        </p:tgtEl>
                                        <p:attrNameLst>
                                          <p:attrName>style.visibility</p:attrName>
                                        </p:attrNameLst>
                                      </p:cBhvr>
                                      <p:to>
                                        <p:strVal val="hidden"/>
                                      </p:to>
                                    </p:set>
                                  </p:childTnLst>
                                </p:cTn>
                              </p:par>
                              <p:par>
                                <p:cTn id="651" presetID="1" presetClass="exit" presetSubtype="0" fill="hold" nodeType="withEffect">
                                  <p:stCondLst>
                                    <p:cond delay="0"/>
                                  </p:stCondLst>
                                  <p:childTnLst>
                                    <p:set>
                                      <p:cBhvr>
                                        <p:cTn id="652" dur="1" fill="hold">
                                          <p:stCondLst>
                                            <p:cond delay="0"/>
                                          </p:stCondLst>
                                        </p:cTn>
                                        <p:tgtEl>
                                          <p:spTgt spid="242"/>
                                        </p:tgtEl>
                                        <p:attrNameLst>
                                          <p:attrName>style.visibility</p:attrName>
                                        </p:attrNameLst>
                                      </p:cBhvr>
                                      <p:to>
                                        <p:strVal val="hidden"/>
                                      </p:to>
                                    </p:set>
                                  </p:childTnLst>
                                </p:cTn>
                              </p:par>
                              <p:par>
                                <p:cTn id="653" presetID="1" presetClass="entr" presetSubtype="0" fill="hold" nodeType="withEffect">
                                  <p:stCondLst>
                                    <p:cond delay="0"/>
                                  </p:stCondLst>
                                  <p:childTnLst>
                                    <p:set>
                                      <p:cBhvr>
                                        <p:cTn id="654" dur="1" fill="hold">
                                          <p:stCondLst>
                                            <p:cond delay="0"/>
                                          </p:stCondLst>
                                        </p:cTn>
                                        <p:tgtEl>
                                          <p:spTgt spid="243"/>
                                        </p:tgtEl>
                                        <p:attrNameLst>
                                          <p:attrName>style.visibility</p:attrName>
                                        </p:attrNameLst>
                                      </p:cBhvr>
                                      <p:to>
                                        <p:strVal val="visible"/>
                                      </p:to>
                                    </p:set>
                                  </p:childTnLst>
                                </p:cTn>
                              </p:par>
                              <p:par>
                                <p:cTn id="655" presetID="1" presetClass="entr" presetSubtype="0" fill="hold" nodeType="withEffect">
                                  <p:stCondLst>
                                    <p:cond delay="0"/>
                                  </p:stCondLst>
                                  <p:childTnLst>
                                    <p:set>
                                      <p:cBhvr>
                                        <p:cTn id="656" dur="1" fill="hold">
                                          <p:stCondLst>
                                            <p:cond delay="0"/>
                                          </p:stCondLst>
                                        </p:cTn>
                                        <p:tgtEl>
                                          <p:spTgt spid="244"/>
                                        </p:tgtEl>
                                        <p:attrNameLst>
                                          <p:attrName>style.visibility</p:attrName>
                                        </p:attrNameLst>
                                      </p:cBhvr>
                                      <p:to>
                                        <p:strVal val="visible"/>
                                      </p:to>
                                    </p:set>
                                  </p:childTnLst>
                                </p:cTn>
                              </p:par>
                              <p:par>
                                <p:cTn id="657" presetID="1" presetClass="entr" presetSubtype="0" fill="hold" nodeType="withEffect">
                                  <p:stCondLst>
                                    <p:cond delay="0"/>
                                  </p:stCondLst>
                                  <p:childTnLst>
                                    <p:set>
                                      <p:cBhvr>
                                        <p:cTn id="658" dur="1" fill="hold">
                                          <p:stCondLst>
                                            <p:cond delay="0"/>
                                          </p:stCondLst>
                                        </p:cTn>
                                        <p:tgtEl>
                                          <p:spTgt spid="245"/>
                                        </p:tgtEl>
                                        <p:attrNameLst>
                                          <p:attrName>style.visibility</p:attrName>
                                        </p:attrNameLst>
                                      </p:cBhvr>
                                      <p:to>
                                        <p:strVal val="visible"/>
                                      </p:to>
                                    </p:set>
                                  </p:childTnLst>
                                </p:cTn>
                              </p:par>
                              <p:par>
                                <p:cTn id="659" presetID="1" presetClass="entr" presetSubtype="0" fill="hold" nodeType="withEffect">
                                  <p:stCondLst>
                                    <p:cond delay="0"/>
                                  </p:stCondLst>
                                  <p:childTnLst>
                                    <p:set>
                                      <p:cBhvr>
                                        <p:cTn id="660" dur="1" fill="hold">
                                          <p:stCondLst>
                                            <p:cond delay="0"/>
                                          </p:stCondLst>
                                        </p:cTn>
                                        <p:tgtEl>
                                          <p:spTgt spid="246"/>
                                        </p:tgtEl>
                                        <p:attrNameLst>
                                          <p:attrName>style.visibility</p:attrName>
                                        </p:attrNameLst>
                                      </p:cBhvr>
                                      <p:to>
                                        <p:strVal val="visible"/>
                                      </p:to>
                                    </p:set>
                                  </p:childTnLst>
                                </p:cTn>
                              </p:par>
                              <p:par>
                                <p:cTn id="661" presetID="1" presetClass="entr" presetSubtype="0" fill="hold" nodeType="withEffect">
                                  <p:stCondLst>
                                    <p:cond delay="0"/>
                                  </p:stCondLst>
                                  <p:childTnLst>
                                    <p:set>
                                      <p:cBhvr>
                                        <p:cTn id="662" dur="1" fill="hold">
                                          <p:stCondLst>
                                            <p:cond delay="0"/>
                                          </p:stCondLst>
                                        </p:cTn>
                                        <p:tgtEl>
                                          <p:spTgt spid="247"/>
                                        </p:tgtEl>
                                        <p:attrNameLst>
                                          <p:attrName>style.visibility</p:attrName>
                                        </p:attrNameLst>
                                      </p:cBhvr>
                                      <p:to>
                                        <p:strVal val="visible"/>
                                      </p:to>
                                    </p:set>
                                  </p:childTnLst>
                                </p:cTn>
                              </p:par>
                              <p:par>
                                <p:cTn id="663" presetID="1" presetClass="entr" presetSubtype="0" fill="hold" nodeType="withEffect">
                                  <p:stCondLst>
                                    <p:cond delay="0"/>
                                  </p:stCondLst>
                                  <p:childTnLst>
                                    <p:set>
                                      <p:cBhvr>
                                        <p:cTn id="664" dur="1" fill="hold">
                                          <p:stCondLst>
                                            <p:cond delay="0"/>
                                          </p:stCondLst>
                                        </p:cTn>
                                        <p:tgtEl>
                                          <p:spTgt spid="248"/>
                                        </p:tgtEl>
                                        <p:attrNameLst>
                                          <p:attrName>style.visibility</p:attrName>
                                        </p:attrNameLst>
                                      </p:cBhvr>
                                      <p:to>
                                        <p:strVal val="visible"/>
                                      </p:to>
                                    </p:set>
                                  </p:childTnLst>
                                </p:cTn>
                              </p:par>
                              <p:par>
                                <p:cTn id="665" presetID="1" presetClass="entr" presetSubtype="0" fill="hold" nodeType="withEffect">
                                  <p:stCondLst>
                                    <p:cond delay="0"/>
                                  </p:stCondLst>
                                  <p:childTnLst>
                                    <p:set>
                                      <p:cBhvr>
                                        <p:cTn id="666" dur="1" fill="hold">
                                          <p:stCondLst>
                                            <p:cond delay="0"/>
                                          </p:stCondLst>
                                        </p:cTn>
                                        <p:tgtEl>
                                          <p:spTgt spid="249"/>
                                        </p:tgtEl>
                                        <p:attrNameLst>
                                          <p:attrName>style.visibility</p:attrName>
                                        </p:attrNameLst>
                                      </p:cBhvr>
                                      <p:to>
                                        <p:strVal val="visible"/>
                                      </p:to>
                                    </p:set>
                                  </p:childTnLst>
                                </p:cTn>
                              </p:par>
                              <p:par>
                                <p:cTn id="667" presetID="1" presetClass="entr" presetSubtype="0" fill="hold" nodeType="withEffect">
                                  <p:stCondLst>
                                    <p:cond delay="0"/>
                                  </p:stCondLst>
                                  <p:childTnLst>
                                    <p:set>
                                      <p:cBhvr>
                                        <p:cTn id="668" dur="1" fill="hold">
                                          <p:stCondLst>
                                            <p:cond delay="0"/>
                                          </p:stCondLst>
                                        </p:cTn>
                                        <p:tgtEl>
                                          <p:spTgt spid="250"/>
                                        </p:tgtEl>
                                        <p:attrNameLst>
                                          <p:attrName>style.visibility</p:attrName>
                                        </p:attrNameLst>
                                      </p:cBhvr>
                                      <p:to>
                                        <p:strVal val="visible"/>
                                      </p:to>
                                    </p:set>
                                  </p:childTnLst>
                                </p:cTn>
                              </p:par>
                              <p:par>
                                <p:cTn id="669" presetID="1" presetClass="entr" presetSubtype="0" fill="hold" nodeType="withEffect">
                                  <p:stCondLst>
                                    <p:cond delay="0"/>
                                  </p:stCondLst>
                                  <p:childTnLst>
                                    <p:set>
                                      <p:cBhvr>
                                        <p:cTn id="670" dur="1" fill="hold">
                                          <p:stCondLst>
                                            <p:cond delay="0"/>
                                          </p:stCondLst>
                                        </p:cTn>
                                        <p:tgtEl>
                                          <p:spTgt spid="251"/>
                                        </p:tgtEl>
                                        <p:attrNameLst>
                                          <p:attrName>style.visibility</p:attrName>
                                        </p:attrNameLst>
                                      </p:cBhvr>
                                      <p:to>
                                        <p:strVal val="visible"/>
                                      </p:to>
                                    </p:set>
                                  </p:childTnLst>
                                </p:cTn>
                              </p:par>
                              <p:par>
                                <p:cTn id="671" presetID="1" presetClass="entr" presetSubtype="0" fill="hold" nodeType="withEffect">
                                  <p:stCondLst>
                                    <p:cond delay="0"/>
                                  </p:stCondLst>
                                  <p:childTnLst>
                                    <p:set>
                                      <p:cBhvr>
                                        <p:cTn id="672" dur="1" fill="hold">
                                          <p:stCondLst>
                                            <p:cond delay="0"/>
                                          </p:stCondLst>
                                        </p:cTn>
                                        <p:tgtEl>
                                          <p:spTgt spid="252"/>
                                        </p:tgtEl>
                                        <p:attrNameLst>
                                          <p:attrName>style.visibility</p:attrName>
                                        </p:attrNameLst>
                                      </p:cBhvr>
                                      <p:to>
                                        <p:strVal val="visible"/>
                                      </p:to>
                                    </p:set>
                                  </p:childTnLst>
                                </p:cTn>
                              </p:par>
                              <p:par>
                                <p:cTn id="673" presetID="1" presetClass="entr" presetSubtype="0" fill="hold" nodeType="withEffect">
                                  <p:stCondLst>
                                    <p:cond delay="0"/>
                                  </p:stCondLst>
                                  <p:childTnLst>
                                    <p:set>
                                      <p:cBhvr>
                                        <p:cTn id="674" dur="1" fill="hold">
                                          <p:stCondLst>
                                            <p:cond delay="0"/>
                                          </p:stCondLst>
                                        </p:cTn>
                                        <p:tgtEl>
                                          <p:spTgt spid="253"/>
                                        </p:tgtEl>
                                        <p:attrNameLst>
                                          <p:attrName>style.visibility</p:attrName>
                                        </p:attrNameLst>
                                      </p:cBhvr>
                                      <p:to>
                                        <p:strVal val="visible"/>
                                      </p:to>
                                    </p:set>
                                  </p:childTnLst>
                                </p:cTn>
                              </p:par>
                              <p:par>
                                <p:cTn id="675" presetID="1" presetClass="entr" presetSubtype="0" fill="hold" nodeType="withEffect">
                                  <p:stCondLst>
                                    <p:cond delay="0"/>
                                  </p:stCondLst>
                                  <p:childTnLst>
                                    <p:set>
                                      <p:cBhvr>
                                        <p:cTn id="676" dur="1" fill="hold">
                                          <p:stCondLst>
                                            <p:cond delay="0"/>
                                          </p:stCondLst>
                                        </p:cTn>
                                        <p:tgtEl>
                                          <p:spTgt spid="254"/>
                                        </p:tgtEl>
                                        <p:attrNameLst>
                                          <p:attrName>style.visibility</p:attrName>
                                        </p:attrNameLst>
                                      </p:cBhvr>
                                      <p:to>
                                        <p:strVal val="visible"/>
                                      </p:to>
                                    </p:set>
                                  </p:childTnLst>
                                </p:cTn>
                              </p:par>
                              <p:par>
                                <p:cTn id="677" presetID="1" presetClass="entr" presetSubtype="0" fill="hold" nodeType="withEffect">
                                  <p:stCondLst>
                                    <p:cond delay="0"/>
                                  </p:stCondLst>
                                  <p:childTnLst>
                                    <p:set>
                                      <p:cBhvr>
                                        <p:cTn id="678" dur="1" fill="hold">
                                          <p:stCondLst>
                                            <p:cond delay="0"/>
                                          </p:stCondLst>
                                        </p:cTn>
                                        <p:tgtEl>
                                          <p:spTgt spid="255"/>
                                        </p:tgtEl>
                                        <p:attrNameLst>
                                          <p:attrName>style.visibility</p:attrName>
                                        </p:attrNameLst>
                                      </p:cBhvr>
                                      <p:to>
                                        <p:strVal val="visible"/>
                                      </p:to>
                                    </p:set>
                                  </p:childTnLst>
                                </p:cTn>
                              </p:par>
                              <p:par>
                                <p:cTn id="679" presetID="1" presetClass="entr" presetSubtype="0" fill="hold" nodeType="withEffect">
                                  <p:stCondLst>
                                    <p:cond delay="0"/>
                                  </p:stCondLst>
                                  <p:childTnLst>
                                    <p:set>
                                      <p:cBhvr>
                                        <p:cTn id="680" dur="1" fill="hold">
                                          <p:stCondLst>
                                            <p:cond delay="0"/>
                                          </p:stCondLst>
                                        </p:cTn>
                                        <p:tgtEl>
                                          <p:spTgt spid="256"/>
                                        </p:tgtEl>
                                        <p:attrNameLst>
                                          <p:attrName>style.visibility</p:attrName>
                                        </p:attrNameLst>
                                      </p:cBhvr>
                                      <p:to>
                                        <p:strVal val="visible"/>
                                      </p:to>
                                    </p:set>
                                  </p:childTnLst>
                                </p:cTn>
                              </p:par>
                              <p:par>
                                <p:cTn id="681" presetID="1" presetClass="entr" presetSubtype="0" fill="hold" nodeType="withEffect">
                                  <p:stCondLst>
                                    <p:cond delay="0"/>
                                  </p:stCondLst>
                                  <p:childTnLst>
                                    <p:set>
                                      <p:cBhvr>
                                        <p:cTn id="682" dur="1" fill="hold">
                                          <p:stCondLst>
                                            <p:cond delay="0"/>
                                          </p:stCondLst>
                                        </p:cTn>
                                        <p:tgtEl>
                                          <p:spTgt spid="257"/>
                                        </p:tgtEl>
                                        <p:attrNameLst>
                                          <p:attrName>style.visibility</p:attrName>
                                        </p:attrNameLst>
                                      </p:cBhvr>
                                      <p:to>
                                        <p:strVal val="visible"/>
                                      </p:to>
                                    </p:set>
                                  </p:childTnLst>
                                </p:cTn>
                              </p:par>
                              <p:par>
                                <p:cTn id="683" presetID="1" presetClass="entr" presetSubtype="0" fill="hold" nodeType="withEffect">
                                  <p:stCondLst>
                                    <p:cond delay="0"/>
                                  </p:stCondLst>
                                  <p:childTnLst>
                                    <p:set>
                                      <p:cBhvr>
                                        <p:cTn id="684" dur="1" fill="hold">
                                          <p:stCondLst>
                                            <p:cond delay="0"/>
                                          </p:stCondLst>
                                        </p:cTn>
                                        <p:tgtEl>
                                          <p:spTgt spid="258"/>
                                        </p:tgtEl>
                                        <p:attrNameLst>
                                          <p:attrName>style.visibility</p:attrName>
                                        </p:attrNameLst>
                                      </p:cBhvr>
                                      <p:to>
                                        <p:strVal val="visible"/>
                                      </p:to>
                                    </p:set>
                                  </p:childTnLst>
                                </p:cTn>
                              </p:par>
                              <p:par>
                                <p:cTn id="685" presetID="1" presetClass="entr" presetSubtype="0" fill="hold" nodeType="withEffect">
                                  <p:stCondLst>
                                    <p:cond delay="0"/>
                                  </p:stCondLst>
                                  <p:childTnLst>
                                    <p:set>
                                      <p:cBhvr>
                                        <p:cTn id="686" dur="1" fill="hold">
                                          <p:stCondLst>
                                            <p:cond delay="0"/>
                                          </p:stCondLst>
                                        </p:cTn>
                                        <p:tgtEl>
                                          <p:spTgt spid="259"/>
                                        </p:tgtEl>
                                        <p:attrNameLst>
                                          <p:attrName>style.visibility</p:attrName>
                                        </p:attrNameLst>
                                      </p:cBhvr>
                                      <p:to>
                                        <p:strVal val="visible"/>
                                      </p:to>
                                    </p:set>
                                  </p:childTnLst>
                                </p:cTn>
                              </p:par>
                              <p:par>
                                <p:cTn id="687" presetID="1" presetClass="entr" presetSubtype="0" fill="hold" nodeType="withEffect">
                                  <p:stCondLst>
                                    <p:cond delay="0"/>
                                  </p:stCondLst>
                                  <p:childTnLst>
                                    <p:set>
                                      <p:cBhvr>
                                        <p:cTn id="688" dur="1" fill="hold">
                                          <p:stCondLst>
                                            <p:cond delay="0"/>
                                          </p:stCondLst>
                                        </p:cTn>
                                        <p:tgtEl>
                                          <p:spTgt spid="260"/>
                                        </p:tgtEl>
                                        <p:attrNameLst>
                                          <p:attrName>style.visibility</p:attrName>
                                        </p:attrNameLst>
                                      </p:cBhvr>
                                      <p:to>
                                        <p:strVal val="visible"/>
                                      </p:to>
                                    </p:set>
                                  </p:childTnLst>
                                </p:cTn>
                              </p:par>
                              <p:par>
                                <p:cTn id="689" presetID="1" presetClass="entr" presetSubtype="0" fill="hold" nodeType="withEffect">
                                  <p:stCondLst>
                                    <p:cond delay="0"/>
                                  </p:stCondLst>
                                  <p:childTnLst>
                                    <p:set>
                                      <p:cBhvr>
                                        <p:cTn id="690" dur="1" fill="hold">
                                          <p:stCondLst>
                                            <p:cond delay="0"/>
                                          </p:stCondLst>
                                        </p:cTn>
                                        <p:tgtEl>
                                          <p:spTgt spid="261"/>
                                        </p:tgtEl>
                                        <p:attrNameLst>
                                          <p:attrName>style.visibility</p:attrName>
                                        </p:attrNameLst>
                                      </p:cBhvr>
                                      <p:to>
                                        <p:strVal val="visible"/>
                                      </p:to>
                                    </p:set>
                                  </p:childTnLst>
                                </p:cTn>
                              </p:par>
                              <p:par>
                                <p:cTn id="691" presetID="1" presetClass="entr" presetSubtype="0" fill="hold" nodeType="withEffect">
                                  <p:stCondLst>
                                    <p:cond delay="0"/>
                                  </p:stCondLst>
                                  <p:childTnLst>
                                    <p:set>
                                      <p:cBhvr>
                                        <p:cTn id="692" dur="1" fill="hold">
                                          <p:stCondLst>
                                            <p:cond delay="0"/>
                                          </p:stCondLst>
                                        </p:cTn>
                                        <p:tgtEl>
                                          <p:spTgt spid="262"/>
                                        </p:tgtEl>
                                        <p:attrNameLst>
                                          <p:attrName>style.visibility</p:attrName>
                                        </p:attrNameLst>
                                      </p:cBhvr>
                                      <p:to>
                                        <p:strVal val="visible"/>
                                      </p:to>
                                    </p:set>
                                  </p:childTnLst>
                                </p:cTn>
                              </p:par>
                              <p:par>
                                <p:cTn id="693" presetID="1" presetClass="entr" presetSubtype="0" fill="hold" nodeType="withEffect">
                                  <p:stCondLst>
                                    <p:cond delay="0"/>
                                  </p:stCondLst>
                                  <p:childTnLst>
                                    <p:set>
                                      <p:cBhvr>
                                        <p:cTn id="694" dur="1" fill="hold">
                                          <p:stCondLst>
                                            <p:cond delay="0"/>
                                          </p:stCondLst>
                                        </p:cTn>
                                        <p:tgtEl>
                                          <p:spTgt spid="263"/>
                                        </p:tgtEl>
                                        <p:attrNameLst>
                                          <p:attrName>style.visibility</p:attrName>
                                        </p:attrNameLst>
                                      </p:cBhvr>
                                      <p:to>
                                        <p:strVal val="visible"/>
                                      </p:to>
                                    </p:set>
                                  </p:childTnLst>
                                </p:cTn>
                              </p:par>
                              <p:par>
                                <p:cTn id="695" presetID="1" presetClass="entr" presetSubtype="0" fill="hold" nodeType="withEffect">
                                  <p:stCondLst>
                                    <p:cond delay="0"/>
                                  </p:stCondLst>
                                  <p:childTnLst>
                                    <p:set>
                                      <p:cBhvr>
                                        <p:cTn id="696" dur="1" fill="hold">
                                          <p:stCondLst>
                                            <p:cond delay="0"/>
                                          </p:stCondLst>
                                        </p:cTn>
                                        <p:tgtEl>
                                          <p:spTgt spid="264"/>
                                        </p:tgtEl>
                                        <p:attrNameLst>
                                          <p:attrName>style.visibility</p:attrName>
                                        </p:attrNameLst>
                                      </p:cBhvr>
                                      <p:to>
                                        <p:strVal val="visible"/>
                                      </p:to>
                                    </p:set>
                                  </p:childTnLst>
                                </p:cTn>
                              </p:par>
                              <p:par>
                                <p:cTn id="697" presetID="1" presetClass="entr" presetSubtype="0" fill="hold" nodeType="withEffect">
                                  <p:stCondLst>
                                    <p:cond delay="0"/>
                                  </p:stCondLst>
                                  <p:childTnLst>
                                    <p:set>
                                      <p:cBhvr>
                                        <p:cTn id="698" dur="1" fill="hold">
                                          <p:stCondLst>
                                            <p:cond delay="0"/>
                                          </p:stCondLst>
                                        </p:cTn>
                                        <p:tgtEl>
                                          <p:spTgt spid="265"/>
                                        </p:tgtEl>
                                        <p:attrNameLst>
                                          <p:attrName>style.visibility</p:attrName>
                                        </p:attrNameLst>
                                      </p:cBhvr>
                                      <p:to>
                                        <p:strVal val="visible"/>
                                      </p:to>
                                    </p:set>
                                  </p:childTnLst>
                                </p:cTn>
                              </p:par>
                              <p:par>
                                <p:cTn id="699" presetID="1" presetClass="entr" presetSubtype="0" fill="hold" nodeType="withEffect">
                                  <p:stCondLst>
                                    <p:cond delay="0"/>
                                  </p:stCondLst>
                                  <p:childTnLst>
                                    <p:set>
                                      <p:cBhvr>
                                        <p:cTn id="700" dur="1" fill="hold">
                                          <p:stCondLst>
                                            <p:cond delay="0"/>
                                          </p:stCondLst>
                                        </p:cTn>
                                        <p:tgtEl>
                                          <p:spTgt spid="266"/>
                                        </p:tgtEl>
                                        <p:attrNameLst>
                                          <p:attrName>style.visibility</p:attrName>
                                        </p:attrNameLst>
                                      </p:cBhvr>
                                      <p:to>
                                        <p:strVal val="visible"/>
                                      </p:to>
                                    </p:set>
                                  </p:childTnLst>
                                </p:cTn>
                              </p:par>
                              <p:par>
                                <p:cTn id="701" presetID="1" presetClass="entr" presetSubtype="0" fill="hold" nodeType="withEffect">
                                  <p:stCondLst>
                                    <p:cond delay="0"/>
                                  </p:stCondLst>
                                  <p:childTnLst>
                                    <p:set>
                                      <p:cBhvr>
                                        <p:cTn id="702" dur="1" fill="hold">
                                          <p:stCondLst>
                                            <p:cond delay="0"/>
                                          </p:stCondLst>
                                        </p:cTn>
                                        <p:tgtEl>
                                          <p:spTgt spid="267"/>
                                        </p:tgtEl>
                                        <p:attrNameLst>
                                          <p:attrName>style.visibility</p:attrName>
                                        </p:attrNameLst>
                                      </p:cBhvr>
                                      <p:to>
                                        <p:strVal val="visible"/>
                                      </p:to>
                                    </p:set>
                                  </p:childTnLst>
                                </p:cTn>
                              </p:par>
                              <p:par>
                                <p:cTn id="703" presetID="1" presetClass="entr" presetSubtype="0" fill="hold" nodeType="withEffect">
                                  <p:stCondLst>
                                    <p:cond delay="0"/>
                                  </p:stCondLst>
                                  <p:childTnLst>
                                    <p:set>
                                      <p:cBhvr>
                                        <p:cTn id="704" dur="1" fill="hold">
                                          <p:stCondLst>
                                            <p:cond delay="0"/>
                                          </p:stCondLst>
                                        </p:cTn>
                                        <p:tgtEl>
                                          <p:spTgt spid="268"/>
                                        </p:tgtEl>
                                        <p:attrNameLst>
                                          <p:attrName>style.visibility</p:attrName>
                                        </p:attrNameLst>
                                      </p:cBhvr>
                                      <p:to>
                                        <p:strVal val="visible"/>
                                      </p:to>
                                    </p:set>
                                  </p:childTnLst>
                                </p:cTn>
                              </p:par>
                              <p:par>
                                <p:cTn id="705" presetID="1" presetClass="entr" presetSubtype="0" fill="hold" nodeType="withEffect">
                                  <p:stCondLst>
                                    <p:cond delay="0"/>
                                  </p:stCondLst>
                                  <p:childTnLst>
                                    <p:set>
                                      <p:cBhvr>
                                        <p:cTn id="706" dur="1" fill="hold">
                                          <p:stCondLst>
                                            <p:cond delay="0"/>
                                          </p:stCondLst>
                                        </p:cTn>
                                        <p:tgtEl>
                                          <p:spTgt spid="269"/>
                                        </p:tgtEl>
                                        <p:attrNameLst>
                                          <p:attrName>style.visibility</p:attrName>
                                        </p:attrNameLst>
                                      </p:cBhvr>
                                      <p:to>
                                        <p:strVal val="visible"/>
                                      </p:to>
                                    </p:set>
                                  </p:childTnLst>
                                </p:cTn>
                              </p:par>
                              <p:par>
                                <p:cTn id="707" presetID="1" presetClass="entr" presetSubtype="0" fill="hold" nodeType="withEffect">
                                  <p:stCondLst>
                                    <p:cond delay="0"/>
                                  </p:stCondLst>
                                  <p:childTnLst>
                                    <p:set>
                                      <p:cBhvr>
                                        <p:cTn id="708" dur="1" fill="hold">
                                          <p:stCondLst>
                                            <p:cond delay="0"/>
                                          </p:stCondLst>
                                        </p:cTn>
                                        <p:tgtEl>
                                          <p:spTgt spid="270"/>
                                        </p:tgtEl>
                                        <p:attrNameLst>
                                          <p:attrName>style.visibility</p:attrName>
                                        </p:attrNameLst>
                                      </p:cBhvr>
                                      <p:to>
                                        <p:strVal val="visible"/>
                                      </p:to>
                                    </p:set>
                                  </p:childTnLst>
                                </p:cTn>
                              </p:par>
                              <p:par>
                                <p:cTn id="709" presetID="1" presetClass="entr" presetSubtype="0" fill="hold" nodeType="withEffect">
                                  <p:stCondLst>
                                    <p:cond delay="0"/>
                                  </p:stCondLst>
                                  <p:childTnLst>
                                    <p:set>
                                      <p:cBhvr>
                                        <p:cTn id="710" dur="1" fill="hold">
                                          <p:stCondLst>
                                            <p:cond delay="0"/>
                                          </p:stCondLst>
                                        </p:cTn>
                                        <p:tgtEl>
                                          <p:spTgt spid="271"/>
                                        </p:tgtEl>
                                        <p:attrNameLst>
                                          <p:attrName>style.visibility</p:attrName>
                                        </p:attrNameLst>
                                      </p:cBhvr>
                                      <p:to>
                                        <p:strVal val="visible"/>
                                      </p:to>
                                    </p:set>
                                  </p:childTnLst>
                                </p:cTn>
                              </p:par>
                            </p:childTnLst>
                          </p:cTn>
                        </p:par>
                      </p:childTnLst>
                    </p:cTn>
                  </p:par>
                  <p:par>
                    <p:cTn id="711" fill="hold">
                      <p:stCondLst>
                        <p:cond delay="indefinite"/>
                      </p:stCondLst>
                      <p:childTnLst>
                        <p:par>
                          <p:cTn id="712" fill="hold">
                            <p:stCondLst>
                              <p:cond delay="0"/>
                            </p:stCondLst>
                            <p:childTnLst>
                              <p:par>
                                <p:cTn id="713" presetID="1" presetClass="exit" presetSubtype="0" fill="hold" nodeType="clickEffect">
                                  <p:stCondLst>
                                    <p:cond delay="0"/>
                                  </p:stCondLst>
                                  <p:childTnLst>
                                    <p:set>
                                      <p:cBhvr>
                                        <p:cTn id="714" dur="1" fill="hold">
                                          <p:stCondLst>
                                            <p:cond delay="0"/>
                                          </p:stCondLst>
                                        </p:cTn>
                                        <p:tgtEl>
                                          <p:spTgt spid="243"/>
                                        </p:tgtEl>
                                        <p:attrNameLst>
                                          <p:attrName>style.visibility</p:attrName>
                                        </p:attrNameLst>
                                      </p:cBhvr>
                                      <p:to>
                                        <p:strVal val="hidden"/>
                                      </p:to>
                                    </p:set>
                                  </p:childTnLst>
                                </p:cTn>
                              </p:par>
                              <p:par>
                                <p:cTn id="715" presetID="1" presetClass="exit" presetSubtype="0" fill="hold" nodeType="withEffect">
                                  <p:stCondLst>
                                    <p:cond delay="0"/>
                                  </p:stCondLst>
                                  <p:childTnLst>
                                    <p:set>
                                      <p:cBhvr>
                                        <p:cTn id="716" dur="1" fill="hold">
                                          <p:stCondLst>
                                            <p:cond delay="0"/>
                                          </p:stCondLst>
                                        </p:cTn>
                                        <p:tgtEl>
                                          <p:spTgt spid="244"/>
                                        </p:tgtEl>
                                        <p:attrNameLst>
                                          <p:attrName>style.visibility</p:attrName>
                                        </p:attrNameLst>
                                      </p:cBhvr>
                                      <p:to>
                                        <p:strVal val="hidden"/>
                                      </p:to>
                                    </p:set>
                                  </p:childTnLst>
                                </p:cTn>
                              </p:par>
                              <p:par>
                                <p:cTn id="717" presetID="1" presetClass="exit" presetSubtype="0" fill="hold" nodeType="withEffect">
                                  <p:stCondLst>
                                    <p:cond delay="0"/>
                                  </p:stCondLst>
                                  <p:childTnLst>
                                    <p:set>
                                      <p:cBhvr>
                                        <p:cTn id="718" dur="1" fill="hold">
                                          <p:stCondLst>
                                            <p:cond delay="0"/>
                                          </p:stCondLst>
                                        </p:cTn>
                                        <p:tgtEl>
                                          <p:spTgt spid="245"/>
                                        </p:tgtEl>
                                        <p:attrNameLst>
                                          <p:attrName>style.visibility</p:attrName>
                                        </p:attrNameLst>
                                      </p:cBhvr>
                                      <p:to>
                                        <p:strVal val="hidden"/>
                                      </p:to>
                                    </p:set>
                                  </p:childTnLst>
                                </p:cTn>
                              </p:par>
                              <p:par>
                                <p:cTn id="719" presetID="1" presetClass="exit" presetSubtype="0" fill="hold" nodeType="withEffect">
                                  <p:stCondLst>
                                    <p:cond delay="0"/>
                                  </p:stCondLst>
                                  <p:childTnLst>
                                    <p:set>
                                      <p:cBhvr>
                                        <p:cTn id="720" dur="1" fill="hold">
                                          <p:stCondLst>
                                            <p:cond delay="0"/>
                                          </p:stCondLst>
                                        </p:cTn>
                                        <p:tgtEl>
                                          <p:spTgt spid="246"/>
                                        </p:tgtEl>
                                        <p:attrNameLst>
                                          <p:attrName>style.visibility</p:attrName>
                                        </p:attrNameLst>
                                      </p:cBhvr>
                                      <p:to>
                                        <p:strVal val="hidden"/>
                                      </p:to>
                                    </p:set>
                                  </p:childTnLst>
                                </p:cTn>
                              </p:par>
                              <p:par>
                                <p:cTn id="721" presetID="1" presetClass="exit" presetSubtype="0" fill="hold" nodeType="withEffect">
                                  <p:stCondLst>
                                    <p:cond delay="0"/>
                                  </p:stCondLst>
                                  <p:childTnLst>
                                    <p:set>
                                      <p:cBhvr>
                                        <p:cTn id="722" dur="1" fill="hold">
                                          <p:stCondLst>
                                            <p:cond delay="0"/>
                                          </p:stCondLst>
                                        </p:cTn>
                                        <p:tgtEl>
                                          <p:spTgt spid="247"/>
                                        </p:tgtEl>
                                        <p:attrNameLst>
                                          <p:attrName>style.visibility</p:attrName>
                                        </p:attrNameLst>
                                      </p:cBhvr>
                                      <p:to>
                                        <p:strVal val="hidden"/>
                                      </p:to>
                                    </p:set>
                                  </p:childTnLst>
                                </p:cTn>
                              </p:par>
                              <p:par>
                                <p:cTn id="723" presetID="1" presetClass="exit" presetSubtype="0" fill="hold" nodeType="withEffect">
                                  <p:stCondLst>
                                    <p:cond delay="0"/>
                                  </p:stCondLst>
                                  <p:childTnLst>
                                    <p:set>
                                      <p:cBhvr>
                                        <p:cTn id="724" dur="1" fill="hold">
                                          <p:stCondLst>
                                            <p:cond delay="0"/>
                                          </p:stCondLst>
                                        </p:cTn>
                                        <p:tgtEl>
                                          <p:spTgt spid="248"/>
                                        </p:tgtEl>
                                        <p:attrNameLst>
                                          <p:attrName>style.visibility</p:attrName>
                                        </p:attrNameLst>
                                      </p:cBhvr>
                                      <p:to>
                                        <p:strVal val="hidden"/>
                                      </p:to>
                                    </p:set>
                                  </p:childTnLst>
                                </p:cTn>
                              </p:par>
                              <p:par>
                                <p:cTn id="725" presetID="1" presetClass="exit" presetSubtype="0" fill="hold" nodeType="withEffect">
                                  <p:stCondLst>
                                    <p:cond delay="0"/>
                                  </p:stCondLst>
                                  <p:childTnLst>
                                    <p:set>
                                      <p:cBhvr>
                                        <p:cTn id="726" dur="1" fill="hold">
                                          <p:stCondLst>
                                            <p:cond delay="0"/>
                                          </p:stCondLst>
                                        </p:cTn>
                                        <p:tgtEl>
                                          <p:spTgt spid="249"/>
                                        </p:tgtEl>
                                        <p:attrNameLst>
                                          <p:attrName>style.visibility</p:attrName>
                                        </p:attrNameLst>
                                      </p:cBhvr>
                                      <p:to>
                                        <p:strVal val="hidden"/>
                                      </p:to>
                                    </p:set>
                                  </p:childTnLst>
                                </p:cTn>
                              </p:par>
                              <p:par>
                                <p:cTn id="727" presetID="1" presetClass="exit" presetSubtype="0" fill="hold" nodeType="withEffect">
                                  <p:stCondLst>
                                    <p:cond delay="0"/>
                                  </p:stCondLst>
                                  <p:childTnLst>
                                    <p:set>
                                      <p:cBhvr>
                                        <p:cTn id="728" dur="1" fill="hold">
                                          <p:stCondLst>
                                            <p:cond delay="0"/>
                                          </p:stCondLst>
                                        </p:cTn>
                                        <p:tgtEl>
                                          <p:spTgt spid="250"/>
                                        </p:tgtEl>
                                        <p:attrNameLst>
                                          <p:attrName>style.visibility</p:attrName>
                                        </p:attrNameLst>
                                      </p:cBhvr>
                                      <p:to>
                                        <p:strVal val="hidden"/>
                                      </p:to>
                                    </p:set>
                                  </p:childTnLst>
                                </p:cTn>
                              </p:par>
                              <p:par>
                                <p:cTn id="729" presetID="1" presetClass="exit" presetSubtype="0" fill="hold" nodeType="withEffect">
                                  <p:stCondLst>
                                    <p:cond delay="0"/>
                                  </p:stCondLst>
                                  <p:childTnLst>
                                    <p:set>
                                      <p:cBhvr>
                                        <p:cTn id="730" dur="1" fill="hold">
                                          <p:stCondLst>
                                            <p:cond delay="0"/>
                                          </p:stCondLst>
                                        </p:cTn>
                                        <p:tgtEl>
                                          <p:spTgt spid="251"/>
                                        </p:tgtEl>
                                        <p:attrNameLst>
                                          <p:attrName>style.visibility</p:attrName>
                                        </p:attrNameLst>
                                      </p:cBhvr>
                                      <p:to>
                                        <p:strVal val="hidden"/>
                                      </p:to>
                                    </p:set>
                                  </p:childTnLst>
                                </p:cTn>
                              </p:par>
                              <p:par>
                                <p:cTn id="731" presetID="1" presetClass="exit" presetSubtype="0" fill="hold" nodeType="withEffect">
                                  <p:stCondLst>
                                    <p:cond delay="0"/>
                                  </p:stCondLst>
                                  <p:childTnLst>
                                    <p:set>
                                      <p:cBhvr>
                                        <p:cTn id="732" dur="1" fill="hold">
                                          <p:stCondLst>
                                            <p:cond delay="0"/>
                                          </p:stCondLst>
                                        </p:cTn>
                                        <p:tgtEl>
                                          <p:spTgt spid="252"/>
                                        </p:tgtEl>
                                        <p:attrNameLst>
                                          <p:attrName>style.visibility</p:attrName>
                                        </p:attrNameLst>
                                      </p:cBhvr>
                                      <p:to>
                                        <p:strVal val="hidden"/>
                                      </p:to>
                                    </p:set>
                                  </p:childTnLst>
                                </p:cTn>
                              </p:par>
                              <p:par>
                                <p:cTn id="733" presetID="1" presetClass="exit" presetSubtype="0" fill="hold" nodeType="withEffect">
                                  <p:stCondLst>
                                    <p:cond delay="0"/>
                                  </p:stCondLst>
                                  <p:childTnLst>
                                    <p:set>
                                      <p:cBhvr>
                                        <p:cTn id="734" dur="1" fill="hold">
                                          <p:stCondLst>
                                            <p:cond delay="0"/>
                                          </p:stCondLst>
                                        </p:cTn>
                                        <p:tgtEl>
                                          <p:spTgt spid="253"/>
                                        </p:tgtEl>
                                        <p:attrNameLst>
                                          <p:attrName>style.visibility</p:attrName>
                                        </p:attrNameLst>
                                      </p:cBhvr>
                                      <p:to>
                                        <p:strVal val="hidden"/>
                                      </p:to>
                                    </p:set>
                                  </p:childTnLst>
                                </p:cTn>
                              </p:par>
                              <p:par>
                                <p:cTn id="735" presetID="1" presetClass="exit" presetSubtype="0" fill="hold" nodeType="withEffect">
                                  <p:stCondLst>
                                    <p:cond delay="0"/>
                                  </p:stCondLst>
                                  <p:childTnLst>
                                    <p:set>
                                      <p:cBhvr>
                                        <p:cTn id="736" dur="1" fill="hold">
                                          <p:stCondLst>
                                            <p:cond delay="0"/>
                                          </p:stCondLst>
                                        </p:cTn>
                                        <p:tgtEl>
                                          <p:spTgt spid="254"/>
                                        </p:tgtEl>
                                        <p:attrNameLst>
                                          <p:attrName>style.visibility</p:attrName>
                                        </p:attrNameLst>
                                      </p:cBhvr>
                                      <p:to>
                                        <p:strVal val="hidden"/>
                                      </p:to>
                                    </p:set>
                                  </p:childTnLst>
                                </p:cTn>
                              </p:par>
                              <p:par>
                                <p:cTn id="737" presetID="1" presetClass="exit" presetSubtype="0" fill="hold" nodeType="withEffect">
                                  <p:stCondLst>
                                    <p:cond delay="0"/>
                                  </p:stCondLst>
                                  <p:childTnLst>
                                    <p:set>
                                      <p:cBhvr>
                                        <p:cTn id="738" dur="1" fill="hold">
                                          <p:stCondLst>
                                            <p:cond delay="0"/>
                                          </p:stCondLst>
                                        </p:cTn>
                                        <p:tgtEl>
                                          <p:spTgt spid="255"/>
                                        </p:tgtEl>
                                        <p:attrNameLst>
                                          <p:attrName>style.visibility</p:attrName>
                                        </p:attrNameLst>
                                      </p:cBhvr>
                                      <p:to>
                                        <p:strVal val="hidden"/>
                                      </p:to>
                                    </p:set>
                                  </p:childTnLst>
                                </p:cTn>
                              </p:par>
                              <p:par>
                                <p:cTn id="739" presetID="1" presetClass="exit" presetSubtype="0" fill="hold" nodeType="withEffect">
                                  <p:stCondLst>
                                    <p:cond delay="0"/>
                                  </p:stCondLst>
                                  <p:childTnLst>
                                    <p:set>
                                      <p:cBhvr>
                                        <p:cTn id="740" dur="1" fill="hold">
                                          <p:stCondLst>
                                            <p:cond delay="0"/>
                                          </p:stCondLst>
                                        </p:cTn>
                                        <p:tgtEl>
                                          <p:spTgt spid="256"/>
                                        </p:tgtEl>
                                        <p:attrNameLst>
                                          <p:attrName>style.visibility</p:attrName>
                                        </p:attrNameLst>
                                      </p:cBhvr>
                                      <p:to>
                                        <p:strVal val="hidden"/>
                                      </p:to>
                                    </p:set>
                                  </p:childTnLst>
                                </p:cTn>
                              </p:par>
                              <p:par>
                                <p:cTn id="741" presetID="1" presetClass="exit" presetSubtype="0" fill="hold" nodeType="withEffect">
                                  <p:stCondLst>
                                    <p:cond delay="0"/>
                                  </p:stCondLst>
                                  <p:childTnLst>
                                    <p:set>
                                      <p:cBhvr>
                                        <p:cTn id="742" dur="1" fill="hold">
                                          <p:stCondLst>
                                            <p:cond delay="0"/>
                                          </p:stCondLst>
                                        </p:cTn>
                                        <p:tgtEl>
                                          <p:spTgt spid="257"/>
                                        </p:tgtEl>
                                        <p:attrNameLst>
                                          <p:attrName>style.visibility</p:attrName>
                                        </p:attrNameLst>
                                      </p:cBhvr>
                                      <p:to>
                                        <p:strVal val="hidden"/>
                                      </p:to>
                                    </p:set>
                                  </p:childTnLst>
                                </p:cTn>
                              </p:par>
                              <p:par>
                                <p:cTn id="743" presetID="1" presetClass="exit" presetSubtype="0" fill="hold" nodeType="withEffect">
                                  <p:stCondLst>
                                    <p:cond delay="0"/>
                                  </p:stCondLst>
                                  <p:childTnLst>
                                    <p:set>
                                      <p:cBhvr>
                                        <p:cTn id="744" dur="1" fill="hold">
                                          <p:stCondLst>
                                            <p:cond delay="0"/>
                                          </p:stCondLst>
                                        </p:cTn>
                                        <p:tgtEl>
                                          <p:spTgt spid="258"/>
                                        </p:tgtEl>
                                        <p:attrNameLst>
                                          <p:attrName>style.visibility</p:attrName>
                                        </p:attrNameLst>
                                      </p:cBhvr>
                                      <p:to>
                                        <p:strVal val="hidden"/>
                                      </p:to>
                                    </p:set>
                                  </p:childTnLst>
                                </p:cTn>
                              </p:par>
                              <p:par>
                                <p:cTn id="745" presetID="1" presetClass="exit" presetSubtype="0" fill="hold" nodeType="withEffect">
                                  <p:stCondLst>
                                    <p:cond delay="0"/>
                                  </p:stCondLst>
                                  <p:childTnLst>
                                    <p:set>
                                      <p:cBhvr>
                                        <p:cTn id="746" dur="1" fill="hold">
                                          <p:stCondLst>
                                            <p:cond delay="0"/>
                                          </p:stCondLst>
                                        </p:cTn>
                                        <p:tgtEl>
                                          <p:spTgt spid="259"/>
                                        </p:tgtEl>
                                        <p:attrNameLst>
                                          <p:attrName>style.visibility</p:attrName>
                                        </p:attrNameLst>
                                      </p:cBhvr>
                                      <p:to>
                                        <p:strVal val="hidden"/>
                                      </p:to>
                                    </p:set>
                                  </p:childTnLst>
                                </p:cTn>
                              </p:par>
                              <p:par>
                                <p:cTn id="747" presetID="1" presetClass="exit" presetSubtype="0" fill="hold" nodeType="withEffect">
                                  <p:stCondLst>
                                    <p:cond delay="0"/>
                                  </p:stCondLst>
                                  <p:childTnLst>
                                    <p:set>
                                      <p:cBhvr>
                                        <p:cTn id="748" dur="1" fill="hold">
                                          <p:stCondLst>
                                            <p:cond delay="0"/>
                                          </p:stCondLst>
                                        </p:cTn>
                                        <p:tgtEl>
                                          <p:spTgt spid="260"/>
                                        </p:tgtEl>
                                        <p:attrNameLst>
                                          <p:attrName>style.visibility</p:attrName>
                                        </p:attrNameLst>
                                      </p:cBhvr>
                                      <p:to>
                                        <p:strVal val="hidden"/>
                                      </p:to>
                                    </p:set>
                                  </p:childTnLst>
                                </p:cTn>
                              </p:par>
                              <p:par>
                                <p:cTn id="749" presetID="1" presetClass="exit" presetSubtype="0" fill="hold" nodeType="withEffect">
                                  <p:stCondLst>
                                    <p:cond delay="0"/>
                                  </p:stCondLst>
                                  <p:childTnLst>
                                    <p:set>
                                      <p:cBhvr>
                                        <p:cTn id="750" dur="1" fill="hold">
                                          <p:stCondLst>
                                            <p:cond delay="0"/>
                                          </p:stCondLst>
                                        </p:cTn>
                                        <p:tgtEl>
                                          <p:spTgt spid="261"/>
                                        </p:tgtEl>
                                        <p:attrNameLst>
                                          <p:attrName>style.visibility</p:attrName>
                                        </p:attrNameLst>
                                      </p:cBhvr>
                                      <p:to>
                                        <p:strVal val="hidden"/>
                                      </p:to>
                                    </p:set>
                                  </p:childTnLst>
                                </p:cTn>
                              </p:par>
                              <p:par>
                                <p:cTn id="751" presetID="1" presetClass="exit" presetSubtype="0" fill="hold" nodeType="withEffect">
                                  <p:stCondLst>
                                    <p:cond delay="0"/>
                                  </p:stCondLst>
                                  <p:childTnLst>
                                    <p:set>
                                      <p:cBhvr>
                                        <p:cTn id="752" dur="1" fill="hold">
                                          <p:stCondLst>
                                            <p:cond delay="0"/>
                                          </p:stCondLst>
                                        </p:cTn>
                                        <p:tgtEl>
                                          <p:spTgt spid="262"/>
                                        </p:tgtEl>
                                        <p:attrNameLst>
                                          <p:attrName>style.visibility</p:attrName>
                                        </p:attrNameLst>
                                      </p:cBhvr>
                                      <p:to>
                                        <p:strVal val="hidden"/>
                                      </p:to>
                                    </p:set>
                                  </p:childTnLst>
                                </p:cTn>
                              </p:par>
                              <p:par>
                                <p:cTn id="753" presetID="1" presetClass="exit" presetSubtype="0" fill="hold" nodeType="withEffect">
                                  <p:stCondLst>
                                    <p:cond delay="0"/>
                                  </p:stCondLst>
                                  <p:childTnLst>
                                    <p:set>
                                      <p:cBhvr>
                                        <p:cTn id="754" dur="1" fill="hold">
                                          <p:stCondLst>
                                            <p:cond delay="0"/>
                                          </p:stCondLst>
                                        </p:cTn>
                                        <p:tgtEl>
                                          <p:spTgt spid="263"/>
                                        </p:tgtEl>
                                        <p:attrNameLst>
                                          <p:attrName>style.visibility</p:attrName>
                                        </p:attrNameLst>
                                      </p:cBhvr>
                                      <p:to>
                                        <p:strVal val="hidden"/>
                                      </p:to>
                                    </p:set>
                                  </p:childTnLst>
                                </p:cTn>
                              </p:par>
                              <p:par>
                                <p:cTn id="755" presetID="1" presetClass="exit" presetSubtype="0" fill="hold" nodeType="withEffect">
                                  <p:stCondLst>
                                    <p:cond delay="0"/>
                                  </p:stCondLst>
                                  <p:childTnLst>
                                    <p:set>
                                      <p:cBhvr>
                                        <p:cTn id="756" dur="1" fill="hold">
                                          <p:stCondLst>
                                            <p:cond delay="0"/>
                                          </p:stCondLst>
                                        </p:cTn>
                                        <p:tgtEl>
                                          <p:spTgt spid="264"/>
                                        </p:tgtEl>
                                        <p:attrNameLst>
                                          <p:attrName>style.visibility</p:attrName>
                                        </p:attrNameLst>
                                      </p:cBhvr>
                                      <p:to>
                                        <p:strVal val="hidden"/>
                                      </p:to>
                                    </p:set>
                                  </p:childTnLst>
                                </p:cTn>
                              </p:par>
                              <p:par>
                                <p:cTn id="757" presetID="1" presetClass="exit" presetSubtype="0" fill="hold" nodeType="withEffect">
                                  <p:stCondLst>
                                    <p:cond delay="0"/>
                                  </p:stCondLst>
                                  <p:childTnLst>
                                    <p:set>
                                      <p:cBhvr>
                                        <p:cTn id="758" dur="1" fill="hold">
                                          <p:stCondLst>
                                            <p:cond delay="0"/>
                                          </p:stCondLst>
                                        </p:cTn>
                                        <p:tgtEl>
                                          <p:spTgt spid="265"/>
                                        </p:tgtEl>
                                        <p:attrNameLst>
                                          <p:attrName>style.visibility</p:attrName>
                                        </p:attrNameLst>
                                      </p:cBhvr>
                                      <p:to>
                                        <p:strVal val="hidden"/>
                                      </p:to>
                                    </p:set>
                                  </p:childTnLst>
                                </p:cTn>
                              </p:par>
                              <p:par>
                                <p:cTn id="759" presetID="1" presetClass="exit" presetSubtype="0" fill="hold" nodeType="withEffect">
                                  <p:stCondLst>
                                    <p:cond delay="0"/>
                                  </p:stCondLst>
                                  <p:childTnLst>
                                    <p:set>
                                      <p:cBhvr>
                                        <p:cTn id="760" dur="1" fill="hold">
                                          <p:stCondLst>
                                            <p:cond delay="0"/>
                                          </p:stCondLst>
                                        </p:cTn>
                                        <p:tgtEl>
                                          <p:spTgt spid="266"/>
                                        </p:tgtEl>
                                        <p:attrNameLst>
                                          <p:attrName>style.visibility</p:attrName>
                                        </p:attrNameLst>
                                      </p:cBhvr>
                                      <p:to>
                                        <p:strVal val="hidden"/>
                                      </p:to>
                                    </p:set>
                                  </p:childTnLst>
                                </p:cTn>
                              </p:par>
                              <p:par>
                                <p:cTn id="761" presetID="1" presetClass="exit" presetSubtype="0" fill="hold" nodeType="withEffect">
                                  <p:stCondLst>
                                    <p:cond delay="0"/>
                                  </p:stCondLst>
                                  <p:childTnLst>
                                    <p:set>
                                      <p:cBhvr>
                                        <p:cTn id="762" dur="1" fill="hold">
                                          <p:stCondLst>
                                            <p:cond delay="0"/>
                                          </p:stCondLst>
                                        </p:cTn>
                                        <p:tgtEl>
                                          <p:spTgt spid="267"/>
                                        </p:tgtEl>
                                        <p:attrNameLst>
                                          <p:attrName>style.visibility</p:attrName>
                                        </p:attrNameLst>
                                      </p:cBhvr>
                                      <p:to>
                                        <p:strVal val="hidden"/>
                                      </p:to>
                                    </p:set>
                                  </p:childTnLst>
                                </p:cTn>
                              </p:par>
                              <p:par>
                                <p:cTn id="763" presetID="1" presetClass="exit" presetSubtype="0" fill="hold" nodeType="withEffect">
                                  <p:stCondLst>
                                    <p:cond delay="0"/>
                                  </p:stCondLst>
                                  <p:childTnLst>
                                    <p:set>
                                      <p:cBhvr>
                                        <p:cTn id="764" dur="1" fill="hold">
                                          <p:stCondLst>
                                            <p:cond delay="0"/>
                                          </p:stCondLst>
                                        </p:cTn>
                                        <p:tgtEl>
                                          <p:spTgt spid="268"/>
                                        </p:tgtEl>
                                        <p:attrNameLst>
                                          <p:attrName>style.visibility</p:attrName>
                                        </p:attrNameLst>
                                      </p:cBhvr>
                                      <p:to>
                                        <p:strVal val="hidden"/>
                                      </p:to>
                                    </p:set>
                                  </p:childTnLst>
                                </p:cTn>
                              </p:par>
                              <p:par>
                                <p:cTn id="765" presetID="1" presetClass="exit" presetSubtype="0" fill="hold" nodeType="withEffect">
                                  <p:stCondLst>
                                    <p:cond delay="0"/>
                                  </p:stCondLst>
                                  <p:childTnLst>
                                    <p:set>
                                      <p:cBhvr>
                                        <p:cTn id="766" dur="1" fill="hold">
                                          <p:stCondLst>
                                            <p:cond delay="0"/>
                                          </p:stCondLst>
                                        </p:cTn>
                                        <p:tgtEl>
                                          <p:spTgt spid="269"/>
                                        </p:tgtEl>
                                        <p:attrNameLst>
                                          <p:attrName>style.visibility</p:attrName>
                                        </p:attrNameLst>
                                      </p:cBhvr>
                                      <p:to>
                                        <p:strVal val="hidden"/>
                                      </p:to>
                                    </p:set>
                                  </p:childTnLst>
                                </p:cTn>
                              </p:par>
                              <p:par>
                                <p:cTn id="767" presetID="1" presetClass="exit" presetSubtype="0" fill="hold" nodeType="withEffect">
                                  <p:stCondLst>
                                    <p:cond delay="0"/>
                                  </p:stCondLst>
                                  <p:childTnLst>
                                    <p:set>
                                      <p:cBhvr>
                                        <p:cTn id="768" dur="1" fill="hold">
                                          <p:stCondLst>
                                            <p:cond delay="0"/>
                                          </p:stCondLst>
                                        </p:cTn>
                                        <p:tgtEl>
                                          <p:spTgt spid="270"/>
                                        </p:tgtEl>
                                        <p:attrNameLst>
                                          <p:attrName>style.visibility</p:attrName>
                                        </p:attrNameLst>
                                      </p:cBhvr>
                                      <p:to>
                                        <p:strVal val="hidden"/>
                                      </p:to>
                                    </p:set>
                                  </p:childTnLst>
                                </p:cTn>
                              </p:par>
                              <p:par>
                                <p:cTn id="769" presetID="1" presetClass="exit" presetSubtype="0" fill="hold" nodeType="withEffect">
                                  <p:stCondLst>
                                    <p:cond delay="0"/>
                                  </p:stCondLst>
                                  <p:childTnLst>
                                    <p:set>
                                      <p:cBhvr>
                                        <p:cTn id="770" dur="1" fill="hold">
                                          <p:stCondLst>
                                            <p:cond delay="0"/>
                                          </p:stCondLst>
                                        </p:cTn>
                                        <p:tgtEl>
                                          <p:spTgt spid="271"/>
                                        </p:tgtEl>
                                        <p:attrNameLst>
                                          <p:attrName>style.visibility</p:attrName>
                                        </p:attrNameLst>
                                      </p:cBhvr>
                                      <p:to>
                                        <p:strVal val="hidden"/>
                                      </p:to>
                                    </p:set>
                                  </p:childTnLst>
                                </p:cTn>
                              </p:par>
                              <p:par>
                                <p:cTn id="771" presetID="1" presetClass="entr" presetSubtype="0" fill="hold" nodeType="withEffect">
                                  <p:stCondLst>
                                    <p:cond delay="0"/>
                                  </p:stCondLst>
                                  <p:childTnLst>
                                    <p:set>
                                      <p:cBhvr>
                                        <p:cTn id="772" dur="1" fill="hold">
                                          <p:stCondLst>
                                            <p:cond delay="0"/>
                                          </p:stCondLst>
                                        </p:cTn>
                                        <p:tgtEl>
                                          <p:spTgt spid="272"/>
                                        </p:tgtEl>
                                        <p:attrNameLst>
                                          <p:attrName>style.visibility</p:attrName>
                                        </p:attrNameLst>
                                      </p:cBhvr>
                                      <p:to>
                                        <p:strVal val="visible"/>
                                      </p:to>
                                    </p:set>
                                  </p:childTnLst>
                                </p:cTn>
                              </p:par>
                              <p:par>
                                <p:cTn id="773" presetID="1" presetClass="entr" presetSubtype="0" fill="hold" nodeType="withEffect">
                                  <p:stCondLst>
                                    <p:cond delay="0"/>
                                  </p:stCondLst>
                                  <p:childTnLst>
                                    <p:set>
                                      <p:cBhvr>
                                        <p:cTn id="774" dur="1" fill="hold">
                                          <p:stCondLst>
                                            <p:cond delay="0"/>
                                          </p:stCondLst>
                                        </p:cTn>
                                        <p:tgtEl>
                                          <p:spTgt spid="273"/>
                                        </p:tgtEl>
                                        <p:attrNameLst>
                                          <p:attrName>style.visibility</p:attrName>
                                        </p:attrNameLst>
                                      </p:cBhvr>
                                      <p:to>
                                        <p:strVal val="visible"/>
                                      </p:to>
                                    </p:set>
                                  </p:childTnLst>
                                </p:cTn>
                              </p:par>
                              <p:par>
                                <p:cTn id="775" presetID="1" presetClass="entr" presetSubtype="0" fill="hold" nodeType="withEffect">
                                  <p:stCondLst>
                                    <p:cond delay="0"/>
                                  </p:stCondLst>
                                  <p:childTnLst>
                                    <p:set>
                                      <p:cBhvr>
                                        <p:cTn id="776" dur="1" fill="hold">
                                          <p:stCondLst>
                                            <p:cond delay="0"/>
                                          </p:stCondLst>
                                        </p:cTn>
                                        <p:tgtEl>
                                          <p:spTgt spid="274"/>
                                        </p:tgtEl>
                                        <p:attrNameLst>
                                          <p:attrName>style.visibility</p:attrName>
                                        </p:attrNameLst>
                                      </p:cBhvr>
                                      <p:to>
                                        <p:strVal val="visible"/>
                                      </p:to>
                                    </p:set>
                                  </p:childTnLst>
                                </p:cTn>
                              </p:par>
                              <p:par>
                                <p:cTn id="777" presetID="1" presetClass="entr" presetSubtype="0" fill="hold" nodeType="withEffect">
                                  <p:stCondLst>
                                    <p:cond delay="0"/>
                                  </p:stCondLst>
                                  <p:childTnLst>
                                    <p:set>
                                      <p:cBhvr>
                                        <p:cTn id="778" dur="1" fill="hold">
                                          <p:stCondLst>
                                            <p:cond delay="0"/>
                                          </p:stCondLst>
                                        </p:cTn>
                                        <p:tgtEl>
                                          <p:spTgt spid="275"/>
                                        </p:tgtEl>
                                        <p:attrNameLst>
                                          <p:attrName>style.visibility</p:attrName>
                                        </p:attrNameLst>
                                      </p:cBhvr>
                                      <p:to>
                                        <p:strVal val="visible"/>
                                      </p:to>
                                    </p:set>
                                  </p:childTnLst>
                                </p:cTn>
                              </p:par>
                              <p:par>
                                <p:cTn id="779" presetID="1" presetClass="entr" presetSubtype="0" fill="hold" nodeType="withEffect">
                                  <p:stCondLst>
                                    <p:cond delay="0"/>
                                  </p:stCondLst>
                                  <p:childTnLst>
                                    <p:set>
                                      <p:cBhvr>
                                        <p:cTn id="780" dur="1" fill="hold">
                                          <p:stCondLst>
                                            <p:cond delay="0"/>
                                          </p:stCondLst>
                                        </p:cTn>
                                        <p:tgtEl>
                                          <p:spTgt spid="276"/>
                                        </p:tgtEl>
                                        <p:attrNameLst>
                                          <p:attrName>style.visibility</p:attrName>
                                        </p:attrNameLst>
                                      </p:cBhvr>
                                      <p:to>
                                        <p:strVal val="visible"/>
                                      </p:to>
                                    </p:set>
                                  </p:childTnLst>
                                </p:cTn>
                              </p:par>
                              <p:par>
                                <p:cTn id="781" presetID="1" presetClass="entr" presetSubtype="0" fill="hold" nodeType="withEffect">
                                  <p:stCondLst>
                                    <p:cond delay="0"/>
                                  </p:stCondLst>
                                  <p:childTnLst>
                                    <p:set>
                                      <p:cBhvr>
                                        <p:cTn id="782" dur="1" fill="hold">
                                          <p:stCondLst>
                                            <p:cond delay="0"/>
                                          </p:stCondLst>
                                        </p:cTn>
                                        <p:tgtEl>
                                          <p:spTgt spid="277"/>
                                        </p:tgtEl>
                                        <p:attrNameLst>
                                          <p:attrName>style.visibility</p:attrName>
                                        </p:attrNameLst>
                                      </p:cBhvr>
                                      <p:to>
                                        <p:strVal val="visible"/>
                                      </p:to>
                                    </p:set>
                                  </p:childTnLst>
                                </p:cTn>
                              </p:par>
                              <p:par>
                                <p:cTn id="783" presetID="1" presetClass="entr" presetSubtype="0" fill="hold" nodeType="withEffect">
                                  <p:stCondLst>
                                    <p:cond delay="0"/>
                                  </p:stCondLst>
                                  <p:childTnLst>
                                    <p:set>
                                      <p:cBhvr>
                                        <p:cTn id="784" dur="1" fill="hold">
                                          <p:stCondLst>
                                            <p:cond delay="0"/>
                                          </p:stCondLst>
                                        </p:cTn>
                                        <p:tgtEl>
                                          <p:spTgt spid="278"/>
                                        </p:tgtEl>
                                        <p:attrNameLst>
                                          <p:attrName>style.visibility</p:attrName>
                                        </p:attrNameLst>
                                      </p:cBhvr>
                                      <p:to>
                                        <p:strVal val="visible"/>
                                      </p:to>
                                    </p:set>
                                  </p:childTnLst>
                                </p:cTn>
                              </p:par>
                              <p:par>
                                <p:cTn id="785" presetID="1" presetClass="entr" presetSubtype="0" fill="hold" nodeType="withEffect">
                                  <p:stCondLst>
                                    <p:cond delay="0"/>
                                  </p:stCondLst>
                                  <p:childTnLst>
                                    <p:set>
                                      <p:cBhvr>
                                        <p:cTn id="786" dur="1" fill="hold">
                                          <p:stCondLst>
                                            <p:cond delay="0"/>
                                          </p:stCondLst>
                                        </p:cTn>
                                        <p:tgtEl>
                                          <p:spTgt spid="279"/>
                                        </p:tgtEl>
                                        <p:attrNameLst>
                                          <p:attrName>style.visibility</p:attrName>
                                        </p:attrNameLst>
                                      </p:cBhvr>
                                      <p:to>
                                        <p:strVal val="visible"/>
                                      </p:to>
                                    </p:set>
                                  </p:childTnLst>
                                </p:cTn>
                              </p:par>
                              <p:par>
                                <p:cTn id="787" presetID="1" presetClass="entr" presetSubtype="0" fill="hold" nodeType="withEffect">
                                  <p:stCondLst>
                                    <p:cond delay="0"/>
                                  </p:stCondLst>
                                  <p:childTnLst>
                                    <p:set>
                                      <p:cBhvr>
                                        <p:cTn id="788" dur="1" fill="hold">
                                          <p:stCondLst>
                                            <p:cond delay="0"/>
                                          </p:stCondLst>
                                        </p:cTn>
                                        <p:tgtEl>
                                          <p:spTgt spid="280"/>
                                        </p:tgtEl>
                                        <p:attrNameLst>
                                          <p:attrName>style.visibility</p:attrName>
                                        </p:attrNameLst>
                                      </p:cBhvr>
                                      <p:to>
                                        <p:strVal val="visible"/>
                                      </p:to>
                                    </p:set>
                                  </p:childTnLst>
                                </p:cTn>
                              </p:par>
                              <p:par>
                                <p:cTn id="789" presetID="1" presetClass="entr" presetSubtype="0" fill="hold" nodeType="withEffect">
                                  <p:stCondLst>
                                    <p:cond delay="0"/>
                                  </p:stCondLst>
                                  <p:childTnLst>
                                    <p:set>
                                      <p:cBhvr>
                                        <p:cTn id="790" dur="1" fill="hold">
                                          <p:stCondLst>
                                            <p:cond delay="0"/>
                                          </p:stCondLst>
                                        </p:cTn>
                                        <p:tgtEl>
                                          <p:spTgt spid="281"/>
                                        </p:tgtEl>
                                        <p:attrNameLst>
                                          <p:attrName>style.visibility</p:attrName>
                                        </p:attrNameLst>
                                      </p:cBhvr>
                                      <p:to>
                                        <p:strVal val="visible"/>
                                      </p:to>
                                    </p:set>
                                  </p:childTnLst>
                                </p:cTn>
                              </p:par>
                              <p:par>
                                <p:cTn id="791" presetID="1" presetClass="entr" presetSubtype="0" fill="hold" nodeType="withEffect">
                                  <p:stCondLst>
                                    <p:cond delay="0"/>
                                  </p:stCondLst>
                                  <p:childTnLst>
                                    <p:set>
                                      <p:cBhvr>
                                        <p:cTn id="792" dur="1" fill="hold">
                                          <p:stCondLst>
                                            <p:cond delay="0"/>
                                          </p:stCondLst>
                                        </p:cTn>
                                        <p:tgtEl>
                                          <p:spTgt spid="282"/>
                                        </p:tgtEl>
                                        <p:attrNameLst>
                                          <p:attrName>style.visibility</p:attrName>
                                        </p:attrNameLst>
                                      </p:cBhvr>
                                      <p:to>
                                        <p:strVal val="visible"/>
                                      </p:to>
                                    </p:set>
                                  </p:childTnLst>
                                </p:cTn>
                              </p:par>
                              <p:par>
                                <p:cTn id="793" presetID="1" presetClass="entr" presetSubtype="0" fill="hold" nodeType="withEffect">
                                  <p:stCondLst>
                                    <p:cond delay="0"/>
                                  </p:stCondLst>
                                  <p:childTnLst>
                                    <p:set>
                                      <p:cBhvr>
                                        <p:cTn id="794" dur="1" fill="hold">
                                          <p:stCondLst>
                                            <p:cond delay="0"/>
                                          </p:stCondLst>
                                        </p:cTn>
                                        <p:tgtEl>
                                          <p:spTgt spid="283"/>
                                        </p:tgtEl>
                                        <p:attrNameLst>
                                          <p:attrName>style.visibility</p:attrName>
                                        </p:attrNameLst>
                                      </p:cBhvr>
                                      <p:to>
                                        <p:strVal val="visible"/>
                                      </p:to>
                                    </p:set>
                                  </p:childTnLst>
                                </p:cTn>
                              </p:par>
                              <p:par>
                                <p:cTn id="795" presetID="1" presetClass="entr" presetSubtype="0" fill="hold" nodeType="withEffect">
                                  <p:stCondLst>
                                    <p:cond delay="0"/>
                                  </p:stCondLst>
                                  <p:childTnLst>
                                    <p:set>
                                      <p:cBhvr>
                                        <p:cTn id="796" dur="1" fill="hold">
                                          <p:stCondLst>
                                            <p:cond delay="0"/>
                                          </p:stCondLst>
                                        </p:cTn>
                                        <p:tgtEl>
                                          <p:spTgt spid="284"/>
                                        </p:tgtEl>
                                        <p:attrNameLst>
                                          <p:attrName>style.visibility</p:attrName>
                                        </p:attrNameLst>
                                      </p:cBhvr>
                                      <p:to>
                                        <p:strVal val="visible"/>
                                      </p:to>
                                    </p:set>
                                  </p:childTnLst>
                                </p:cTn>
                              </p:par>
                              <p:par>
                                <p:cTn id="797" presetID="1" presetClass="entr" presetSubtype="0" fill="hold" nodeType="withEffect">
                                  <p:stCondLst>
                                    <p:cond delay="0"/>
                                  </p:stCondLst>
                                  <p:childTnLst>
                                    <p:set>
                                      <p:cBhvr>
                                        <p:cTn id="798" dur="1" fill="hold">
                                          <p:stCondLst>
                                            <p:cond delay="0"/>
                                          </p:stCondLst>
                                        </p:cTn>
                                        <p:tgtEl>
                                          <p:spTgt spid="285"/>
                                        </p:tgtEl>
                                        <p:attrNameLst>
                                          <p:attrName>style.visibility</p:attrName>
                                        </p:attrNameLst>
                                      </p:cBhvr>
                                      <p:to>
                                        <p:strVal val="visible"/>
                                      </p:to>
                                    </p:set>
                                  </p:childTnLst>
                                </p:cTn>
                              </p:par>
                              <p:par>
                                <p:cTn id="799" presetID="1" presetClass="entr" presetSubtype="0" fill="hold" nodeType="withEffect">
                                  <p:stCondLst>
                                    <p:cond delay="0"/>
                                  </p:stCondLst>
                                  <p:childTnLst>
                                    <p:set>
                                      <p:cBhvr>
                                        <p:cTn id="800" dur="1" fill="hold">
                                          <p:stCondLst>
                                            <p:cond delay="0"/>
                                          </p:stCondLst>
                                        </p:cTn>
                                        <p:tgtEl>
                                          <p:spTgt spid="286"/>
                                        </p:tgtEl>
                                        <p:attrNameLst>
                                          <p:attrName>style.visibility</p:attrName>
                                        </p:attrNameLst>
                                      </p:cBhvr>
                                      <p:to>
                                        <p:strVal val="visible"/>
                                      </p:to>
                                    </p:set>
                                  </p:childTnLst>
                                </p:cTn>
                              </p:par>
                              <p:par>
                                <p:cTn id="801" presetID="1" presetClass="entr" presetSubtype="0" fill="hold" nodeType="withEffect">
                                  <p:stCondLst>
                                    <p:cond delay="0"/>
                                  </p:stCondLst>
                                  <p:childTnLst>
                                    <p:set>
                                      <p:cBhvr>
                                        <p:cTn id="802" dur="1" fill="hold">
                                          <p:stCondLst>
                                            <p:cond delay="0"/>
                                          </p:stCondLst>
                                        </p:cTn>
                                        <p:tgtEl>
                                          <p:spTgt spid="287"/>
                                        </p:tgtEl>
                                        <p:attrNameLst>
                                          <p:attrName>style.visibility</p:attrName>
                                        </p:attrNameLst>
                                      </p:cBhvr>
                                      <p:to>
                                        <p:strVal val="visible"/>
                                      </p:to>
                                    </p:set>
                                  </p:childTnLst>
                                </p:cTn>
                              </p:par>
                              <p:par>
                                <p:cTn id="803" presetID="1" presetClass="entr" presetSubtype="0" fill="hold" nodeType="withEffect">
                                  <p:stCondLst>
                                    <p:cond delay="0"/>
                                  </p:stCondLst>
                                  <p:childTnLst>
                                    <p:set>
                                      <p:cBhvr>
                                        <p:cTn id="804" dur="1" fill="hold">
                                          <p:stCondLst>
                                            <p:cond delay="0"/>
                                          </p:stCondLst>
                                        </p:cTn>
                                        <p:tgtEl>
                                          <p:spTgt spid="288"/>
                                        </p:tgtEl>
                                        <p:attrNameLst>
                                          <p:attrName>style.visibility</p:attrName>
                                        </p:attrNameLst>
                                      </p:cBhvr>
                                      <p:to>
                                        <p:strVal val="visible"/>
                                      </p:to>
                                    </p:set>
                                  </p:childTnLst>
                                </p:cTn>
                              </p:par>
                              <p:par>
                                <p:cTn id="805" presetID="1" presetClass="entr" presetSubtype="0" fill="hold" nodeType="withEffect">
                                  <p:stCondLst>
                                    <p:cond delay="0"/>
                                  </p:stCondLst>
                                  <p:childTnLst>
                                    <p:set>
                                      <p:cBhvr>
                                        <p:cTn id="806" dur="1" fill="hold">
                                          <p:stCondLst>
                                            <p:cond delay="0"/>
                                          </p:stCondLst>
                                        </p:cTn>
                                        <p:tgtEl>
                                          <p:spTgt spid="289"/>
                                        </p:tgtEl>
                                        <p:attrNameLst>
                                          <p:attrName>style.visibility</p:attrName>
                                        </p:attrNameLst>
                                      </p:cBhvr>
                                      <p:to>
                                        <p:strVal val="visible"/>
                                      </p:to>
                                    </p:set>
                                  </p:childTnLst>
                                </p:cTn>
                              </p:par>
                              <p:par>
                                <p:cTn id="807" presetID="1" presetClass="entr" presetSubtype="0" fill="hold" nodeType="withEffect">
                                  <p:stCondLst>
                                    <p:cond delay="0"/>
                                  </p:stCondLst>
                                  <p:childTnLst>
                                    <p:set>
                                      <p:cBhvr>
                                        <p:cTn id="808" dur="1" fill="hold">
                                          <p:stCondLst>
                                            <p:cond delay="0"/>
                                          </p:stCondLst>
                                        </p:cTn>
                                        <p:tgtEl>
                                          <p:spTgt spid="290"/>
                                        </p:tgtEl>
                                        <p:attrNameLst>
                                          <p:attrName>style.visibility</p:attrName>
                                        </p:attrNameLst>
                                      </p:cBhvr>
                                      <p:to>
                                        <p:strVal val="visible"/>
                                      </p:to>
                                    </p:set>
                                  </p:childTnLst>
                                </p:cTn>
                              </p:par>
                              <p:par>
                                <p:cTn id="809" presetID="1" presetClass="entr" presetSubtype="0" fill="hold" nodeType="withEffect">
                                  <p:stCondLst>
                                    <p:cond delay="0"/>
                                  </p:stCondLst>
                                  <p:childTnLst>
                                    <p:set>
                                      <p:cBhvr>
                                        <p:cTn id="810" dur="1" fill="hold">
                                          <p:stCondLst>
                                            <p:cond delay="0"/>
                                          </p:stCondLst>
                                        </p:cTn>
                                        <p:tgtEl>
                                          <p:spTgt spid="291"/>
                                        </p:tgtEl>
                                        <p:attrNameLst>
                                          <p:attrName>style.visibility</p:attrName>
                                        </p:attrNameLst>
                                      </p:cBhvr>
                                      <p:to>
                                        <p:strVal val="visible"/>
                                      </p:to>
                                    </p:set>
                                  </p:childTnLst>
                                </p:cTn>
                              </p:par>
                              <p:par>
                                <p:cTn id="811" presetID="1" presetClass="entr" presetSubtype="0" fill="hold" nodeType="withEffect">
                                  <p:stCondLst>
                                    <p:cond delay="0"/>
                                  </p:stCondLst>
                                  <p:childTnLst>
                                    <p:set>
                                      <p:cBhvr>
                                        <p:cTn id="812" dur="1" fill="hold">
                                          <p:stCondLst>
                                            <p:cond delay="0"/>
                                          </p:stCondLst>
                                        </p:cTn>
                                        <p:tgtEl>
                                          <p:spTgt spid="292"/>
                                        </p:tgtEl>
                                        <p:attrNameLst>
                                          <p:attrName>style.visibility</p:attrName>
                                        </p:attrNameLst>
                                      </p:cBhvr>
                                      <p:to>
                                        <p:strVal val="visible"/>
                                      </p:to>
                                    </p:set>
                                  </p:childTnLst>
                                </p:cTn>
                              </p:par>
                              <p:par>
                                <p:cTn id="813" presetID="1" presetClass="entr" presetSubtype="0" fill="hold" nodeType="withEffect">
                                  <p:stCondLst>
                                    <p:cond delay="0"/>
                                  </p:stCondLst>
                                  <p:childTnLst>
                                    <p:set>
                                      <p:cBhvr>
                                        <p:cTn id="814" dur="1" fill="hold">
                                          <p:stCondLst>
                                            <p:cond delay="0"/>
                                          </p:stCondLst>
                                        </p:cTn>
                                        <p:tgtEl>
                                          <p:spTgt spid="293"/>
                                        </p:tgtEl>
                                        <p:attrNameLst>
                                          <p:attrName>style.visibility</p:attrName>
                                        </p:attrNameLst>
                                      </p:cBhvr>
                                      <p:to>
                                        <p:strVal val="visible"/>
                                      </p:to>
                                    </p:set>
                                  </p:childTnLst>
                                </p:cTn>
                              </p:par>
                              <p:par>
                                <p:cTn id="815" presetID="1" presetClass="entr" presetSubtype="0" fill="hold" nodeType="withEffect">
                                  <p:stCondLst>
                                    <p:cond delay="0"/>
                                  </p:stCondLst>
                                  <p:childTnLst>
                                    <p:set>
                                      <p:cBhvr>
                                        <p:cTn id="816" dur="1" fill="hold">
                                          <p:stCondLst>
                                            <p:cond delay="0"/>
                                          </p:stCondLst>
                                        </p:cTn>
                                        <p:tgtEl>
                                          <p:spTgt spid="294"/>
                                        </p:tgtEl>
                                        <p:attrNameLst>
                                          <p:attrName>style.visibility</p:attrName>
                                        </p:attrNameLst>
                                      </p:cBhvr>
                                      <p:to>
                                        <p:strVal val="visible"/>
                                      </p:to>
                                    </p:set>
                                  </p:childTnLst>
                                </p:cTn>
                              </p:par>
                              <p:par>
                                <p:cTn id="817" presetID="1" presetClass="entr" presetSubtype="0" fill="hold" nodeType="withEffect">
                                  <p:stCondLst>
                                    <p:cond delay="0"/>
                                  </p:stCondLst>
                                  <p:childTnLst>
                                    <p:set>
                                      <p:cBhvr>
                                        <p:cTn id="818" dur="1" fill="hold">
                                          <p:stCondLst>
                                            <p:cond delay="0"/>
                                          </p:stCondLst>
                                        </p:cTn>
                                        <p:tgtEl>
                                          <p:spTgt spid="295"/>
                                        </p:tgtEl>
                                        <p:attrNameLst>
                                          <p:attrName>style.visibility</p:attrName>
                                        </p:attrNameLst>
                                      </p:cBhvr>
                                      <p:to>
                                        <p:strVal val="visible"/>
                                      </p:to>
                                    </p:set>
                                  </p:childTnLst>
                                </p:cTn>
                              </p:par>
                              <p:par>
                                <p:cTn id="819" presetID="1" presetClass="entr" presetSubtype="0" fill="hold" nodeType="withEffect">
                                  <p:stCondLst>
                                    <p:cond delay="0"/>
                                  </p:stCondLst>
                                  <p:childTnLst>
                                    <p:set>
                                      <p:cBhvr>
                                        <p:cTn id="820" dur="1" fill="hold">
                                          <p:stCondLst>
                                            <p:cond delay="0"/>
                                          </p:stCondLst>
                                        </p:cTn>
                                        <p:tgtEl>
                                          <p:spTgt spid="296"/>
                                        </p:tgtEl>
                                        <p:attrNameLst>
                                          <p:attrName>style.visibility</p:attrName>
                                        </p:attrNameLst>
                                      </p:cBhvr>
                                      <p:to>
                                        <p:strVal val="visible"/>
                                      </p:to>
                                    </p:set>
                                  </p:childTnLst>
                                </p:cTn>
                              </p:par>
                              <p:par>
                                <p:cTn id="821" presetID="1" presetClass="entr" presetSubtype="0" fill="hold" nodeType="withEffect">
                                  <p:stCondLst>
                                    <p:cond delay="0"/>
                                  </p:stCondLst>
                                  <p:childTnLst>
                                    <p:set>
                                      <p:cBhvr>
                                        <p:cTn id="822" dur="1" fill="hold">
                                          <p:stCondLst>
                                            <p:cond delay="0"/>
                                          </p:stCondLst>
                                        </p:cTn>
                                        <p:tgtEl>
                                          <p:spTgt spid="297"/>
                                        </p:tgtEl>
                                        <p:attrNameLst>
                                          <p:attrName>style.visibility</p:attrName>
                                        </p:attrNameLst>
                                      </p:cBhvr>
                                      <p:to>
                                        <p:strVal val="visible"/>
                                      </p:to>
                                    </p:set>
                                  </p:childTnLst>
                                </p:cTn>
                              </p:par>
                              <p:par>
                                <p:cTn id="823" presetID="1" presetClass="entr" presetSubtype="0" fill="hold" nodeType="withEffect">
                                  <p:stCondLst>
                                    <p:cond delay="0"/>
                                  </p:stCondLst>
                                  <p:childTnLst>
                                    <p:set>
                                      <p:cBhvr>
                                        <p:cTn id="824" dur="1" fill="hold">
                                          <p:stCondLst>
                                            <p:cond delay="0"/>
                                          </p:stCondLst>
                                        </p:cTn>
                                        <p:tgtEl>
                                          <p:spTgt spid="298"/>
                                        </p:tgtEl>
                                        <p:attrNameLst>
                                          <p:attrName>style.visibility</p:attrName>
                                        </p:attrNameLst>
                                      </p:cBhvr>
                                      <p:to>
                                        <p:strVal val="visible"/>
                                      </p:to>
                                    </p:set>
                                  </p:childTnLst>
                                </p:cTn>
                              </p:par>
                              <p:par>
                                <p:cTn id="825" presetID="1" presetClass="entr" presetSubtype="0" fill="hold" nodeType="withEffect">
                                  <p:stCondLst>
                                    <p:cond delay="0"/>
                                  </p:stCondLst>
                                  <p:childTnLst>
                                    <p:set>
                                      <p:cBhvr>
                                        <p:cTn id="826" dur="1" fill="hold">
                                          <p:stCondLst>
                                            <p:cond delay="0"/>
                                          </p:stCondLst>
                                        </p:cTn>
                                        <p:tgtEl>
                                          <p:spTgt spid="299"/>
                                        </p:tgtEl>
                                        <p:attrNameLst>
                                          <p:attrName>style.visibility</p:attrName>
                                        </p:attrNameLst>
                                      </p:cBhvr>
                                      <p:to>
                                        <p:strVal val="visible"/>
                                      </p:to>
                                    </p:set>
                                  </p:childTnLst>
                                </p:cTn>
                              </p:par>
                              <p:par>
                                <p:cTn id="827" presetID="1" presetClass="entr" presetSubtype="0" fill="hold" nodeType="withEffect">
                                  <p:stCondLst>
                                    <p:cond delay="0"/>
                                  </p:stCondLst>
                                  <p:childTnLst>
                                    <p:set>
                                      <p:cBhvr>
                                        <p:cTn id="828" dur="1" fill="hold">
                                          <p:stCondLst>
                                            <p:cond delay="0"/>
                                          </p:stCondLst>
                                        </p:cTn>
                                        <p:tgtEl>
                                          <p:spTgt spid="300"/>
                                        </p:tgtEl>
                                        <p:attrNameLst>
                                          <p:attrName>style.visibility</p:attrName>
                                        </p:attrNameLst>
                                      </p:cBhvr>
                                      <p:to>
                                        <p:strVal val="visible"/>
                                      </p:to>
                                    </p:set>
                                  </p:childTnLst>
                                </p:cTn>
                              </p:par>
                            </p:childTnLst>
                          </p:cTn>
                        </p:par>
                      </p:childTnLst>
                    </p:cTn>
                  </p:par>
                  <p:par>
                    <p:cTn id="829" fill="hold">
                      <p:stCondLst>
                        <p:cond delay="indefinite"/>
                      </p:stCondLst>
                      <p:childTnLst>
                        <p:par>
                          <p:cTn id="830" fill="hold">
                            <p:stCondLst>
                              <p:cond delay="0"/>
                            </p:stCondLst>
                            <p:childTnLst>
                              <p:par>
                                <p:cTn id="831" presetID="1" presetClass="exit" presetSubtype="0" fill="hold" nodeType="clickEffect">
                                  <p:stCondLst>
                                    <p:cond delay="0"/>
                                  </p:stCondLst>
                                  <p:childTnLst>
                                    <p:set>
                                      <p:cBhvr>
                                        <p:cTn id="832" dur="1" fill="hold">
                                          <p:stCondLst>
                                            <p:cond delay="0"/>
                                          </p:stCondLst>
                                        </p:cTn>
                                        <p:tgtEl>
                                          <p:spTgt spid="272"/>
                                        </p:tgtEl>
                                        <p:attrNameLst>
                                          <p:attrName>style.visibility</p:attrName>
                                        </p:attrNameLst>
                                      </p:cBhvr>
                                      <p:to>
                                        <p:strVal val="hidden"/>
                                      </p:to>
                                    </p:set>
                                  </p:childTnLst>
                                </p:cTn>
                              </p:par>
                              <p:par>
                                <p:cTn id="833" presetID="1" presetClass="exit" presetSubtype="0" fill="hold" nodeType="withEffect">
                                  <p:stCondLst>
                                    <p:cond delay="0"/>
                                  </p:stCondLst>
                                  <p:childTnLst>
                                    <p:set>
                                      <p:cBhvr>
                                        <p:cTn id="834" dur="1" fill="hold">
                                          <p:stCondLst>
                                            <p:cond delay="0"/>
                                          </p:stCondLst>
                                        </p:cTn>
                                        <p:tgtEl>
                                          <p:spTgt spid="273"/>
                                        </p:tgtEl>
                                        <p:attrNameLst>
                                          <p:attrName>style.visibility</p:attrName>
                                        </p:attrNameLst>
                                      </p:cBhvr>
                                      <p:to>
                                        <p:strVal val="hidden"/>
                                      </p:to>
                                    </p:set>
                                  </p:childTnLst>
                                </p:cTn>
                              </p:par>
                              <p:par>
                                <p:cTn id="835" presetID="1" presetClass="exit" presetSubtype="0" fill="hold" nodeType="withEffect">
                                  <p:stCondLst>
                                    <p:cond delay="0"/>
                                  </p:stCondLst>
                                  <p:childTnLst>
                                    <p:set>
                                      <p:cBhvr>
                                        <p:cTn id="836" dur="1" fill="hold">
                                          <p:stCondLst>
                                            <p:cond delay="0"/>
                                          </p:stCondLst>
                                        </p:cTn>
                                        <p:tgtEl>
                                          <p:spTgt spid="274"/>
                                        </p:tgtEl>
                                        <p:attrNameLst>
                                          <p:attrName>style.visibility</p:attrName>
                                        </p:attrNameLst>
                                      </p:cBhvr>
                                      <p:to>
                                        <p:strVal val="hidden"/>
                                      </p:to>
                                    </p:set>
                                  </p:childTnLst>
                                </p:cTn>
                              </p:par>
                              <p:par>
                                <p:cTn id="837" presetID="1" presetClass="exit" presetSubtype="0" fill="hold" nodeType="withEffect">
                                  <p:stCondLst>
                                    <p:cond delay="0"/>
                                  </p:stCondLst>
                                  <p:childTnLst>
                                    <p:set>
                                      <p:cBhvr>
                                        <p:cTn id="838" dur="1" fill="hold">
                                          <p:stCondLst>
                                            <p:cond delay="0"/>
                                          </p:stCondLst>
                                        </p:cTn>
                                        <p:tgtEl>
                                          <p:spTgt spid="275"/>
                                        </p:tgtEl>
                                        <p:attrNameLst>
                                          <p:attrName>style.visibility</p:attrName>
                                        </p:attrNameLst>
                                      </p:cBhvr>
                                      <p:to>
                                        <p:strVal val="hidden"/>
                                      </p:to>
                                    </p:set>
                                  </p:childTnLst>
                                </p:cTn>
                              </p:par>
                              <p:par>
                                <p:cTn id="839" presetID="1" presetClass="exit" presetSubtype="0" fill="hold" nodeType="withEffect">
                                  <p:stCondLst>
                                    <p:cond delay="0"/>
                                  </p:stCondLst>
                                  <p:childTnLst>
                                    <p:set>
                                      <p:cBhvr>
                                        <p:cTn id="840" dur="1" fill="hold">
                                          <p:stCondLst>
                                            <p:cond delay="0"/>
                                          </p:stCondLst>
                                        </p:cTn>
                                        <p:tgtEl>
                                          <p:spTgt spid="276"/>
                                        </p:tgtEl>
                                        <p:attrNameLst>
                                          <p:attrName>style.visibility</p:attrName>
                                        </p:attrNameLst>
                                      </p:cBhvr>
                                      <p:to>
                                        <p:strVal val="hidden"/>
                                      </p:to>
                                    </p:set>
                                  </p:childTnLst>
                                </p:cTn>
                              </p:par>
                              <p:par>
                                <p:cTn id="841" presetID="1" presetClass="exit" presetSubtype="0" fill="hold" nodeType="withEffect">
                                  <p:stCondLst>
                                    <p:cond delay="0"/>
                                  </p:stCondLst>
                                  <p:childTnLst>
                                    <p:set>
                                      <p:cBhvr>
                                        <p:cTn id="842" dur="1" fill="hold">
                                          <p:stCondLst>
                                            <p:cond delay="0"/>
                                          </p:stCondLst>
                                        </p:cTn>
                                        <p:tgtEl>
                                          <p:spTgt spid="277"/>
                                        </p:tgtEl>
                                        <p:attrNameLst>
                                          <p:attrName>style.visibility</p:attrName>
                                        </p:attrNameLst>
                                      </p:cBhvr>
                                      <p:to>
                                        <p:strVal val="hidden"/>
                                      </p:to>
                                    </p:set>
                                  </p:childTnLst>
                                </p:cTn>
                              </p:par>
                              <p:par>
                                <p:cTn id="843" presetID="1" presetClass="exit" presetSubtype="0" fill="hold" nodeType="withEffect">
                                  <p:stCondLst>
                                    <p:cond delay="0"/>
                                  </p:stCondLst>
                                  <p:childTnLst>
                                    <p:set>
                                      <p:cBhvr>
                                        <p:cTn id="844" dur="1" fill="hold">
                                          <p:stCondLst>
                                            <p:cond delay="0"/>
                                          </p:stCondLst>
                                        </p:cTn>
                                        <p:tgtEl>
                                          <p:spTgt spid="278"/>
                                        </p:tgtEl>
                                        <p:attrNameLst>
                                          <p:attrName>style.visibility</p:attrName>
                                        </p:attrNameLst>
                                      </p:cBhvr>
                                      <p:to>
                                        <p:strVal val="hidden"/>
                                      </p:to>
                                    </p:set>
                                  </p:childTnLst>
                                </p:cTn>
                              </p:par>
                              <p:par>
                                <p:cTn id="845" presetID="1" presetClass="exit" presetSubtype="0" fill="hold" nodeType="withEffect">
                                  <p:stCondLst>
                                    <p:cond delay="0"/>
                                  </p:stCondLst>
                                  <p:childTnLst>
                                    <p:set>
                                      <p:cBhvr>
                                        <p:cTn id="846" dur="1" fill="hold">
                                          <p:stCondLst>
                                            <p:cond delay="0"/>
                                          </p:stCondLst>
                                        </p:cTn>
                                        <p:tgtEl>
                                          <p:spTgt spid="279"/>
                                        </p:tgtEl>
                                        <p:attrNameLst>
                                          <p:attrName>style.visibility</p:attrName>
                                        </p:attrNameLst>
                                      </p:cBhvr>
                                      <p:to>
                                        <p:strVal val="hidden"/>
                                      </p:to>
                                    </p:set>
                                  </p:childTnLst>
                                </p:cTn>
                              </p:par>
                              <p:par>
                                <p:cTn id="847" presetID="1" presetClass="exit" presetSubtype="0" fill="hold" nodeType="withEffect">
                                  <p:stCondLst>
                                    <p:cond delay="0"/>
                                  </p:stCondLst>
                                  <p:childTnLst>
                                    <p:set>
                                      <p:cBhvr>
                                        <p:cTn id="848" dur="1" fill="hold">
                                          <p:stCondLst>
                                            <p:cond delay="0"/>
                                          </p:stCondLst>
                                        </p:cTn>
                                        <p:tgtEl>
                                          <p:spTgt spid="280"/>
                                        </p:tgtEl>
                                        <p:attrNameLst>
                                          <p:attrName>style.visibility</p:attrName>
                                        </p:attrNameLst>
                                      </p:cBhvr>
                                      <p:to>
                                        <p:strVal val="hidden"/>
                                      </p:to>
                                    </p:set>
                                  </p:childTnLst>
                                </p:cTn>
                              </p:par>
                              <p:par>
                                <p:cTn id="849" presetID="1" presetClass="exit" presetSubtype="0" fill="hold" nodeType="withEffect">
                                  <p:stCondLst>
                                    <p:cond delay="0"/>
                                  </p:stCondLst>
                                  <p:childTnLst>
                                    <p:set>
                                      <p:cBhvr>
                                        <p:cTn id="850" dur="1" fill="hold">
                                          <p:stCondLst>
                                            <p:cond delay="0"/>
                                          </p:stCondLst>
                                        </p:cTn>
                                        <p:tgtEl>
                                          <p:spTgt spid="281"/>
                                        </p:tgtEl>
                                        <p:attrNameLst>
                                          <p:attrName>style.visibility</p:attrName>
                                        </p:attrNameLst>
                                      </p:cBhvr>
                                      <p:to>
                                        <p:strVal val="hidden"/>
                                      </p:to>
                                    </p:set>
                                  </p:childTnLst>
                                </p:cTn>
                              </p:par>
                              <p:par>
                                <p:cTn id="851" presetID="1" presetClass="exit" presetSubtype="0" fill="hold" nodeType="withEffect">
                                  <p:stCondLst>
                                    <p:cond delay="0"/>
                                  </p:stCondLst>
                                  <p:childTnLst>
                                    <p:set>
                                      <p:cBhvr>
                                        <p:cTn id="852" dur="1" fill="hold">
                                          <p:stCondLst>
                                            <p:cond delay="0"/>
                                          </p:stCondLst>
                                        </p:cTn>
                                        <p:tgtEl>
                                          <p:spTgt spid="282"/>
                                        </p:tgtEl>
                                        <p:attrNameLst>
                                          <p:attrName>style.visibility</p:attrName>
                                        </p:attrNameLst>
                                      </p:cBhvr>
                                      <p:to>
                                        <p:strVal val="hidden"/>
                                      </p:to>
                                    </p:set>
                                  </p:childTnLst>
                                </p:cTn>
                              </p:par>
                              <p:par>
                                <p:cTn id="853" presetID="1" presetClass="exit" presetSubtype="0" fill="hold" nodeType="withEffect">
                                  <p:stCondLst>
                                    <p:cond delay="0"/>
                                  </p:stCondLst>
                                  <p:childTnLst>
                                    <p:set>
                                      <p:cBhvr>
                                        <p:cTn id="854" dur="1" fill="hold">
                                          <p:stCondLst>
                                            <p:cond delay="0"/>
                                          </p:stCondLst>
                                        </p:cTn>
                                        <p:tgtEl>
                                          <p:spTgt spid="283"/>
                                        </p:tgtEl>
                                        <p:attrNameLst>
                                          <p:attrName>style.visibility</p:attrName>
                                        </p:attrNameLst>
                                      </p:cBhvr>
                                      <p:to>
                                        <p:strVal val="hidden"/>
                                      </p:to>
                                    </p:set>
                                  </p:childTnLst>
                                </p:cTn>
                              </p:par>
                              <p:par>
                                <p:cTn id="855" presetID="1" presetClass="exit" presetSubtype="0" fill="hold" nodeType="withEffect">
                                  <p:stCondLst>
                                    <p:cond delay="0"/>
                                  </p:stCondLst>
                                  <p:childTnLst>
                                    <p:set>
                                      <p:cBhvr>
                                        <p:cTn id="856" dur="1" fill="hold">
                                          <p:stCondLst>
                                            <p:cond delay="0"/>
                                          </p:stCondLst>
                                        </p:cTn>
                                        <p:tgtEl>
                                          <p:spTgt spid="284"/>
                                        </p:tgtEl>
                                        <p:attrNameLst>
                                          <p:attrName>style.visibility</p:attrName>
                                        </p:attrNameLst>
                                      </p:cBhvr>
                                      <p:to>
                                        <p:strVal val="hidden"/>
                                      </p:to>
                                    </p:set>
                                  </p:childTnLst>
                                </p:cTn>
                              </p:par>
                              <p:par>
                                <p:cTn id="857" presetID="1" presetClass="exit" presetSubtype="0" fill="hold" nodeType="withEffect">
                                  <p:stCondLst>
                                    <p:cond delay="0"/>
                                  </p:stCondLst>
                                  <p:childTnLst>
                                    <p:set>
                                      <p:cBhvr>
                                        <p:cTn id="858" dur="1" fill="hold">
                                          <p:stCondLst>
                                            <p:cond delay="0"/>
                                          </p:stCondLst>
                                        </p:cTn>
                                        <p:tgtEl>
                                          <p:spTgt spid="285"/>
                                        </p:tgtEl>
                                        <p:attrNameLst>
                                          <p:attrName>style.visibility</p:attrName>
                                        </p:attrNameLst>
                                      </p:cBhvr>
                                      <p:to>
                                        <p:strVal val="hidden"/>
                                      </p:to>
                                    </p:set>
                                  </p:childTnLst>
                                </p:cTn>
                              </p:par>
                              <p:par>
                                <p:cTn id="859" presetID="1" presetClass="exit" presetSubtype="0" fill="hold" nodeType="withEffect">
                                  <p:stCondLst>
                                    <p:cond delay="0"/>
                                  </p:stCondLst>
                                  <p:childTnLst>
                                    <p:set>
                                      <p:cBhvr>
                                        <p:cTn id="860" dur="1" fill="hold">
                                          <p:stCondLst>
                                            <p:cond delay="0"/>
                                          </p:stCondLst>
                                        </p:cTn>
                                        <p:tgtEl>
                                          <p:spTgt spid="286"/>
                                        </p:tgtEl>
                                        <p:attrNameLst>
                                          <p:attrName>style.visibility</p:attrName>
                                        </p:attrNameLst>
                                      </p:cBhvr>
                                      <p:to>
                                        <p:strVal val="hidden"/>
                                      </p:to>
                                    </p:set>
                                  </p:childTnLst>
                                </p:cTn>
                              </p:par>
                              <p:par>
                                <p:cTn id="861" presetID="1" presetClass="exit" presetSubtype="0" fill="hold" nodeType="withEffect">
                                  <p:stCondLst>
                                    <p:cond delay="0"/>
                                  </p:stCondLst>
                                  <p:childTnLst>
                                    <p:set>
                                      <p:cBhvr>
                                        <p:cTn id="862" dur="1" fill="hold">
                                          <p:stCondLst>
                                            <p:cond delay="0"/>
                                          </p:stCondLst>
                                        </p:cTn>
                                        <p:tgtEl>
                                          <p:spTgt spid="287"/>
                                        </p:tgtEl>
                                        <p:attrNameLst>
                                          <p:attrName>style.visibility</p:attrName>
                                        </p:attrNameLst>
                                      </p:cBhvr>
                                      <p:to>
                                        <p:strVal val="hidden"/>
                                      </p:to>
                                    </p:set>
                                  </p:childTnLst>
                                </p:cTn>
                              </p:par>
                              <p:par>
                                <p:cTn id="863" presetID="1" presetClass="exit" presetSubtype="0" fill="hold" nodeType="withEffect">
                                  <p:stCondLst>
                                    <p:cond delay="0"/>
                                  </p:stCondLst>
                                  <p:childTnLst>
                                    <p:set>
                                      <p:cBhvr>
                                        <p:cTn id="864" dur="1" fill="hold">
                                          <p:stCondLst>
                                            <p:cond delay="0"/>
                                          </p:stCondLst>
                                        </p:cTn>
                                        <p:tgtEl>
                                          <p:spTgt spid="288"/>
                                        </p:tgtEl>
                                        <p:attrNameLst>
                                          <p:attrName>style.visibility</p:attrName>
                                        </p:attrNameLst>
                                      </p:cBhvr>
                                      <p:to>
                                        <p:strVal val="hidden"/>
                                      </p:to>
                                    </p:set>
                                  </p:childTnLst>
                                </p:cTn>
                              </p:par>
                              <p:par>
                                <p:cTn id="865" presetID="1" presetClass="exit" presetSubtype="0" fill="hold" nodeType="withEffect">
                                  <p:stCondLst>
                                    <p:cond delay="0"/>
                                  </p:stCondLst>
                                  <p:childTnLst>
                                    <p:set>
                                      <p:cBhvr>
                                        <p:cTn id="866" dur="1" fill="hold">
                                          <p:stCondLst>
                                            <p:cond delay="0"/>
                                          </p:stCondLst>
                                        </p:cTn>
                                        <p:tgtEl>
                                          <p:spTgt spid="289"/>
                                        </p:tgtEl>
                                        <p:attrNameLst>
                                          <p:attrName>style.visibility</p:attrName>
                                        </p:attrNameLst>
                                      </p:cBhvr>
                                      <p:to>
                                        <p:strVal val="hidden"/>
                                      </p:to>
                                    </p:set>
                                  </p:childTnLst>
                                </p:cTn>
                              </p:par>
                              <p:par>
                                <p:cTn id="867" presetID="1" presetClass="exit" presetSubtype="0" fill="hold" nodeType="withEffect">
                                  <p:stCondLst>
                                    <p:cond delay="0"/>
                                  </p:stCondLst>
                                  <p:childTnLst>
                                    <p:set>
                                      <p:cBhvr>
                                        <p:cTn id="868" dur="1" fill="hold">
                                          <p:stCondLst>
                                            <p:cond delay="0"/>
                                          </p:stCondLst>
                                        </p:cTn>
                                        <p:tgtEl>
                                          <p:spTgt spid="290"/>
                                        </p:tgtEl>
                                        <p:attrNameLst>
                                          <p:attrName>style.visibility</p:attrName>
                                        </p:attrNameLst>
                                      </p:cBhvr>
                                      <p:to>
                                        <p:strVal val="hidden"/>
                                      </p:to>
                                    </p:set>
                                  </p:childTnLst>
                                </p:cTn>
                              </p:par>
                              <p:par>
                                <p:cTn id="869" presetID="1" presetClass="exit" presetSubtype="0" fill="hold" nodeType="withEffect">
                                  <p:stCondLst>
                                    <p:cond delay="0"/>
                                  </p:stCondLst>
                                  <p:childTnLst>
                                    <p:set>
                                      <p:cBhvr>
                                        <p:cTn id="870" dur="1" fill="hold">
                                          <p:stCondLst>
                                            <p:cond delay="0"/>
                                          </p:stCondLst>
                                        </p:cTn>
                                        <p:tgtEl>
                                          <p:spTgt spid="291"/>
                                        </p:tgtEl>
                                        <p:attrNameLst>
                                          <p:attrName>style.visibility</p:attrName>
                                        </p:attrNameLst>
                                      </p:cBhvr>
                                      <p:to>
                                        <p:strVal val="hidden"/>
                                      </p:to>
                                    </p:set>
                                  </p:childTnLst>
                                </p:cTn>
                              </p:par>
                              <p:par>
                                <p:cTn id="871" presetID="1" presetClass="exit" presetSubtype="0" fill="hold" nodeType="withEffect">
                                  <p:stCondLst>
                                    <p:cond delay="0"/>
                                  </p:stCondLst>
                                  <p:childTnLst>
                                    <p:set>
                                      <p:cBhvr>
                                        <p:cTn id="872" dur="1" fill="hold">
                                          <p:stCondLst>
                                            <p:cond delay="0"/>
                                          </p:stCondLst>
                                        </p:cTn>
                                        <p:tgtEl>
                                          <p:spTgt spid="292"/>
                                        </p:tgtEl>
                                        <p:attrNameLst>
                                          <p:attrName>style.visibility</p:attrName>
                                        </p:attrNameLst>
                                      </p:cBhvr>
                                      <p:to>
                                        <p:strVal val="hidden"/>
                                      </p:to>
                                    </p:set>
                                  </p:childTnLst>
                                </p:cTn>
                              </p:par>
                              <p:par>
                                <p:cTn id="873" presetID="1" presetClass="exit" presetSubtype="0" fill="hold" nodeType="withEffect">
                                  <p:stCondLst>
                                    <p:cond delay="0"/>
                                  </p:stCondLst>
                                  <p:childTnLst>
                                    <p:set>
                                      <p:cBhvr>
                                        <p:cTn id="874" dur="1" fill="hold">
                                          <p:stCondLst>
                                            <p:cond delay="0"/>
                                          </p:stCondLst>
                                        </p:cTn>
                                        <p:tgtEl>
                                          <p:spTgt spid="293"/>
                                        </p:tgtEl>
                                        <p:attrNameLst>
                                          <p:attrName>style.visibility</p:attrName>
                                        </p:attrNameLst>
                                      </p:cBhvr>
                                      <p:to>
                                        <p:strVal val="hidden"/>
                                      </p:to>
                                    </p:set>
                                  </p:childTnLst>
                                </p:cTn>
                              </p:par>
                              <p:par>
                                <p:cTn id="875" presetID="1" presetClass="exit" presetSubtype="0" fill="hold" nodeType="withEffect">
                                  <p:stCondLst>
                                    <p:cond delay="0"/>
                                  </p:stCondLst>
                                  <p:childTnLst>
                                    <p:set>
                                      <p:cBhvr>
                                        <p:cTn id="876" dur="1" fill="hold">
                                          <p:stCondLst>
                                            <p:cond delay="0"/>
                                          </p:stCondLst>
                                        </p:cTn>
                                        <p:tgtEl>
                                          <p:spTgt spid="294"/>
                                        </p:tgtEl>
                                        <p:attrNameLst>
                                          <p:attrName>style.visibility</p:attrName>
                                        </p:attrNameLst>
                                      </p:cBhvr>
                                      <p:to>
                                        <p:strVal val="hidden"/>
                                      </p:to>
                                    </p:set>
                                  </p:childTnLst>
                                </p:cTn>
                              </p:par>
                              <p:par>
                                <p:cTn id="877" presetID="1" presetClass="exit" presetSubtype="0" fill="hold" nodeType="withEffect">
                                  <p:stCondLst>
                                    <p:cond delay="0"/>
                                  </p:stCondLst>
                                  <p:childTnLst>
                                    <p:set>
                                      <p:cBhvr>
                                        <p:cTn id="878" dur="1" fill="hold">
                                          <p:stCondLst>
                                            <p:cond delay="0"/>
                                          </p:stCondLst>
                                        </p:cTn>
                                        <p:tgtEl>
                                          <p:spTgt spid="295"/>
                                        </p:tgtEl>
                                        <p:attrNameLst>
                                          <p:attrName>style.visibility</p:attrName>
                                        </p:attrNameLst>
                                      </p:cBhvr>
                                      <p:to>
                                        <p:strVal val="hidden"/>
                                      </p:to>
                                    </p:set>
                                  </p:childTnLst>
                                </p:cTn>
                              </p:par>
                              <p:par>
                                <p:cTn id="879" presetID="1" presetClass="exit" presetSubtype="0" fill="hold" nodeType="withEffect">
                                  <p:stCondLst>
                                    <p:cond delay="0"/>
                                  </p:stCondLst>
                                  <p:childTnLst>
                                    <p:set>
                                      <p:cBhvr>
                                        <p:cTn id="880" dur="1" fill="hold">
                                          <p:stCondLst>
                                            <p:cond delay="0"/>
                                          </p:stCondLst>
                                        </p:cTn>
                                        <p:tgtEl>
                                          <p:spTgt spid="296"/>
                                        </p:tgtEl>
                                        <p:attrNameLst>
                                          <p:attrName>style.visibility</p:attrName>
                                        </p:attrNameLst>
                                      </p:cBhvr>
                                      <p:to>
                                        <p:strVal val="hidden"/>
                                      </p:to>
                                    </p:set>
                                  </p:childTnLst>
                                </p:cTn>
                              </p:par>
                              <p:par>
                                <p:cTn id="881" presetID="1" presetClass="exit" presetSubtype="0" fill="hold" nodeType="withEffect">
                                  <p:stCondLst>
                                    <p:cond delay="0"/>
                                  </p:stCondLst>
                                  <p:childTnLst>
                                    <p:set>
                                      <p:cBhvr>
                                        <p:cTn id="882" dur="1" fill="hold">
                                          <p:stCondLst>
                                            <p:cond delay="0"/>
                                          </p:stCondLst>
                                        </p:cTn>
                                        <p:tgtEl>
                                          <p:spTgt spid="297"/>
                                        </p:tgtEl>
                                        <p:attrNameLst>
                                          <p:attrName>style.visibility</p:attrName>
                                        </p:attrNameLst>
                                      </p:cBhvr>
                                      <p:to>
                                        <p:strVal val="hidden"/>
                                      </p:to>
                                    </p:set>
                                  </p:childTnLst>
                                </p:cTn>
                              </p:par>
                              <p:par>
                                <p:cTn id="883" presetID="1" presetClass="exit" presetSubtype="0" fill="hold" nodeType="withEffect">
                                  <p:stCondLst>
                                    <p:cond delay="0"/>
                                  </p:stCondLst>
                                  <p:childTnLst>
                                    <p:set>
                                      <p:cBhvr>
                                        <p:cTn id="884" dur="1" fill="hold">
                                          <p:stCondLst>
                                            <p:cond delay="0"/>
                                          </p:stCondLst>
                                        </p:cTn>
                                        <p:tgtEl>
                                          <p:spTgt spid="298"/>
                                        </p:tgtEl>
                                        <p:attrNameLst>
                                          <p:attrName>style.visibility</p:attrName>
                                        </p:attrNameLst>
                                      </p:cBhvr>
                                      <p:to>
                                        <p:strVal val="hidden"/>
                                      </p:to>
                                    </p:set>
                                  </p:childTnLst>
                                </p:cTn>
                              </p:par>
                              <p:par>
                                <p:cTn id="885" presetID="1" presetClass="exit" presetSubtype="0" fill="hold" nodeType="withEffect">
                                  <p:stCondLst>
                                    <p:cond delay="0"/>
                                  </p:stCondLst>
                                  <p:childTnLst>
                                    <p:set>
                                      <p:cBhvr>
                                        <p:cTn id="886" dur="1" fill="hold">
                                          <p:stCondLst>
                                            <p:cond delay="0"/>
                                          </p:stCondLst>
                                        </p:cTn>
                                        <p:tgtEl>
                                          <p:spTgt spid="299"/>
                                        </p:tgtEl>
                                        <p:attrNameLst>
                                          <p:attrName>style.visibility</p:attrName>
                                        </p:attrNameLst>
                                      </p:cBhvr>
                                      <p:to>
                                        <p:strVal val="hidden"/>
                                      </p:to>
                                    </p:set>
                                  </p:childTnLst>
                                </p:cTn>
                              </p:par>
                              <p:par>
                                <p:cTn id="887" presetID="1" presetClass="exit" presetSubtype="0" fill="hold" nodeType="withEffect">
                                  <p:stCondLst>
                                    <p:cond delay="0"/>
                                  </p:stCondLst>
                                  <p:childTnLst>
                                    <p:set>
                                      <p:cBhvr>
                                        <p:cTn id="888" dur="1" fill="hold">
                                          <p:stCondLst>
                                            <p:cond delay="0"/>
                                          </p:stCondLst>
                                        </p:cTn>
                                        <p:tgtEl>
                                          <p:spTgt spid="300"/>
                                        </p:tgtEl>
                                        <p:attrNameLst>
                                          <p:attrName>style.visibility</p:attrName>
                                        </p:attrNameLst>
                                      </p:cBhvr>
                                      <p:to>
                                        <p:strVal val="hidden"/>
                                      </p:to>
                                    </p:set>
                                  </p:childTnLst>
                                </p:cTn>
                              </p:par>
                              <p:par>
                                <p:cTn id="889" presetID="1" presetClass="entr" presetSubtype="0" fill="hold" nodeType="withEffect">
                                  <p:stCondLst>
                                    <p:cond delay="0"/>
                                  </p:stCondLst>
                                  <p:childTnLst>
                                    <p:set>
                                      <p:cBhvr>
                                        <p:cTn id="890" dur="1" fill="hold">
                                          <p:stCondLst>
                                            <p:cond delay="0"/>
                                          </p:stCondLst>
                                        </p:cTn>
                                        <p:tgtEl>
                                          <p:spTgt spid="301"/>
                                        </p:tgtEl>
                                        <p:attrNameLst>
                                          <p:attrName>style.visibility</p:attrName>
                                        </p:attrNameLst>
                                      </p:cBhvr>
                                      <p:to>
                                        <p:strVal val="visible"/>
                                      </p:to>
                                    </p:set>
                                  </p:childTnLst>
                                </p:cTn>
                              </p:par>
                              <p:par>
                                <p:cTn id="891" presetID="1" presetClass="entr" presetSubtype="0" fill="hold" nodeType="withEffect">
                                  <p:stCondLst>
                                    <p:cond delay="0"/>
                                  </p:stCondLst>
                                  <p:childTnLst>
                                    <p:set>
                                      <p:cBhvr>
                                        <p:cTn id="892" dur="1" fill="hold">
                                          <p:stCondLst>
                                            <p:cond delay="0"/>
                                          </p:stCondLst>
                                        </p:cTn>
                                        <p:tgtEl>
                                          <p:spTgt spid="302"/>
                                        </p:tgtEl>
                                        <p:attrNameLst>
                                          <p:attrName>style.visibility</p:attrName>
                                        </p:attrNameLst>
                                      </p:cBhvr>
                                      <p:to>
                                        <p:strVal val="visible"/>
                                      </p:to>
                                    </p:set>
                                  </p:childTnLst>
                                </p:cTn>
                              </p:par>
                              <p:par>
                                <p:cTn id="893" presetID="1" presetClass="entr" presetSubtype="0" fill="hold" nodeType="withEffect">
                                  <p:stCondLst>
                                    <p:cond delay="0"/>
                                  </p:stCondLst>
                                  <p:childTnLst>
                                    <p:set>
                                      <p:cBhvr>
                                        <p:cTn id="894" dur="1" fill="hold">
                                          <p:stCondLst>
                                            <p:cond delay="0"/>
                                          </p:stCondLst>
                                        </p:cTn>
                                        <p:tgtEl>
                                          <p:spTgt spid="303"/>
                                        </p:tgtEl>
                                        <p:attrNameLst>
                                          <p:attrName>style.visibility</p:attrName>
                                        </p:attrNameLst>
                                      </p:cBhvr>
                                      <p:to>
                                        <p:strVal val="visible"/>
                                      </p:to>
                                    </p:set>
                                  </p:childTnLst>
                                </p:cTn>
                              </p:par>
                              <p:par>
                                <p:cTn id="895" presetID="1" presetClass="entr" presetSubtype="0" fill="hold" nodeType="withEffect">
                                  <p:stCondLst>
                                    <p:cond delay="0"/>
                                  </p:stCondLst>
                                  <p:childTnLst>
                                    <p:set>
                                      <p:cBhvr>
                                        <p:cTn id="896" dur="1" fill="hold">
                                          <p:stCondLst>
                                            <p:cond delay="0"/>
                                          </p:stCondLst>
                                        </p:cTn>
                                        <p:tgtEl>
                                          <p:spTgt spid="304"/>
                                        </p:tgtEl>
                                        <p:attrNameLst>
                                          <p:attrName>style.visibility</p:attrName>
                                        </p:attrNameLst>
                                      </p:cBhvr>
                                      <p:to>
                                        <p:strVal val="visible"/>
                                      </p:to>
                                    </p:set>
                                  </p:childTnLst>
                                </p:cTn>
                              </p:par>
                              <p:par>
                                <p:cTn id="897" presetID="1" presetClass="entr" presetSubtype="0" fill="hold" nodeType="withEffect">
                                  <p:stCondLst>
                                    <p:cond delay="0"/>
                                  </p:stCondLst>
                                  <p:childTnLst>
                                    <p:set>
                                      <p:cBhvr>
                                        <p:cTn id="898" dur="1" fill="hold">
                                          <p:stCondLst>
                                            <p:cond delay="0"/>
                                          </p:stCondLst>
                                        </p:cTn>
                                        <p:tgtEl>
                                          <p:spTgt spid="305"/>
                                        </p:tgtEl>
                                        <p:attrNameLst>
                                          <p:attrName>style.visibility</p:attrName>
                                        </p:attrNameLst>
                                      </p:cBhvr>
                                      <p:to>
                                        <p:strVal val="visible"/>
                                      </p:to>
                                    </p:set>
                                  </p:childTnLst>
                                </p:cTn>
                              </p:par>
                              <p:par>
                                <p:cTn id="899" presetID="1" presetClass="entr" presetSubtype="0" fill="hold" nodeType="withEffect">
                                  <p:stCondLst>
                                    <p:cond delay="0"/>
                                  </p:stCondLst>
                                  <p:childTnLst>
                                    <p:set>
                                      <p:cBhvr>
                                        <p:cTn id="900" dur="1" fill="hold">
                                          <p:stCondLst>
                                            <p:cond delay="0"/>
                                          </p:stCondLst>
                                        </p:cTn>
                                        <p:tgtEl>
                                          <p:spTgt spid="306"/>
                                        </p:tgtEl>
                                        <p:attrNameLst>
                                          <p:attrName>style.visibility</p:attrName>
                                        </p:attrNameLst>
                                      </p:cBhvr>
                                      <p:to>
                                        <p:strVal val="visible"/>
                                      </p:to>
                                    </p:set>
                                  </p:childTnLst>
                                </p:cTn>
                              </p:par>
                              <p:par>
                                <p:cTn id="901" presetID="1" presetClass="entr" presetSubtype="0" fill="hold" nodeType="withEffect">
                                  <p:stCondLst>
                                    <p:cond delay="0"/>
                                  </p:stCondLst>
                                  <p:childTnLst>
                                    <p:set>
                                      <p:cBhvr>
                                        <p:cTn id="902" dur="1" fill="hold">
                                          <p:stCondLst>
                                            <p:cond delay="0"/>
                                          </p:stCondLst>
                                        </p:cTn>
                                        <p:tgtEl>
                                          <p:spTgt spid="307"/>
                                        </p:tgtEl>
                                        <p:attrNameLst>
                                          <p:attrName>style.visibility</p:attrName>
                                        </p:attrNameLst>
                                      </p:cBhvr>
                                      <p:to>
                                        <p:strVal val="visible"/>
                                      </p:to>
                                    </p:set>
                                  </p:childTnLst>
                                </p:cTn>
                              </p:par>
                              <p:par>
                                <p:cTn id="903" presetID="1" presetClass="entr" presetSubtype="0" fill="hold" nodeType="withEffect">
                                  <p:stCondLst>
                                    <p:cond delay="0"/>
                                  </p:stCondLst>
                                  <p:childTnLst>
                                    <p:set>
                                      <p:cBhvr>
                                        <p:cTn id="904" dur="1" fill="hold">
                                          <p:stCondLst>
                                            <p:cond delay="0"/>
                                          </p:stCondLst>
                                        </p:cTn>
                                        <p:tgtEl>
                                          <p:spTgt spid="308"/>
                                        </p:tgtEl>
                                        <p:attrNameLst>
                                          <p:attrName>style.visibility</p:attrName>
                                        </p:attrNameLst>
                                      </p:cBhvr>
                                      <p:to>
                                        <p:strVal val="visible"/>
                                      </p:to>
                                    </p:set>
                                  </p:childTnLst>
                                </p:cTn>
                              </p:par>
                              <p:par>
                                <p:cTn id="905" presetID="1" presetClass="entr" presetSubtype="0" fill="hold" nodeType="withEffect">
                                  <p:stCondLst>
                                    <p:cond delay="0"/>
                                  </p:stCondLst>
                                  <p:childTnLst>
                                    <p:set>
                                      <p:cBhvr>
                                        <p:cTn id="906" dur="1" fill="hold">
                                          <p:stCondLst>
                                            <p:cond delay="0"/>
                                          </p:stCondLst>
                                        </p:cTn>
                                        <p:tgtEl>
                                          <p:spTgt spid="309"/>
                                        </p:tgtEl>
                                        <p:attrNameLst>
                                          <p:attrName>style.visibility</p:attrName>
                                        </p:attrNameLst>
                                      </p:cBhvr>
                                      <p:to>
                                        <p:strVal val="visible"/>
                                      </p:to>
                                    </p:set>
                                  </p:childTnLst>
                                </p:cTn>
                              </p:par>
                              <p:par>
                                <p:cTn id="907" presetID="1" presetClass="entr" presetSubtype="0" fill="hold" nodeType="withEffect">
                                  <p:stCondLst>
                                    <p:cond delay="0"/>
                                  </p:stCondLst>
                                  <p:childTnLst>
                                    <p:set>
                                      <p:cBhvr>
                                        <p:cTn id="908" dur="1" fill="hold">
                                          <p:stCondLst>
                                            <p:cond delay="0"/>
                                          </p:stCondLst>
                                        </p:cTn>
                                        <p:tgtEl>
                                          <p:spTgt spid="310"/>
                                        </p:tgtEl>
                                        <p:attrNameLst>
                                          <p:attrName>style.visibility</p:attrName>
                                        </p:attrNameLst>
                                      </p:cBhvr>
                                      <p:to>
                                        <p:strVal val="visible"/>
                                      </p:to>
                                    </p:set>
                                  </p:childTnLst>
                                </p:cTn>
                              </p:par>
                              <p:par>
                                <p:cTn id="909" presetID="1" presetClass="entr" presetSubtype="0" fill="hold" nodeType="withEffect">
                                  <p:stCondLst>
                                    <p:cond delay="0"/>
                                  </p:stCondLst>
                                  <p:childTnLst>
                                    <p:set>
                                      <p:cBhvr>
                                        <p:cTn id="910" dur="1" fill="hold">
                                          <p:stCondLst>
                                            <p:cond delay="0"/>
                                          </p:stCondLst>
                                        </p:cTn>
                                        <p:tgtEl>
                                          <p:spTgt spid="311"/>
                                        </p:tgtEl>
                                        <p:attrNameLst>
                                          <p:attrName>style.visibility</p:attrName>
                                        </p:attrNameLst>
                                      </p:cBhvr>
                                      <p:to>
                                        <p:strVal val="visible"/>
                                      </p:to>
                                    </p:set>
                                  </p:childTnLst>
                                </p:cTn>
                              </p:par>
                              <p:par>
                                <p:cTn id="911" presetID="1" presetClass="entr" presetSubtype="0" fill="hold" nodeType="withEffect">
                                  <p:stCondLst>
                                    <p:cond delay="0"/>
                                  </p:stCondLst>
                                  <p:childTnLst>
                                    <p:set>
                                      <p:cBhvr>
                                        <p:cTn id="912" dur="1" fill="hold">
                                          <p:stCondLst>
                                            <p:cond delay="0"/>
                                          </p:stCondLst>
                                        </p:cTn>
                                        <p:tgtEl>
                                          <p:spTgt spid="312"/>
                                        </p:tgtEl>
                                        <p:attrNameLst>
                                          <p:attrName>style.visibility</p:attrName>
                                        </p:attrNameLst>
                                      </p:cBhvr>
                                      <p:to>
                                        <p:strVal val="visible"/>
                                      </p:to>
                                    </p:set>
                                  </p:childTnLst>
                                </p:cTn>
                              </p:par>
                              <p:par>
                                <p:cTn id="913" presetID="1" presetClass="entr" presetSubtype="0" fill="hold" nodeType="withEffect">
                                  <p:stCondLst>
                                    <p:cond delay="0"/>
                                  </p:stCondLst>
                                  <p:childTnLst>
                                    <p:set>
                                      <p:cBhvr>
                                        <p:cTn id="914" dur="1" fill="hold">
                                          <p:stCondLst>
                                            <p:cond delay="0"/>
                                          </p:stCondLst>
                                        </p:cTn>
                                        <p:tgtEl>
                                          <p:spTgt spid="313"/>
                                        </p:tgtEl>
                                        <p:attrNameLst>
                                          <p:attrName>style.visibility</p:attrName>
                                        </p:attrNameLst>
                                      </p:cBhvr>
                                      <p:to>
                                        <p:strVal val="visible"/>
                                      </p:to>
                                    </p:set>
                                  </p:childTnLst>
                                </p:cTn>
                              </p:par>
                              <p:par>
                                <p:cTn id="915" presetID="1" presetClass="entr" presetSubtype="0" fill="hold" nodeType="withEffect">
                                  <p:stCondLst>
                                    <p:cond delay="0"/>
                                  </p:stCondLst>
                                  <p:childTnLst>
                                    <p:set>
                                      <p:cBhvr>
                                        <p:cTn id="916" dur="1" fill="hold">
                                          <p:stCondLst>
                                            <p:cond delay="0"/>
                                          </p:stCondLst>
                                        </p:cTn>
                                        <p:tgtEl>
                                          <p:spTgt spid="314"/>
                                        </p:tgtEl>
                                        <p:attrNameLst>
                                          <p:attrName>style.visibility</p:attrName>
                                        </p:attrNameLst>
                                      </p:cBhvr>
                                      <p:to>
                                        <p:strVal val="visible"/>
                                      </p:to>
                                    </p:set>
                                  </p:childTnLst>
                                </p:cTn>
                              </p:par>
                              <p:par>
                                <p:cTn id="917" presetID="1" presetClass="entr" presetSubtype="0" fill="hold" nodeType="withEffect">
                                  <p:stCondLst>
                                    <p:cond delay="0"/>
                                  </p:stCondLst>
                                  <p:childTnLst>
                                    <p:set>
                                      <p:cBhvr>
                                        <p:cTn id="918" dur="1" fill="hold">
                                          <p:stCondLst>
                                            <p:cond delay="0"/>
                                          </p:stCondLst>
                                        </p:cTn>
                                        <p:tgtEl>
                                          <p:spTgt spid="315"/>
                                        </p:tgtEl>
                                        <p:attrNameLst>
                                          <p:attrName>style.visibility</p:attrName>
                                        </p:attrNameLst>
                                      </p:cBhvr>
                                      <p:to>
                                        <p:strVal val="visible"/>
                                      </p:to>
                                    </p:set>
                                  </p:childTnLst>
                                </p:cTn>
                              </p:par>
                              <p:par>
                                <p:cTn id="919" presetID="1" presetClass="entr" presetSubtype="0" fill="hold" nodeType="withEffect">
                                  <p:stCondLst>
                                    <p:cond delay="0"/>
                                  </p:stCondLst>
                                  <p:childTnLst>
                                    <p:set>
                                      <p:cBhvr>
                                        <p:cTn id="920" dur="1" fill="hold">
                                          <p:stCondLst>
                                            <p:cond delay="0"/>
                                          </p:stCondLst>
                                        </p:cTn>
                                        <p:tgtEl>
                                          <p:spTgt spid="316"/>
                                        </p:tgtEl>
                                        <p:attrNameLst>
                                          <p:attrName>style.visibility</p:attrName>
                                        </p:attrNameLst>
                                      </p:cBhvr>
                                      <p:to>
                                        <p:strVal val="visible"/>
                                      </p:to>
                                    </p:set>
                                  </p:childTnLst>
                                </p:cTn>
                              </p:par>
                              <p:par>
                                <p:cTn id="921" presetID="1" presetClass="entr" presetSubtype="0" fill="hold" nodeType="withEffect">
                                  <p:stCondLst>
                                    <p:cond delay="0"/>
                                  </p:stCondLst>
                                  <p:childTnLst>
                                    <p:set>
                                      <p:cBhvr>
                                        <p:cTn id="922" dur="1" fill="hold">
                                          <p:stCondLst>
                                            <p:cond delay="0"/>
                                          </p:stCondLst>
                                        </p:cTn>
                                        <p:tgtEl>
                                          <p:spTgt spid="317"/>
                                        </p:tgtEl>
                                        <p:attrNameLst>
                                          <p:attrName>style.visibility</p:attrName>
                                        </p:attrNameLst>
                                      </p:cBhvr>
                                      <p:to>
                                        <p:strVal val="visible"/>
                                      </p:to>
                                    </p:set>
                                  </p:childTnLst>
                                </p:cTn>
                              </p:par>
                              <p:par>
                                <p:cTn id="923" presetID="1" presetClass="entr" presetSubtype="0" fill="hold" nodeType="withEffect">
                                  <p:stCondLst>
                                    <p:cond delay="0"/>
                                  </p:stCondLst>
                                  <p:childTnLst>
                                    <p:set>
                                      <p:cBhvr>
                                        <p:cTn id="924" dur="1" fill="hold">
                                          <p:stCondLst>
                                            <p:cond delay="0"/>
                                          </p:stCondLst>
                                        </p:cTn>
                                        <p:tgtEl>
                                          <p:spTgt spid="318"/>
                                        </p:tgtEl>
                                        <p:attrNameLst>
                                          <p:attrName>style.visibility</p:attrName>
                                        </p:attrNameLst>
                                      </p:cBhvr>
                                      <p:to>
                                        <p:strVal val="visible"/>
                                      </p:to>
                                    </p:set>
                                  </p:childTnLst>
                                </p:cTn>
                              </p:par>
                              <p:par>
                                <p:cTn id="925" presetID="1" presetClass="entr" presetSubtype="0" fill="hold" nodeType="withEffect">
                                  <p:stCondLst>
                                    <p:cond delay="0"/>
                                  </p:stCondLst>
                                  <p:childTnLst>
                                    <p:set>
                                      <p:cBhvr>
                                        <p:cTn id="926" dur="1" fill="hold">
                                          <p:stCondLst>
                                            <p:cond delay="0"/>
                                          </p:stCondLst>
                                        </p:cTn>
                                        <p:tgtEl>
                                          <p:spTgt spid="319"/>
                                        </p:tgtEl>
                                        <p:attrNameLst>
                                          <p:attrName>style.visibility</p:attrName>
                                        </p:attrNameLst>
                                      </p:cBhvr>
                                      <p:to>
                                        <p:strVal val="visible"/>
                                      </p:to>
                                    </p:set>
                                  </p:childTnLst>
                                </p:cTn>
                              </p:par>
                              <p:par>
                                <p:cTn id="927" presetID="1" presetClass="entr" presetSubtype="0" fill="hold" nodeType="withEffect">
                                  <p:stCondLst>
                                    <p:cond delay="0"/>
                                  </p:stCondLst>
                                  <p:childTnLst>
                                    <p:set>
                                      <p:cBhvr>
                                        <p:cTn id="928" dur="1" fill="hold">
                                          <p:stCondLst>
                                            <p:cond delay="0"/>
                                          </p:stCondLst>
                                        </p:cTn>
                                        <p:tgtEl>
                                          <p:spTgt spid="320"/>
                                        </p:tgtEl>
                                        <p:attrNameLst>
                                          <p:attrName>style.visibility</p:attrName>
                                        </p:attrNameLst>
                                      </p:cBhvr>
                                      <p:to>
                                        <p:strVal val="visible"/>
                                      </p:to>
                                    </p:set>
                                  </p:childTnLst>
                                </p:cTn>
                              </p:par>
                              <p:par>
                                <p:cTn id="929" presetID="1" presetClass="entr" presetSubtype="0" fill="hold" nodeType="withEffect">
                                  <p:stCondLst>
                                    <p:cond delay="0"/>
                                  </p:stCondLst>
                                  <p:childTnLst>
                                    <p:set>
                                      <p:cBhvr>
                                        <p:cTn id="930" dur="1" fill="hold">
                                          <p:stCondLst>
                                            <p:cond delay="0"/>
                                          </p:stCondLst>
                                        </p:cTn>
                                        <p:tgtEl>
                                          <p:spTgt spid="321"/>
                                        </p:tgtEl>
                                        <p:attrNameLst>
                                          <p:attrName>style.visibility</p:attrName>
                                        </p:attrNameLst>
                                      </p:cBhvr>
                                      <p:to>
                                        <p:strVal val="visible"/>
                                      </p:to>
                                    </p:set>
                                  </p:childTnLst>
                                </p:cTn>
                              </p:par>
                              <p:par>
                                <p:cTn id="931" presetID="1" presetClass="entr" presetSubtype="0" fill="hold" nodeType="withEffect">
                                  <p:stCondLst>
                                    <p:cond delay="0"/>
                                  </p:stCondLst>
                                  <p:childTnLst>
                                    <p:set>
                                      <p:cBhvr>
                                        <p:cTn id="932" dur="1" fill="hold">
                                          <p:stCondLst>
                                            <p:cond delay="0"/>
                                          </p:stCondLst>
                                        </p:cTn>
                                        <p:tgtEl>
                                          <p:spTgt spid="322"/>
                                        </p:tgtEl>
                                        <p:attrNameLst>
                                          <p:attrName>style.visibility</p:attrName>
                                        </p:attrNameLst>
                                      </p:cBhvr>
                                      <p:to>
                                        <p:strVal val="visible"/>
                                      </p:to>
                                    </p:set>
                                  </p:childTnLst>
                                </p:cTn>
                              </p:par>
                              <p:par>
                                <p:cTn id="933" presetID="1" presetClass="entr" presetSubtype="0" fill="hold" nodeType="withEffect">
                                  <p:stCondLst>
                                    <p:cond delay="0"/>
                                  </p:stCondLst>
                                  <p:childTnLst>
                                    <p:set>
                                      <p:cBhvr>
                                        <p:cTn id="934" dur="1" fill="hold">
                                          <p:stCondLst>
                                            <p:cond delay="0"/>
                                          </p:stCondLst>
                                        </p:cTn>
                                        <p:tgtEl>
                                          <p:spTgt spid="323"/>
                                        </p:tgtEl>
                                        <p:attrNameLst>
                                          <p:attrName>style.visibility</p:attrName>
                                        </p:attrNameLst>
                                      </p:cBhvr>
                                      <p:to>
                                        <p:strVal val="visible"/>
                                      </p:to>
                                    </p:set>
                                  </p:childTnLst>
                                </p:cTn>
                              </p:par>
                              <p:par>
                                <p:cTn id="935" presetID="1" presetClass="entr" presetSubtype="0" fill="hold" nodeType="withEffect">
                                  <p:stCondLst>
                                    <p:cond delay="0"/>
                                  </p:stCondLst>
                                  <p:childTnLst>
                                    <p:set>
                                      <p:cBhvr>
                                        <p:cTn id="936" dur="1" fill="hold">
                                          <p:stCondLst>
                                            <p:cond delay="0"/>
                                          </p:stCondLst>
                                        </p:cTn>
                                        <p:tgtEl>
                                          <p:spTgt spid="324"/>
                                        </p:tgtEl>
                                        <p:attrNameLst>
                                          <p:attrName>style.visibility</p:attrName>
                                        </p:attrNameLst>
                                      </p:cBhvr>
                                      <p:to>
                                        <p:strVal val="visible"/>
                                      </p:to>
                                    </p:set>
                                  </p:childTnLst>
                                </p:cTn>
                              </p:par>
                              <p:par>
                                <p:cTn id="937" presetID="1" presetClass="entr" presetSubtype="0" fill="hold" nodeType="withEffect">
                                  <p:stCondLst>
                                    <p:cond delay="0"/>
                                  </p:stCondLst>
                                  <p:childTnLst>
                                    <p:set>
                                      <p:cBhvr>
                                        <p:cTn id="938" dur="1" fill="hold">
                                          <p:stCondLst>
                                            <p:cond delay="0"/>
                                          </p:stCondLst>
                                        </p:cTn>
                                        <p:tgtEl>
                                          <p:spTgt spid="325"/>
                                        </p:tgtEl>
                                        <p:attrNameLst>
                                          <p:attrName>style.visibility</p:attrName>
                                        </p:attrNameLst>
                                      </p:cBhvr>
                                      <p:to>
                                        <p:strVal val="visible"/>
                                      </p:to>
                                    </p:set>
                                  </p:childTnLst>
                                </p:cTn>
                              </p:par>
                              <p:par>
                                <p:cTn id="939" presetID="1" presetClass="entr" presetSubtype="0" fill="hold" nodeType="withEffect">
                                  <p:stCondLst>
                                    <p:cond delay="0"/>
                                  </p:stCondLst>
                                  <p:childTnLst>
                                    <p:set>
                                      <p:cBhvr>
                                        <p:cTn id="940" dur="1" fill="hold">
                                          <p:stCondLst>
                                            <p:cond delay="0"/>
                                          </p:stCondLst>
                                        </p:cTn>
                                        <p:tgtEl>
                                          <p:spTgt spid="326"/>
                                        </p:tgtEl>
                                        <p:attrNameLst>
                                          <p:attrName>style.visibility</p:attrName>
                                        </p:attrNameLst>
                                      </p:cBhvr>
                                      <p:to>
                                        <p:strVal val="visible"/>
                                      </p:to>
                                    </p:set>
                                  </p:childTnLst>
                                </p:cTn>
                              </p:par>
                              <p:par>
                                <p:cTn id="941" presetID="1" presetClass="entr" presetSubtype="0" fill="hold" nodeType="withEffect">
                                  <p:stCondLst>
                                    <p:cond delay="0"/>
                                  </p:stCondLst>
                                  <p:childTnLst>
                                    <p:set>
                                      <p:cBhvr>
                                        <p:cTn id="942" dur="1" fill="hold">
                                          <p:stCondLst>
                                            <p:cond delay="0"/>
                                          </p:stCondLst>
                                        </p:cTn>
                                        <p:tgtEl>
                                          <p:spTgt spid="327"/>
                                        </p:tgtEl>
                                        <p:attrNameLst>
                                          <p:attrName>style.visibility</p:attrName>
                                        </p:attrNameLst>
                                      </p:cBhvr>
                                      <p:to>
                                        <p:strVal val="visible"/>
                                      </p:to>
                                    </p:set>
                                  </p:childTnLst>
                                </p:cTn>
                              </p:par>
                              <p:par>
                                <p:cTn id="943" presetID="1" presetClass="entr" presetSubtype="0" fill="hold" nodeType="withEffect">
                                  <p:stCondLst>
                                    <p:cond delay="0"/>
                                  </p:stCondLst>
                                  <p:childTnLst>
                                    <p:set>
                                      <p:cBhvr>
                                        <p:cTn id="944" dur="1" fill="hold">
                                          <p:stCondLst>
                                            <p:cond delay="0"/>
                                          </p:stCondLst>
                                        </p:cTn>
                                        <p:tgtEl>
                                          <p:spTgt spid="328"/>
                                        </p:tgtEl>
                                        <p:attrNameLst>
                                          <p:attrName>style.visibility</p:attrName>
                                        </p:attrNameLst>
                                      </p:cBhvr>
                                      <p:to>
                                        <p:strVal val="visible"/>
                                      </p:to>
                                    </p:set>
                                  </p:childTnLst>
                                </p:cTn>
                              </p:par>
                              <p:par>
                                <p:cTn id="945" presetID="1" presetClass="entr" presetSubtype="0" fill="hold" nodeType="withEffect">
                                  <p:stCondLst>
                                    <p:cond delay="0"/>
                                  </p:stCondLst>
                                  <p:childTnLst>
                                    <p:set>
                                      <p:cBhvr>
                                        <p:cTn id="946" dur="1" fill="hold">
                                          <p:stCondLst>
                                            <p:cond delay="0"/>
                                          </p:stCondLst>
                                        </p:cTn>
                                        <p:tgtEl>
                                          <p:spTgt spid="329"/>
                                        </p:tgtEl>
                                        <p:attrNameLst>
                                          <p:attrName>style.visibility</p:attrName>
                                        </p:attrNameLst>
                                      </p:cBhvr>
                                      <p:to>
                                        <p:strVal val="visible"/>
                                      </p:to>
                                    </p:set>
                                  </p:childTnLst>
                                </p:cTn>
                              </p:par>
                            </p:childTnLst>
                          </p:cTn>
                        </p:par>
                      </p:childTnLst>
                    </p:cTn>
                  </p:par>
                  <p:par>
                    <p:cTn id="947" fill="hold">
                      <p:stCondLst>
                        <p:cond delay="indefinite"/>
                      </p:stCondLst>
                      <p:childTnLst>
                        <p:par>
                          <p:cTn id="948" fill="hold">
                            <p:stCondLst>
                              <p:cond delay="0"/>
                            </p:stCondLst>
                            <p:childTnLst>
                              <p:par>
                                <p:cTn id="949" presetID="1" presetClass="exit" presetSubtype="0" fill="hold" nodeType="clickEffect">
                                  <p:stCondLst>
                                    <p:cond delay="0"/>
                                  </p:stCondLst>
                                  <p:childTnLst>
                                    <p:set>
                                      <p:cBhvr>
                                        <p:cTn id="950" dur="1" fill="hold">
                                          <p:stCondLst>
                                            <p:cond delay="0"/>
                                          </p:stCondLst>
                                        </p:cTn>
                                        <p:tgtEl>
                                          <p:spTgt spid="301"/>
                                        </p:tgtEl>
                                        <p:attrNameLst>
                                          <p:attrName>style.visibility</p:attrName>
                                        </p:attrNameLst>
                                      </p:cBhvr>
                                      <p:to>
                                        <p:strVal val="hidden"/>
                                      </p:to>
                                    </p:set>
                                  </p:childTnLst>
                                </p:cTn>
                              </p:par>
                              <p:par>
                                <p:cTn id="951" presetID="1" presetClass="exit" presetSubtype="0" fill="hold" nodeType="withEffect">
                                  <p:stCondLst>
                                    <p:cond delay="0"/>
                                  </p:stCondLst>
                                  <p:childTnLst>
                                    <p:set>
                                      <p:cBhvr>
                                        <p:cTn id="952" dur="1" fill="hold">
                                          <p:stCondLst>
                                            <p:cond delay="0"/>
                                          </p:stCondLst>
                                        </p:cTn>
                                        <p:tgtEl>
                                          <p:spTgt spid="302"/>
                                        </p:tgtEl>
                                        <p:attrNameLst>
                                          <p:attrName>style.visibility</p:attrName>
                                        </p:attrNameLst>
                                      </p:cBhvr>
                                      <p:to>
                                        <p:strVal val="hidden"/>
                                      </p:to>
                                    </p:set>
                                  </p:childTnLst>
                                </p:cTn>
                              </p:par>
                              <p:par>
                                <p:cTn id="953" presetID="1" presetClass="exit" presetSubtype="0" fill="hold" nodeType="withEffect">
                                  <p:stCondLst>
                                    <p:cond delay="0"/>
                                  </p:stCondLst>
                                  <p:childTnLst>
                                    <p:set>
                                      <p:cBhvr>
                                        <p:cTn id="954" dur="1" fill="hold">
                                          <p:stCondLst>
                                            <p:cond delay="0"/>
                                          </p:stCondLst>
                                        </p:cTn>
                                        <p:tgtEl>
                                          <p:spTgt spid="303"/>
                                        </p:tgtEl>
                                        <p:attrNameLst>
                                          <p:attrName>style.visibility</p:attrName>
                                        </p:attrNameLst>
                                      </p:cBhvr>
                                      <p:to>
                                        <p:strVal val="hidden"/>
                                      </p:to>
                                    </p:set>
                                  </p:childTnLst>
                                </p:cTn>
                              </p:par>
                              <p:par>
                                <p:cTn id="955" presetID="1" presetClass="exit" presetSubtype="0" fill="hold" nodeType="withEffect">
                                  <p:stCondLst>
                                    <p:cond delay="0"/>
                                  </p:stCondLst>
                                  <p:childTnLst>
                                    <p:set>
                                      <p:cBhvr>
                                        <p:cTn id="956" dur="1" fill="hold">
                                          <p:stCondLst>
                                            <p:cond delay="0"/>
                                          </p:stCondLst>
                                        </p:cTn>
                                        <p:tgtEl>
                                          <p:spTgt spid="304"/>
                                        </p:tgtEl>
                                        <p:attrNameLst>
                                          <p:attrName>style.visibility</p:attrName>
                                        </p:attrNameLst>
                                      </p:cBhvr>
                                      <p:to>
                                        <p:strVal val="hidden"/>
                                      </p:to>
                                    </p:set>
                                  </p:childTnLst>
                                </p:cTn>
                              </p:par>
                              <p:par>
                                <p:cTn id="957" presetID="1" presetClass="exit" presetSubtype="0" fill="hold" nodeType="withEffect">
                                  <p:stCondLst>
                                    <p:cond delay="0"/>
                                  </p:stCondLst>
                                  <p:childTnLst>
                                    <p:set>
                                      <p:cBhvr>
                                        <p:cTn id="958" dur="1" fill="hold">
                                          <p:stCondLst>
                                            <p:cond delay="0"/>
                                          </p:stCondLst>
                                        </p:cTn>
                                        <p:tgtEl>
                                          <p:spTgt spid="305"/>
                                        </p:tgtEl>
                                        <p:attrNameLst>
                                          <p:attrName>style.visibility</p:attrName>
                                        </p:attrNameLst>
                                      </p:cBhvr>
                                      <p:to>
                                        <p:strVal val="hidden"/>
                                      </p:to>
                                    </p:set>
                                  </p:childTnLst>
                                </p:cTn>
                              </p:par>
                              <p:par>
                                <p:cTn id="959" presetID="1" presetClass="exit" presetSubtype="0" fill="hold" nodeType="withEffect">
                                  <p:stCondLst>
                                    <p:cond delay="0"/>
                                  </p:stCondLst>
                                  <p:childTnLst>
                                    <p:set>
                                      <p:cBhvr>
                                        <p:cTn id="960" dur="1" fill="hold">
                                          <p:stCondLst>
                                            <p:cond delay="0"/>
                                          </p:stCondLst>
                                        </p:cTn>
                                        <p:tgtEl>
                                          <p:spTgt spid="306"/>
                                        </p:tgtEl>
                                        <p:attrNameLst>
                                          <p:attrName>style.visibility</p:attrName>
                                        </p:attrNameLst>
                                      </p:cBhvr>
                                      <p:to>
                                        <p:strVal val="hidden"/>
                                      </p:to>
                                    </p:set>
                                  </p:childTnLst>
                                </p:cTn>
                              </p:par>
                              <p:par>
                                <p:cTn id="961" presetID="1" presetClass="exit" presetSubtype="0" fill="hold" nodeType="withEffect">
                                  <p:stCondLst>
                                    <p:cond delay="0"/>
                                  </p:stCondLst>
                                  <p:childTnLst>
                                    <p:set>
                                      <p:cBhvr>
                                        <p:cTn id="962" dur="1" fill="hold">
                                          <p:stCondLst>
                                            <p:cond delay="0"/>
                                          </p:stCondLst>
                                        </p:cTn>
                                        <p:tgtEl>
                                          <p:spTgt spid="307"/>
                                        </p:tgtEl>
                                        <p:attrNameLst>
                                          <p:attrName>style.visibility</p:attrName>
                                        </p:attrNameLst>
                                      </p:cBhvr>
                                      <p:to>
                                        <p:strVal val="hidden"/>
                                      </p:to>
                                    </p:set>
                                  </p:childTnLst>
                                </p:cTn>
                              </p:par>
                              <p:par>
                                <p:cTn id="963" presetID="1" presetClass="exit" presetSubtype="0" fill="hold" nodeType="withEffect">
                                  <p:stCondLst>
                                    <p:cond delay="0"/>
                                  </p:stCondLst>
                                  <p:childTnLst>
                                    <p:set>
                                      <p:cBhvr>
                                        <p:cTn id="964" dur="1" fill="hold">
                                          <p:stCondLst>
                                            <p:cond delay="0"/>
                                          </p:stCondLst>
                                        </p:cTn>
                                        <p:tgtEl>
                                          <p:spTgt spid="308"/>
                                        </p:tgtEl>
                                        <p:attrNameLst>
                                          <p:attrName>style.visibility</p:attrName>
                                        </p:attrNameLst>
                                      </p:cBhvr>
                                      <p:to>
                                        <p:strVal val="hidden"/>
                                      </p:to>
                                    </p:set>
                                  </p:childTnLst>
                                </p:cTn>
                              </p:par>
                              <p:par>
                                <p:cTn id="965" presetID="1" presetClass="exit" presetSubtype="0" fill="hold" nodeType="withEffect">
                                  <p:stCondLst>
                                    <p:cond delay="0"/>
                                  </p:stCondLst>
                                  <p:childTnLst>
                                    <p:set>
                                      <p:cBhvr>
                                        <p:cTn id="966" dur="1" fill="hold">
                                          <p:stCondLst>
                                            <p:cond delay="0"/>
                                          </p:stCondLst>
                                        </p:cTn>
                                        <p:tgtEl>
                                          <p:spTgt spid="309"/>
                                        </p:tgtEl>
                                        <p:attrNameLst>
                                          <p:attrName>style.visibility</p:attrName>
                                        </p:attrNameLst>
                                      </p:cBhvr>
                                      <p:to>
                                        <p:strVal val="hidden"/>
                                      </p:to>
                                    </p:set>
                                  </p:childTnLst>
                                </p:cTn>
                              </p:par>
                              <p:par>
                                <p:cTn id="967" presetID="1" presetClass="exit" presetSubtype="0" fill="hold" nodeType="withEffect">
                                  <p:stCondLst>
                                    <p:cond delay="0"/>
                                  </p:stCondLst>
                                  <p:childTnLst>
                                    <p:set>
                                      <p:cBhvr>
                                        <p:cTn id="968" dur="1" fill="hold">
                                          <p:stCondLst>
                                            <p:cond delay="0"/>
                                          </p:stCondLst>
                                        </p:cTn>
                                        <p:tgtEl>
                                          <p:spTgt spid="310"/>
                                        </p:tgtEl>
                                        <p:attrNameLst>
                                          <p:attrName>style.visibility</p:attrName>
                                        </p:attrNameLst>
                                      </p:cBhvr>
                                      <p:to>
                                        <p:strVal val="hidden"/>
                                      </p:to>
                                    </p:set>
                                  </p:childTnLst>
                                </p:cTn>
                              </p:par>
                              <p:par>
                                <p:cTn id="969" presetID="1" presetClass="exit" presetSubtype="0" fill="hold" nodeType="withEffect">
                                  <p:stCondLst>
                                    <p:cond delay="0"/>
                                  </p:stCondLst>
                                  <p:childTnLst>
                                    <p:set>
                                      <p:cBhvr>
                                        <p:cTn id="970" dur="1" fill="hold">
                                          <p:stCondLst>
                                            <p:cond delay="0"/>
                                          </p:stCondLst>
                                        </p:cTn>
                                        <p:tgtEl>
                                          <p:spTgt spid="311"/>
                                        </p:tgtEl>
                                        <p:attrNameLst>
                                          <p:attrName>style.visibility</p:attrName>
                                        </p:attrNameLst>
                                      </p:cBhvr>
                                      <p:to>
                                        <p:strVal val="hidden"/>
                                      </p:to>
                                    </p:set>
                                  </p:childTnLst>
                                </p:cTn>
                              </p:par>
                              <p:par>
                                <p:cTn id="971" presetID="1" presetClass="exit" presetSubtype="0" fill="hold" nodeType="withEffect">
                                  <p:stCondLst>
                                    <p:cond delay="0"/>
                                  </p:stCondLst>
                                  <p:childTnLst>
                                    <p:set>
                                      <p:cBhvr>
                                        <p:cTn id="972" dur="1" fill="hold">
                                          <p:stCondLst>
                                            <p:cond delay="0"/>
                                          </p:stCondLst>
                                        </p:cTn>
                                        <p:tgtEl>
                                          <p:spTgt spid="312"/>
                                        </p:tgtEl>
                                        <p:attrNameLst>
                                          <p:attrName>style.visibility</p:attrName>
                                        </p:attrNameLst>
                                      </p:cBhvr>
                                      <p:to>
                                        <p:strVal val="hidden"/>
                                      </p:to>
                                    </p:set>
                                  </p:childTnLst>
                                </p:cTn>
                              </p:par>
                              <p:par>
                                <p:cTn id="973" presetID="1" presetClass="exit" presetSubtype="0" fill="hold" nodeType="withEffect">
                                  <p:stCondLst>
                                    <p:cond delay="0"/>
                                  </p:stCondLst>
                                  <p:childTnLst>
                                    <p:set>
                                      <p:cBhvr>
                                        <p:cTn id="974" dur="1" fill="hold">
                                          <p:stCondLst>
                                            <p:cond delay="0"/>
                                          </p:stCondLst>
                                        </p:cTn>
                                        <p:tgtEl>
                                          <p:spTgt spid="313"/>
                                        </p:tgtEl>
                                        <p:attrNameLst>
                                          <p:attrName>style.visibility</p:attrName>
                                        </p:attrNameLst>
                                      </p:cBhvr>
                                      <p:to>
                                        <p:strVal val="hidden"/>
                                      </p:to>
                                    </p:set>
                                  </p:childTnLst>
                                </p:cTn>
                              </p:par>
                              <p:par>
                                <p:cTn id="975" presetID="1" presetClass="exit" presetSubtype="0" fill="hold" nodeType="withEffect">
                                  <p:stCondLst>
                                    <p:cond delay="0"/>
                                  </p:stCondLst>
                                  <p:childTnLst>
                                    <p:set>
                                      <p:cBhvr>
                                        <p:cTn id="976" dur="1" fill="hold">
                                          <p:stCondLst>
                                            <p:cond delay="0"/>
                                          </p:stCondLst>
                                        </p:cTn>
                                        <p:tgtEl>
                                          <p:spTgt spid="314"/>
                                        </p:tgtEl>
                                        <p:attrNameLst>
                                          <p:attrName>style.visibility</p:attrName>
                                        </p:attrNameLst>
                                      </p:cBhvr>
                                      <p:to>
                                        <p:strVal val="hidden"/>
                                      </p:to>
                                    </p:set>
                                  </p:childTnLst>
                                </p:cTn>
                              </p:par>
                              <p:par>
                                <p:cTn id="977" presetID="1" presetClass="exit" presetSubtype="0" fill="hold" nodeType="withEffect">
                                  <p:stCondLst>
                                    <p:cond delay="0"/>
                                  </p:stCondLst>
                                  <p:childTnLst>
                                    <p:set>
                                      <p:cBhvr>
                                        <p:cTn id="978" dur="1" fill="hold">
                                          <p:stCondLst>
                                            <p:cond delay="0"/>
                                          </p:stCondLst>
                                        </p:cTn>
                                        <p:tgtEl>
                                          <p:spTgt spid="315"/>
                                        </p:tgtEl>
                                        <p:attrNameLst>
                                          <p:attrName>style.visibility</p:attrName>
                                        </p:attrNameLst>
                                      </p:cBhvr>
                                      <p:to>
                                        <p:strVal val="hidden"/>
                                      </p:to>
                                    </p:set>
                                  </p:childTnLst>
                                </p:cTn>
                              </p:par>
                              <p:par>
                                <p:cTn id="979" presetID="1" presetClass="exit" presetSubtype="0" fill="hold" nodeType="withEffect">
                                  <p:stCondLst>
                                    <p:cond delay="0"/>
                                  </p:stCondLst>
                                  <p:childTnLst>
                                    <p:set>
                                      <p:cBhvr>
                                        <p:cTn id="980" dur="1" fill="hold">
                                          <p:stCondLst>
                                            <p:cond delay="0"/>
                                          </p:stCondLst>
                                        </p:cTn>
                                        <p:tgtEl>
                                          <p:spTgt spid="316"/>
                                        </p:tgtEl>
                                        <p:attrNameLst>
                                          <p:attrName>style.visibility</p:attrName>
                                        </p:attrNameLst>
                                      </p:cBhvr>
                                      <p:to>
                                        <p:strVal val="hidden"/>
                                      </p:to>
                                    </p:set>
                                  </p:childTnLst>
                                </p:cTn>
                              </p:par>
                              <p:par>
                                <p:cTn id="981" presetID="1" presetClass="exit" presetSubtype="0" fill="hold" nodeType="withEffect">
                                  <p:stCondLst>
                                    <p:cond delay="0"/>
                                  </p:stCondLst>
                                  <p:childTnLst>
                                    <p:set>
                                      <p:cBhvr>
                                        <p:cTn id="982" dur="1" fill="hold">
                                          <p:stCondLst>
                                            <p:cond delay="0"/>
                                          </p:stCondLst>
                                        </p:cTn>
                                        <p:tgtEl>
                                          <p:spTgt spid="317"/>
                                        </p:tgtEl>
                                        <p:attrNameLst>
                                          <p:attrName>style.visibility</p:attrName>
                                        </p:attrNameLst>
                                      </p:cBhvr>
                                      <p:to>
                                        <p:strVal val="hidden"/>
                                      </p:to>
                                    </p:set>
                                  </p:childTnLst>
                                </p:cTn>
                              </p:par>
                              <p:par>
                                <p:cTn id="983" presetID="1" presetClass="exit" presetSubtype="0" fill="hold" nodeType="withEffect">
                                  <p:stCondLst>
                                    <p:cond delay="0"/>
                                  </p:stCondLst>
                                  <p:childTnLst>
                                    <p:set>
                                      <p:cBhvr>
                                        <p:cTn id="984" dur="1" fill="hold">
                                          <p:stCondLst>
                                            <p:cond delay="0"/>
                                          </p:stCondLst>
                                        </p:cTn>
                                        <p:tgtEl>
                                          <p:spTgt spid="318"/>
                                        </p:tgtEl>
                                        <p:attrNameLst>
                                          <p:attrName>style.visibility</p:attrName>
                                        </p:attrNameLst>
                                      </p:cBhvr>
                                      <p:to>
                                        <p:strVal val="hidden"/>
                                      </p:to>
                                    </p:set>
                                  </p:childTnLst>
                                </p:cTn>
                              </p:par>
                              <p:par>
                                <p:cTn id="985" presetID="1" presetClass="exit" presetSubtype="0" fill="hold" nodeType="withEffect">
                                  <p:stCondLst>
                                    <p:cond delay="0"/>
                                  </p:stCondLst>
                                  <p:childTnLst>
                                    <p:set>
                                      <p:cBhvr>
                                        <p:cTn id="986" dur="1" fill="hold">
                                          <p:stCondLst>
                                            <p:cond delay="0"/>
                                          </p:stCondLst>
                                        </p:cTn>
                                        <p:tgtEl>
                                          <p:spTgt spid="319"/>
                                        </p:tgtEl>
                                        <p:attrNameLst>
                                          <p:attrName>style.visibility</p:attrName>
                                        </p:attrNameLst>
                                      </p:cBhvr>
                                      <p:to>
                                        <p:strVal val="hidden"/>
                                      </p:to>
                                    </p:set>
                                  </p:childTnLst>
                                </p:cTn>
                              </p:par>
                              <p:par>
                                <p:cTn id="987" presetID="1" presetClass="exit" presetSubtype="0" fill="hold" nodeType="withEffect">
                                  <p:stCondLst>
                                    <p:cond delay="0"/>
                                  </p:stCondLst>
                                  <p:childTnLst>
                                    <p:set>
                                      <p:cBhvr>
                                        <p:cTn id="988" dur="1" fill="hold">
                                          <p:stCondLst>
                                            <p:cond delay="0"/>
                                          </p:stCondLst>
                                        </p:cTn>
                                        <p:tgtEl>
                                          <p:spTgt spid="320"/>
                                        </p:tgtEl>
                                        <p:attrNameLst>
                                          <p:attrName>style.visibility</p:attrName>
                                        </p:attrNameLst>
                                      </p:cBhvr>
                                      <p:to>
                                        <p:strVal val="hidden"/>
                                      </p:to>
                                    </p:set>
                                  </p:childTnLst>
                                </p:cTn>
                              </p:par>
                              <p:par>
                                <p:cTn id="989" presetID="1" presetClass="exit" presetSubtype="0" fill="hold" nodeType="withEffect">
                                  <p:stCondLst>
                                    <p:cond delay="0"/>
                                  </p:stCondLst>
                                  <p:childTnLst>
                                    <p:set>
                                      <p:cBhvr>
                                        <p:cTn id="990" dur="1" fill="hold">
                                          <p:stCondLst>
                                            <p:cond delay="0"/>
                                          </p:stCondLst>
                                        </p:cTn>
                                        <p:tgtEl>
                                          <p:spTgt spid="321"/>
                                        </p:tgtEl>
                                        <p:attrNameLst>
                                          <p:attrName>style.visibility</p:attrName>
                                        </p:attrNameLst>
                                      </p:cBhvr>
                                      <p:to>
                                        <p:strVal val="hidden"/>
                                      </p:to>
                                    </p:set>
                                  </p:childTnLst>
                                </p:cTn>
                              </p:par>
                              <p:par>
                                <p:cTn id="991" presetID="1" presetClass="exit" presetSubtype="0" fill="hold" nodeType="withEffect">
                                  <p:stCondLst>
                                    <p:cond delay="0"/>
                                  </p:stCondLst>
                                  <p:childTnLst>
                                    <p:set>
                                      <p:cBhvr>
                                        <p:cTn id="992" dur="1" fill="hold">
                                          <p:stCondLst>
                                            <p:cond delay="0"/>
                                          </p:stCondLst>
                                        </p:cTn>
                                        <p:tgtEl>
                                          <p:spTgt spid="322"/>
                                        </p:tgtEl>
                                        <p:attrNameLst>
                                          <p:attrName>style.visibility</p:attrName>
                                        </p:attrNameLst>
                                      </p:cBhvr>
                                      <p:to>
                                        <p:strVal val="hidden"/>
                                      </p:to>
                                    </p:set>
                                  </p:childTnLst>
                                </p:cTn>
                              </p:par>
                              <p:par>
                                <p:cTn id="993" presetID="1" presetClass="exit" presetSubtype="0" fill="hold" nodeType="withEffect">
                                  <p:stCondLst>
                                    <p:cond delay="0"/>
                                  </p:stCondLst>
                                  <p:childTnLst>
                                    <p:set>
                                      <p:cBhvr>
                                        <p:cTn id="994" dur="1" fill="hold">
                                          <p:stCondLst>
                                            <p:cond delay="0"/>
                                          </p:stCondLst>
                                        </p:cTn>
                                        <p:tgtEl>
                                          <p:spTgt spid="323"/>
                                        </p:tgtEl>
                                        <p:attrNameLst>
                                          <p:attrName>style.visibility</p:attrName>
                                        </p:attrNameLst>
                                      </p:cBhvr>
                                      <p:to>
                                        <p:strVal val="hidden"/>
                                      </p:to>
                                    </p:set>
                                  </p:childTnLst>
                                </p:cTn>
                              </p:par>
                              <p:par>
                                <p:cTn id="995" presetID="1" presetClass="exit" presetSubtype="0" fill="hold" nodeType="withEffect">
                                  <p:stCondLst>
                                    <p:cond delay="0"/>
                                  </p:stCondLst>
                                  <p:childTnLst>
                                    <p:set>
                                      <p:cBhvr>
                                        <p:cTn id="996" dur="1" fill="hold">
                                          <p:stCondLst>
                                            <p:cond delay="0"/>
                                          </p:stCondLst>
                                        </p:cTn>
                                        <p:tgtEl>
                                          <p:spTgt spid="324"/>
                                        </p:tgtEl>
                                        <p:attrNameLst>
                                          <p:attrName>style.visibility</p:attrName>
                                        </p:attrNameLst>
                                      </p:cBhvr>
                                      <p:to>
                                        <p:strVal val="hidden"/>
                                      </p:to>
                                    </p:set>
                                  </p:childTnLst>
                                </p:cTn>
                              </p:par>
                              <p:par>
                                <p:cTn id="997" presetID="1" presetClass="exit" presetSubtype="0" fill="hold" nodeType="withEffect">
                                  <p:stCondLst>
                                    <p:cond delay="0"/>
                                  </p:stCondLst>
                                  <p:childTnLst>
                                    <p:set>
                                      <p:cBhvr>
                                        <p:cTn id="998" dur="1" fill="hold">
                                          <p:stCondLst>
                                            <p:cond delay="0"/>
                                          </p:stCondLst>
                                        </p:cTn>
                                        <p:tgtEl>
                                          <p:spTgt spid="325"/>
                                        </p:tgtEl>
                                        <p:attrNameLst>
                                          <p:attrName>style.visibility</p:attrName>
                                        </p:attrNameLst>
                                      </p:cBhvr>
                                      <p:to>
                                        <p:strVal val="hidden"/>
                                      </p:to>
                                    </p:set>
                                  </p:childTnLst>
                                </p:cTn>
                              </p:par>
                              <p:par>
                                <p:cTn id="999" presetID="1" presetClass="exit" presetSubtype="0" fill="hold" nodeType="withEffect">
                                  <p:stCondLst>
                                    <p:cond delay="0"/>
                                  </p:stCondLst>
                                  <p:childTnLst>
                                    <p:set>
                                      <p:cBhvr>
                                        <p:cTn id="1000" dur="1" fill="hold">
                                          <p:stCondLst>
                                            <p:cond delay="0"/>
                                          </p:stCondLst>
                                        </p:cTn>
                                        <p:tgtEl>
                                          <p:spTgt spid="326"/>
                                        </p:tgtEl>
                                        <p:attrNameLst>
                                          <p:attrName>style.visibility</p:attrName>
                                        </p:attrNameLst>
                                      </p:cBhvr>
                                      <p:to>
                                        <p:strVal val="hidden"/>
                                      </p:to>
                                    </p:set>
                                  </p:childTnLst>
                                </p:cTn>
                              </p:par>
                              <p:par>
                                <p:cTn id="1001" presetID="1" presetClass="exit" presetSubtype="0" fill="hold" nodeType="withEffect">
                                  <p:stCondLst>
                                    <p:cond delay="0"/>
                                  </p:stCondLst>
                                  <p:childTnLst>
                                    <p:set>
                                      <p:cBhvr>
                                        <p:cTn id="1002" dur="1" fill="hold">
                                          <p:stCondLst>
                                            <p:cond delay="0"/>
                                          </p:stCondLst>
                                        </p:cTn>
                                        <p:tgtEl>
                                          <p:spTgt spid="327"/>
                                        </p:tgtEl>
                                        <p:attrNameLst>
                                          <p:attrName>style.visibility</p:attrName>
                                        </p:attrNameLst>
                                      </p:cBhvr>
                                      <p:to>
                                        <p:strVal val="hidden"/>
                                      </p:to>
                                    </p:set>
                                  </p:childTnLst>
                                </p:cTn>
                              </p:par>
                              <p:par>
                                <p:cTn id="1003" presetID="1" presetClass="exit" presetSubtype="0" fill="hold" nodeType="withEffect">
                                  <p:stCondLst>
                                    <p:cond delay="0"/>
                                  </p:stCondLst>
                                  <p:childTnLst>
                                    <p:set>
                                      <p:cBhvr>
                                        <p:cTn id="1004" dur="1" fill="hold">
                                          <p:stCondLst>
                                            <p:cond delay="0"/>
                                          </p:stCondLst>
                                        </p:cTn>
                                        <p:tgtEl>
                                          <p:spTgt spid="328"/>
                                        </p:tgtEl>
                                        <p:attrNameLst>
                                          <p:attrName>style.visibility</p:attrName>
                                        </p:attrNameLst>
                                      </p:cBhvr>
                                      <p:to>
                                        <p:strVal val="hidden"/>
                                      </p:to>
                                    </p:set>
                                  </p:childTnLst>
                                </p:cTn>
                              </p:par>
                              <p:par>
                                <p:cTn id="1005" presetID="1" presetClass="exit" presetSubtype="0" fill="hold" nodeType="withEffect">
                                  <p:stCondLst>
                                    <p:cond delay="0"/>
                                  </p:stCondLst>
                                  <p:childTnLst>
                                    <p:set>
                                      <p:cBhvr>
                                        <p:cTn id="1006" dur="1" fill="hold">
                                          <p:stCondLst>
                                            <p:cond delay="0"/>
                                          </p:stCondLst>
                                        </p:cTn>
                                        <p:tgtEl>
                                          <p:spTgt spid="329"/>
                                        </p:tgtEl>
                                        <p:attrNameLst>
                                          <p:attrName>style.visibility</p:attrName>
                                        </p:attrNameLst>
                                      </p:cBhvr>
                                      <p:to>
                                        <p:strVal val="hidden"/>
                                      </p:to>
                                    </p:set>
                                  </p:childTnLst>
                                </p:cTn>
                              </p:par>
                              <p:par>
                                <p:cTn id="1007" presetID="1" presetClass="entr" presetSubtype="0" fill="hold" nodeType="withEffect">
                                  <p:stCondLst>
                                    <p:cond delay="0"/>
                                  </p:stCondLst>
                                  <p:childTnLst>
                                    <p:set>
                                      <p:cBhvr>
                                        <p:cTn id="1008" dur="1" fill="hold">
                                          <p:stCondLst>
                                            <p:cond delay="0"/>
                                          </p:stCondLst>
                                        </p:cTn>
                                        <p:tgtEl>
                                          <p:spTgt spid="330"/>
                                        </p:tgtEl>
                                        <p:attrNameLst>
                                          <p:attrName>style.visibility</p:attrName>
                                        </p:attrNameLst>
                                      </p:cBhvr>
                                      <p:to>
                                        <p:strVal val="visible"/>
                                      </p:to>
                                    </p:set>
                                  </p:childTnLst>
                                </p:cTn>
                              </p:par>
                              <p:par>
                                <p:cTn id="1009" presetID="1" presetClass="entr" presetSubtype="0" fill="hold" nodeType="withEffect">
                                  <p:stCondLst>
                                    <p:cond delay="0"/>
                                  </p:stCondLst>
                                  <p:childTnLst>
                                    <p:set>
                                      <p:cBhvr>
                                        <p:cTn id="1010" dur="1" fill="hold">
                                          <p:stCondLst>
                                            <p:cond delay="0"/>
                                          </p:stCondLst>
                                        </p:cTn>
                                        <p:tgtEl>
                                          <p:spTgt spid="331"/>
                                        </p:tgtEl>
                                        <p:attrNameLst>
                                          <p:attrName>style.visibility</p:attrName>
                                        </p:attrNameLst>
                                      </p:cBhvr>
                                      <p:to>
                                        <p:strVal val="visible"/>
                                      </p:to>
                                    </p:set>
                                  </p:childTnLst>
                                </p:cTn>
                              </p:par>
                              <p:par>
                                <p:cTn id="1011" presetID="1" presetClass="entr" presetSubtype="0" fill="hold" nodeType="withEffect">
                                  <p:stCondLst>
                                    <p:cond delay="0"/>
                                  </p:stCondLst>
                                  <p:childTnLst>
                                    <p:set>
                                      <p:cBhvr>
                                        <p:cTn id="1012" dur="1" fill="hold">
                                          <p:stCondLst>
                                            <p:cond delay="0"/>
                                          </p:stCondLst>
                                        </p:cTn>
                                        <p:tgtEl>
                                          <p:spTgt spid="332"/>
                                        </p:tgtEl>
                                        <p:attrNameLst>
                                          <p:attrName>style.visibility</p:attrName>
                                        </p:attrNameLst>
                                      </p:cBhvr>
                                      <p:to>
                                        <p:strVal val="visible"/>
                                      </p:to>
                                    </p:set>
                                  </p:childTnLst>
                                </p:cTn>
                              </p:par>
                              <p:par>
                                <p:cTn id="1013" presetID="1" presetClass="entr" presetSubtype="0" fill="hold" nodeType="withEffect">
                                  <p:stCondLst>
                                    <p:cond delay="0"/>
                                  </p:stCondLst>
                                  <p:childTnLst>
                                    <p:set>
                                      <p:cBhvr>
                                        <p:cTn id="1014" dur="1" fill="hold">
                                          <p:stCondLst>
                                            <p:cond delay="0"/>
                                          </p:stCondLst>
                                        </p:cTn>
                                        <p:tgtEl>
                                          <p:spTgt spid="333"/>
                                        </p:tgtEl>
                                        <p:attrNameLst>
                                          <p:attrName>style.visibility</p:attrName>
                                        </p:attrNameLst>
                                      </p:cBhvr>
                                      <p:to>
                                        <p:strVal val="visible"/>
                                      </p:to>
                                    </p:set>
                                  </p:childTnLst>
                                </p:cTn>
                              </p:par>
                              <p:par>
                                <p:cTn id="1015" presetID="1" presetClass="entr" presetSubtype="0" fill="hold" nodeType="withEffect">
                                  <p:stCondLst>
                                    <p:cond delay="0"/>
                                  </p:stCondLst>
                                  <p:childTnLst>
                                    <p:set>
                                      <p:cBhvr>
                                        <p:cTn id="1016" dur="1" fill="hold">
                                          <p:stCondLst>
                                            <p:cond delay="0"/>
                                          </p:stCondLst>
                                        </p:cTn>
                                        <p:tgtEl>
                                          <p:spTgt spid="334"/>
                                        </p:tgtEl>
                                        <p:attrNameLst>
                                          <p:attrName>style.visibility</p:attrName>
                                        </p:attrNameLst>
                                      </p:cBhvr>
                                      <p:to>
                                        <p:strVal val="visible"/>
                                      </p:to>
                                    </p:set>
                                  </p:childTnLst>
                                </p:cTn>
                              </p:par>
                              <p:par>
                                <p:cTn id="1017" presetID="1" presetClass="entr" presetSubtype="0" fill="hold" nodeType="withEffect">
                                  <p:stCondLst>
                                    <p:cond delay="0"/>
                                  </p:stCondLst>
                                  <p:childTnLst>
                                    <p:set>
                                      <p:cBhvr>
                                        <p:cTn id="1018" dur="1" fill="hold">
                                          <p:stCondLst>
                                            <p:cond delay="0"/>
                                          </p:stCondLst>
                                        </p:cTn>
                                        <p:tgtEl>
                                          <p:spTgt spid="335"/>
                                        </p:tgtEl>
                                        <p:attrNameLst>
                                          <p:attrName>style.visibility</p:attrName>
                                        </p:attrNameLst>
                                      </p:cBhvr>
                                      <p:to>
                                        <p:strVal val="visible"/>
                                      </p:to>
                                    </p:set>
                                  </p:childTnLst>
                                </p:cTn>
                              </p:par>
                              <p:par>
                                <p:cTn id="1019" presetID="1" presetClass="entr" presetSubtype="0" fill="hold" nodeType="withEffect">
                                  <p:stCondLst>
                                    <p:cond delay="0"/>
                                  </p:stCondLst>
                                  <p:childTnLst>
                                    <p:set>
                                      <p:cBhvr>
                                        <p:cTn id="1020" dur="1" fill="hold">
                                          <p:stCondLst>
                                            <p:cond delay="0"/>
                                          </p:stCondLst>
                                        </p:cTn>
                                        <p:tgtEl>
                                          <p:spTgt spid="336"/>
                                        </p:tgtEl>
                                        <p:attrNameLst>
                                          <p:attrName>style.visibility</p:attrName>
                                        </p:attrNameLst>
                                      </p:cBhvr>
                                      <p:to>
                                        <p:strVal val="visible"/>
                                      </p:to>
                                    </p:set>
                                  </p:childTnLst>
                                </p:cTn>
                              </p:par>
                              <p:par>
                                <p:cTn id="1021" presetID="1" presetClass="entr" presetSubtype="0" fill="hold" nodeType="withEffect">
                                  <p:stCondLst>
                                    <p:cond delay="0"/>
                                  </p:stCondLst>
                                  <p:childTnLst>
                                    <p:set>
                                      <p:cBhvr>
                                        <p:cTn id="1022" dur="1" fill="hold">
                                          <p:stCondLst>
                                            <p:cond delay="0"/>
                                          </p:stCondLst>
                                        </p:cTn>
                                        <p:tgtEl>
                                          <p:spTgt spid="337"/>
                                        </p:tgtEl>
                                        <p:attrNameLst>
                                          <p:attrName>style.visibility</p:attrName>
                                        </p:attrNameLst>
                                      </p:cBhvr>
                                      <p:to>
                                        <p:strVal val="visible"/>
                                      </p:to>
                                    </p:set>
                                  </p:childTnLst>
                                </p:cTn>
                              </p:par>
                              <p:par>
                                <p:cTn id="1023" presetID="1" presetClass="entr" presetSubtype="0" fill="hold" nodeType="withEffect">
                                  <p:stCondLst>
                                    <p:cond delay="0"/>
                                  </p:stCondLst>
                                  <p:childTnLst>
                                    <p:set>
                                      <p:cBhvr>
                                        <p:cTn id="1024" dur="1" fill="hold">
                                          <p:stCondLst>
                                            <p:cond delay="0"/>
                                          </p:stCondLst>
                                        </p:cTn>
                                        <p:tgtEl>
                                          <p:spTgt spid="338"/>
                                        </p:tgtEl>
                                        <p:attrNameLst>
                                          <p:attrName>style.visibility</p:attrName>
                                        </p:attrNameLst>
                                      </p:cBhvr>
                                      <p:to>
                                        <p:strVal val="visible"/>
                                      </p:to>
                                    </p:set>
                                  </p:childTnLst>
                                </p:cTn>
                              </p:par>
                              <p:par>
                                <p:cTn id="1025" presetID="1" presetClass="entr" presetSubtype="0" fill="hold" nodeType="withEffect">
                                  <p:stCondLst>
                                    <p:cond delay="0"/>
                                  </p:stCondLst>
                                  <p:childTnLst>
                                    <p:set>
                                      <p:cBhvr>
                                        <p:cTn id="1026" dur="1" fill="hold">
                                          <p:stCondLst>
                                            <p:cond delay="0"/>
                                          </p:stCondLst>
                                        </p:cTn>
                                        <p:tgtEl>
                                          <p:spTgt spid="339"/>
                                        </p:tgtEl>
                                        <p:attrNameLst>
                                          <p:attrName>style.visibility</p:attrName>
                                        </p:attrNameLst>
                                      </p:cBhvr>
                                      <p:to>
                                        <p:strVal val="visible"/>
                                      </p:to>
                                    </p:set>
                                  </p:childTnLst>
                                </p:cTn>
                              </p:par>
                              <p:par>
                                <p:cTn id="1027" presetID="1" presetClass="entr" presetSubtype="0" fill="hold" nodeType="withEffect">
                                  <p:stCondLst>
                                    <p:cond delay="0"/>
                                  </p:stCondLst>
                                  <p:childTnLst>
                                    <p:set>
                                      <p:cBhvr>
                                        <p:cTn id="1028" dur="1" fill="hold">
                                          <p:stCondLst>
                                            <p:cond delay="0"/>
                                          </p:stCondLst>
                                        </p:cTn>
                                        <p:tgtEl>
                                          <p:spTgt spid="340"/>
                                        </p:tgtEl>
                                        <p:attrNameLst>
                                          <p:attrName>style.visibility</p:attrName>
                                        </p:attrNameLst>
                                      </p:cBhvr>
                                      <p:to>
                                        <p:strVal val="visible"/>
                                      </p:to>
                                    </p:set>
                                  </p:childTnLst>
                                </p:cTn>
                              </p:par>
                              <p:par>
                                <p:cTn id="1029" presetID="1" presetClass="entr" presetSubtype="0" fill="hold" nodeType="withEffect">
                                  <p:stCondLst>
                                    <p:cond delay="0"/>
                                  </p:stCondLst>
                                  <p:childTnLst>
                                    <p:set>
                                      <p:cBhvr>
                                        <p:cTn id="1030" dur="1" fill="hold">
                                          <p:stCondLst>
                                            <p:cond delay="0"/>
                                          </p:stCondLst>
                                        </p:cTn>
                                        <p:tgtEl>
                                          <p:spTgt spid="341"/>
                                        </p:tgtEl>
                                        <p:attrNameLst>
                                          <p:attrName>style.visibility</p:attrName>
                                        </p:attrNameLst>
                                      </p:cBhvr>
                                      <p:to>
                                        <p:strVal val="visible"/>
                                      </p:to>
                                    </p:set>
                                  </p:childTnLst>
                                </p:cTn>
                              </p:par>
                              <p:par>
                                <p:cTn id="1031" presetID="1" presetClass="entr" presetSubtype="0" fill="hold" nodeType="withEffect">
                                  <p:stCondLst>
                                    <p:cond delay="0"/>
                                  </p:stCondLst>
                                  <p:childTnLst>
                                    <p:set>
                                      <p:cBhvr>
                                        <p:cTn id="1032" dur="1" fill="hold">
                                          <p:stCondLst>
                                            <p:cond delay="0"/>
                                          </p:stCondLst>
                                        </p:cTn>
                                        <p:tgtEl>
                                          <p:spTgt spid="342"/>
                                        </p:tgtEl>
                                        <p:attrNameLst>
                                          <p:attrName>style.visibility</p:attrName>
                                        </p:attrNameLst>
                                      </p:cBhvr>
                                      <p:to>
                                        <p:strVal val="visible"/>
                                      </p:to>
                                    </p:set>
                                  </p:childTnLst>
                                </p:cTn>
                              </p:par>
                              <p:par>
                                <p:cTn id="1033" presetID="1" presetClass="entr" presetSubtype="0" fill="hold" nodeType="withEffect">
                                  <p:stCondLst>
                                    <p:cond delay="0"/>
                                  </p:stCondLst>
                                  <p:childTnLst>
                                    <p:set>
                                      <p:cBhvr>
                                        <p:cTn id="1034" dur="1" fill="hold">
                                          <p:stCondLst>
                                            <p:cond delay="0"/>
                                          </p:stCondLst>
                                        </p:cTn>
                                        <p:tgtEl>
                                          <p:spTgt spid="343"/>
                                        </p:tgtEl>
                                        <p:attrNameLst>
                                          <p:attrName>style.visibility</p:attrName>
                                        </p:attrNameLst>
                                      </p:cBhvr>
                                      <p:to>
                                        <p:strVal val="visible"/>
                                      </p:to>
                                    </p:set>
                                  </p:childTnLst>
                                </p:cTn>
                              </p:par>
                              <p:par>
                                <p:cTn id="1035" presetID="1" presetClass="entr" presetSubtype="0" fill="hold" nodeType="withEffect">
                                  <p:stCondLst>
                                    <p:cond delay="0"/>
                                  </p:stCondLst>
                                  <p:childTnLst>
                                    <p:set>
                                      <p:cBhvr>
                                        <p:cTn id="1036" dur="1" fill="hold">
                                          <p:stCondLst>
                                            <p:cond delay="0"/>
                                          </p:stCondLst>
                                        </p:cTn>
                                        <p:tgtEl>
                                          <p:spTgt spid="344"/>
                                        </p:tgtEl>
                                        <p:attrNameLst>
                                          <p:attrName>style.visibility</p:attrName>
                                        </p:attrNameLst>
                                      </p:cBhvr>
                                      <p:to>
                                        <p:strVal val="visible"/>
                                      </p:to>
                                    </p:set>
                                  </p:childTnLst>
                                </p:cTn>
                              </p:par>
                              <p:par>
                                <p:cTn id="1037" presetID="1" presetClass="entr" presetSubtype="0" fill="hold" nodeType="withEffect">
                                  <p:stCondLst>
                                    <p:cond delay="0"/>
                                  </p:stCondLst>
                                  <p:childTnLst>
                                    <p:set>
                                      <p:cBhvr>
                                        <p:cTn id="1038" dur="1" fill="hold">
                                          <p:stCondLst>
                                            <p:cond delay="0"/>
                                          </p:stCondLst>
                                        </p:cTn>
                                        <p:tgtEl>
                                          <p:spTgt spid="345"/>
                                        </p:tgtEl>
                                        <p:attrNameLst>
                                          <p:attrName>style.visibility</p:attrName>
                                        </p:attrNameLst>
                                      </p:cBhvr>
                                      <p:to>
                                        <p:strVal val="visible"/>
                                      </p:to>
                                    </p:set>
                                  </p:childTnLst>
                                </p:cTn>
                              </p:par>
                              <p:par>
                                <p:cTn id="1039" presetID="1" presetClass="entr" presetSubtype="0" fill="hold" nodeType="withEffect">
                                  <p:stCondLst>
                                    <p:cond delay="0"/>
                                  </p:stCondLst>
                                  <p:childTnLst>
                                    <p:set>
                                      <p:cBhvr>
                                        <p:cTn id="1040" dur="1" fill="hold">
                                          <p:stCondLst>
                                            <p:cond delay="0"/>
                                          </p:stCondLst>
                                        </p:cTn>
                                        <p:tgtEl>
                                          <p:spTgt spid="346"/>
                                        </p:tgtEl>
                                        <p:attrNameLst>
                                          <p:attrName>style.visibility</p:attrName>
                                        </p:attrNameLst>
                                      </p:cBhvr>
                                      <p:to>
                                        <p:strVal val="visible"/>
                                      </p:to>
                                    </p:set>
                                  </p:childTnLst>
                                </p:cTn>
                              </p:par>
                              <p:par>
                                <p:cTn id="1041" presetID="1" presetClass="entr" presetSubtype="0" fill="hold" nodeType="withEffect">
                                  <p:stCondLst>
                                    <p:cond delay="0"/>
                                  </p:stCondLst>
                                  <p:childTnLst>
                                    <p:set>
                                      <p:cBhvr>
                                        <p:cTn id="1042" dur="1" fill="hold">
                                          <p:stCondLst>
                                            <p:cond delay="0"/>
                                          </p:stCondLst>
                                        </p:cTn>
                                        <p:tgtEl>
                                          <p:spTgt spid="347"/>
                                        </p:tgtEl>
                                        <p:attrNameLst>
                                          <p:attrName>style.visibility</p:attrName>
                                        </p:attrNameLst>
                                      </p:cBhvr>
                                      <p:to>
                                        <p:strVal val="visible"/>
                                      </p:to>
                                    </p:set>
                                  </p:childTnLst>
                                </p:cTn>
                              </p:par>
                              <p:par>
                                <p:cTn id="1043" presetID="1" presetClass="entr" presetSubtype="0" fill="hold" nodeType="withEffect">
                                  <p:stCondLst>
                                    <p:cond delay="0"/>
                                  </p:stCondLst>
                                  <p:childTnLst>
                                    <p:set>
                                      <p:cBhvr>
                                        <p:cTn id="1044" dur="1" fill="hold">
                                          <p:stCondLst>
                                            <p:cond delay="0"/>
                                          </p:stCondLst>
                                        </p:cTn>
                                        <p:tgtEl>
                                          <p:spTgt spid="348"/>
                                        </p:tgtEl>
                                        <p:attrNameLst>
                                          <p:attrName>style.visibility</p:attrName>
                                        </p:attrNameLst>
                                      </p:cBhvr>
                                      <p:to>
                                        <p:strVal val="visible"/>
                                      </p:to>
                                    </p:set>
                                  </p:childTnLst>
                                </p:cTn>
                              </p:par>
                              <p:par>
                                <p:cTn id="1045" presetID="1" presetClass="entr" presetSubtype="0" fill="hold" nodeType="withEffect">
                                  <p:stCondLst>
                                    <p:cond delay="0"/>
                                  </p:stCondLst>
                                  <p:childTnLst>
                                    <p:set>
                                      <p:cBhvr>
                                        <p:cTn id="1046" dur="1" fill="hold">
                                          <p:stCondLst>
                                            <p:cond delay="0"/>
                                          </p:stCondLst>
                                        </p:cTn>
                                        <p:tgtEl>
                                          <p:spTgt spid="349"/>
                                        </p:tgtEl>
                                        <p:attrNameLst>
                                          <p:attrName>style.visibility</p:attrName>
                                        </p:attrNameLst>
                                      </p:cBhvr>
                                      <p:to>
                                        <p:strVal val="visible"/>
                                      </p:to>
                                    </p:set>
                                  </p:childTnLst>
                                </p:cTn>
                              </p:par>
                              <p:par>
                                <p:cTn id="1047" presetID="1" presetClass="entr" presetSubtype="0" fill="hold" nodeType="withEffect">
                                  <p:stCondLst>
                                    <p:cond delay="0"/>
                                  </p:stCondLst>
                                  <p:childTnLst>
                                    <p:set>
                                      <p:cBhvr>
                                        <p:cTn id="1048" dur="1" fill="hold">
                                          <p:stCondLst>
                                            <p:cond delay="0"/>
                                          </p:stCondLst>
                                        </p:cTn>
                                        <p:tgtEl>
                                          <p:spTgt spid="350"/>
                                        </p:tgtEl>
                                        <p:attrNameLst>
                                          <p:attrName>style.visibility</p:attrName>
                                        </p:attrNameLst>
                                      </p:cBhvr>
                                      <p:to>
                                        <p:strVal val="visible"/>
                                      </p:to>
                                    </p:set>
                                  </p:childTnLst>
                                </p:cTn>
                              </p:par>
                              <p:par>
                                <p:cTn id="1049" presetID="1" presetClass="entr" presetSubtype="0" fill="hold" nodeType="withEffect">
                                  <p:stCondLst>
                                    <p:cond delay="0"/>
                                  </p:stCondLst>
                                  <p:childTnLst>
                                    <p:set>
                                      <p:cBhvr>
                                        <p:cTn id="1050" dur="1" fill="hold">
                                          <p:stCondLst>
                                            <p:cond delay="0"/>
                                          </p:stCondLst>
                                        </p:cTn>
                                        <p:tgtEl>
                                          <p:spTgt spid="351"/>
                                        </p:tgtEl>
                                        <p:attrNameLst>
                                          <p:attrName>style.visibility</p:attrName>
                                        </p:attrNameLst>
                                      </p:cBhvr>
                                      <p:to>
                                        <p:strVal val="visible"/>
                                      </p:to>
                                    </p:set>
                                  </p:childTnLst>
                                </p:cTn>
                              </p:par>
                              <p:par>
                                <p:cTn id="1051" presetID="1" presetClass="entr" presetSubtype="0" fill="hold" nodeType="withEffect">
                                  <p:stCondLst>
                                    <p:cond delay="0"/>
                                  </p:stCondLst>
                                  <p:childTnLst>
                                    <p:set>
                                      <p:cBhvr>
                                        <p:cTn id="1052" dur="1" fill="hold">
                                          <p:stCondLst>
                                            <p:cond delay="0"/>
                                          </p:stCondLst>
                                        </p:cTn>
                                        <p:tgtEl>
                                          <p:spTgt spid="352"/>
                                        </p:tgtEl>
                                        <p:attrNameLst>
                                          <p:attrName>style.visibility</p:attrName>
                                        </p:attrNameLst>
                                      </p:cBhvr>
                                      <p:to>
                                        <p:strVal val="visible"/>
                                      </p:to>
                                    </p:set>
                                  </p:childTnLst>
                                </p:cTn>
                              </p:par>
                              <p:par>
                                <p:cTn id="1053" presetID="1" presetClass="entr" presetSubtype="0" fill="hold" nodeType="withEffect">
                                  <p:stCondLst>
                                    <p:cond delay="0"/>
                                  </p:stCondLst>
                                  <p:childTnLst>
                                    <p:set>
                                      <p:cBhvr>
                                        <p:cTn id="1054" dur="1" fill="hold">
                                          <p:stCondLst>
                                            <p:cond delay="0"/>
                                          </p:stCondLst>
                                        </p:cTn>
                                        <p:tgtEl>
                                          <p:spTgt spid="353"/>
                                        </p:tgtEl>
                                        <p:attrNameLst>
                                          <p:attrName>style.visibility</p:attrName>
                                        </p:attrNameLst>
                                      </p:cBhvr>
                                      <p:to>
                                        <p:strVal val="visible"/>
                                      </p:to>
                                    </p:set>
                                  </p:childTnLst>
                                </p:cTn>
                              </p:par>
                              <p:par>
                                <p:cTn id="1055" presetID="1" presetClass="entr" presetSubtype="0" fill="hold" nodeType="withEffect">
                                  <p:stCondLst>
                                    <p:cond delay="0"/>
                                  </p:stCondLst>
                                  <p:childTnLst>
                                    <p:set>
                                      <p:cBhvr>
                                        <p:cTn id="1056" dur="1" fill="hold">
                                          <p:stCondLst>
                                            <p:cond delay="0"/>
                                          </p:stCondLst>
                                        </p:cTn>
                                        <p:tgtEl>
                                          <p:spTgt spid="354"/>
                                        </p:tgtEl>
                                        <p:attrNameLst>
                                          <p:attrName>style.visibility</p:attrName>
                                        </p:attrNameLst>
                                      </p:cBhvr>
                                      <p:to>
                                        <p:strVal val="visible"/>
                                      </p:to>
                                    </p:set>
                                  </p:childTnLst>
                                </p:cTn>
                              </p:par>
                              <p:par>
                                <p:cTn id="1057" presetID="1" presetClass="entr" presetSubtype="0" fill="hold" nodeType="withEffect">
                                  <p:stCondLst>
                                    <p:cond delay="0"/>
                                  </p:stCondLst>
                                  <p:childTnLst>
                                    <p:set>
                                      <p:cBhvr>
                                        <p:cTn id="1058" dur="1" fill="hold">
                                          <p:stCondLst>
                                            <p:cond delay="0"/>
                                          </p:stCondLst>
                                        </p:cTn>
                                        <p:tgtEl>
                                          <p:spTgt spid="355"/>
                                        </p:tgtEl>
                                        <p:attrNameLst>
                                          <p:attrName>style.visibility</p:attrName>
                                        </p:attrNameLst>
                                      </p:cBhvr>
                                      <p:to>
                                        <p:strVal val="visible"/>
                                      </p:to>
                                    </p:set>
                                  </p:childTnLst>
                                </p:cTn>
                              </p:par>
                              <p:par>
                                <p:cTn id="1059" presetID="1" presetClass="entr" presetSubtype="0" fill="hold" nodeType="withEffect">
                                  <p:stCondLst>
                                    <p:cond delay="0"/>
                                  </p:stCondLst>
                                  <p:childTnLst>
                                    <p:set>
                                      <p:cBhvr>
                                        <p:cTn id="1060" dur="1" fill="hold">
                                          <p:stCondLst>
                                            <p:cond delay="0"/>
                                          </p:stCondLst>
                                        </p:cTn>
                                        <p:tgtEl>
                                          <p:spTgt spid="356"/>
                                        </p:tgtEl>
                                        <p:attrNameLst>
                                          <p:attrName>style.visibility</p:attrName>
                                        </p:attrNameLst>
                                      </p:cBhvr>
                                      <p:to>
                                        <p:strVal val="visible"/>
                                      </p:to>
                                    </p:set>
                                  </p:childTnLst>
                                </p:cTn>
                              </p:par>
                              <p:par>
                                <p:cTn id="1061" presetID="1" presetClass="entr" presetSubtype="0" fill="hold" nodeType="withEffect">
                                  <p:stCondLst>
                                    <p:cond delay="0"/>
                                  </p:stCondLst>
                                  <p:childTnLst>
                                    <p:set>
                                      <p:cBhvr>
                                        <p:cTn id="1062" dur="1" fill="hold">
                                          <p:stCondLst>
                                            <p:cond delay="0"/>
                                          </p:stCondLst>
                                        </p:cTn>
                                        <p:tgtEl>
                                          <p:spTgt spid="357"/>
                                        </p:tgtEl>
                                        <p:attrNameLst>
                                          <p:attrName>style.visibility</p:attrName>
                                        </p:attrNameLst>
                                      </p:cBhvr>
                                      <p:to>
                                        <p:strVal val="visible"/>
                                      </p:to>
                                    </p:set>
                                  </p:childTnLst>
                                </p:cTn>
                              </p:par>
                              <p:par>
                                <p:cTn id="1063" presetID="1" presetClass="entr" presetSubtype="0" fill="hold" nodeType="withEffect">
                                  <p:stCondLst>
                                    <p:cond delay="0"/>
                                  </p:stCondLst>
                                  <p:childTnLst>
                                    <p:set>
                                      <p:cBhvr>
                                        <p:cTn id="1064" dur="1" fill="hold">
                                          <p:stCondLst>
                                            <p:cond delay="0"/>
                                          </p:stCondLst>
                                        </p:cTn>
                                        <p:tgtEl>
                                          <p:spTgt spid="3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itle">
            <a:extLst>
              <a:ext uri="{FF2B5EF4-FFF2-40B4-BE49-F238E27FC236}">
                <a16:creationId xmlns:a16="http://schemas.microsoft.com/office/drawing/2014/main" id="{BE4D79A1-7362-464D-BF63-82999AA351E1}"/>
              </a:ext>
            </a:extLst>
          </p:cNvPr>
          <p:cNvSpPr>
            <a:spLocks noGrp="1"/>
          </p:cNvSpPr>
          <p:nvPr/>
        </p:nvSpPr>
        <p:spPr>
          <a:xfrm>
            <a:off x="357188" y="357187"/>
            <a:ext cx="11477625" cy="555625"/>
          </a:xfrm>
          <a:prstGeom prst="rect">
            <a:avLst/>
          </a:prstGeom>
          <a:noFill/>
          <a:ln w="0">
            <a:noFill/>
            <a:prstDash val="solid"/>
          </a:ln>
        </p:spPr>
        <p:txBody>
          <a:bodyPr wrap="none" lIns="0" tIns="0" rIns="0" bIns="0" anchor="ctr"/>
          <a:lstStyle>
            <a:defPPr algn="ctr">
              <a:defRPr sz="3600" b="1">
                <a:solidFill>
                  <a:srgbClr val="25364A"/>
                </a:solidFill>
                <a:latin typeface="Nimbus Sans"/>
                <a:ea typeface="Nimbus Sans"/>
                <a:cs typeface="Nimbus Sans"/>
              </a:defRPr>
            </a:defPPr>
            <a:lvl1pPr algn="ctr">
              <a:defRPr sz="3600" b="1">
                <a:solidFill>
                  <a:srgbClr val="25364A"/>
                </a:solidFill>
                <a:latin typeface="Nimbus Sans"/>
                <a:ea typeface="Nimbus Sans"/>
                <a:cs typeface="Nimbus Sans"/>
              </a:defRPr>
            </a:lvl1pPr>
            <a:lvl2pPr algn="ctr">
              <a:defRPr sz="3600" b="1">
                <a:solidFill>
                  <a:srgbClr val="25364A"/>
                </a:solidFill>
                <a:latin typeface="Nimbus Sans"/>
                <a:ea typeface="Nimbus Sans"/>
                <a:cs typeface="Nimbus Sans"/>
              </a:defRPr>
            </a:lvl2pPr>
            <a:lvl3pPr algn="ctr">
              <a:defRPr sz="3600" b="1">
                <a:solidFill>
                  <a:srgbClr val="25364A"/>
                </a:solidFill>
                <a:latin typeface="Nimbus Sans"/>
                <a:ea typeface="Nimbus Sans"/>
                <a:cs typeface="Nimbus Sans"/>
              </a:defRPr>
            </a:lvl3pPr>
            <a:lvl4pPr algn="ctr">
              <a:defRPr sz="3600" b="1">
                <a:solidFill>
                  <a:srgbClr val="25364A"/>
                </a:solidFill>
                <a:latin typeface="Nimbus Sans"/>
                <a:ea typeface="Nimbus Sans"/>
                <a:cs typeface="Nimbus Sans"/>
              </a:defRPr>
            </a:lvl4pPr>
            <a:lvl5pPr algn="ctr">
              <a:defRPr sz="3600" b="1">
                <a:solidFill>
                  <a:srgbClr val="25364A"/>
                </a:solidFill>
                <a:latin typeface="Nimbus Sans"/>
                <a:ea typeface="Nimbus Sans"/>
                <a:cs typeface="Nimbus Sans"/>
              </a:defRPr>
            </a:lvl5pPr>
            <a:lvl6pPr algn="ctr">
              <a:defRPr sz="3600" b="1">
                <a:solidFill>
                  <a:srgbClr val="25364A"/>
                </a:solidFill>
                <a:latin typeface="Nimbus Sans"/>
                <a:ea typeface="Nimbus Sans"/>
                <a:cs typeface="Nimbus Sans"/>
              </a:defRPr>
            </a:lvl6pPr>
            <a:lvl7pPr algn="ctr">
              <a:defRPr sz="3600" b="1">
                <a:solidFill>
                  <a:srgbClr val="25364A"/>
                </a:solidFill>
                <a:latin typeface="Nimbus Sans"/>
                <a:ea typeface="Nimbus Sans"/>
                <a:cs typeface="Nimbus Sans"/>
              </a:defRPr>
            </a:lvl7pPr>
            <a:lvl8pPr algn="ctr">
              <a:defRPr sz="3600" b="1">
                <a:solidFill>
                  <a:srgbClr val="25364A"/>
                </a:solidFill>
                <a:latin typeface="Nimbus Sans"/>
                <a:ea typeface="Nimbus Sans"/>
                <a:cs typeface="Nimbus Sans"/>
              </a:defRPr>
            </a:lvl8pPr>
            <a:lvl9pPr algn="ctr">
              <a:defRPr sz="3600" b="1">
                <a:solidFill>
                  <a:srgbClr val="25364A"/>
                </a:solidFill>
                <a:latin typeface="Nimbus Sans"/>
                <a:ea typeface="Nimbus Sans"/>
                <a:cs typeface="Nimbus Sans"/>
              </a:defRPr>
            </a:lvl9pPr>
          </a:lstStyle>
          <a:p>
            <a:pPr algn="ctr">
              <a:defRPr sz="3600" b="1">
                <a:solidFill>
                  <a:srgbClr val="25364A"/>
                </a:solidFill>
                <a:latin typeface="Nimbus Sans"/>
                <a:ea typeface="Nimbus Sans"/>
                <a:cs typeface="Nimbus Sans"/>
              </a:defRPr>
            </a:pPr>
            <a:r>
              <a:rPr sz="3000"/>
              <a:t>The same PyTorch program, with sigmoid</a:t>
            </a:r>
          </a:p>
        </p:txBody>
      </p:sp>
      <p:sp>
        <p:nvSpPr>
          <p:cNvPr id="2" name="network-caption">
            <a:extLst>
              <a:ext uri="{FF2B5EF4-FFF2-40B4-BE49-F238E27FC236}">
                <a16:creationId xmlns:a16="http://schemas.microsoft.com/office/drawing/2014/main" id="{DA6E7ACC-A2E6-448F-A25E-75FC69FA086B}"/>
              </a:ext>
            </a:extLst>
          </p:cNvPr>
          <p:cNvSpPr>
            <a:spLocks noGrp="1"/>
          </p:cNvSpPr>
          <p:nvPr/>
        </p:nvSpPr>
        <p:spPr>
          <a:xfrm>
            <a:off x="238125" y="1349375"/>
            <a:ext cx="5238750" cy="357188"/>
          </a:xfrm>
          <a:prstGeom prst="rect">
            <a:avLst/>
          </a:prstGeom>
          <a:noFill/>
          <a:ln w="0">
            <a:noFill/>
            <a:prstDash val="solid"/>
          </a:ln>
        </p:spPr>
        <p:txBody>
          <a:bodyPr wrap="none" lIns="0" tIns="0" rIns="0" bIns="0" anchor="ctr"/>
          <a:lstStyle>
            <a:defPPr algn="ctr">
              <a:defRPr sz="2400" b="1">
                <a:solidFill>
                  <a:srgbClr val="594576"/>
                </a:solidFill>
                <a:latin typeface="Nimbus Sans"/>
                <a:ea typeface="Nimbus Sans"/>
                <a:cs typeface="Nimbus Sans"/>
              </a:defRPr>
            </a:defPPr>
            <a:lvl1pPr algn="ctr">
              <a:defRPr sz="2400" b="1">
                <a:solidFill>
                  <a:srgbClr val="594576"/>
                </a:solidFill>
                <a:latin typeface="Nimbus Sans"/>
                <a:ea typeface="Nimbus Sans"/>
                <a:cs typeface="Nimbus Sans"/>
              </a:defRPr>
            </a:lvl1pPr>
            <a:lvl2pPr algn="ctr">
              <a:defRPr sz="2400" b="1">
                <a:solidFill>
                  <a:srgbClr val="594576"/>
                </a:solidFill>
                <a:latin typeface="Nimbus Sans"/>
                <a:ea typeface="Nimbus Sans"/>
                <a:cs typeface="Nimbus Sans"/>
              </a:defRPr>
            </a:lvl2pPr>
            <a:lvl3pPr algn="ctr">
              <a:defRPr sz="2400" b="1">
                <a:solidFill>
                  <a:srgbClr val="594576"/>
                </a:solidFill>
                <a:latin typeface="Nimbus Sans"/>
                <a:ea typeface="Nimbus Sans"/>
                <a:cs typeface="Nimbus Sans"/>
              </a:defRPr>
            </a:lvl3pPr>
            <a:lvl4pPr algn="ctr">
              <a:defRPr sz="2400" b="1">
                <a:solidFill>
                  <a:srgbClr val="594576"/>
                </a:solidFill>
                <a:latin typeface="Nimbus Sans"/>
                <a:ea typeface="Nimbus Sans"/>
                <a:cs typeface="Nimbus Sans"/>
              </a:defRPr>
            </a:lvl4pPr>
            <a:lvl5pPr algn="ctr">
              <a:defRPr sz="2400" b="1">
                <a:solidFill>
                  <a:srgbClr val="594576"/>
                </a:solidFill>
                <a:latin typeface="Nimbus Sans"/>
                <a:ea typeface="Nimbus Sans"/>
                <a:cs typeface="Nimbus Sans"/>
              </a:defRPr>
            </a:lvl5pPr>
            <a:lvl6pPr algn="ctr">
              <a:defRPr sz="2400" b="1">
                <a:solidFill>
                  <a:srgbClr val="594576"/>
                </a:solidFill>
                <a:latin typeface="Nimbus Sans"/>
                <a:ea typeface="Nimbus Sans"/>
                <a:cs typeface="Nimbus Sans"/>
              </a:defRPr>
            </a:lvl6pPr>
            <a:lvl7pPr algn="ctr">
              <a:defRPr sz="2400" b="1">
                <a:solidFill>
                  <a:srgbClr val="594576"/>
                </a:solidFill>
                <a:latin typeface="Nimbus Sans"/>
                <a:ea typeface="Nimbus Sans"/>
                <a:cs typeface="Nimbus Sans"/>
              </a:defRPr>
            </a:lvl7pPr>
            <a:lvl8pPr algn="ctr">
              <a:defRPr sz="2400" b="1">
                <a:solidFill>
                  <a:srgbClr val="594576"/>
                </a:solidFill>
                <a:latin typeface="Nimbus Sans"/>
                <a:ea typeface="Nimbus Sans"/>
                <a:cs typeface="Nimbus Sans"/>
              </a:defRPr>
            </a:lvl8pPr>
            <a:lvl9pPr algn="ctr">
              <a:defRPr sz="2400" b="1">
                <a:solidFill>
                  <a:srgbClr val="594576"/>
                </a:solidFill>
                <a:latin typeface="Nimbus Sans"/>
                <a:ea typeface="Nimbus Sans"/>
                <a:cs typeface="Nimbus Sans"/>
              </a:defRPr>
            </a:lvl9pPr>
          </a:lstStyle>
          <a:p>
            <a:pPr algn="ctr">
              <a:defRPr sz="2400" b="1">
                <a:solidFill>
                  <a:srgbClr val="594576"/>
                </a:solidFill>
                <a:latin typeface="Nimbus Sans"/>
                <a:ea typeface="Nimbus Sans"/>
                <a:cs typeface="Nimbus Sans"/>
              </a:defRPr>
            </a:pPr>
            <a:r>
              <a:rPr sz="2000"/>
              <a:t>Sigmoid hidden activations</a:t>
            </a:r>
          </a:p>
        </p:txBody>
      </p:sp>
      <p:sp>
        <p:nvSpPr>
          <p:cNvPr id="3" name="link-0-0-0">
            <a:extLst>
              <a:ext uri="{FF2B5EF4-FFF2-40B4-BE49-F238E27FC236}">
                <a16:creationId xmlns:a16="http://schemas.microsoft.com/office/drawing/2014/main" id="{4F4AD6A9-3084-4899-A65A-5FEB0872484F}"/>
              </a:ext>
            </a:extLst>
          </p:cNvPr>
          <p:cNvSpPr>
            <a:spLocks noGrp="1"/>
          </p:cNvSpPr>
          <p:nvPr/>
        </p:nvSpPr>
        <p:spPr>
          <a:xfrm flipV="1">
            <a:off x="950226" y="2864437"/>
            <a:ext cx="599861" cy="263938"/>
          </a:xfrm>
          <a:prstGeom prst="line">
            <a:avLst/>
          </a:prstGeom>
          <a:noFill/>
          <a:ln w="10478">
            <a:solidFill>
              <a:srgbClr val="A8B4C2"/>
            </a:solidFill>
            <a:prstDash val="solid"/>
          </a:ln>
        </p:spPr>
        <p:txBody>
          <a:bodyPr/>
          <a:lstStyle/>
          <a:p>
            <a:endParaRPr lang="en-US" sz="1500"/>
          </a:p>
        </p:txBody>
      </p:sp>
      <p:sp>
        <p:nvSpPr>
          <p:cNvPr id="4" name="link-0-0-1">
            <a:extLst>
              <a:ext uri="{FF2B5EF4-FFF2-40B4-BE49-F238E27FC236}">
                <a16:creationId xmlns:a16="http://schemas.microsoft.com/office/drawing/2014/main" id="{7DA7E4A7-ED49-402E-92D3-1AD834E6FDE9}"/>
              </a:ext>
            </a:extLst>
          </p:cNvPr>
          <p:cNvSpPr>
            <a:spLocks noGrp="1"/>
          </p:cNvSpPr>
          <p:nvPr/>
        </p:nvSpPr>
        <p:spPr>
          <a:xfrm>
            <a:off x="950226" y="3300999"/>
            <a:ext cx="599861" cy="263938"/>
          </a:xfrm>
          <a:prstGeom prst="line">
            <a:avLst/>
          </a:prstGeom>
          <a:noFill/>
          <a:ln w="10478">
            <a:solidFill>
              <a:srgbClr val="A8B4C2"/>
            </a:solidFill>
            <a:prstDash val="solid"/>
          </a:ln>
        </p:spPr>
        <p:txBody>
          <a:bodyPr/>
          <a:lstStyle/>
          <a:p>
            <a:endParaRPr lang="en-US" sz="1500"/>
          </a:p>
        </p:txBody>
      </p:sp>
      <p:sp>
        <p:nvSpPr>
          <p:cNvPr id="5" name="link-0-0-2">
            <a:extLst>
              <a:ext uri="{FF2B5EF4-FFF2-40B4-BE49-F238E27FC236}">
                <a16:creationId xmlns:a16="http://schemas.microsoft.com/office/drawing/2014/main" id="{0A9A739B-7187-4178-933A-17D4F6258C86}"/>
              </a:ext>
            </a:extLst>
          </p:cNvPr>
          <p:cNvSpPr>
            <a:spLocks noGrp="1"/>
          </p:cNvSpPr>
          <p:nvPr/>
        </p:nvSpPr>
        <p:spPr>
          <a:xfrm>
            <a:off x="883477" y="3385515"/>
            <a:ext cx="733359" cy="968034"/>
          </a:xfrm>
          <a:prstGeom prst="line">
            <a:avLst/>
          </a:prstGeom>
          <a:noFill/>
          <a:ln w="10478">
            <a:solidFill>
              <a:srgbClr val="A8B4C2"/>
            </a:solidFill>
            <a:prstDash val="solid"/>
          </a:ln>
        </p:spPr>
        <p:txBody>
          <a:bodyPr/>
          <a:lstStyle/>
          <a:p>
            <a:endParaRPr lang="en-US" sz="1500"/>
          </a:p>
        </p:txBody>
      </p:sp>
      <p:sp>
        <p:nvSpPr>
          <p:cNvPr id="6" name="link-0-1-0">
            <a:extLst>
              <a:ext uri="{FF2B5EF4-FFF2-40B4-BE49-F238E27FC236}">
                <a16:creationId xmlns:a16="http://schemas.microsoft.com/office/drawing/2014/main" id="{A9F29AC2-1667-4D79-AA52-FA39A1F33FC5}"/>
              </a:ext>
            </a:extLst>
          </p:cNvPr>
          <p:cNvSpPr>
            <a:spLocks noGrp="1"/>
          </p:cNvSpPr>
          <p:nvPr/>
        </p:nvSpPr>
        <p:spPr>
          <a:xfrm flipV="1">
            <a:off x="883477" y="2948952"/>
            <a:ext cx="733359" cy="968034"/>
          </a:xfrm>
          <a:prstGeom prst="line">
            <a:avLst/>
          </a:prstGeom>
          <a:noFill/>
          <a:ln w="10478">
            <a:solidFill>
              <a:srgbClr val="A8B4C2"/>
            </a:solidFill>
            <a:prstDash val="solid"/>
          </a:ln>
        </p:spPr>
        <p:txBody>
          <a:bodyPr/>
          <a:lstStyle/>
          <a:p>
            <a:endParaRPr lang="en-US" sz="1500"/>
          </a:p>
        </p:txBody>
      </p:sp>
      <p:sp>
        <p:nvSpPr>
          <p:cNvPr id="7" name="link-0-1-1">
            <a:extLst>
              <a:ext uri="{FF2B5EF4-FFF2-40B4-BE49-F238E27FC236}">
                <a16:creationId xmlns:a16="http://schemas.microsoft.com/office/drawing/2014/main" id="{5443CBCB-2C08-4D3F-A12B-4254826ECC9E}"/>
              </a:ext>
            </a:extLst>
          </p:cNvPr>
          <p:cNvSpPr>
            <a:spLocks noGrp="1"/>
          </p:cNvSpPr>
          <p:nvPr/>
        </p:nvSpPr>
        <p:spPr>
          <a:xfrm flipV="1">
            <a:off x="950226" y="3737562"/>
            <a:ext cx="599861" cy="263938"/>
          </a:xfrm>
          <a:prstGeom prst="line">
            <a:avLst/>
          </a:prstGeom>
          <a:noFill/>
          <a:ln w="10478">
            <a:solidFill>
              <a:srgbClr val="A8B4C2"/>
            </a:solidFill>
            <a:prstDash val="solid"/>
          </a:ln>
        </p:spPr>
        <p:txBody>
          <a:bodyPr/>
          <a:lstStyle/>
          <a:p>
            <a:endParaRPr lang="en-US" sz="1500"/>
          </a:p>
        </p:txBody>
      </p:sp>
      <p:sp>
        <p:nvSpPr>
          <p:cNvPr id="8" name="link-0-1-2">
            <a:extLst>
              <a:ext uri="{FF2B5EF4-FFF2-40B4-BE49-F238E27FC236}">
                <a16:creationId xmlns:a16="http://schemas.microsoft.com/office/drawing/2014/main" id="{5EAE4099-2821-4E52-88AF-80D88466C10B}"/>
              </a:ext>
            </a:extLst>
          </p:cNvPr>
          <p:cNvSpPr>
            <a:spLocks noGrp="1"/>
          </p:cNvSpPr>
          <p:nvPr/>
        </p:nvSpPr>
        <p:spPr>
          <a:xfrm>
            <a:off x="950226" y="4174124"/>
            <a:ext cx="599861" cy="263938"/>
          </a:xfrm>
          <a:prstGeom prst="line">
            <a:avLst/>
          </a:prstGeom>
          <a:noFill/>
          <a:ln w="10478">
            <a:solidFill>
              <a:srgbClr val="A8B4C2"/>
            </a:solidFill>
            <a:prstDash val="solid"/>
          </a:ln>
        </p:spPr>
        <p:txBody>
          <a:bodyPr/>
          <a:lstStyle/>
          <a:p>
            <a:endParaRPr lang="en-US" sz="1500"/>
          </a:p>
        </p:txBody>
      </p:sp>
      <p:sp>
        <p:nvSpPr>
          <p:cNvPr id="9" name="link-1-0-0">
            <a:extLst>
              <a:ext uri="{FF2B5EF4-FFF2-40B4-BE49-F238E27FC236}">
                <a16:creationId xmlns:a16="http://schemas.microsoft.com/office/drawing/2014/main" id="{2D3B2171-3286-441D-82ED-F59EF97BC8C2}"/>
              </a:ext>
            </a:extLst>
          </p:cNvPr>
          <p:cNvSpPr>
            <a:spLocks noGrp="1"/>
          </p:cNvSpPr>
          <p:nvPr/>
        </p:nvSpPr>
        <p:spPr>
          <a:xfrm>
            <a:off x="1942414" y="2864437"/>
            <a:ext cx="599861" cy="263938"/>
          </a:xfrm>
          <a:prstGeom prst="line">
            <a:avLst/>
          </a:prstGeom>
          <a:noFill/>
          <a:ln w="10478">
            <a:solidFill>
              <a:srgbClr val="A8B4C2"/>
            </a:solidFill>
            <a:prstDash val="solid"/>
          </a:ln>
        </p:spPr>
        <p:txBody>
          <a:bodyPr/>
          <a:lstStyle/>
          <a:p>
            <a:endParaRPr lang="en-US" sz="1500"/>
          </a:p>
        </p:txBody>
      </p:sp>
      <p:sp>
        <p:nvSpPr>
          <p:cNvPr id="10" name="link-1-0-1">
            <a:extLst>
              <a:ext uri="{FF2B5EF4-FFF2-40B4-BE49-F238E27FC236}">
                <a16:creationId xmlns:a16="http://schemas.microsoft.com/office/drawing/2014/main" id="{938ADD16-0E88-49EA-A164-D7FF8A146E10}"/>
              </a:ext>
            </a:extLst>
          </p:cNvPr>
          <p:cNvSpPr>
            <a:spLocks noGrp="1"/>
          </p:cNvSpPr>
          <p:nvPr/>
        </p:nvSpPr>
        <p:spPr>
          <a:xfrm>
            <a:off x="1875665" y="2948952"/>
            <a:ext cx="733359" cy="968034"/>
          </a:xfrm>
          <a:prstGeom prst="line">
            <a:avLst/>
          </a:prstGeom>
          <a:noFill/>
          <a:ln w="10478">
            <a:solidFill>
              <a:srgbClr val="A8B4C2"/>
            </a:solidFill>
            <a:prstDash val="solid"/>
          </a:ln>
        </p:spPr>
        <p:txBody>
          <a:bodyPr/>
          <a:lstStyle/>
          <a:p>
            <a:endParaRPr lang="en-US" sz="1500"/>
          </a:p>
        </p:txBody>
      </p:sp>
      <p:sp>
        <p:nvSpPr>
          <p:cNvPr id="11" name="link-1-1-0">
            <a:extLst>
              <a:ext uri="{FF2B5EF4-FFF2-40B4-BE49-F238E27FC236}">
                <a16:creationId xmlns:a16="http://schemas.microsoft.com/office/drawing/2014/main" id="{9025723D-AA44-413B-8955-D9F004638B09}"/>
              </a:ext>
            </a:extLst>
          </p:cNvPr>
          <p:cNvSpPr>
            <a:spLocks noGrp="1"/>
          </p:cNvSpPr>
          <p:nvPr/>
        </p:nvSpPr>
        <p:spPr>
          <a:xfrm flipV="1">
            <a:off x="1942414" y="3300999"/>
            <a:ext cx="599861" cy="263938"/>
          </a:xfrm>
          <a:prstGeom prst="line">
            <a:avLst/>
          </a:prstGeom>
          <a:noFill/>
          <a:ln w="10478">
            <a:solidFill>
              <a:srgbClr val="A8B4C2"/>
            </a:solidFill>
            <a:prstDash val="solid"/>
          </a:ln>
        </p:spPr>
        <p:txBody>
          <a:bodyPr/>
          <a:lstStyle/>
          <a:p>
            <a:endParaRPr lang="en-US" sz="1500"/>
          </a:p>
        </p:txBody>
      </p:sp>
      <p:sp>
        <p:nvSpPr>
          <p:cNvPr id="12" name="link-1-1-1">
            <a:extLst>
              <a:ext uri="{FF2B5EF4-FFF2-40B4-BE49-F238E27FC236}">
                <a16:creationId xmlns:a16="http://schemas.microsoft.com/office/drawing/2014/main" id="{94E9C765-19EF-44EC-A1A2-9FBB373B8AE2}"/>
              </a:ext>
            </a:extLst>
          </p:cNvPr>
          <p:cNvSpPr>
            <a:spLocks noGrp="1"/>
          </p:cNvSpPr>
          <p:nvPr/>
        </p:nvSpPr>
        <p:spPr>
          <a:xfrm>
            <a:off x="1942414" y="3737562"/>
            <a:ext cx="599861" cy="263938"/>
          </a:xfrm>
          <a:prstGeom prst="line">
            <a:avLst/>
          </a:prstGeom>
          <a:noFill/>
          <a:ln w="10478">
            <a:solidFill>
              <a:srgbClr val="A8B4C2"/>
            </a:solidFill>
            <a:prstDash val="solid"/>
          </a:ln>
        </p:spPr>
        <p:txBody>
          <a:bodyPr/>
          <a:lstStyle/>
          <a:p>
            <a:endParaRPr lang="en-US" sz="1500"/>
          </a:p>
        </p:txBody>
      </p:sp>
      <p:sp>
        <p:nvSpPr>
          <p:cNvPr id="13" name="link-1-2-0">
            <a:extLst>
              <a:ext uri="{FF2B5EF4-FFF2-40B4-BE49-F238E27FC236}">
                <a16:creationId xmlns:a16="http://schemas.microsoft.com/office/drawing/2014/main" id="{52282034-4418-40F9-9261-7B02044EB2E1}"/>
              </a:ext>
            </a:extLst>
          </p:cNvPr>
          <p:cNvSpPr>
            <a:spLocks noGrp="1"/>
          </p:cNvSpPr>
          <p:nvPr/>
        </p:nvSpPr>
        <p:spPr>
          <a:xfrm flipV="1">
            <a:off x="1875665" y="3385515"/>
            <a:ext cx="733359" cy="968034"/>
          </a:xfrm>
          <a:prstGeom prst="line">
            <a:avLst/>
          </a:prstGeom>
          <a:noFill/>
          <a:ln w="10478">
            <a:solidFill>
              <a:srgbClr val="A8B4C2"/>
            </a:solidFill>
            <a:prstDash val="solid"/>
          </a:ln>
        </p:spPr>
        <p:txBody>
          <a:bodyPr/>
          <a:lstStyle/>
          <a:p>
            <a:endParaRPr lang="en-US" sz="1500"/>
          </a:p>
        </p:txBody>
      </p:sp>
      <p:sp>
        <p:nvSpPr>
          <p:cNvPr id="14" name="link-1-2-1">
            <a:extLst>
              <a:ext uri="{FF2B5EF4-FFF2-40B4-BE49-F238E27FC236}">
                <a16:creationId xmlns:a16="http://schemas.microsoft.com/office/drawing/2014/main" id="{0CCCE413-3FE4-4D13-B375-78D88DF02056}"/>
              </a:ext>
            </a:extLst>
          </p:cNvPr>
          <p:cNvSpPr>
            <a:spLocks noGrp="1"/>
          </p:cNvSpPr>
          <p:nvPr/>
        </p:nvSpPr>
        <p:spPr>
          <a:xfrm flipV="1">
            <a:off x="1942414" y="4174124"/>
            <a:ext cx="599861" cy="263938"/>
          </a:xfrm>
          <a:prstGeom prst="line">
            <a:avLst/>
          </a:prstGeom>
          <a:noFill/>
          <a:ln w="10478">
            <a:solidFill>
              <a:srgbClr val="A8B4C2"/>
            </a:solidFill>
            <a:prstDash val="solid"/>
          </a:ln>
        </p:spPr>
        <p:txBody>
          <a:bodyPr/>
          <a:lstStyle/>
          <a:p>
            <a:endParaRPr lang="en-US" sz="1500"/>
          </a:p>
        </p:txBody>
      </p:sp>
      <p:sp>
        <p:nvSpPr>
          <p:cNvPr id="15" name="link-2-0-0">
            <a:extLst>
              <a:ext uri="{FF2B5EF4-FFF2-40B4-BE49-F238E27FC236}">
                <a16:creationId xmlns:a16="http://schemas.microsoft.com/office/drawing/2014/main" id="{70E43E12-BF02-46D6-A751-331938AF67DB}"/>
              </a:ext>
            </a:extLst>
          </p:cNvPr>
          <p:cNvSpPr>
            <a:spLocks noGrp="1"/>
          </p:cNvSpPr>
          <p:nvPr/>
        </p:nvSpPr>
        <p:spPr>
          <a:xfrm flipV="1">
            <a:off x="2915659" y="2660510"/>
            <a:ext cx="637746" cy="433668"/>
          </a:xfrm>
          <a:prstGeom prst="line">
            <a:avLst/>
          </a:prstGeom>
          <a:noFill/>
          <a:ln w="10478">
            <a:solidFill>
              <a:srgbClr val="A8B4C2"/>
            </a:solidFill>
            <a:prstDash val="solid"/>
          </a:ln>
        </p:spPr>
        <p:txBody>
          <a:bodyPr/>
          <a:lstStyle/>
          <a:p>
            <a:endParaRPr lang="en-US" sz="1500"/>
          </a:p>
        </p:txBody>
      </p:sp>
      <p:sp>
        <p:nvSpPr>
          <p:cNvPr id="16" name="link-2-0-1">
            <a:extLst>
              <a:ext uri="{FF2B5EF4-FFF2-40B4-BE49-F238E27FC236}">
                <a16:creationId xmlns:a16="http://schemas.microsoft.com/office/drawing/2014/main" id="{A7913449-491A-4D11-9E36-A3C647D959F9}"/>
              </a:ext>
            </a:extLst>
          </p:cNvPr>
          <p:cNvSpPr>
            <a:spLocks noGrp="1"/>
          </p:cNvSpPr>
          <p:nvPr/>
        </p:nvSpPr>
        <p:spPr>
          <a:xfrm>
            <a:off x="2952068" y="3231778"/>
            <a:ext cx="564928" cy="45194"/>
          </a:xfrm>
          <a:prstGeom prst="line">
            <a:avLst/>
          </a:prstGeom>
          <a:noFill/>
          <a:ln w="10478">
            <a:solidFill>
              <a:srgbClr val="A8B4C2"/>
            </a:solidFill>
            <a:prstDash val="solid"/>
          </a:ln>
        </p:spPr>
        <p:txBody>
          <a:bodyPr/>
          <a:lstStyle/>
          <a:p>
            <a:endParaRPr lang="en-US" sz="1500"/>
          </a:p>
        </p:txBody>
      </p:sp>
      <p:sp>
        <p:nvSpPr>
          <p:cNvPr id="17" name="link-2-0-2">
            <a:extLst>
              <a:ext uri="{FF2B5EF4-FFF2-40B4-BE49-F238E27FC236}">
                <a16:creationId xmlns:a16="http://schemas.microsoft.com/office/drawing/2014/main" id="{4D1796FF-A3FE-472C-9EE5-27A6997CA958}"/>
              </a:ext>
            </a:extLst>
          </p:cNvPr>
          <p:cNvSpPr>
            <a:spLocks noGrp="1"/>
          </p:cNvSpPr>
          <p:nvPr/>
        </p:nvSpPr>
        <p:spPr>
          <a:xfrm>
            <a:off x="2902538" y="3352532"/>
            <a:ext cx="663988" cy="557749"/>
          </a:xfrm>
          <a:prstGeom prst="line">
            <a:avLst/>
          </a:prstGeom>
          <a:noFill/>
          <a:ln w="10478">
            <a:solidFill>
              <a:srgbClr val="A8B4C2"/>
            </a:solidFill>
            <a:prstDash val="solid"/>
          </a:ln>
        </p:spPr>
        <p:txBody>
          <a:bodyPr/>
          <a:lstStyle/>
          <a:p>
            <a:endParaRPr lang="en-US" sz="1500"/>
          </a:p>
        </p:txBody>
      </p:sp>
      <p:sp>
        <p:nvSpPr>
          <p:cNvPr id="18" name="link-2-0-3">
            <a:extLst>
              <a:ext uri="{FF2B5EF4-FFF2-40B4-BE49-F238E27FC236}">
                <a16:creationId xmlns:a16="http://schemas.microsoft.com/office/drawing/2014/main" id="{B796D9A7-BE19-4D95-BF10-D0E6D2AAE63D}"/>
              </a:ext>
            </a:extLst>
          </p:cNvPr>
          <p:cNvSpPr>
            <a:spLocks noGrp="1"/>
          </p:cNvSpPr>
          <p:nvPr/>
        </p:nvSpPr>
        <p:spPr>
          <a:xfrm>
            <a:off x="2852022" y="3396424"/>
            <a:ext cx="765017" cy="1224027"/>
          </a:xfrm>
          <a:prstGeom prst="line">
            <a:avLst/>
          </a:prstGeom>
          <a:noFill/>
          <a:ln w="10478">
            <a:solidFill>
              <a:srgbClr val="A8B4C2"/>
            </a:solidFill>
            <a:prstDash val="solid"/>
          </a:ln>
        </p:spPr>
        <p:txBody>
          <a:bodyPr/>
          <a:lstStyle/>
          <a:p>
            <a:endParaRPr lang="en-US" sz="1500"/>
          </a:p>
        </p:txBody>
      </p:sp>
      <p:sp>
        <p:nvSpPr>
          <p:cNvPr id="19" name="link-2-1-0">
            <a:extLst>
              <a:ext uri="{FF2B5EF4-FFF2-40B4-BE49-F238E27FC236}">
                <a16:creationId xmlns:a16="http://schemas.microsoft.com/office/drawing/2014/main" id="{72E36A11-A989-431B-898B-82DFCF3D9F0C}"/>
              </a:ext>
            </a:extLst>
          </p:cNvPr>
          <p:cNvSpPr>
            <a:spLocks noGrp="1"/>
          </p:cNvSpPr>
          <p:nvPr/>
        </p:nvSpPr>
        <p:spPr>
          <a:xfrm flipV="1">
            <a:off x="2854095" y="2720425"/>
            <a:ext cx="760873" cy="1186962"/>
          </a:xfrm>
          <a:prstGeom prst="line">
            <a:avLst/>
          </a:prstGeom>
          <a:noFill/>
          <a:ln w="10478">
            <a:solidFill>
              <a:srgbClr val="A8B4C2"/>
            </a:solidFill>
            <a:prstDash val="solid"/>
          </a:ln>
        </p:spPr>
        <p:txBody>
          <a:bodyPr/>
          <a:lstStyle/>
          <a:p>
            <a:endParaRPr lang="en-US" sz="1500"/>
          </a:p>
        </p:txBody>
      </p:sp>
      <p:sp>
        <p:nvSpPr>
          <p:cNvPr id="20" name="link-2-1-1">
            <a:extLst>
              <a:ext uri="{FF2B5EF4-FFF2-40B4-BE49-F238E27FC236}">
                <a16:creationId xmlns:a16="http://schemas.microsoft.com/office/drawing/2014/main" id="{58F823E4-7502-4FD5-AACC-1B00EABF0D3A}"/>
              </a:ext>
            </a:extLst>
          </p:cNvPr>
          <p:cNvSpPr>
            <a:spLocks noGrp="1"/>
          </p:cNvSpPr>
          <p:nvPr/>
        </p:nvSpPr>
        <p:spPr>
          <a:xfrm flipV="1">
            <a:off x="2905788" y="3427943"/>
            <a:ext cx="657488" cy="525990"/>
          </a:xfrm>
          <a:prstGeom prst="line">
            <a:avLst/>
          </a:prstGeom>
          <a:noFill/>
          <a:ln w="10478">
            <a:solidFill>
              <a:srgbClr val="A8B4C2"/>
            </a:solidFill>
            <a:prstDash val="solid"/>
          </a:ln>
        </p:spPr>
        <p:txBody>
          <a:bodyPr/>
          <a:lstStyle/>
          <a:p>
            <a:endParaRPr lang="en-US" sz="1500"/>
          </a:p>
        </p:txBody>
      </p:sp>
      <p:sp>
        <p:nvSpPr>
          <p:cNvPr id="21" name="link-2-1-2">
            <a:extLst>
              <a:ext uri="{FF2B5EF4-FFF2-40B4-BE49-F238E27FC236}">
                <a16:creationId xmlns:a16="http://schemas.microsoft.com/office/drawing/2014/main" id="{56AF6C97-4A9D-4481-BC01-238BE88D2E72}"/>
              </a:ext>
            </a:extLst>
          </p:cNvPr>
          <p:cNvSpPr>
            <a:spLocks noGrp="1"/>
          </p:cNvSpPr>
          <p:nvPr/>
        </p:nvSpPr>
        <p:spPr>
          <a:xfrm flipV="1">
            <a:off x="2952579" y="4056691"/>
            <a:ext cx="563905" cy="22556"/>
          </a:xfrm>
          <a:prstGeom prst="line">
            <a:avLst/>
          </a:prstGeom>
          <a:noFill/>
          <a:ln w="10478">
            <a:solidFill>
              <a:srgbClr val="A8B4C2"/>
            </a:solidFill>
            <a:prstDash val="solid"/>
          </a:ln>
        </p:spPr>
        <p:txBody>
          <a:bodyPr/>
          <a:lstStyle/>
          <a:p>
            <a:endParaRPr lang="en-US" sz="1500"/>
          </a:p>
        </p:txBody>
      </p:sp>
      <p:sp>
        <p:nvSpPr>
          <p:cNvPr id="22" name="link-2-1-3">
            <a:extLst>
              <a:ext uri="{FF2B5EF4-FFF2-40B4-BE49-F238E27FC236}">
                <a16:creationId xmlns:a16="http://schemas.microsoft.com/office/drawing/2014/main" id="{F959CB43-FE9A-48A9-940F-68AEC606D144}"/>
              </a:ext>
            </a:extLst>
          </p:cNvPr>
          <p:cNvSpPr>
            <a:spLocks noGrp="1"/>
          </p:cNvSpPr>
          <p:nvPr/>
        </p:nvSpPr>
        <p:spPr>
          <a:xfrm>
            <a:off x="2912359" y="4213037"/>
            <a:ext cx="644343" cy="463928"/>
          </a:xfrm>
          <a:prstGeom prst="line">
            <a:avLst/>
          </a:prstGeom>
          <a:noFill/>
          <a:ln w="10478">
            <a:solidFill>
              <a:srgbClr val="A8B4C2"/>
            </a:solidFill>
            <a:prstDash val="solid"/>
          </a:ln>
        </p:spPr>
        <p:txBody>
          <a:bodyPr/>
          <a:lstStyle/>
          <a:p>
            <a:endParaRPr lang="en-US" sz="1500"/>
          </a:p>
        </p:txBody>
      </p:sp>
      <p:sp>
        <p:nvSpPr>
          <p:cNvPr id="23" name="link-3-0-0">
            <a:extLst>
              <a:ext uri="{FF2B5EF4-FFF2-40B4-BE49-F238E27FC236}">
                <a16:creationId xmlns:a16="http://schemas.microsoft.com/office/drawing/2014/main" id="{129D78B2-C384-4263-816D-38164EA50F88}"/>
              </a:ext>
            </a:extLst>
          </p:cNvPr>
          <p:cNvSpPr>
            <a:spLocks noGrp="1"/>
          </p:cNvSpPr>
          <p:nvPr/>
        </p:nvSpPr>
        <p:spPr>
          <a:xfrm flipV="1">
            <a:off x="3942246" y="2415109"/>
            <a:ext cx="568946" cy="91032"/>
          </a:xfrm>
          <a:prstGeom prst="line">
            <a:avLst/>
          </a:prstGeom>
          <a:noFill/>
          <a:ln w="10478">
            <a:solidFill>
              <a:srgbClr val="A8B4C2"/>
            </a:solidFill>
            <a:prstDash val="solid"/>
          </a:ln>
        </p:spPr>
        <p:txBody>
          <a:bodyPr/>
          <a:lstStyle/>
          <a:p>
            <a:endParaRPr lang="en-US" sz="1500"/>
          </a:p>
        </p:txBody>
      </p:sp>
      <p:sp>
        <p:nvSpPr>
          <p:cNvPr id="24" name="link-3-0-1">
            <a:extLst>
              <a:ext uri="{FF2B5EF4-FFF2-40B4-BE49-F238E27FC236}">
                <a16:creationId xmlns:a16="http://schemas.microsoft.com/office/drawing/2014/main" id="{6BAC4734-D6D9-46E6-BC8E-0342945BC1D2}"/>
              </a:ext>
            </a:extLst>
          </p:cNvPr>
          <p:cNvSpPr>
            <a:spLocks noGrp="1"/>
          </p:cNvSpPr>
          <p:nvPr/>
        </p:nvSpPr>
        <p:spPr>
          <a:xfrm>
            <a:off x="3923833" y="2632740"/>
            <a:ext cx="605773" cy="290771"/>
          </a:xfrm>
          <a:prstGeom prst="line">
            <a:avLst/>
          </a:prstGeom>
          <a:noFill/>
          <a:ln w="10478">
            <a:solidFill>
              <a:srgbClr val="A8B4C2"/>
            </a:solidFill>
            <a:prstDash val="solid"/>
          </a:ln>
        </p:spPr>
        <p:txBody>
          <a:bodyPr/>
          <a:lstStyle/>
          <a:p>
            <a:endParaRPr lang="en-US" sz="1500"/>
          </a:p>
        </p:txBody>
      </p:sp>
      <p:sp>
        <p:nvSpPr>
          <p:cNvPr id="25" name="link-3-0-2">
            <a:extLst>
              <a:ext uri="{FF2B5EF4-FFF2-40B4-BE49-F238E27FC236}">
                <a16:creationId xmlns:a16="http://schemas.microsoft.com/office/drawing/2014/main" id="{7B5F1A05-58E9-4B1B-8C6F-46F34BBB7B6E}"/>
              </a:ext>
            </a:extLst>
          </p:cNvPr>
          <p:cNvSpPr>
            <a:spLocks noGrp="1"/>
          </p:cNvSpPr>
          <p:nvPr/>
        </p:nvSpPr>
        <p:spPr>
          <a:xfrm>
            <a:off x="3873361" y="2699864"/>
            <a:ext cx="706717" cy="791523"/>
          </a:xfrm>
          <a:prstGeom prst="line">
            <a:avLst/>
          </a:prstGeom>
          <a:noFill/>
          <a:ln w="10478">
            <a:solidFill>
              <a:srgbClr val="A8B4C2"/>
            </a:solidFill>
            <a:prstDash val="solid"/>
          </a:ln>
        </p:spPr>
        <p:txBody>
          <a:bodyPr/>
          <a:lstStyle/>
          <a:p>
            <a:endParaRPr lang="en-US" sz="1500"/>
          </a:p>
        </p:txBody>
      </p:sp>
      <p:sp>
        <p:nvSpPr>
          <p:cNvPr id="26" name="link-3-0-3">
            <a:extLst>
              <a:ext uri="{FF2B5EF4-FFF2-40B4-BE49-F238E27FC236}">
                <a16:creationId xmlns:a16="http://schemas.microsoft.com/office/drawing/2014/main" id="{A6A4C8A8-50EA-426F-9CEB-D1BCEFD29FB8}"/>
              </a:ext>
            </a:extLst>
          </p:cNvPr>
          <p:cNvSpPr>
            <a:spLocks noGrp="1"/>
          </p:cNvSpPr>
          <p:nvPr/>
        </p:nvSpPr>
        <p:spPr>
          <a:xfrm>
            <a:off x="3836498" y="2726336"/>
            <a:ext cx="780443" cy="1373579"/>
          </a:xfrm>
          <a:prstGeom prst="line">
            <a:avLst/>
          </a:prstGeom>
          <a:noFill/>
          <a:ln w="10478">
            <a:solidFill>
              <a:srgbClr val="A8B4C2"/>
            </a:solidFill>
            <a:prstDash val="solid"/>
          </a:ln>
        </p:spPr>
        <p:txBody>
          <a:bodyPr/>
          <a:lstStyle/>
          <a:p>
            <a:endParaRPr lang="en-US" sz="1500"/>
          </a:p>
        </p:txBody>
      </p:sp>
      <p:sp>
        <p:nvSpPr>
          <p:cNvPr id="27" name="link-3-0-4">
            <a:extLst>
              <a:ext uri="{FF2B5EF4-FFF2-40B4-BE49-F238E27FC236}">
                <a16:creationId xmlns:a16="http://schemas.microsoft.com/office/drawing/2014/main" id="{8691579B-BFD4-41EB-A7BE-F91E3624D8CE}"/>
              </a:ext>
            </a:extLst>
          </p:cNvPr>
          <p:cNvSpPr>
            <a:spLocks noGrp="1"/>
          </p:cNvSpPr>
          <p:nvPr/>
        </p:nvSpPr>
        <p:spPr>
          <a:xfrm>
            <a:off x="3813052" y="2737827"/>
            <a:ext cx="827332" cy="1985596"/>
          </a:xfrm>
          <a:prstGeom prst="line">
            <a:avLst/>
          </a:prstGeom>
          <a:noFill/>
          <a:ln w="10478">
            <a:solidFill>
              <a:srgbClr val="A8B4C2"/>
            </a:solidFill>
            <a:prstDash val="solid"/>
          </a:ln>
        </p:spPr>
        <p:txBody>
          <a:bodyPr/>
          <a:lstStyle/>
          <a:p>
            <a:endParaRPr lang="en-US" sz="1500"/>
          </a:p>
        </p:txBody>
      </p:sp>
      <p:sp>
        <p:nvSpPr>
          <p:cNvPr id="28" name="link-3-1-0">
            <a:extLst>
              <a:ext uri="{FF2B5EF4-FFF2-40B4-BE49-F238E27FC236}">
                <a16:creationId xmlns:a16="http://schemas.microsoft.com/office/drawing/2014/main" id="{59EFA24C-9420-4933-AF6C-D111F15ADCFD}"/>
              </a:ext>
            </a:extLst>
          </p:cNvPr>
          <p:cNvSpPr>
            <a:spLocks noGrp="1"/>
          </p:cNvSpPr>
          <p:nvPr/>
        </p:nvSpPr>
        <p:spPr>
          <a:xfrm flipV="1">
            <a:off x="3888345" y="2526352"/>
            <a:ext cx="676749" cy="622609"/>
          </a:xfrm>
          <a:prstGeom prst="line">
            <a:avLst/>
          </a:prstGeom>
          <a:noFill/>
          <a:ln w="10478">
            <a:solidFill>
              <a:srgbClr val="A8B4C2"/>
            </a:solidFill>
            <a:prstDash val="solid"/>
          </a:ln>
        </p:spPr>
        <p:txBody>
          <a:bodyPr/>
          <a:lstStyle/>
          <a:p>
            <a:endParaRPr lang="en-US" sz="1500"/>
          </a:p>
        </p:txBody>
      </p:sp>
      <p:sp>
        <p:nvSpPr>
          <p:cNvPr id="29" name="link-3-1-1">
            <a:extLst>
              <a:ext uri="{FF2B5EF4-FFF2-40B4-BE49-F238E27FC236}">
                <a16:creationId xmlns:a16="http://schemas.microsoft.com/office/drawing/2014/main" id="{AFF41555-C905-4CA3-9640-812BED3DD79F}"/>
              </a:ext>
            </a:extLst>
          </p:cNvPr>
          <p:cNvSpPr>
            <a:spLocks noGrp="1"/>
          </p:cNvSpPr>
          <p:nvPr/>
        </p:nvSpPr>
        <p:spPr>
          <a:xfrm flipV="1">
            <a:off x="3937000" y="3074035"/>
            <a:ext cx="579437" cy="162243"/>
          </a:xfrm>
          <a:prstGeom prst="line">
            <a:avLst/>
          </a:prstGeom>
          <a:noFill/>
          <a:ln w="10478">
            <a:solidFill>
              <a:srgbClr val="A8B4C2"/>
            </a:solidFill>
            <a:prstDash val="solid"/>
          </a:ln>
        </p:spPr>
        <p:txBody>
          <a:bodyPr/>
          <a:lstStyle/>
          <a:p>
            <a:endParaRPr lang="en-US" sz="1500"/>
          </a:p>
        </p:txBody>
      </p:sp>
      <p:sp>
        <p:nvSpPr>
          <p:cNvPr id="30" name="link-3-1-2">
            <a:extLst>
              <a:ext uri="{FF2B5EF4-FFF2-40B4-BE49-F238E27FC236}">
                <a16:creationId xmlns:a16="http://schemas.microsoft.com/office/drawing/2014/main" id="{DB12EE80-0155-419C-B190-4870FEF7B1C0}"/>
              </a:ext>
            </a:extLst>
          </p:cNvPr>
          <p:cNvSpPr>
            <a:spLocks noGrp="1"/>
          </p:cNvSpPr>
          <p:nvPr/>
        </p:nvSpPr>
        <p:spPr>
          <a:xfrm>
            <a:off x="3932269" y="3366655"/>
            <a:ext cx="588900" cy="212004"/>
          </a:xfrm>
          <a:prstGeom prst="line">
            <a:avLst/>
          </a:prstGeom>
          <a:noFill/>
          <a:ln w="10478">
            <a:solidFill>
              <a:srgbClr val="A8B4C2"/>
            </a:solidFill>
            <a:prstDash val="solid"/>
          </a:ln>
        </p:spPr>
        <p:txBody>
          <a:bodyPr/>
          <a:lstStyle/>
          <a:p>
            <a:endParaRPr lang="en-US" sz="1500"/>
          </a:p>
        </p:txBody>
      </p:sp>
      <p:sp>
        <p:nvSpPr>
          <p:cNvPr id="31" name="link-3-1-3">
            <a:extLst>
              <a:ext uri="{FF2B5EF4-FFF2-40B4-BE49-F238E27FC236}">
                <a16:creationId xmlns:a16="http://schemas.microsoft.com/office/drawing/2014/main" id="{D5C923B2-9C50-43F7-A0D8-224AD2098C1A}"/>
              </a:ext>
            </a:extLst>
          </p:cNvPr>
          <p:cNvSpPr>
            <a:spLocks noGrp="1"/>
          </p:cNvSpPr>
          <p:nvPr/>
        </p:nvSpPr>
        <p:spPr>
          <a:xfrm>
            <a:off x="3882167" y="3445605"/>
            <a:ext cx="689104" cy="689104"/>
          </a:xfrm>
          <a:prstGeom prst="line">
            <a:avLst/>
          </a:prstGeom>
          <a:noFill/>
          <a:ln w="10478">
            <a:solidFill>
              <a:srgbClr val="A8B4C2"/>
            </a:solidFill>
            <a:prstDash val="solid"/>
          </a:ln>
        </p:spPr>
        <p:txBody>
          <a:bodyPr/>
          <a:lstStyle/>
          <a:p>
            <a:endParaRPr lang="en-US" sz="1500"/>
          </a:p>
        </p:txBody>
      </p:sp>
      <p:sp>
        <p:nvSpPr>
          <p:cNvPr id="32" name="link-3-1-4">
            <a:extLst>
              <a:ext uri="{FF2B5EF4-FFF2-40B4-BE49-F238E27FC236}">
                <a16:creationId xmlns:a16="http://schemas.microsoft.com/office/drawing/2014/main" id="{9121C8B2-C989-4358-9AE2-E441DD41EC30}"/>
              </a:ext>
            </a:extLst>
          </p:cNvPr>
          <p:cNvSpPr>
            <a:spLocks noGrp="1"/>
          </p:cNvSpPr>
          <p:nvPr/>
        </p:nvSpPr>
        <p:spPr>
          <a:xfrm>
            <a:off x="3842198" y="3477042"/>
            <a:ext cx="769043" cy="1261229"/>
          </a:xfrm>
          <a:prstGeom prst="line">
            <a:avLst/>
          </a:prstGeom>
          <a:noFill/>
          <a:ln w="10478">
            <a:solidFill>
              <a:srgbClr val="A8B4C2"/>
            </a:solidFill>
            <a:prstDash val="solid"/>
          </a:ln>
        </p:spPr>
        <p:txBody>
          <a:bodyPr/>
          <a:lstStyle/>
          <a:p>
            <a:endParaRPr lang="en-US" sz="1500"/>
          </a:p>
        </p:txBody>
      </p:sp>
      <p:sp>
        <p:nvSpPr>
          <p:cNvPr id="33" name="link-3-2-0">
            <a:extLst>
              <a:ext uri="{FF2B5EF4-FFF2-40B4-BE49-F238E27FC236}">
                <a16:creationId xmlns:a16="http://schemas.microsoft.com/office/drawing/2014/main" id="{C610141B-C128-467A-8470-C7E31380892E}"/>
              </a:ext>
            </a:extLst>
          </p:cNvPr>
          <p:cNvSpPr>
            <a:spLocks noGrp="1"/>
          </p:cNvSpPr>
          <p:nvPr/>
        </p:nvSpPr>
        <p:spPr>
          <a:xfrm flipV="1">
            <a:off x="3840243" y="2565408"/>
            <a:ext cx="772953" cy="1298561"/>
          </a:xfrm>
          <a:prstGeom prst="line">
            <a:avLst/>
          </a:prstGeom>
          <a:noFill/>
          <a:ln w="10478">
            <a:solidFill>
              <a:srgbClr val="A8B4C2"/>
            </a:solidFill>
            <a:prstDash val="solid"/>
          </a:ln>
        </p:spPr>
        <p:txBody>
          <a:bodyPr/>
          <a:lstStyle/>
          <a:p>
            <a:endParaRPr lang="en-US" sz="1500"/>
          </a:p>
        </p:txBody>
      </p:sp>
      <p:sp>
        <p:nvSpPr>
          <p:cNvPr id="34" name="link-3-2-1">
            <a:extLst>
              <a:ext uri="{FF2B5EF4-FFF2-40B4-BE49-F238E27FC236}">
                <a16:creationId xmlns:a16="http://schemas.microsoft.com/office/drawing/2014/main" id="{032ABAF0-F1F3-47BF-87FC-3E0740AF8AC4}"/>
              </a:ext>
            </a:extLst>
          </p:cNvPr>
          <p:cNvSpPr>
            <a:spLocks noGrp="1"/>
          </p:cNvSpPr>
          <p:nvPr/>
        </p:nvSpPr>
        <p:spPr>
          <a:xfrm flipV="1">
            <a:off x="3879167" y="3170734"/>
            <a:ext cx="695104" cy="722908"/>
          </a:xfrm>
          <a:prstGeom prst="line">
            <a:avLst/>
          </a:prstGeom>
          <a:noFill/>
          <a:ln w="10478">
            <a:solidFill>
              <a:srgbClr val="A8B4C2"/>
            </a:solidFill>
            <a:prstDash val="solid"/>
          </a:ln>
        </p:spPr>
        <p:txBody>
          <a:bodyPr/>
          <a:lstStyle/>
          <a:p>
            <a:endParaRPr lang="en-US" sz="1500"/>
          </a:p>
        </p:txBody>
      </p:sp>
      <p:sp>
        <p:nvSpPr>
          <p:cNvPr id="35" name="link-3-2-2">
            <a:extLst>
              <a:ext uri="{FF2B5EF4-FFF2-40B4-BE49-F238E27FC236}">
                <a16:creationId xmlns:a16="http://schemas.microsoft.com/office/drawing/2014/main" id="{562AD4E3-28F6-4628-BD83-4B3686FDBD11}"/>
              </a:ext>
            </a:extLst>
          </p:cNvPr>
          <p:cNvSpPr>
            <a:spLocks noGrp="1"/>
          </p:cNvSpPr>
          <p:nvPr/>
        </p:nvSpPr>
        <p:spPr>
          <a:xfrm flipV="1">
            <a:off x="3929610" y="3730844"/>
            <a:ext cx="594219" cy="237688"/>
          </a:xfrm>
          <a:prstGeom prst="line">
            <a:avLst/>
          </a:prstGeom>
          <a:noFill/>
          <a:ln w="10478">
            <a:solidFill>
              <a:srgbClr val="A8B4C2"/>
            </a:solidFill>
            <a:prstDash val="solid"/>
          </a:ln>
        </p:spPr>
        <p:txBody>
          <a:bodyPr/>
          <a:lstStyle/>
          <a:p>
            <a:endParaRPr lang="en-US" sz="1500"/>
          </a:p>
        </p:txBody>
      </p:sp>
      <p:sp>
        <p:nvSpPr>
          <p:cNvPr id="36" name="link-3-2-3">
            <a:extLst>
              <a:ext uri="{FF2B5EF4-FFF2-40B4-BE49-F238E27FC236}">
                <a16:creationId xmlns:a16="http://schemas.microsoft.com/office/drawing/2014/main" id="{620836F8-8BBE-4DD0-BE02-522F3C43A058}"/>
              </a:ext>
            </a:extLst>
          </p:cNvPr>
          <p:cNvSpPr>
            <a:spLocks noGrp="1"/>
          </p:cNvSpPr>
          <p:nvPr/>
        </p:nvSpPr>
        <p:spPr>
          <a:xfrm>
            <a:off x="3939020" y="4098140"/>
            <a:ext cx="575398" cy="138096"/>
          </a:xfrm>
          <a:prstGeom prst="line">
            <a:avLst/>
          </a:prstGeom>
          <a:noFill/>
          <a:ln w="10478">
            <a:solidFill>
              <a:srgbClr val="A8B4C2"/>
            </a:solidFill>
            <a:prstDash val="solid"/>
          </a:ln>
        </p:spPr>
        <p:txBody>
          <a:bodyPr/>
          <a:lstStyle/>
          <a:p>
            <a:endParaRPr lang="en-US" sz="1500"/>
          </a:p>
        </p:txBody>
      </p:sp>
      <p:sp>
        <p:nvSpPr>
          <p:cNvPr id="37" name="link-3-2-4">
            <a:extLst>
              <a:ext uri="{FF2B5EF4-FFF2-40B4-BE49-F238E27FC236}">
                <a16:creationId xmlns:a16="http://schemas.microsoft.com/office/drawing/2014/main" id="{B3F0446C-B06E-4EC2-89E5-25A2F9CEE8CB}"/>
              </a:ext>
            </a:extLst>
          </p:cNvPr>
          <p:cNvSpPr>
            <a:spLocks noGrp="1"/>
          </p:cNvSpPr>
          <p:nvPr/>
        </p:nvSpPr>
        <p:spPr>
          <a:xfrm>
            <a:off x="3891513" y="4189706"/>
            <a:ext cx="670413" cy="589963"/>
          </a:xfrm>
          <a:prstGeom prst="line">
            <a:avLst/>
          </a:prstGeom>
          <a:noFill/>
          <a:ln w="10478">
            <a:solidFill>
              <a:srgbClr val="A8B4C2"/>
            </a:solidFill>
            <a:prstDash val="solid"/>
          </a:ln>
        </p:spPr>
        <p:txBody>
          <a:bodyPr/>
          <a:lstStyle/>
          <a:p>
            <a:endParaRPr lang="en-US" sz="1500"/>
          </a:p>
        </p:txBody>
      </p:sp>
      <p:sp>
        <p:nvSpPr>
          <p:cNvPr id="38" name="link-3-3-0">
            <a:extLst>
              <a:ext uri="{FF2B5EF4-FFF2-40B4-BE49-F238E27FC236}">
                <a16:creationId xmlns:a16="http://schemas.microsoft.com/office/drawing/2014/main" id="{9CF9EE9E-BE2C-4597-A38F-92D19FC17173}"/>
              </a:ext>
            </a:extLst>
          </p:cNvPr>
          <p:cNvSpPr>
            <a:spLocks noGrp="1"/>
          </p:cNvSpPr>
          <p:nvPr/>
        </p:nvSpPr>
        <p:spPr>
          <a:xfrm flipV="1">
            <a:off x="3811898" y="2579554"/>
            <a:ext cx="829643" cy="2024328"/>
          </a:xfrm>
          <a:prstGeom prst="line">
            <a:avLst/>
          </a:prstGeom>
          <a:noFill/>
          <a:ln w="10478">
            <a:solidFill>
              <a:srgbClr val="A8B4C2"/>
            </a:solidFill>
            <a:prstDash val="solid"/>
          </a:ln>
        </p:spPr>
        <p:txBody>
          <a:bodyPr/>
          <a:lstStyle/>
          <a:p>
            <a:endParaRPr lang="en-US" sz="1500"/>
          </a:p>
        </p:txBody>
      </p:sp>
      <p:sp>
        <p:nvSpPr>
          <p:cNvPr id="39" name="link-3-3-1">
            <a:extLst>
              <a:ext uri="{FF2B5EF4-FFF2-40B4-BE49-F238E27FC236}">
                <a16:creationId xmlns:a16="http://schemas.microsoft.com/office/drawing/2014/main" id="{20F2FD16-68C7-475F-BDD7-4B3495E99DEA}"/>
              </a:ext>
            </a:extLst>
          </p:cNvPr>
          <p:cNvSpPr>
            <a:spLocks noGrp="1"/>
          </p:cNvSpPr>
          <p:nvPr/>
        </p:nvSpPr>
        <p:spPr>
          <a:xfrm flipV="1">
            <a:off x="3834705" y="3203592"/>
            <a:ext cx="784029" cy="1411252"/>
          </a:xfrm>
          <a:prstGeom prst="line">
            <a:avLst/>
          </a:prstGeom>
          <a:noFill/>
          <a:ln w="10478">
            <a:solidFill>
              <a:srgbClr val="A8B4C2"/>
            </a:solidFill>
            <a:prstDash val="solid"/>
          </a:ln>
        </p:spPr>
        <p:txBody>
          <a:bodyPr/>
          <a:lstStyle/>
          <a:p>
            <a:endParaRPr lang="en-US" sz="1500"/>
          </a:p>
        </p:txBody>
      </p:sp>
      <p:sp>
        <p:nvSpPr>
          <p:cNvPr id="40" name="link-3-3-2">
            <a:extLst>
              <a:ext uri="{FF2B5EF4-FFF2-40B4-BE49-F238E27FC236}">
                <a16:creationId xmlns:a16="http://schemas.microsoft.com/office/drawing/2014/main" id="{5723EA7F-B0D4-4858-B795-E462F4F3F20E}"/>
              </a:ext>
            </a:extLst>
          </p:cNvPr>
          <p:cNvSpPr>
            <a:spLocks noGrp="1"/>
          </p:cNvSpPr>
          <p:nvPr/>
        </p:nvSpPr>
        <p:spPr>
          <a:xfrm flipV="1">
            <a:off x="3870558" y="3813573"/>
            <a:ext cx="712322" cy="826293"/>
          </a:xfrm>
          <a:prstGeom prst="line">
            <a:avLst/>
          </a:prstGeom>
          <a:noFill/>
          <a:ln w="10478">
            <a:solidFill>
              <a:srgbClr val="A8B4C2"/>
            </a:solidFill>
            <a:prstDash val="solid"/>
          </a:ln>
        </p:spPr>
        <p:txBody>
          <a:bodyPr/>
          <a:lstStyle/>
          <a:p>
            <a:endParaRPr lang="en-US" sz="1500"/>
          </a:p>
        </p:txBody>
      </p:sp>
      <p:sp>
        <p:nvSpPr>
          <p:cNvPr id="41" name="link-3-3-3">
            <a:extLst>
              <a:ext uri="{FF2B5EF4-FFF2-40B4-BE49-F238E27FC236}">
                <a16:creationId xmlns:a16="http://schemas.microsoft.com/office/drawing/2014/main" id="{9C59E9AD-D3CF-4363-B4E5-4FBB55323B19}"/>
              </a:ext>
            </a:extLst>
          </p:cNvPr>
          <p:cNvSpPr>
            <a:spLocks noGrp="1"/>
          </p:cNvSpPr>
          <p:nvPr/>
        </p:nvSpPr>
        <p:spPr>
          <a:xfrm flipV="1">
            <a:off x="3920767" y="4385123"/>
            <a:ext cx="611904" cy="318190"/>
          </a:xfrm>
          <a:prstGeom prst="line">
            <a:avLst/>
          </a:prstGeom>
          <a:noFill/>
          <a:ln w="10478">
            <a:solidFill>
              <a:srgbClr val="A8B4C2"/>
            </a:solidFill>
            <a:prstDash val="solid"/>
          </a:ln>
        </p:spPr>
        <p:txBody>
          <a:bodyPr/>
          <a:lstStyle/>
          <a:p>
            <a:endParaRPr lang="en-US" sz="1500"/>
          </a:p>
        </p:txBody>
      </p:sp>
      <p:sp>
        <p:nvSpPr>
          <p:cNvPr id="42" name="link-3-3-4">
            <a:extLst>
              <a:ext uri="{FF2B5EF4-FFF2-40B4-BE49-F238E27FC236}">
                <a16:creationId xmlns:a16="http://schemas.microsoft.com/office/drawing/2014/main" id="{81BB64DC-95EC-4510-B91F-EDB5ADE0372F}"/>
              </a:ext>
            </a:extLst>
          </p:cNvPr>
          <p:cNvSpPr>
            <a:spLocks noGrp="1"/>
          </p:cNvSpPr>
          <p:nvPr/>
        </p:nvSpPr>
        <p:spPr>
          <a:xfrm>
            <a:off x="3943411" y="4827722"/>
            <a:ext cx="566616" cy="67994"/>
          </a:xfrm>
          <a:prstGeom prst="line">
            <a:avLst/>
          </a:prstGeom>
          <a:noFill/>
          <a:ln w="10478">
            <a:solidFill>
              <a:srgbClr val="A8B4C2"/>
            </a:solidFill>
            <a:prstDash val="solid"/>
          </a:ln>
        </p:spPr>
        <p:txBody>
          <a:bodyPr/>
          <a:lstStyle/>
          <a:p>
            <a:endParaRPr lang="en-US" sz="1500"/>
          </a:p>
        </p:txBody>
      </p:sp>
      <p:sp>
        <p:nvSpPr>
          <p:cNvPr id="43" name="neuron-0-0">
            <a:extLst>
              <a:ext uri="{FF2B5EF4-FFF2-40B4-BE49-F238E27FC236}">
                <a16:creationId xmlns:a16="http://schemas.microsoft.com/office/drawing/2014/main" id="{8E875EC5-9E5B-4ECC-A9A7-7A8EA01BB09F}"/>
              </a:ext>
            </a:extLst>
          </p:cNvPr>
          <p:cNvSpPr>
            <a:spLocks noGrp="1"/>
          </p:cNvSpPr>
          <p:nvPr/>
        </p:nvSpPr>
        <p:spPr>
          <a:xfrm>
            <a:off x="539750" y="3000375"/>
            <a:ext cx="428625" cy="428625"/>
          </a:xfrm>
          <a:prstGeom prst="ellipse">
            <a:avLst/>
          </a:prstGeom>
          <a:solidFill>
            <a:srgbClr val="DCECF4"/>
          </a:solidFill>
          <a:ln w="14288">
            <a:solidFill>
              <a:srgbClr val="34495E"/>
            </a:solidFill>
            <a:prstDash val="solid"/>
          </a:ln>
        </p:spPr>
        <p:txBody>
          <a:bodyPr/>
          <a:lstStyle/>
          <a:p>
            <a:endParaRPr lang="en-US" sz="1500"/>
          </a:p>
        </p:txBody>
      </p:sp>
      <p:sp>
        <p:nvSpPr>
          <p:cNvPr id="44" name="activation-0-0">
            <a:extLst>
              <a:ext uri="{FF2B5EF4-FFF2-40B4-BE49-F238E27FC236}">
                <a16:creationId xmlns:a16="http://schemas.microsoft.com/office/drawing/2014/main" id="{4C3AC990-0D70-4712-B5DF-02221C59BCAC}"/>
              </a:ext>
            </a:extLst>
          </p:cNvPr>
          <p:cNvSpPr>
            <a:spLocks noGrp="1"/>
          </p:cNvSpPr>
          <p:nvPr/>
        </p:nvSpPr>
        <p:spPr>
          <a:xfrm>
            <a:off x="547687" y="3079750"/>
            <a:ext cx="412750" cy="269875"/>
          </a:xfrm>
          <a:prstGeom prst="rect">
            <a:avLst/>
          </a:prstGeom>
          <a:noFill/>
          <a:ln w="0">
            <a:noFill/>
            <a:prstDash val="solid"/>
          </a:ln>
        </p:spPr>
        <p:txBody>
          <a:bodyPr wrap="none" lIns="0" tIns="0" rIns="0" bIns="0" anchor="ctr"/>
          <a:lstStyle>
            <a:defPPr algn="ctr">
              <a:defRPr sz="1500" b="1">
                <a:solidFill>
                  <a:srgbClr val="25364A"/>
                </a:solidFill>
                <a:latin typeface="Nimbus Sans"/>
                <a:ea typeface="Nimbus Sans"/>
                <a:cs typeface="Nimbus Sans"/>
              </a:defRPr>
            </a:defPPr>
            <a:lvl1pPr algn="ctr">
              <a:defRPr sz="1500" b="1">
                <a:solidFill>
                  <a:srgbClr val="25364A"/>
                </a:solidFill>
                <a:latin typeface="Nimbus Sans"/>
                <a:ea typeface="Nimbus Sans"/>
                <a:cs typeface="Nimbus Sans"/>
              </a:defRPr>
            </a:lvl1pPr>
            <a:lvl2pPr algn="ctr">
              <a:defRPr sz="1500" b="1">
                <a:solidFill>
                  <a:srgbClr val="25364A"/>
                </a:solidFill>
                <a:latin typeface="Nimbus Sans"/>
                <a:ea typeface="Nimbus Sans"/>
                <a:cs typeface="Nimbus Sans"/>
              </a:defRPr>
            </a:lvl2pPr>
            <a:lvl3pPr algn="ctr">
              <a:defRPr sz="1500" b="1">
                <a:solidFill>
                  <a:srgbClr val="25364A"/>
                </a:solidFill>
                <a:latin typeface="Nimbus Sans"/>
                <a:ea typeface="Nimbus Sans"/>
                <a:cs typeface="Nimbus Sans"/>
              </a:defRPr>
            </a:lvl3pPr>
            <a:lvl4pPr algn="ctr">
              <a:defRPr sz="1500" b="1">
                <a:solidFill>
                  <a:srgbClr val="25364A"/>
                </a:solidFill>
                <a:latin typeface="Nimbus Sans"/>
                <a:ea typeface="Nimbus Sans"/>
                <a:cs typeface="Nimbus Sans"/>
              </a:defRPr>
            </a:lvl4pPr>
            <a:lvl5pPr algn="ctr">
              <a:defRPr sz="1500" b="1">
                <a:solidFill>
                  <a:srgbClr val="25364A"/>
                </a:solidFill>
                <a:latin typeface="Nimbus Sans"/>
                <a:ea typeface="Nimbus Sans"/>
                <a:cs typeface="Nimbus Sans"/>
              </a:defRPr>
            </a:lvl5pPr>
            <a:lvl6pPr algn="ctr">
              <a:defRPr sz="1500" b="1">
                <a:solidFill>
                  <a:srgbClr val="25364A"/>
                </a:solidFill>
                <a:latin typeface="Nimbus Sans"/>
                <a:ea typeface="Nimbus Sans"/>
                <a:cs typeface="Nimbus Sans"/>
              </a:defRPr>
            </a:lvl6pPr>
            <a:lvl7pPr algn="ctr">
              <a:defRPr sz="1500" b="1">
                <a:solidFill>
                  <a:srgbClr val="25364A"/>
                </a:solidFill>
                <a:latin typeface="Nimbus Sans"/>
                <a:ea typeface="Nimbus Sans"/>
                <a:cs typeface="Nimbus Sans"/>
              </a:defRPr>
            </a:lvl7pPr>
            <a:lvl8pPr algn="ctr">
              <a:defRPr sz="1500" b="1">
                <a:solidFill>
                  <a:srgbClr val="25364A"/>
                </a:solidFill>
                <a:latin typeface="Nimbus Sans"/>
                <a:ea typeface="Nimbus Sans"/>
                <a:cs typeface="Nimbus Sans"/>
              </a:defRPr>
            </a:lvl8pPr>
            <a:lvl9pPr algn="ctr">
              <a:defRPr sz="1500" b="1">
                <a:solidFill>
                  <a:srgbClr val="25364A"/>
                </a:solidFill>
                <a:latin typeface="Nimbus Sans"/>
                <a:ea typeface="Nimbus Sans"/>
                <a:cs typeface="Nimbus Sans"/>
              </a:defRPr>
            </a:lvl9pPr>
          </a:lstStyle>
          <a:p>
            <a:pPr algn="ctr">
              <a:defRPr sz="1500" b="1">
                <a:solidFill>
                  <a:srgbClr val="25364A"/>
                </a:solidFill>
                <a:latin typeface="Nimbus Sans"/>
                <a:ea typeface="Nimbus Sans"/>
                <a:cs typeface="Nimbus Sans"/>
              </a:defRPr>
            </a:pPr>
            <a:r>
              <a:rPr sz="1250"/>
              <a:t>320</a:t>
            </a:r>
          </a:p>
        </p:txBody>
      </p:sp>
      <p:sp>
        <p:nvSpPr>
          <p:cNvPr id="45" name="neuron-0-1">
            <a:extLst>
              <a:ext uri="{FF2B5EF4-FFF2-40B4-BE49-F238E27FC236}">
                <a16:creationId xmlns:a16="http://schemas.microsoft.com/office/drawing/2014/main" id="{3EA90ABB-242C-46A0-AA8B-49F8686E074D}"/>
              </a:ext>
            </a:extLst>
          </p:cNvPr>
          <p:cNvSpPr>
            <a:spLocks noGrp="1"/>
          </p:cNvSpPr>
          <p:nvPr/>
        </p:nvSpPr>
        <p:spPr>
          <a:xfrm>
            <a:off x="539750" y="3873500"/>
            <a:ext cx="428625" cy="428625"/>
          </a:xfrm>
          <a:prstGeom prst="ellipse">
            <a:avLst/>
          </a:prstGeom>
          <a:solidFill>
            <a:srgbClr val="DCECF4"/>
          </a:solidFill>
          <a:ln w="14288">
            <a:solidFill>
              <a:srgbClr val="34495E"/>
            </a:solidFill>
            <a:prstDash val="solid"/>
          </a:ln>
        </p:spPr>
        <p:txBody>
          <a:bodyPr/>
          <a:lstStyle/>
          <a:p>
            <a:endParaRPr lang="en-US" sz="1500"/>
          </a:p>
        </p:txBody>
      </p:sp>
      <p:sp>
        <p:nvSpPr>
          <p:cNvPr id="46" name="activation-0-1">
            <a:extLst>
              <a:ext uri="{FF2B5EF4-FFF2-40B4-BE49-F238E27FC236}">
                <a16:creationId xmlns:a16="http://schemas.microsoft.com/office/drawing/2014/main" id="{3CA8FB16-17A9-4758-92E8-3C3139E37297}"/>
              </a:ext>
            </a:extLst>
          </p:cNvPr>
          <p:cNvSpPr>
            <a:spLocks noGrp="1"/>
          </p:cNvSpPr>
          <p:nvPr/>
        </p:nvSpPr>
        <p:spPr>
          <a:xfrm>
            <a:off x="547687" y="3952875"/>
            <a:ext cx="412750" cy="269875"/>
          </a:xfrm>
          <a:prstGeom prst="rect">
            <a:avLst/>
          </a:prstGeom>
          <a:noFill/>
          <a:ln w="0">
            <a:noFill/>
            <a:prstDash val="solid"/>
          </a:ln>
        </p:spPr>
        <p:txBody>
          <a:bodyPr wrap="none" lIns="0" tIns="0" rIns="0" bIns="0" anchor="ctr"/>
          <a:lstStyle>
            <a:defPPr algn="ctr">
              <a:defRPr sz="1500" b="1">
                <a:solidFill>
                  <a:srgbClr val="25364A"/>
                </a:solidFill>
                <a:latin typeface="Nimbus Sans"/>
                <a:ea typeface="Nimbus Sans"/>
                <a:cs typeface="Nimbus Sans"/>
              </a:defRPr>
            </a:defPPr>
            <a:lvl1pPr algn="ctr">
              <a:defRPr sz="1500" b="1">
                <a:solidFill>
                  <a:srgbClr val="25364A"/>
                </a:solidFill>
                <a:latin typeface="Nimbus Sans"/>
                <a:ea typeface="Nimbus Sans"/>
                <a:cs typeface="Nimbus Sans"/>
              </a:defRPr>
            </a:lvl1pPr>
            <a:lvl2pPr algn="ctr">
              <a:defRPr sz="1500" b="1">
                <a:solidFill>
                  <a:srgbClr val="25364A"/>
                </a:solidFill>
                <a:latin typeface="Nimbus Sans"/>
                <a:ea typeface="Nimbus Sans"/>
                <a:cs typeface="Nimbus Sans"/>
              </a:defRPr>
            </a:lvl2pPr>
            <a:lvl3pPr algn="ctr">
              <a:defRPr sz="1500" b="1">
                <a:solidFill>
                  <a:srgbClr val="25364A"/>
                </a:solidFill>
                <a:latin typeface="Nimbus Sans"/>
                <a:ea typeface="Nimbus Sans"/>
                <a:cs typeface="Nimbus Sans"/>
              </a:defRPr>
            </a:lvl3pPr>
            <a:lvl4pPr algn="ctr">
              <a:defRPr sz="1500" b="1">
                <a:solidFill>
                  <a:srgbClr val="25364A"/>
                </a:solidFill>
                <a:latin typeface="Nimbus Sans"/>
                <a:ea typeface="Nimbus Sans"/>
                <a:cs typeface="Nimbus Sans"/>
              </a:defRPr>
            </a:lvl4pPr>
            <a:lvl5pPr algn="ctr">
              <a:defRPr sz="1500" b="1">
                <a:solidFill>
                  <a:srgbClr val="25364A"/>
                </a:solidFill>
                <a:latin typeface="Nimbus Sans"/>
                <a:ea typeface="Nimbus Sans"/>
                <a:cs typeface="Nimbus Sans"/>
              </a:defRPr>
            </a:lvl5pPr>
            <a:lvl6pPr algn="ctr">
              <a:defRPr sz="1500" b="1">
                <a:solidFill>
                  <a:srgbClr val="25364A"/>
                </a:solidFill>
                <a:latin typeface="Nimbus Sans"/>
                <a:ea typeface="Nimbus Sans"/>
                <a:cs typeface="Nimbus Sans"/>
              </a:defRPr>
            </a:lvl6pPr>
            <a:lvl7pPr algn="ctr">
              <a:defRPr sz="1500" b="1">
                <a:solidFill>
                  <a:srgbClr val="25364A"/>
                </a:solidFill>
                <a:latin typeface="Nimbus Sans"/>
                <a:ea typeface="Nimbus Sans"/>
                <a:cs typeface="Nimbus Sans"/>
              </a:defRPr>
            </a:lvl7pPr>
            <a:lvl8pPr algn="ctr">
              <a:defRPr sz="1500" b="1">
                <a:solidFill>
                  <a:srgbClr val="25364A"/>
                </a:solidFill>
                <a:latin typeface="Nimbus Sans"/>
                <a:ea typeface="Nimbus Sans"/>
                <a:cs typeface="Nimbus Sans"/>
              </a:defRPr>
            </a:lvl8pPr>
            <a:lvl9pPr algn="ctr">
              <a:defRPr sz="1500" b="1">
                <a:solidFill>
                  <a:srgbClr val="25364A"/>
                </a:solidFill>
                <a:latin typeface="Nimbus Sans"/>
                <a:ea typeface="Nimbus Sans"/>
                <a:cs typeface="Nimbus Sans"/>
              </a:defRPr>
            </a:lvl9pPr>
          </a:lstStyle>
          <a:p>
            <a:pPr algn="ctr">
              <a:defRPr sz="1500" b="1">
                <a:solidFill>
                  <a:srgbClr val="25364A"/>
                </a:solidFill>
                <a:latin typeface="Nimbus Sans"/>
                <a:ea typeface="Nimbus Sans"/>
                <a:cs typeface="Nimbus Sans"/>
              </a:defRPr>
            </a:pPr>
            <a:r>
              <a:rPr sz="1250"/>
              <a:t>2000</a:t>
            </a:r>
          </a:p>
        </p:txBody>
      </p:sp>
      <p:sp>
        <p:nvSpPr>
          <p:cNvPr id="47" name="neuron-1-0">
            <a:extLst>
              <a:ext uri="{FF2B5EF4-FFF2-40B4-BE49-F238E27FC236}">
                <a16:creationId xmlns:a16="http://schemas.microsoft.com/office/drawing/2014/main" id="{4AB0B4D8-E15B-4DF9-8BCD-318731FEBD9A}"/>
              </a:ext>
            </a:extLst>
          </p:cNvPr>
          <p:cNvSpPr>
            <a:spLocks noGrp="1"/>
          </p:cNvSpPr>
          <p:nvPr/>
        </p:nvSpPr>
        <p:spPr>
          <a:xfrm>
            <a:off x="1531937" y="2563813"/>
            <a:ext cx="428625" cy="428625"/>
          </a:xfrm>
          <a:prstGeom prst="ellipse">
            <a:avLst/>
          </a:prstGeom>
          <a:solidFill>
            <a:srgbClr val="DDEFE5"/>
          </a:solidFill>
          <a:ln w="14288">
            <a:solidFill>
              <a:srgbClr val="34495E"/>
            </a:solidFill>
            <a:prstDash val="solid"/>
          </a:ln>
        </p:spPr>
        <p:txBody>
          <a:bodyPr/>
          <a:lstStyle/>
          <a:p>
            <a:endParaRPr lang="en-US" sz="1500"/>
          </a:p>
        </p:txBody>
      </p:sp>
      <p:sp>
        <p:nvSpPr>
          <p:cNvPr id="48" name="activation-1-0">
            <a:extLst>
              <a:ext uri="{FF2B5EF4-FFF2-40B4-BE49-F238E27FC236}">
                <a16:creationId xmlns:a16="http://schemas.microsoft.com/office/drawing/2014/main" id="{D9A65E34-6223-44F2-9D73-0A7284C4B606}"/>
              </a:ext>
            </a:extLst>
          </p:cNvPr>
          <p:cNvSpPr>
            <a:spLocks noGrp="1"/>
          </p:cNvSpPr>
          <p:nvPr/>
        </p:nvSpPr>
        <p:spPr>
          <a:xfrm>
            <a:off x="1539875" y="2643188"/>
            <a:ext cx="412750" cy="269875"/>
          </a:xfrm>
          <a:prstGeom prst="rect">
            <a:avLst/>
          </a:prstGeom>
          <a:noFill/>
          <a:ln w="0">
            <a:noFill/>
            <a:prstDash val="solid"/>
          </a:ln>
        </p:spPr>
        <p:txBody>
          <a:bodyPr wrap="none" lIns="0" tIns="0" rIns="0" bIns="0" anchor="ctr"/>
          <a:lstStyle>
            <a:defPPr algn="ctr">
              <a:defRPr sz="1500" b="1">
                <a:solidFill>
                  <a:srgbClr val="25364A"/>
                </a:solidFill>
                <a:latin typeface="Nimbus Sans"/>
                <a:ea typeface="Nimbus Sans"/>
                <a:cs typeface="Nimbus Sans"/>
              </a:defRPr>
            </a:defPPr>
            <a:lvl1pPr algn="ctr">
              <a:defRPr sz="1500" b="1">
                <a:solidFill>
                  <a:srgbClr val="25364A"/>
                </a:solidFill>
                <a:latin typeface="Nimbus Sans"/>
                <a:ea typeface="Nimbus Sans"/>
                <a:cs typeface="Nimbus Sans"/>
              </a:defRPr>
            </a:lvl1pPr>
            <a:lvl2pPr algn="ctr">
              <a:defRPr sz="1500" b="1">
                <a:solidFill>
                  <a:srgbClr val="25364A"/>
                </a:solidFill>
                <a:latin typeface="Nimbus Sans"/>
                <a:ea typeface="Nimbus Sans"/>
                <a:cs typeface="Nimbus Sans"/>
              </a:defRPr>
            </a:lvl2pPr>
            <a:lvl3pPr algn="ctr">
              <a:defRPr sz="1500" b="1">
                <a:solidFill>
                  <a:srgbClr val="25364A"/>
                </a:solidFill>
                <a:latin typeface="Nimbus Sans"/>
                <a:ea typeface="Nimbus Sans"/>
                <a:cs typeface="Nimbus Sans"/>
              </a:defRPr>
            </a:lvl3pPr>
            <a:lvl4pPr algn="ctr">
              <a:defRPr sz="1500" b="1">
                <a:solidFill>
                  <a:srgbClr val="25364A"/>
                </a:solidFill>
                <a:latin typeface="Nimbus Sans"/>
                <a:ea typeface="Nimbus Sans"/>
                <a:cs typeface="Nimbus Sans"/>
              </a:defRPr>
            </a:lvl4pPr>
            <a:lvl5pPr algn="ctr">
              <a:defRPr sz="1500" b="1">
                <a:solidFill>
                  <a:srgbClr val="25364A"/>
                </a:solidFill>
                <a:latin typeface="Nimbus Sans"/>
                <a:ea typeface="Nimbus Sans"/>
                <a:cs typeface="Nimbus Sans"/>
              </a:defRPr>
            </a:lvl5pPr>
            <a:lvl6pPr algn="ctr">
              <a:defRPr sz="1500" b="1">
                <a:solidFill>
                  <a:srgbClr val="25364A"/>
                </a:solidFill>
                <a:latin typeface="Nimbus Sans"/>
                <a:ea typeface="Nimbus Sans"/>
                <a:cs typeface="Nimbus Sans"/>
              </a:defRPr>
            </a:lvl6pPr>
            <a:lvl7pPr algn="ctr">
              <a:defRPr sz="1500" b="1">
                <a:solidFill>
                  <a:srgbClr val="25364A"/>
                </a:solidFill>
                <a:latin typeface="Nimbus Sans"/>
                <a:ea typeface="Nimbus Sans"/>
                <a:cs typeface="Nimbus Sans"/>
              </a:defRPr>
            </a:lvl7pPr>
            <a:lvl8pPr algn="ctr">
              <a:defRPr sz="1500" b="1">
                <a:solidFill>
                  <a:srgbClr val="25364A"/>
                </a:solidFill>
                <a:latin typeface="Nimbus Sans"/>
                <a:ea typeface="Nimbus Sans"/>
                <a:cs typeface="Nimbus Sans"/>
              </a:defRPr>
            </a:lvl8pPr>
            <a:lvl9pPr algn="ctr">
              <a:defRPr sz="1500" b="1">
                <a:solidFill>
                  <a:srgbClr val="25364A"/>
                </a:solidFill>
                <a:latin typeface="Nimbus Sans"/>
                <a:ea typeface="Nimbus Sans"/>
                <a:cs typeface="Nimbus Sans"/>
              </a:defRPr>
            </a:lvl9pPr>
          </a:lstStyle>
          <a:p>
            <a:pPr algn="ctr">
              <a:defRPr sz="1500" b="1">
                <a:solidFill>
                  <a:srgbClr val="25364A"/>
                </a:solidFill>
                <a:latin typeface="Nimbus Sans"/>
                <a:ea typeface="Nimbus Sans"/>
                <a:cs typeface="Nimbus Sans"/>
              </a:defRPr>
            </a:pPr>
            <a:r>
              <a:rPr sz="1250"/>
              <a:t>0.401</a:t>
            </a:r>
          </a:p>
        </p:txBody>
      </p:sp>
      <p:sp>
        <p:nvSpPr>
          <p:cNvPr id="49" name="neuron-1-1">
            <a:extLst>
              <a:ext uri="{FF2B5EF4-FFF2-40B4-BE49-F238E27FC236}">
                <a16:creationId xmlns:a16="http://schemas.microsoft.com/office/drawing/2014/main" id="{3B458206-1C6E-42E6-BB58-066CE8EE01F4}"/>
              </a:ext>
            </a:extLst>
          </p:cNvPr>
          <p:cNvSpPr>
            <a:spLocks noGrp="1"/>
          </p:cNvSpPr>
          <p:nvPr/>
        </p:nvSpPr>
        <p:spPr>
          <a:xfrm>
            <a:off x="1531937" y="3436938"/>
            <a:ext cx="428625" cy="428625"/>
          </a:xfrm>
          <a:prstGeom prst="ellipse">
            <a:avLst/>
          </a:prstGeom>
          <a:solidFill>
            <a:srgbClr val="DDEFE5"/>
          </a:solidFill>
          <a:ln w="14288">
            <a:solidFill>
              <a:srgbClr val="34495E"/>
            </a:solidFill>
            <a:prstDash val="solid"/>
          </a:ln>
        </p:spPr>
        <p:txBody>
          <a:bodyPr/>
          <a:lstStyle/>
          <a:p>
            <a:endParaRPr lang="en-US" sz="1500"/>
          </a:p>
        </p:txBody>
      </p:sp>
      <p:sp>
        <p:nvSpPr>
          <p:cNvPr id="50" name="activation-1-1">
            <a:extLst>
              <a:ext uri="{FF2B5EF4-FFF2-40B4-BE49-F238E27FC236}">
                <a16:creationId xmlns:a16="http://schemas.microsoft.com/office/drawing/2014/main" id="{1E13F49B-A10C-4B07-8F6F-54609C52BFCE}"/>
              </a:ext>
            </a:extLst>
          </p:cNvPr>
          <p:cNvSpPr>
            <a:spLocks noGrp="1"/>
          </p:cNvSpPr>
          <p:nvPr/>
        </p:nvSpPr>
        <p:spPr>
          <a:xfrm>
            <a:off x="1539875" y="3516313"/>
            <a:ext cx="412750" cy="269875"/>
          </a:xfrm>
          <a:prstGeom prst="rect">
            <a:avLst/>
          </a:prstGeom>
          <a:noFill/>
          <a:ln w="0">
            <a:noFill/>
            <a:prstDash val="solid"/>
          </a:ln>
        </p:spPr>
        <p:txBody>
          <a:bodyPr wrap="none" lIns="0" tIns="0" rIns="0" bIns="0" anchor="ctr"/>
          <a:lstStyle>
            <a:defPPr algn="ctr">
              <a:defRPr sz="1500" b="1">
                <a:solidFill>
                  <a:srgbClr val="25364A"/>
                </a:solidFill>
                <a:latin typeface="Nimbus Sans"/>
                <a:ea typeface="Nimbus Sans"/>
                <a:cs typeface="Nimbus Sans"/>
              </a:defRPr>
            </a:defPPr>
            <a:lvl1pPr algn="ctr">
              <a:defRPr sz="1500" b="1">
                <a:solidFill>
                  <a:srgbClr val="25364A"/>
                </a:solidFill>
                <a:latin typeface="Nimbus Sans"/>
                <a:ea typeface="Nimbus Sans"/>
                <a:cs typeface="Nimbus Sans"/>
              </a:defRPr>
            </a:lvl1pPr>
            <a:lvl2pPr algn="ctr">
              <a:defRPr sz="1500" b="1">
                <a:solidFill>
                  <a:srgbClr val="25364A"/>
                </a:solidFill>
                <a:latin typeface="Nimbus Sans"/>
                <a:ea typeface="Nimbus Sans"/>
                <a:cs typeface="Nimbus Sans"/>
              </a:defRPr>
            </a:lvl2pPr>
            <a:lvl3pPr algn="ctr">
              <a:defRPr sz="1500" b="1">
                <a:solidFill>
                  <a:srgbClr val="25364A"/>
                </a:solidFill>
                <a:latin typeface="Nimbus Sans"/>
                <a:ea typeface="Nimbus Sans"/>
                <a:cs typeface="Nimbus Sans"/>
              </a:defRPr>
            </a:lvl3pPr>
            <a:lvl4pPr algn="ctr">
              <a:defRPr sz="1500" b="1">
                <a:solidFill>
                  <a:srgbClr val="25364A"/>
                </a:solidFill>
                <a:latin typeface="Nimbus Sans"/>
                <a:ea typeface="Nimbus Sans"/>
                <a:cs typeface="Nimbus Sans"/>
              </a:defRPr>
            </a:lvl4pPr>
            <a:lvl5pPr algn="ctr">
              <a:defRPr sz="1500" b="1">
                <a:solidFill>
                  <a:srgbClr val="25364A"/>
                </a:solidFill>
                <a:latin typeface="Nimbus Sans"/>
                <a:ea typeface="Nimbus Sans"/>
                <a:cs typeface="Nimbus Sans"/>
              </a:defRPr>
            </a:lvl5pPr>
            <a:lvl6pPr algn="ctr">
              <a:defRPr sz="1500" b="1">
                <a:solidFill>
                  <a:srgbClr val="25364A"/>
                </a:solidFill>
                <a:latin typeface="Nimbus Sans"/>
                <a:ea typeface="Nimbus Sans"/>
                <a:cs typeface="Nimbus Sans"/>
              </a:defRPr>
            </a:lvl6pPr>
            <a:lvl7pPr algn="ctr">
              <a:defRPr sz="1500" b="1">
                <a:solidFill>
                  <a:srgbClr val="25364A"/>
                </a:solidFill>
                <a:latin typeface="Nimbus Sans"/>
                <a:ea typeface="Nimbus Sans"/>
                <a:cs typeface="Nimbus Sans"/>
              </a:defRPr>
            </a:lvl7pPr>
            <a:lvl8pPr algn="ctr">
              <a:defRPr sz="1500" b="1">
                <a:solidFill>
                  <a:srgbClr val="25364A"/>
                </a:solidFill>
                <a:latin typeface="Nimbus Sans"/>
                <a:ea typeface="Nimbus Sans"/>
                <a:cs typeface="Nimbus Sans"/>
              </a:defRPr>
            </a:lvl8pPr>
            <a:lvl9pPr algn="ctr">
              <a:defRPr sz="1500" b="1">
                <a:solidFill>
                  <a:srgbClr val="25364A"/>
                </a:solidFill>
                <a:latin typeface="Nimbus Sans"/>
                <a:ea typeface="Nimbus Sans"/>
                <a:cs typeface="Nimbus Sans"/>
              </a:defRPr>
            </a:lvl9pPr>
          </a:lstStyle>
          <a:p>
            <a:pPr algn="ctr">
              <a:defRPr sz="1500" b="1">
                <a:solidFill>
                  <a:srgbClr val="25364A"/>
                </a:solidFill>
                <a:latin typeface="Nimbus Sans"/>
                <a:ea typeface="Nimbus Sans"/>
                <a:cs typeface="Nimbus Sans"/>
              </a:defRPr>
            </a:pPr>
            <a:r>
              <a:rPr sz="1250"/>
              <a:t>0.999</a:t>
            </a:r>
          </a:p>
        </p:txBody>
      </p:sp>
      <p:sp>
        <p:nvSpPr>
          <p:cNvPr id="51" name="neuron-1-2">
            <a:extLst>
              <a:ext uri="{FF2B5EF4-FFF2-40B4-BE49-F238E27FC236}">
                <a16:creationId xmlns:a16="http://schemas.microsoft.com/office/drawing/2014/main" id="{808E5395-16D9-4886-B646-3619256DE5C9}"/>
              </a:ext>
            </a:extLst>
          </p:cNvPr>
          <p:cNvSpPr>
            <a:spLocks noGrp="1"/>
          </p:cNvSpPr>
          <p:nvPr/>
        </p:nvSpPr>
        <p:spPr>
          <a:xfrm>
            <a:off x="1531937" y="4310063"/>
            <a:ext cx="428625" cy="428625"/>
          </a:xfrm>
          <a:prstGeom prst="ellipse">
            <a:avLst/>
          </a:prstGeom>
          <a:solidFill>
            <a:srgbClr val="DDEFE5"/>
          </a:solidFill>
          <a:ln w="14288">
            <a:solidFill>
              <a:srgbClr val="34495E"/>
            </a:solidFill>
            <a:prstDash val="solid"/>
          </a:ln>
        </p:spPr>
        <p:txBody>
          <a:bodyPr/>
          <a:lstStyle/>
          <a:p>
            <a:endParaRPr lang="en-US" sz="1500"/>
          </a:p>
        </p:txBody>
      </p:sp>
      <p:sp>
        <p:nvSpPr>
          <p:cNvPr id="52" name="activation-1-2">
            <a:extLst>
              <a:ext uri="{FF2B5EF4-FFF2-40B4-BE49-F238E27FC236}">
                <a16:creationId xmlns:a16="http://schemas.microsoft.com/office/drawing/2014/main" id="{485CF5A7-C1E1-4297-AE3A-498C6C974BE4}"/>
              </a:ext>
            </a:extLst>
          </p:cNvPr>
          <p:cNvSpPr>
            <a:spLocks noGrp="1"/>
          </p:cNvSpPr>
          <p:nvPr/>
        </p:nvSpPr>
        <p:spPr>
          <a:xfrm>
            <a:off x="1539875" y="4389438"/>
            <a:ext cx="412750" cy="269875"/>
          </a:xfrm>
          <a:prstGeom prst="rect">
            <a:avLst/>
          </a:prstGeom>
          <a:noFill/>
          <a:ln w="0">
            <a:noFill/>
            <a:prstDash val="solid"/>
          </a:ln>
        </p:spPr>
        <p:txBody>
          <a:bodyPr wrap="none" lIns="0" tIns="0" rIns="0" bIns="0" anchor="ctr"/>
          <a:lstStyle>
            <a:defPPr algn="ctr">
              <a:defRPr sz="1500" b="1">
                <a:solidFill>
                  <a:srgbClr val="25364A"/>
                </a:solidFill>
                <a:latin typeface="Nimbus Sans"/>
                <a:ea typeface="Nimbus Sans"/>
                <a:cs typeface="Nimbus Sans"/>
              </a:defRPr>
            </a:defPPr>
            <a:lvl1pPr algn="ctr">
              <a:defRPr sz="1500" b="1">
                <a:solidFill>
                  <a:srgbClr val="25364A"/>
                </a:solidFill>
                <a:latin typeface="Nimbus Sans"/>
                <a:ea typeface="Nimbus Sans"/>
                <a:cs typeface="Nimbus Sans"/>
              </a:defRPr>
            </a:lvl1pPr>
            <a:lvl2pPr algn="ctr">
              <a:defRPr sz="1500" b="1">
                <a:solidFill>
                  <a:srgbClr val="25364A"/>
                </a:solidFill>
                <a:latin typeface="Nimbus Sans"/>
                <a:ea typeface="Nimbus Sans"/>
                <a:cs typeface="Nimbus Sans"/>
              </a:defRPr>
            </a:lvl2pPr>
            <a:lvl3pPr algn="ctr">
              <a:defRPr sz="1500" b="1">
                <a:solidFill>
                  <a:srgbClr val="25364A"/>
                </a:solidFill>
                <a:latin typeface="Nimbus Sans"/>
                <a:ea typeface="Nimbus Sans"/>
                <a:cs typeface="Nimbus Sans"/>
              </a:defRPr>
            </a:lvl3pPr>
            <a:lvl4pPr algn="ctr">
              <a:defRPr sz="1500" b="1">
                <a:solidFill>
                  <a:srgbClr val="25364A"/>
                </a:solidFill>
                <a:latin typeface="Nimbus Sans"/>
                <a:ea typeface="Nimbus Sans"/>
                <a:cs typeface="Nimbus Sans"/>
              </a:defRPr>
            </a:lvl4pPr>
            <a:lvl5pPr algn="ctr">
              <a:defRPr sz="1500" b="1">
                <a:solidFill>
                  <a:srgbClr val="25364A"/>
                </a:solidFill>
                <a:latin typeface="Nimbus Sans"/>
                <a:ea typeface="Nimbus Sans"/>
                <a:cs typeface="Nimbus Sans"/>
              </a:defRPr>
            </a:lvl5pPr>
            <a:lvl6pPr algn="ctr">
              <a:defRPr sz="1500" b="1">
                <a:solidFill>
                  <a:srgbClr val="25364A"/>
                </a:solidFill>
                <a:latin typeface="Nimbus Sans"/>
                <a:ea typeface="Nimbus Sans"/>
                <a:cs typeface="Nimbus Sans"/>
              </a:defRPr>
            </a:lvl6pPr>
            <a:lvl7pPr algn="ctr">
              <a:defRPr sz="1500" b="1">
                <a:solidFill>
                  <a:srgbClr val="25364A"/>
                </a:solidFill>
                <a:latin typeface="Nimbus Sans"/>
                <a:ea typeface="Nimbus Sans"/>
                <a:cs typeface="Nimbus Sans"/>
              </a:defRPr>
            </a:lvl7pPr>
            <a:lvl8pPr algn="ctr">
              <a:defRPr sz="1500" b="1">
                <a:solidFill>
                  <a:srgbClr val="25364A"/>
                </a:solidFill>
                <a:latin typeface="Nimbus Sans"/>
                <a:ea typeface="Nimbus Sans"/>
                <a:cs typeface="Nimbus Sans"/>
              </a:defRPr>
            </a:lvl8pPr>
            <a:lvl9pPr algn="ctr">
              <a:defRPr sz="1500" b="1">
                <a:solidFill>
                  <a:srgbClr val="25364A"/>
                </a:solidFill>
                <a:latin typeface="Nimbus Sans"/>
                <a:ea typeface="Nimbus Sans"/>
                <a:cs typeface="Nimbus Sans"/>
              </a:defRPr>
            </a:lvl9pPr>
          </a:lstStyle>
          <a:p>
            <a:pPr algn="ctr">
              <a:defRPr sz="1500" b="1">
                <a:solidFill>
                  <a:srgbClr val="25364A"/>
                </a:solidFill>
                <a:latin typeface="Nimbus Sans"/>
                <a:ea typeface="Nimbus Sans"/>
                <a:cs typeface="Nimbus Sans"/>
              </a:defRPr>
            </a:pPr>
            <a:r>
              <a:rPr sz="1250"/>
              <a:t>0.938</a:t>
            </a:r>
          </a:p>
        </p:txBody>
      </p:sp>
      <p:sp>
        <p:nvSpPr>
          <p:cNvPr id="53" name="neuron-2-0">
            <a:extLst>
              <a:ext uri="{FF2B5EF4-FFF2-40B4-BE49-F238E27FC236}">
                <a16:creationId xmlns:a16="http://schemas.microsoft.com/office/drawing/2014/main" id="{93783BC1-6630-4150-9EF3-1C0C45A10C9D}"/>
              </a:ext>
            </a:extLst>
          </p:cNvPr>
          <p:cNvSpPr>
            <a:spLocks noGrp="1"/>
          </p:cNvSpPr>
          <p:nvPr/>
        </p:nvSpPr>
        <p:spPr>
          <a:xfrm>
            <a:off x="2524125" y="3000375"/>
            <a:ext cx="428625" cy="428625"/>
          </a:xfrm>
          <a:prstGeom prst="ellipse">
            <a:avLst/>
          </a:prstGeom>
          <a:solidFill>
            <a:srgbClr val="DDEFE5"/>
          </a:solidFill>
          <a:ln w="14288">
            <a:solidFill>
              <a:srgbClr val="34495E"/>
            </a:solidFill>
            <a:prstDash val="solid"/>
          </a:ln>
        </p:spPr>
        <p:txBody>
          <a:bodyPr/>
          <a:lstStyle/>
          <a:p>
            <a:endParaRPr lang="en-US" sz="1500"/>
          </a:p>
        </p:txBody>
      </p:sp>
      <p:sp>
        <p:nvSpPr>
          <p:cNvPr id="54" name="activation-2-0">
            <a:extLst>
              <a:ext uri="{FF2B5EF4-FFF2-40B4-BE49-F238E27FC236}">
                <a16:creationId xmlns:a16="http://schemas.microsoft.com/office/drawing/2014/main" id="{004261BC-368C-4C4D-A245-85E8A778292E}"/>
              </a:ext>
            </a:extLst>
          </p:cNvPr>
          <p:cNvSpPr>
            <a:spLocks noGrp="1"/>
          </p:cNvSpPr>
          <p:nvPr/>
        </p:nvSpPr>
        <p:spPr>
          <a:xfrm>
            <a:off x="2532063" y="3079750"/>
            <a:ext cx="412750" cy="269875"/>
          </a:xfrm>
          <a:prstGeom prst="rect">
            <a:avLst/>
          </a:prstGeom>
          <a:noFill/>
          <a:ln w="0">
            <a:noFill/>
            <a:prstDash val="solid"/>
          </a:ln>
        </p:spPr>
        <p:txBody>
          <a:bodyPr wrap="none" lIns="0" tIns="0" rIns="0" bIns="0" anchor="ctr"/>
          <a:lstStyle>
            <a:defPPr algn="ctr">
              <a:defRPr sz="1500" b="1">
                <a:solidFill>
                  <a:srgbClr val="25364A"/>
                </a:solidFill>
                <a:latin typeface="Nimbus Sans"/>
                <a:ea typeface="Nimbus Sans"/>
                <a:cs typeface="Nimbus Sans"/>
              </a:defRPr>
            </a:defPPr>
            <a:lvl1pPr algn="ctr">
              <a:defRPr sz="1500" b="1">
                <a:solidFill>
                  <a:srgbClr val="25364A"/>
                </a:solidFill>
                <a:latin typeface="Nimbus Sans"/>
                <a:ea typeface="Nimbus Sans"/>
                <a:cs typeface="Nimbus Sans"/>
              </a:defRPr>
            </a:lvl1pPr>
            <a:lvl2pPr algn="ctr">
              <a:defRPr sz="1500" b="1">
                <a:solidFill>
                  <a:srgbClr val="25364A"/>
                </a:solidFill>
                <a:latin typeface="Nimbus Sans"/>
                <a:ea typeface="Nimbus Sans"/>
                <a:cs typeface="Nimbus Sans"/>
              </a:defRPr>
            </a:lvl2pPr>
            <a:lvl3pPr algn="ctr">
              <a:defRPr sz="1500" b="1">
                <a:solidFill>
                  <a:srgbClr val="25364A"/>
                </a:solidFill>
                <a:latin typeface="Nimbus Sans"/>
                <a:ea typeface="Nimbus Sans"/>
                <a:cs typeface="Nimbus Sans"/>
              </a:defRPr>
            </a:lvl3pPr>
            <a:lvl4pPr algn="ctr">
              <a:defRPr sz="1500" b="1">
                <a:solidFill>
                  <a:srgbClr val="25364A"/>
                </a:solidFill>
                <a:latin typeface="Nimbus Sans"/>
                <a:ea typeface="Nimbus Sans"/>
                <a:cs typeface="Nimbus Sans"/>
              </a:defRPr>
            </a:lvl4pPr>
            <a:lvl5pPr algn="ctr">
              <a:defRPr sz="1500" b="1">
                <a:solidFill>
                  <a:srgbClr val="25364A"/>
                </a:solidFill>
                <a:latin typeface="Nimbus Sans"/>
                <a:ea typeface="Nimbus Sans"/>
                <a:cs typeface="Nimbus Sans"/>
              </a:defRPr>
            </a:lvl5pPr>
            <a:lvl6pPr algn="ctr">
              <a:defRPr sz="1500" b="1">
                <a:solidFill>
                  <a:srgbClr val="25364A"/>
                </a:solidFill>
                <a:latin typeface="Nimbus Sans"/>
                <a:ea typeface="Nimbus Sans"/>
                <a:cs typeface="Nimbus Sans"/>
              </a:defRPr>
            </a:lvl6pPr>
            <a:lvl7pPr algn="ctr">
              <a:defRPr sz="1500" b="1">
                <a:solidFill>
                  <a:srgbClr val="25364A"/>
                </a:solidFill>
                <a:latin typeface="Nimbus Sans"/>
                <a:ea typeface="Nimbus Sans"/>
                <a:cs typeface="Nimbus Sans"/>
              </a:defRPr>
            </a:lvl7pPr>
            <a:lvl8pPr algn="ctr">
              <a:defRPr sz="1500" b="1">
                <a:solidFill>
                  <a:srgbClr val="25364A"/>
                </a:solidFill>
                <a:latin typeface="Nimbus Sans"/>
                <a:ea typeface="Nimbus Sans"/>
                <a:cs typeface="Nimbus Sans"/>
              </a:defRPr>
            </a:lvl8pPr>
            <a:lvl9pPr algn="ctr">
              <a:defRPr sz="1500" b="1">
                <a:solidFill>
                  <a:srgbClr val="25364A"/>
                </a:solidFill>
                <a:latin typeface="Nimbus Sans"/>
                <a:ea typeface="Nimbus Sans"/>
                <a:cs typeface="Nimbus Sans"/>
              </a:defRPr>
            </a:lvl9pPr>
          </a:lstStyle>
          <a:p>
            <a:pPr algn="ctr">
              <a:defRPr sz="1500" b="1">
                <a:solidFill>
                  <a:srgbClr val="25364A"/>
                </a:solidFill>
                <a:latin typeface="Nimbus Sans"/>
                <a:ea typeface="Nimbus Sans"/>
                <a:cs typeface="Nimbus Sans"/>
              </a:defRPr>
            </a:pPr>
            <a:r>
              <a:rPr sz="1250"/>
              <a:t>0.713</a:t>
            </a:r>
          </a:p>
        </p:txBody>
      </p:sp>
      <p:sp>
        <p:nvSpPr>
          <p:cNvPr id="55" name="neuron-2-1">
            <a:extLst>
              <a:ext uri="{FF2B5EF4-FFF2-40B4-BE49-F238E27FC236}">
                <a16:creationId xmlns:a16="http://schemas.microsoft.com/office/drawing/2014/main" id="{6472D7BE-929F-4402-9357-2F77DE2A8DCA}"/>
              </a:ext>
            </a:extLst>
          </p:cNvPr>
          <p:cNvSpPr>
            <a:spLocks noGrp="1"/>
          </p:cNvSpPr>
          <p:nvPr/>
        </p:nvSpPr>
        <p:spPr>
          <a:xfrm>
            <a:off x="2524125" y="3873500"/>
            <a:ext cx="428625" cy="428625"/>
          </a:xfrm>
          <a:prstGeom prst="ellipse">
            <a:avLst/>
          </a:prstGeom>
          <a:solidFill>
            <a:srgbClr val="DDEFE5"/>
          </a:solidFill>
          <a:ln w="14288">
            <a:solidFill>
              <a:srgbClr val="34495E"/>
            </a:solidFill>
            <a:prstDash val="solid"/>
          </a:ln>
        </p:spPr>
        <p:txBody>
          <a:bodyPr/>
          <a:lstStyle/>
          <a:p>
            <a:endParaRPr lang="en-US" sz="1500"/>
          </a:p>
        </p:txBody>
      </p:sp>
      <p:sp>
        <p:nvSpPr>
          <p:cNvPr id="56" name="activation-2-1">
            <a:extLst>
              <a:ext uri="{FF2B5EF4-FFF2-40B4-BE49-F238E27FC236}">
                <a16:creationId xmlns:a16="http://schemas.microsoft.com/office/drawing/2014/main" id="{E31DF3A5-FFE5-48B1-A084-85B3056E3CB0}"/>
              </a:ext>
            </a:extLst>
          </p:cNvPr>
          <p:cNvSpPr>
            <a:spLocks noGrp="1"/>
          </p:cNvSpPr>
          <p:nvPr/>
        </p:nvSpPr>
        <p:spPr>
          <a:xfrm>
            <a:off x="2532063" y="3952875"/>
            <a:ext cx="412750" cy="269875"/>
          </a:xfrm>
          <a:prstGeom prst="rect">
            <a:avLst/>
          </a:prstGeom>
          <a:noFill/>
          <a:ln w="0">
            <a:noFill/>
            <a:prstDash val="solid"/>
          </a:ln>
        </p:spPr>
        <p:txBody>
          <a:bodyPr wrap="none" lIns="0" tIns="0" rIns="0" bIns="0" anchor="ctr"/>
          <a:lstStyle>
            <a:defPPr algn="ctr">
              <a:defRPr sz="1500" b="1">
                <a:solidFill>
                  <a:srgbClr val="25364A"/>
                </a:solidFill>
                <a:latin typeface="Nimbus Sans"/>
                <a:ea typeface="Nimbus Sans"/>
                <a:cs typeface="Nimbus Sans"/>
              </a:defRPr>
            </a:defPPr>
            <a:lvl1pPr algn="ctr">
              <a:defRPr sz="1500" b="1">
                <a:solidFill>
                  <a:srgbClr val="25364A"/>
                </a:solidFill>
                <a:latin typeface="Nimbus Sans"/>
                <a:ea typeface="Nimbus Sans"/>
                <a:cs typeface="Nimbus Sans"/>
              </a:defRPr>
            </a:lvl1pPr>
            <a:lvl2pPr algn="ctr">
              <a:defRPr sz="1500" b="1">
                <a:solidFill>
                  <a:srgbClr val="25364A"/>
                </a:solidFill>
                <a:latin typeface="Nimbus Sans"/>
                <a:ea typeface="Nimbus Sans"/>
                <a:cs typeface="Nimbus Sans"/>
              </a:defRPr>
            </a:lvl2pPr>
            <a:lvl3pPr algn="ctr">
              <a:defRPr sz="1500" b="1">
                <a:solidFill>
                  <a:srgbClr val="25364A"/>
                </a:solidFill>
                <a:latin typeface="Nimbus Sans"/>
                <a:ea typeface="Nimbus Sans"/>
                <a:cs typeface="Nimbus Sans"/>
              </a:defRPr>
            </a:lvl3pPr>
            <a:lvl4pPr algn="ctr">
              <a:defRPr sz="1500" b="1">
                <a:solidFill>
                  <a:srgbClr val="25364A"/>
                </a:solidFill>
                <a:latin typeface="Nimbus Sans"/>
                <a:ea typeface="Nimbus Sans"/>
                <a:cs typeface="Nimbus Sans"/>
              </a:defRPr>
            </a:lvl4pPr>
            <a:lvl5pPr algn="ctr">
              <a:defRPr sz="1500" b="1">
                <a:solidFill>
                  <a:srgbClr val="25364A"/>
                </a:solidFill>
                <a:latin typeface="Nimbus Sans"/>
                <a:ea typeface="Nimbus Sans"/>
                <a:cs typeface="Nimbus Sans"/>
              </a:defRPr>
            </a:lvl5pPr>
            <a:lvl6pPr algn="ctr">
              <a:defRPr sz="1500" b="1">
                <a:solidFill>
                  <a:srgbClr val="25364A"/>
                </a:solidFill>
                <a:latin typeface="Nimbus Sans"/>
                <a:ea typeface="Nimbus Sans"/>
                <a:cs typeface="Nimbus Sans"/>
              </a:defRPr>
            </a:lvl6pPr>
            <a:lvl7pPr algn="ctr">
              <a:defRPr sz="1500" b="1">
                <a:solidFill>
                  <a:srgbClr val="25364A"/>
                </a:solidFill>
                <a:latin typeface="Nimbus Sans"/>
                <a:ea typeface="Nimbus Sans"/>
                <a:cs typeface="Nimbus Sans"/>
              </a:defRPr>
            </a:lvl7pPr>
            <a:lvl8pPr algn="ctr">
              <a:defRPr sz="1500" b="1">
                <a:solidFill>
                  <a:srgbClr val="25364A"/>
                </a:solidFill>
                <a:latin typeface="Nimbus Sans"/>
                <a:ea typeface="Nimbus Sans"/>
                <a:cs typeface="Nimbus Sans"/>
              </a:defRPr>
            </a:lvl8pPr>
            <a:lvl9pPr algn="ctr">
              <a:defRPr sz="1500" b="1">
                <a:solidFill>
                  <a:srgbClr val="25364A"/>
                </a:solidFill>
                <a:latin typeface="Nimbus Sans"/>
                <a:ea typeface="Nimbus Sans"/>
                <a:cs typeface="Nimbus Sans"/>
              </a:defRPr>
            </a:lvl9pPr>
          </a:lstStyle>
          <a:p>
            <a:pPr algn="ctr">
              <a:defRPr sz="1500" b="1">
                <a:solidFill>
                  <a:srgbClr val="25364A"/>
                </a:solidFill>
                <a:latin typeface="Nimbus Sans"/>
                <a:ea typeface="Nimbus Sans"/>
                <a:cs typeface="Nimbus Sans"/>
              </a:defRPr>
            </a:pPr>
            <a:r>
              <a:rPr sz="1250"/>
              <a:t>0.223</a:t>
            </a:r>
          </a:p>
        </p:txBody>
      </p:sp>
      <p:sp>
        <p:nvSpPr>
          <p:cNvPr id="57" name="neuron-3-0">
            <a:extLst>
              <a:ext uri="{FF2B5EF4-FFF2-40B4-BE49-F238E27FC236}">
                <a16:creationId xmlns:a16="http://schemas.microsoft.com/office/drawing/2014/main" id="{9EC90AA1-A39E-4FB4-858C-8005D9092161}"/>
              </a:ext>
            </a:extLst>
          </p:cNvPr>
          <p:cNvSpPr>
            <a:spLocks noGrp="1"/>
          </p:cNvSpPr>
          <p:nvPr/>
        </p:nvSpPr>
        <p:spPr>
          <a:xfrm>
            <a:off x="3516313" y="2325688"/>
            <a:ext cx="428625" cy="428625"/>
          </a:xfrm>
          <a:prstGeom prst="ellipse">
            <a:avLst/>
          </a:prstGeom>
          <a:solidFill>
            <a:srgbClr val="DDEFE5"/>
          </a:solidFill>
          <a:ln w="14288">
            <a:solidFill>
              <a:srgbClr val="34495E"/>
            </a:solidFill>
            <a:prstDash val="solid"/>
          </a:ln>
        </p:spPr>
        <p:txBody>
          <a:bodyPr/>
          <a:lstStyle/>
          <a:p>
            <a:endParaRPr lang="en-US" sz="1500"/>
          </a:p>
        </p:txBody>
      </p:sp>
      <p:sp>
        <p:nvSpPr>
          <p:cNvPr id="58" name="activation-3-0">
            <a:extLst>
              <a:ext uri="{FF2B5EF4-FFF2-40B4-BE49-F238E27FC236}">
                <a16:creationId xmlns:a16="http://schemas.microsoft.com/office/drawing/2014/main" id="{AB32BCA4-C419-46AA-AFCD-CC15860FC526}"/>
              </a:ext>
            </a:extLst>
          </p:cNvPr>
          <p:cNvSpPr>
            <a:spLocks noGrp="1"/>
          </p:cNvSpPr>
          <p:nvPr/>
        </p:nvSpPr>
        <p:spPr>
          <a:xfrm>
            <a:off x="3524250" y="2405063"/>
            <a:ext cx="412750" cy="269875"/>
          </a:xfrm>
          <a:prstGeom prst="rect">
            <a:avLst/>
          </a:prstGeom>
          <a:noFill/>
          <a:ln w="0">
            <a:noFill/>
            <a:prstDash val="solid"/>
          </a:ln>
        </p:spPr>
        <p:txBody>
          <a:bodyPr wrap="none" lIns="0" tIns="0" rIns="0" bIns="0" anchor="ctr"/>
          <a:lstStyle>
            <a:defPPr algn="ctr">
              <a:defRPr sz="1500" b="1">
                <a:solidFill>
                  <a:srgbClr val="25364A"/>
                </a:solidFill>
                <a:latin typeface="Nimbus Sans"/>
                <a:ea typeface="Nimbus Sans"/>
                <a:cs typeface="Nimbus Sans"/>
              </a:defRPr>
            </a:defPPr>
            <a:lvl1pPr algn="ctr">
              <a:defRPr sz="1500" b="1">
                <a:solidFill>
                  <a:srgbClr val="25364A"/>
                </a:solidFill>
                <a:latin typeface="Nimbus Sans"/>
                <a:ea typeface="Nimbus Sans"/>
                <a:cs typeface="Nimbus Sans"/>
              </a:defRPr>
            </a:lvl1pPr>
            <a:lvl2pPr algn="ctr">
              <a:defRPr sz="1500" b="1">
                <a:solidFill>
                  <a:srgbClr val="25364A"/>
                </a:solidFill>
                <a:latin typeface="Nimbus Sans"/>
                <a:ea typeface="Nimbus Sans"/>
                <a:cs typeface="Nimbus Sans"/>
              </a:defRPr>
            </a:lvl2pPr>
            <a:lvl3pPr algn="ctr">
              <a:defRPr sz="1500" b="1">
                <a:solidFill>
                  <a:srgbClr val="25364A"/>
                </a:solidFill>
                <a:latin typeface="Nimbus Sans"/>
                <a:ea typeface="Nimbus Sans"/>
                <a:cs typeface="Nimbus Sans"/>
              </a:defRPr>
            </a:lvl3pPr>
            <a:lvl4pPr algn="ctr">
              <a:defRPr sz="1500" b="1">
                <a:solidFill>
                  <a:srgbClr val="25364A"/>
                </a:solidFill>
                <a:latin typeface="Nimbus Sans"/>
                <a:ea typeface="Nimbus Sans"/>
                <a:cs typeface="Nimbus Sans"/>
              </a:defRPr>
            </a:lvl4pPr>
            <a:lvl5pPr algn="ctr">
              <a:defRPr sz="1500" b="1">
                <a:solidFill>
                  <a:srgbClr val="25364A"/>
                </a:solidFill>
                <a:latin typeface="Nimbus Sans"/>
                <a:ea typeface="Nimbus Sans"/>
                <a:cs typeface="Nimbus Sans"/>
              </a:defRPr>
            </a:lvl5pPr>
            <a:lvl6pPr algn="ctr">
              <a:defRPr sz="1500" b="1">
                <a:solidFill>
                  <a:srgbClr val="25364A"/>
                </a:solidFill>
                <a:latin typeface="Nimbus Sans"/>
                <a:ea typeface="Nimbus Sans"/>
                <a:cs typeface="Nimbus Sans"/>
              </a:defRPr>
            </a:lvl6pPr>
            <a:lvl7pPr algn="ctr">
              <a:defRPr sz="1500" b="1">
                <a:solidFill>
                  <a:srgbClr val="25364A"/>
                </a:solidFill>
                <a:latin typeface="Nimbus Sans"/>
                <a:ea typeface="Nimbus Sans"/>
                <a:cs typeface="Nimbus Sans"/>
              </a:defRPr>
            </a:lvl7pPr>
            <a:lvl8pPr algn="ctr">
              <a:defRPr sz="1500" b="1">
                <a:solidFill>
                  <a:srgbClr val="25364A"/>
                </a:solidFill>
                <a:latin typeface="Nimbus Sans"/>
                <a:ea typeface="Nimbus Sans"/>
                <a:cs typeface="Nimbus Sans"/>
              </a:defRPr>
            </a:lvl8pPr>
            <a:lvl9pPr algn="ctr">
              <a:defRPr sz="1500" b="1">
                <a:solidFill>
                  <a:srgbClr val="25364A"/>
                </a:solidFill>
                <a:latin typeface="Nimbus Sans"/>
                <a:ea typeface="Nimbus Sans"/>
                <a:cs typeface="Nimbus Sans"/>
              </a:defRPr>
            </a:lvl9pPr>
          </a:lstStyle>
          <a:p>
            <a:pPr algn="ctr">
              <a:defRPr sz="1500" b="1">
                <a:solidFill>
                  <a:srgbClr val="25364A"/>
                </a:solidFill>
                <a:latin typeface="Nimbus Sans"/>
                <a:ea typeface="Nimbus Sans"/>
                <a:cs typeface="Nimbus Sans"/>
              </a:defRPr>
            </a:pPr>
            <a:r>
              <a:rPr sz="1250"/>
              <a:t>0.599</a:t>
            </a:r>
          </a:p>
        </p:txBody>
      </p:sp>
      <p:sp>
        <p:nvSpPr>
          <p:cNvPr id="59" name="neuron-3-1">
            <a:extLst>
              <a:ext uri="{FF2B5EF4-FFF2-40B4-BE49-F238E27FC236}">
                <a16:creationId xmlns:a16="http://schemas.microsoft.com/office/drawing/2014/main" id="{F3EDC0D3-BD9F-4E0B-8618-E3B5CA352312}"/>
              </a:ext>
            </a:extLst>
          </p:cNvPr>
          <p:cNvSpPr>
            <a:spLocks noGrp="1"/>
          </p:cNvSpPr>
          <p:nvPr/>
        </p:nvSpPr>
        <p:spPr>
          <a:xfrm>
            <a:off x="3516313" y="3079750"/>
            <a:ext cx="428625" cy="428625"/>
          </a:xfrm>
          <a:prstGeom prst="ellipse">
            <a:avLst/>
          </a:prstGeom>
          <a:solidFill>
            <a:srgbClr val="DDEFE5"/>
          </a:solidFill>
          <a:ln w="14288">
            <a:solidFill>
              <a:srgbClr val="34495E"/>
            </a:solidFill>
            <a:prstDash val="solid"/>
          </a:ln>
        </p:spPr>
        <p:txBody>
          <a:bodyPr/>
          <a:lstStyle/>
          <a:p>
            <a:endParaRPr lang="en-US" sz="1500"/>
          </a:p>
        </p:txBody>
      </p:sp>
      <p:sp>
        <p:nvSpPr>
          <p:cNvPr id="60" name="activation-3-1">
            <a:extLst>
              <a:ext uri="{FF2B5EF4-FFF2-40B4-BE49-F238E27FC236}">
                <a16:creationId xmlns:a16="http://schemas.microsoft.com/office/drawing/2014/main" id="{521399C6-4259-4242-BB33-73AEBE857123}"/>
              </a:ext>
            </a:extLst>
          </p:cNvPr>
          <p:cNvSpPr>
            <a:spLocks noGrp="1"/>
          </p:cNvSpPr>
          <p:nvPr/>
        </p:nvSpPr>
        <p:spPr>
          <a:xfrm>
            <a:off x="3524250" y="3159125"/>
            <a:ext cx="412750" cy="269875"/>
          </a:xfrm>
          <a:prstGeom prst="rect">
            <a:avLst/>
          </a:prstGeom>
          <a:noFill/>
          <a:ln w="0">
            <a:noFill/>
            <a:prstDash val="solid"/>
          </a:ln>
        </p:spPr>
        <p:txBody>
          <a:bodyPr wrap="none" lIns="0" tIns="0" rIns="0" bIns="0" anchor="ctr"/>
          <a:lstStyle>
            <a:defPPr algn="ctr">
              <a:defRPr sz="1500" b="1">
                <a:solidFill>
                  <a:srgbClr val="25364A"/>
                </a:solidFill>
                <a:latin typeface="Nimbus Sans"/>
                <a:ea typeface="Nimbus Sans"/>
                <a:cs typeface="Nimbus Sans"/>
              </a:defRPr>
            </a:defPPr>
            <a:lvl1pPr algn="ctr">
              <a:defRPr sz="1500" b="1">
                <a:solidFill>
                  <a:srgbClr val="25364A"/>
                </a:solidFill>
                <a:latin typeface="Nimbus Sans"/>
                <a:ea typeface="Nimbus Sans"/>
                <a:cs typeface="Nimbus Sans"/>
              </a:defRPr>
            </a:lvl1pPr>
            <a:lvl2pPr algn="ctr">
              <a:defRPr sz="1500" b="1">
                <a:solidFill>
                  <a:srgbClr val="25364A"/>
                </a:solidFill>
                <a:latin typeface="Nimbus Sans"/>
                <a:ea typeface="Nimbus Sans"/>
                <a:cs typeface="Nimbus Sans"/>
              </a:defRPr>
            </a:lvl2pPr>
            <a:lvl3pPr algn="ctr">
              <a:defRPr sz="1500" b="1">
                <a:solidFill>
                  <a:srgbClr val="25364A"/>
                </a:solidFill>
                <a:latin typeface="Nimbus Sans"/>
                <a:ea typeface="Nimbus Sans"/>
                <a:cs typeface="Nimbus Sans"/>
              </a:defRPr>
            </a:lvl3pPr>
            <a:lvl4pPr algn="ctr">
              <a:defRPr sz="1500" b="1">
                <a:solidFill>
                  <a:srgbClr val="25364A"/>
                </a:solidFill>
                <a:latin typeface="Nimbus Sans"/>
                <a:ea typeface="Nimbus Sans"/>
                <a:cs typeface="Nimbus Sans"/>
              </a:defRPr>
            </a:lvl4pPr>
            <a:lvl5pPr algn="ctr">
              <a:defRPr sz="1500" b="1">
                <a:solidFill>
                  <a:srgbClr val="25364A"/>
                </a:solidFill>
                <a:latin typeface="Nimbus Sans"/>
                <a:ea typeface="Nimbus Sans"/>
                <a:cs typeface="Nimbus Sans"/>
              </a:defRPr>
            </a:lvl5pPr>
            <a:lvl6pPr algn="ctr">
              <a:defRPr sz="1500" b="1">
                <a:solidFill>
                  <a:srgbClr val="25364A"/>
                </a:solidFill>
                <a:latin typeface="Nimbus Sans"/>
                <a:ea typeface="Nimbus Sans"/>
                <a:cs typeface="Nimbus Sans"/>
              </a:defRPr>
            </a:lvl6pPr>
            <a:lvl7pPr algn="ctr">
              <a:defRPr sz="1500" b="1">
                <a:solidFill>
                  <a:srgbClr val="25364A"/>
                </a:solidFill>
                <a:latin typeface="Nimbus Sans"/>
                <a:ea typeface="Nimbus Sans"/>
                <a:cs typeface="Nimbus Sans"/>
              </a:defRPr>
            </a:lvl7pPr>
            <a:lvl8pPr algn="ctr">
              <a:defRPr sz="1500" b="1">
                <a:solidFill>
                  <a:srgbClr val="25364A"/>
                </a:solidFill>
                <a:latin typeface="Nimbus Sans"/>
                <a:ea typeface="Nimbus Sans"/>
                <a:cs typeface="Nimbus Sans"/>
              </a:defRPr>
            </a:lvl8pPr>
            <a:lvl9pPr algn="ctr">
              <a:defRPr sz="1500" b="1">
                <a:solidFill>
                  <a:srgbClr val="25364A"/>
                </a:solidFill>
                <a:latin typeface="Nimbus Sans"/>
                <a:ea typeface="Nimbus Sans"/>
                <a:cs typeface="Nimbus Sans"/>
              </a:defRPr>
            </a:lvl9pPr>
          </a:lstStyle>
          <a:p>
            <a:pPr algn="ctr">
              <a:defRPr sz="1500" b="1">
                <a:solidFill>
                  <a:srgbClr val="25364A"/>
                </a:solidFill>
                <a:latin typeface="Nimbus Sans"/>
                <a:ea typeface="Nimbus Sans"/>
                <a:cs typeface="Nimbus Sans"/>
              </a:defRPr>
            </a:pPr>
            <a:r>
              <a:rPr sz="1250"/>
              <a:t>0.609</a:t>
            </a:r>
          </a:p>
        </p:txBody>
      </p:sp>
      <p:sp>
        <p:nvSpPr>
          <p:cNvPr id="61" name="neuron-3-2">
            <a:extLst>
              <a:ext uri="{FF2B5EF4-FFF2-40B4-BE49-F238E27FC236}">
                <a16:creationId xmlns:a16="http://schemas.microsoft.com/office/drawing/2014/main" id="{AFBC5EE4-B7EE-4B6D-94B0-8A3ACD619D2D}"/>
              </a:ext>
            </a:extLst>
          </p:cNvPr>
          <p:cNvSpPr>
            <a:spLocks noGrp="1"/>
          </p:cNvSpPr>
          <p:nvPr/>
        </p:nvSpPr>
        <p:spPr>
          <a:xfrm>
            <a:off x="3516313" y="3833813"/>
            <a:ext cx="428625" cy="428625"/>
          </a:xfrm>
          <a:prstGeom prst="ellipse">
            <a:avLst/>
          </a:prstGeom>
          <a:solidFill>
            <a:srgbClr val="DDEFE5"/>
          </a:solidFill>
          <a:ln w="14288">
            <a:solidFill>
              <a:srgbClr val="34495E"/>
            </a:solidFill>
            <a:prstDash val="solid"/>
          </a:ln>
        </p:spPr>
        <p:txBody>
          <a:bodyPr/>
          <a:lstStyle/>
          <a:p>
            <a:endParaRPr lang="en-US" sz="1500"/>
          </a:p>
        </p:txBody>
      </p:sp>
      <p:sp>
        <p:nvSpPr>
          <p:cNvPr id="62" name="activation-3-2">
            <a:extLst>
              <a:ext uri="{FF2B5EF4-FFF2-40B4-BE49-F238E27FC236}">
                <a16:creationId xmlns:a16="http://schemas.microsoft.com/office/drawing/2014/main" id="{6F9CF3A2-5751-4E0D-BE08-F9A81241499F}"/>
              </a:ext>
            </a:extLst>
          </p:cNvPr>
          <p:cNvSpPr>
            <a:spLocks noGrp="1"/>
          </p:cNvSpPr>
          <p:nvPr/>
        </p:nvSpPr>
        <p:spPr>
          <a:xfrm>
            <a:off x="3524250" y="3913188"/>
            <a:ext cx="412750" cy="269875"/>
          </a:xfrm>
          <a:prstGeom prst="rect">
            <a:avLst/>
          </a:prstGeom>
          <a:noFill/>
          <a:ln w="0">
            <a:noFill/>
            <a:prstDash val="solid"/>
          </a:ln>
        </p:spPr>
        <p:txBody>
          <a:bodyPr wrap="none" lIns="0" tIns="0" rIns="0" bIns="0" anchor="ctr"/>
          <a:lstStyle>
            <a:defPPr algn="ctr">
              <a:defRPr sz="1500" b="1">
                <a:solidFill>
                  <a:srgbClr val="25364A"/>
                </a:solidFill>
                <a:latin typeface="Nimbus Sans"/>
                <a:ea typeface="Nimbus Sans"/>
                <a:cs typeface="Nimbus Sans"/>
              </a:defRPr>
            </a:defPPr>
            <a:lvl1pPr algn="ctr">
              <a:defRPr sz="1500" b="1">
                <a:solidFill>
                  <a:srgbClr val="25364A"/>
                </a:solidFill>
                <a:latin typeface="Nimbus Sans"/>
                <a:ea typeface="Nimbus Sans"/>
                <a:cs typeface="Nimbus Sans"/>
              </a:defRPr>
            </a:lvl1pPr>
            <a:lvl2pPr algn="ctr">
              <a:defRPr sz="1500" b="1">
                <a:solidFill>
                  <a:srgbClr val="25364A"/>
                </a:solidFill>
                <a:latin typeface="Nimbus Sans"/>
                <a:ea typeface="Nimbus Sans"/>
                <a:cs typeface="Nimbus Sans"/>
              </a:defRPr>
            </a:lvl2pPr>
            <a:lvl3pPr algn="ctr">
              <a:defRPr sz="1500" b="1">
                <a:solidFill>
                  <a:srgbClr val="25364A"/>
                </a:solidFill>
                <a:latin typeface="Nimbus Sans"/>
                <a:ea typeface="Nimbus Sans"/>
                <a:cs typeface="Nimbus Sans"/>
              </a:defRPr>
            </a:lvl3pPr>
            <a:lvl4pPr algn="ctr">
              <a:defRPr sz="1500" b="1">
                <a:solidFill>
                  <a:srgbClr val="25364A"/>
                </a:solidFill>
                <a:latin typeface="Nimbus Sans"/>
                <a:ea typeface="Nimbus Sans"/>
                <a:cs typeface="Nimbus Sans"/>
              </a:defRPr>
            </a:lvl4pPr>
            <a:lvl5pPr algn="ctr">
              <a:defRPr sz="1500" b="1">
                <a:solidFill>
                  <a:srgbClr val="25364A"/>
                </a:solidFill>
                <a:latin typeface="Nimbus Sans"/>
                <a:ea typeface="Nimbus Sans"/>
                <a:cs typeface="Nimbus Sans"/>
              </a:defRPr>
            </a:lvl5pPr>
            <a:lvl6pPr algn="ctr">
              <a:defRPr sz="1500" b="1">
                <a:solidFill>
                  <a:srgbClr val="25364A"/>
                </a:solidFill>
                <a:latin typeface="Nimbus Sans"/>
                <a:ea typeface="Nimbus Sans"/>
                <a:cs typeface="Nimbus Sans"/>
              </a:defRPr>
            </a:lvl6pPr>
            <a:lvl7pPr algn="ctr">
              <a:defRPr sz="1500" b="1">
                <a:solidFill>
                  <a:srgbClr val="25364A"/>
                </a:solidFill>
                <a:latin typeface="Nimbus Sans"/>
                <a:ea typeface="Nimbus Sans"/>
                <a:cs typeface="Nimbus Sans"/>
              </a:defRPr>
            </a:lvl7pPr>
            <a:lvl8pPr algn="ctr">
              <a:defRPr sz="1500" b="1">
                <a:solidFill>
                  <a:srgbClr val="25364A"/>
                </a:solidFill>
                <a:latin typeface="Nimbus Sans"/>
                <a:ea typeface="Nimbus Sans"/>
                <a:cs typeface="Nimbus Sans"/>
              </a:defRPr>
            </a:lvl8pPr>
            <a:lvl9pPr algn="ctr">
              <a:defRPr sz="1500" b="1">
                <a:solidFill>
                  <a:srgbClr val="25364A"/>
                </a:solidFill>
                <a:latin typeface="Nimbus Sans"/>
                <a:ea typeface="Nimbus Sans"/>
                <a:cs typeface="Nimbus Sans"/>
              </a:defRPr>
            </a:lvl9pPr>
          </a:lstStyle>
          <a:p>
            <a:pPr algn="ctr">
              <a:defRPr sz="1500" b="1">
                <a:solidFill>
                  <a:srgbClr val="25364A"/>
                </a:solidFill>
                <a:latin typeface="Nimbus Sans"/>
                <a:ea typeface="Nimbus Sans"/>
                <a:cs typeface="Nimbus Sans"/>
              </a:defRPr>
            </a:pPr>
            <a:r>
              <a:rPr sz="1250"/>
              <a:t>0.609</a:t>
            </a:r>
          </a:p>
        </p:txBody>
      </p:sp>
      <p:sp>
        <p:nvSpPr>
          <p:cNvPr id="63" name="neuron-3-3">
            <a:extLst>
              <a:ext uri="{FF2B5EF4-FFF2-40B4-BE49-F238E27FC236}">
                <a16:creationId xmlns:a16="http://schemas.microsoft.com/office/drawing/2014/main" id="{F8504AD4-DEFC-4DBB-BB0A-5D6E68EE202C}"/>
              </a:ext>
            </a:extLst>
          </p:cNvPr>
          <p:cNvSpPr>
            <a:spLocks noGrp="1"/>
          </p:cNvSpPr>
          <p:nvPr/>
        </p:nvSpPr>
        <p:spPr>
          <a:xfrm>
            <a:off x="3516313" y="4587875"/>
            <a:ext cx="428625" cy="428625"/>
          </a:xfrm>
          <a:prstGeom prst="ellipse">
            <a:avLst/>
          </a:prstGeom>
          <a:solidFill>
            <a:srgbClr val="DDEFE5"/>
          </a:solidFill>
          <a:ln w="14288">
            <a:solidFill>
              <a:srgbClr val="34495E"/>
            </a:solidFill>
            <a:prstDash val="solid"/>
          </a:ln>
        </p:spPr>
        <p:txBody>
          <a:bodyPr/>
          <a:lstStyle/>
          <a:p>
            <a:endParaRPr lang="en-US" sz="1500"/>
          </a:p>
        </p:txBody>
      </p:sp>
      <p:sp>
        <p:nvSpPr>
          <p:cNvPr id="64" name="activation-3-3">
            <a:extLst>
              <a:ext uri="{FF2B5EF4-FFF2-40B4-BE49-F238E27FC236}">
                <a16:creationId xmlns:a16="http://schemas.microsoft.com/office/drawing/2014/main" id="{810BDB8A-16A4-4B90-81C4-97EF53F08257}"/>
              </a:ext>
            </a:extLst>
          </p:cNvPr>
          <p:cNvSpPr>
            <a:spLocks noGrp="1"/>
          </p:cNvSpPr>
          <p:nvPr/>
        </p:nvSpPr>
        <p:spPr>
          <a:xfrm>
            <a:off x="3524250" y="4667250"/>
            <a:ext cx="412750" cy="269875"/>
          </a:xfrm>
          <a:prstGeom prst="rect">
            <a:avLst/>
          </a:prstGeom>
          <a:noFill/>
          <a:ln w="0">
            <a:noFill/>
            <a:prstDash val="solid"/>
          </a:ln>
        </p:spPr>
        <p:txBody>
          <a:bodyPr wrap="none" lIns="0" tIns="0" rIns="0" bIns="0" anchor="ctr"/>
          <a:lstStyle>
            <a:defPPr algn="ctr">
              <a:defRPr sz="1500" b="1">
                <a:solidFill>
                  <a:srgbClr val="25364A"/>
                </a:solidFill>
                <a:latin typeface="Nimbus Sans"/>
                <a:ea typeface="Nimbus Sans"/>
                <a:cs typeface="Nimbus Sans"/>
              </a:defRPr>
            </a:defPPr>
            <a:lvl1pPr algn="ctr">
              <a:defRPr sz="1500" b="1">
                <a:solidFill>
                  <a:srgbClr val="25364A"/>
                </a:solidFill>
                <a:latin typeface="Nimbus Sans"/>
                <a:ea typeface="Nimbus Sans"/>
                <a:cs typeface="Nimbus Sans"/>
              </a:defRPr>
            </a:lvl1pPr>
            <a:lvl2pPr algn="ctr">
              <a:defRPr sz="1500" b="1">
                <a:solidFill>
                  <a:srgbClr val="25364A"/>
                </a:solidFill>
                <a:latin typeface="Nimbus Sans"/>
                <a:ea typeface="Nimbus Sans"/>
                <a:cs typeface="Nimbus Sans"/>
              </a:defRPr>
            </a:lvl2pPr>
            <a:lvl3pPr algn="ctr">
              <a:defRPr sz="1500" b="1">
                <a:solidFill>
                  <a:srgbClr val="25364A"/>
                </a:solidFill>
                <a:latin typeface="Nimbus Sans"/>
                <a:ea typeface="Nimbus Sans"/>
                <a:cs typeface="Nimbus Sans"/>
              </a:defRPr>
            </a:lvl3pPr>
            <a:lvl4pPr algn="ctr">
              <a:defRPr sz="1500" b="1">
                <a:solidFill>
                  <a:srgbClr val="25364A"/>
                </a:solidFill>
                <a:latin typeface="Nimbus Sans"/>
                <a:ea typeface="Nimbus Sans"/>
                <a:cs typeface="Nimbus Sans"/>
              </a:defRPr>
            </a:lvl4pPr>
            <a:lvl5pPr algn="ctr">
              <a:defRPr sz="1500" b="1">
                <a:solidFill>
                  <a:srgbClr val="25364A"/>
                </a:solidFill>
                <a:latin typeface="Nimbus Sans"/>
                <a:ea typeface="Nimbus Sans"/>
                <a:cs typeface="Nimbus Sans"/>
              </a:defRPr>
            </a:lvl5pPr>
            <a:lvl6pPr algn="ctr">
              <a:defRPr sz="1500" b="1">
                <a:solidFill>
                  <a:srgbClr val="25364A"/>
                </a:solidFill>
                <a:latin typeface="Nimbus Sans"/>
                <a:ea typeface="Nimbus Sans"/>
                <a:cs typeface="Nimbus Sans"/>
              </a:defRPr>
            </a:lvl6pPr>
            <a:lvl7pPr algn="ctr">
              <a:defRPr sz="1500" b="1">
                <a:solidFill>
                  <a:srgbClr val="25364A"/>
                </a:solidFill>
                <a:latin typeface="Nimbus Sans"/>
                <a:ea typeface="Nimbus Sans"/>
                <a:cs typeface="Nimbus Sans"/>
              </a:defRPr>
            </a:lvl7pPr>
            <a:lvl8pPr algn="ctr">
              <a:defRPr sz="1500" b="1">
                <a:solidFill>
                  <a:srgbClr val="25364A"/>
                </a:solidFill>
                <a:latin typeface="Nimbus Sans"/>
                <a:ea typeface="Nimbus Sans"/>
                <a:cs typeface="Nimbus Sans"/>
              </a:defRPr>
            </a:lvl8pPr>
            <a:lvl9pPr algn="ctr">
              <a:defRPr sz="1500" b="1">
                <a:solidFill>
                  <a:srgbClr val="25364A"/>
                </a:solidFill>
                <a:latin typeface="Nimbus Sans"/>
                <a:ea typeface="Nimbus Sans"/>
                <a:cs typeface="Nimbus Sans"/>
              </a:defRPr>
            </a:lvl9pPr>
          </a:lstStyle>
          <a:p>
            <a:pPr algn="ctr">
              <a:defRPr sz="1500" b="1">
                <a:solidFill>
                  <a:srgbClr val="25364A"/>
                </a:solidFill>
                <a:latin typeface="Nimbus Sans"/>
                <a:ea typeface="Nimbus Sans"/>
                <a:cs typeface="Nimbus Sans"/>
              </a:defRPr>
            </a:pPr>
            <a:r>
              <a:rPr sz="1250"/>
              <a:t>0.481</a:t>
            </a:r>
          </a:p>
        </p:txBody>
      </p:sp>
      <p:sp>
        <p:nvSpPr>
          <p:cNvPr id="65" name="neuron-4-0">
            <a:extLst>
              <a:ext uri="{FF2B5EF4-FFF2-40B4-BE49-F238E27FC236}">
                <a16:creationId xmlns:a16="http://schemas.microsoft.com/office/drawing/2014/main" id="{12D6517E-0F6B-43A3-8F24-F21026B8680C}"/>
              </a:ext>
            </a:extLst>
          </p:cNvPr>
          <p:cNvSpPr>
            <a:spLocks noGrp="1"/>
          </p:cNvSpPr>
          <p:nvPr/>
        </p:nvSpPr>
        <p:spPr>
          <a:xfrm>
            <a:off x="4508500" y="2166938"/>
            <a:ext cx="428625" cy="428625"/>
          </a:xfrm>
          <a:prstGeom prst="ellipse">
            <a:avLst/>
          </a:prstGeom>
          <a:solidFill>
            <a:srgbClr val="DDEFE5"/>
          </a:solidFill>
          <a:ln w="14288">
            <a:solidFill>
              <a:srgbClr val="34495E"/>
            </a:solidFill>
            <a:prstDash val="solid"/>
          </a:ln>
        </p:spPr>
        <p:txBody>
          <a:bodyPr/>
          <a:lstStyle/>
          <a:p>
            <a:endParaRPr lang="en-US" sz="1500"/>
          </a:p>
        </p:txBody>
      </p:sp>
      <p:sp>
        <p:nvSpPr>
          <p:cNvPr id="66" name="activation-4-0">
            <a:extLst>
              <a:ext uri="{FF2B5EF4-FFF2-40B4-BE49-F238E27FC236}">
                <a16:creationId xmlns:a16="http://schemas.microsoft.com/office/drawing/2014/main" id="{43D1741C-A4A5-41E1-8F37-AC6095E72B34}"/>
              </a:ext>
            </a:extLst>
          </p:cNvPr>
          <p:cNvSpPr>
            <a:spLocks noGrp="1"/>
          </p:cNvSpPr>
          <p:nvPr/>
        </p:nvSpPr>
        <p:spPr>
          <a:xfrm>
            <a:off x="4516438" y="2246313"/>
            <a:ext cx="412750" cy="269875"/>
          </a:xfrm>
          <a:prstGeom prst="rect">
            <a:avLst/>
          </a:prstGeom>
          <a:noFill/>
          <a:ln w="0">
            <a:noFill/>
            <a:prstDash val="solid"/>
          </a:ln>
        </p:spPr>
        <p:txBody>
          <a:bodyPr wrap="none" lIns="0" tIns="0" rIns="0" bIns="0" anchor="ctr"/>
          <a:lstStyle>
            <a:defPPr algn="ctr">
              <a:defRPr sz="1275" b="1">
                <a:solidFill>
                  <a:srgbClr val="25364A"/>
                </a:solidFill>
                <a:latin typeface="Nimbus Sans"/>
                <a:ea typeface="Nimbus Sans"/>
                <a:cs typeface="Nimbus Sans"/>
              </a:defRPr>
            </a:defPPr>
            <a:lvl1pPr algn="ctr">
              <a:defRPr sz="1275" b="1">
                <a:solidFill>
                  <a:srgbClr val="25364A"/>
                </a:solidFill>
                <a:latin typeface="Nimbus Sans"/>
                <a:ea typeface="Nimbus Sans"/>
                <a:cs typeface="Nimbus Sans"/>
              </a:defRPr>
            </a:lvl1pPr>
            <a:lvl2pPr algn="ctr">
              <a:defRPr sz="1275" b="1">
                <a:solidFill>
                  <a:srgbClr val="25364A"/>
                </a:solidFill>
                <a:latin typeface="Nimbus Sans"/>
                <a:ea typeface="Nimbus Sans"/>
                <a:cs typeface="Nimbus Sans"/>
              </a:defRPr>
            </a:lvl2pPr>
            <a:lvl3pPr algn="ctr">
              <a:defRPr sz="1275" b="1">
                <a:solidFill>
                  <a:srgbClr val="25364A"/>
                </a:solidFill>
                <a:latin typeface="Nimbus Sans"/>
                <a:ea typeface="Nimbus Sans"/>
                <a:cs typeface="Nimbus Sans"/>
              </a:defRPr>
            </a:lvl3pPr>
            <a:lvl4pPr algn="ctr">
              <a:defRPr sz="1275" b="1">
                <a:solidFill>
                  <a:srgbClr val="25364A"/>
                </a:solidFill>
                <a:latin typeface="Nimbus Sans"/>
                <a:ea typeface="Nimbus Sans"/>
                <a:cs typeface="Nimbus Sans"/>
              </a:defRPr>
            </a:lvl4pPr>
            <a:lvl5pPr algn="ctr">
              <a:defRPr sz="1275" b="1">
                <a:solidFill>
                  <a:srgbClr val="25364A"/>
                </a:solidFill>
                <a:latin typeface="Nimbus Sans"/>
                <a:ea typeface="Nimbus Sans"/>
                <a:cs typeface="Nimbus Sans"/>
              </a:defRPr>
            </a:lvl5pPr>
            <a:lvl6pPr algn="ctr">
              <a:defRPr sz="1275" b="1">
                <a:solidFill>
                  <a:srgbClr val="25364A"/>
                </a:solidFill>
                <a:latin typeface="Nimbus Sans"/>
                <a:ea typeface="Nimbus Sans"/>
                <a:cs typeface="Nimbus Sans"/>
              </a:defRPr>
            </a:lvl6pPr>
            <a:lvl7pPr algn="ctr">
              <a:defRPr sz="1275" b="1">
                <a:solidFill>
                  <a:srgbClr val="25364A"/>
                </a:solidFill>
                <a:latin typeface="Nimbus Sans"/>
                <a:ea typeface="Nimbus Sans"/>
                <a:cs typeface="Nimbus Sans"/>
              </a:defRPr>
            </a:lvl7pPr>
            <a:lvl8pPr algn="ctr">
              <a:defRPr sz="1275" b="1">
                <a:solidFill>
                  <a:srgbClr val="25364A"/>
                </a:solidFill>
                <a:latin typeface="Nimbus Sans"/>
                <a:ea typeface="Nimbus Sans"/>
                <a:cs typeface="Nimbus Sans"/>
              </a:defRPr>
            </a:lvl8pPr>
            <a:lvl9pPr algn="ctr">
              <a:defRPr sz="1275" b="1">
                <a:solidFill>
                  <a:srgbClr val="25364A"/>
                </a:solidFill>
                <a:latin typeface="Nimbus Sans"/>
                <a:ea typeface="Nimbus Sans"/>
                <a:cs typeface="Nimbus Sans"/>
              </a:defRPr>
            </a:lvl9pPr>
          </a:lstStyle>
          <a:p>
            <a:pPr algn="ctr">
              <a:defRPr sz="1275" b="1">
                <a:solidFill>
                  <a:srgbClr val="25364A"/>
                </a:solidFill>
                <a:latin typeface="Nimbus Sans"/>
                <a:ea typeface="Nimbus Sans"/>
                <a:cs typeface="Nimbus Sans"/>
              </a:defRPr>
            </a:pPr>
            <a:r>
              <a:rPr sz="1062"/>
              <a:t>16.2%</a:t>
            </a:r>
          </a:p>
        </p:txBody>
      </p:sp>
      <p:sp>
        <p:nvSpPr>
          <p:cNvPr id="67" name="neuron-4-1">
            <a:extLst>
              <a:ext uri="{FF2B5EF4-FFF2-40B4-BE49-F238E27FC236}">
                <a16:creationId xmlns:a16="http://schemas.microsoft.com/office/drawing/2014/main" id="{69318275-873E-4BCF-AF75-F73ED4A77B41}"/>
              </a:ext>
            </a:extLst>
          </p:cNvPr>
          <p:cNvSpPr>
            <a:spLocks noGrp="1"/>
          </p:cNvSpPr>
          <p:nvPr/>
        </p:nvSpPr>
        <p:spPr>
          <a:xfrm>
            <a:off x="4508500" y="2801938"/>
            <a:ext cx="428625" cy="428625"/>
          </a:xfrm>
          <a:prstGeom prst="ellipse">
            <a:avLst/>
          </a:prstGeom>
          <a:solidFill>
            <a:srgbClr val="DDEFE5"/>
          </a:solidFill>
          <a:ln w="14288">
            <a:solidFill>
              <a:srgbClr val="34495E"/>
            </a:solidFill>
            <a:prstDash val="solid"/>
          </a:ln>
        </p:spPr>
        <p:txBody>
          <a:bodyPr/>
          <a:lstStyle/>
          <a:p>
            <a:endParaRPr lang="en-US" sz="1500"/>
          </a:p>
        </p:txBody>
      </p:sp>
      <p:sp>
        <p:nvSpPr>
          <p:cNvPr id="68" name="activation-4-1">
            <a:extLst>
              <a:ext uri="{FF2B5EF4-FFF2-40B4-BE49-F238E27FC236}">
                <a16:creationId xmlns:a16="http://schemas.microsoft.com/office/drawing/2014/main" id="{24A3EF0B-EF2B-4ED3-8589-49F8EF3899B2}"/>
              </a:ext>
            </a:extLst>
          </p:cNvPr>
          <p:cNvSpPr>
            <a:spLocks noGrp="1"/>
          </p:cNvSpPr>
          <p:nvPr/>
        </p:nvSpPr>
        <p:spPr>
          <a:xfrm>
            <a:off x="4516438" y="2881313"/>
            <a:ext cx="412750" cy="269875"/>
          </a:xfrm>
          <a:prstGeom prst="rect">
            <a:avLst/>
          </a:prstGeom>
          <a:noFill/>
          <a:ln w="0">
            <a:noFill/>
            <a:prstDash val="solid"/>
          </a:ln>
        </p:spPr>
        <p:txBody>
          <a:bodyPr wrap="none" lIns="0" tIns="0" rIns="0" bIns="0" anchor="ctr"/>
          <a:lstStyle>
            <a:defPPr algn="ctr">
              <a:defRPr sz="1275" b="1">
                <a:solidFill>
                  <a:srgbClr val="25364A"/>
                </a:solidFill>
                <a:latin typeface="Nimbus Sans"/>
                <a:ea typeface="Nimbus Sans"/>
                <a:cs typeface="Nimbus Sans"/>
              </a:defRPr>
            </a:defPPr>
            <a:lvl1pPr algn="ctr">
              <a:defRPr sz="1275" b="1">
                <a:solidFill>
                  <a:srgbClr val="25364A"/>
                </a:solidFill>
                <a:latin typeface="Nimbus Sans"/>
                <a:ea typeface="Nimbus Sans"/>
                <a:cs typeface="Nimbus Sans"/>
              </a:defRPr>
            </a:lvl1pPr>
            <a:lvl2pPr algn="ctr">
              <a:defRPr sz="1275" b="1">
                <a:solidFill>
                  <a:srgbClr val="25364A"/>
                </a:solidFill>
                <a:latin typeface="Nimbus Sans"/>
                <a:ea typeface="Nimbus Sans"/>
                <a:cs typeface="Nimbus Sans"/>
              </a:defRPr>
            </a:lvl2pPr>
            <a:lvl3pPr algn="ctr">
              <a:defRPr sz="1275" b="1">
                <a:solidFill>
                  <a:srgbClr val="25364A"/>
                </a:solidFill>
                <a:latin typeface="Nimbus Sans"/>
                <a:ea typeface="Nimbus Sans"/>
                <a:cs typeface="Nimbus Sans"/>
              </a:defRPr>
            </a:lvl3pPr>
            <a:lvl4pPr algn="ctr">
              <a:defRPr sz="1275" b="1">
                <a:solidFill>
                  <a:srgbClr val="25364A"/>
                </a:solidFill>
                <a:latin typeface="Nimbus Sans"/>
                <a:ea typeface="Nimbus Sans"/>
                <a:cs typeface="Nimbus Sans"/>
              </a:defRPr>
            </a:lvl4pPr>
            <a:lvl5pPr algn="ctr">
              <a:defRPr sz="1275" b="1">
                <a:solidFill>
                  <a:srgbClr val="25364A"/>
                </a:solidFill>
                <a:latin typeface="Nimbus Sans"/>
                <a:ea typeface="Nimbus Sans"/>
                <a:cs typeface="Nimbus Sans"/>
              </a:defRPr>
            </a:lvl5pPr>
            <a:lvl6pPr algn="ctr">
              <a:defRPr sz="1275" b="1">
                <a:solidFill>
                  <a:srgbClr val="25364A"/>
                </a:solidFill>
                <a:latin typeface="Nimbus Sans"/>
                <a:ea typeface="Nimbus Sans"/>
                <a:cs typeface="Nimbus Sans"/>
              </a:defRPr>
            </a:lvl6pPr>
            <a:lvl7pPr algn="ctr">
              <a:defRPr sz="1275" b="1">
                <a:solidFill>
                  <a:srgbClr val="25364A"/>
                </a:solidFill>
                <a:latin typeface="Nimbus Sans"/>
                <a:ea typeface="Nimbus Sans"/>
                <a:cs typeface="Nimbus Sans"/>
              </a:defRPr>
            </a:lvl7pPr>
            <a:lvl8pPr algn="ctr">
              <a:defRPr sz="1275" b="1">
                <a:solidFill>
                  <a:srgbClr val="25364A"/>
                </a:solidFill>
                <a:latin typeface="Nimbus Sans"/>
                <a:ea typeface="Nimbus Sans"/>
                <a:cs typeface="Nimbus Sans"/>
              </a:defRPr>
            </a:lvl8pPr>
            <a:lvl9pPr algn="ctr">
              <a:defRPr sz="1275" b="1">
                <a:solidFill>
                  <a:srgbClr val="25364A"/>
                </a:solidFill>
                <a:latin typeface="Nimbus Sans"/>
                <a:ea typeface="Nimbus Sans"/>
                <a:cs typeface="Nimbus Sans"/>
              </a:defRPr>
            </a:lvl9pPr>
          </a:lstStyle>
          <a:p>
            <a:pPr algn="ctr">
              <a:defRPr sz="1275" b="1">
                <a:solidFill>
                  <a:srgbClr val="25364A"/>
                </a:solidFill>
                <a:latin typeface="Nimbus Sans"/>
                <a:ea typeface="Nimbus Sans"/>
                <a:cs typeface="Nimbus Sans"/>
              </a:defRPr>
            </a:pPr>
            <a:r>
              <a:rPr sz="1062"/>
              <a:t>20.2%</a:t>
            </a:r>
          </a:p>
        </p:txBody>
      </p:sp>
      <p:sp>
        <p:nvSpPr>
          <p:cNvPr id="69" name="neuron-4-2">
            <a:extLst>
              <a:ext uri="{FF2B5EF4-FFF2-40B4-BE49-F238E27FC236}">
                <a16:creationId xmlns:a16="http://schemas.microsoft.com/office/drawing/2014/main" id="{56E40C51-8C49-47E7-81CD-AF305CCFB36C}"/>
              </a:ext>
            </a:extLst>
          </p:cNvPr>
          <p:cNvSpPr>
            <a:spLocks noGrp="1"/>
          </p:cNvSpPr>
          <p:nvPr/>
        </p:nvSpPr>
        <p:spPr>
          <a:xfrm>
            <a:off x="4508500" y="3436938"/>
            <a:ext cx="428625" cy="428625"/>
          </a:xfrm>
          <a:prstGeom prst="ellipse">
            <a:avLst/>
          </a:prstGeom>
          <a:solidFill>
            <a:srgbClr val="DDEFE5"/>
          </a:solidFill>
          <a:ln w="14288">
            <a:solidFill>
              <a:srgbClr val="34495E"/>
            </a:solidFill>
            <a:prstDash val="solid"/>
          </a:ln>
        </p:spPr>
        <p:txBody>
          <a:bodyPr/>
          <a:lstStyle/>
          <a:p>
            <a:endParaRPr lang="en-US" sz="1500"/>
          </a:p>
        </p:txBody>
      </p:sp>
      <p:sp>
        <p:nvSpPr>
          <p:cNvPr id="70" name="activation-4-2">
            <a:extLst>
              <a:ext uri="{FF2B5EF4-FFF2-40B4-BE49-F238E27FC236}">
                <a16:creationId xmlns:a16="http://schemas.microsoft.com/office/drawing/2014/main" id="{F23EE735-FE32-45C6-8A24-D622D44AFD71}"/>
              </a:ext>
            </a:extLst>
          </p:cNvPr>
          <p:cNvSpPr>
            <a:spLocks noGrp="1"/>
          </p:cNvSpPr>
          <p:nvPr/>
        </p:nvSpPr>
        <p:spPr>
          <a:xfrm>
            <a:off x="4516438" y="3516313"/>
            <a:ext cx="412750" cy="269875"/>
          </a:xfrm>
          <a:prstGeom prst="rect">
            <a:avLst/>
          </a:prstGeom>
          <a:noFill/>
          <a:ln w="0">
            <a:noFill/>
            <a:prstDash val="solid"/>
          </a:ln>
        </p:spPr>
        <p:txBody>
          <a:bodyPr wrap="none" lIns="0" tIns="0" rIns="0" bIns="0" anchor="ctr"/>
          <a:lstStyle>
            <a:defPPr algn="ctr">
              <a:defRPr sz="1275" b="1">
                <a:solidFill>
                  <a:srgbClr val="25364A"/>
                </a:solidFill>
                <a:latin typeface="Nimbus Sans"/>
                <a:ea typeface="Nimbus Sans"/>
                <a:cs typeface="Nimbus Sans"/>
              </a:defRPr>
            </a:defPPr>
            <a:lvl1pPr algn="ctr">
              <a:defRPr sz="1275" b="1">
                <a:solidFill>
                  <a:srgbClr val="25364A"/>
                </a:solidFill>
                <a:latin typeface="Nimbus Sans"/>
                <a:ea typeface="Nimbus Sans"/>
                <a:cs typeface="Nimbus Sans"/>
              </a:defRPr>
            </a:lvl1pPr>
            <a:lvl2pPr algn="ctr">
              <a:defRPr sz="1275" b="1">
                <a:solidFill>
                  <a:srgbClr val="25364A"/>
                </a:solidFill>
                <a:latin typeface="Nimbus Sans"/>
                <a:ea typeface="Nimbus Sans"/>
                <a:cs typeface="Nimbus Sans"/>
              </a:defRPr>
            </a:lvl2pPr>
            <a:lvl3pPr algn="ctr">
              <a:defRPr sz="1275" b="1">
                <a:solidFill>
                  <a:srgbClr val="25364A"/>
                </a:solidFill>
                <a:latin typeface="Nimbus Sans"/>
                <a:ea typeface="Nimbus Sans"/>
                <a:cs typeface="Nimbus Sans"/>
              </a:defRPr>
            </a:lvl3pPr>
            <a:lvl4pPr algn="ctr">
              <a:defRPr sz="1275" b="1">
                <a:solidFill>
                  <a:srgbClr val="25364A"/>
                </a:solidFill>
                <a:latin typeface="Nimbus Sans"/>
                <a:ea typeface="Nimbus Sans"/>
                <a:cs typeface="Nimbus Sans"/>
              </a:defRPr>
            </a:lvl4pPr>
            <a:lvl5pPr algn="ctr">
              <a:defRPr sz="1275" b="1">
                <a:solidFill>
                  <a:srgbClr val="25364A"/>
                </a:solidFill>
                <a:latin typeface="Nimbus Sans"/>
                <a:ea typeface="Nimbus Sans"/>
                <a:cs typeface="Nimbus Sans"/>
              </a:defRPr>
            </a:lvl5pPr>
            <a:lvl6pPr algn="ctr">
              <a:defRPr sz="1275" b="1">
                <a:solidFill>
                  <a:srgbClr val="25364A"/>
                </a:solidFill>
                <a:latin typeface="Nimbus Sans"/>
                <a:ea typeface="Nimbus Sans"/>
                <a:cs typeface="Nimbus Sans"/>
              </a:defRPr>
            </a:lvl6pPr>
            <a:lvl7pPr algn="ctr">
              <a:defRPr sz="1275" b="1">
                <a:solidFill>
                  <a:srgbClr val="25364A"/>
                </a:solidFill>
                <a:latin typeface="Nimbus Sans"/>
                <a:ea typeface="Nimbus Sans"/>
                <a:cs typeface="Nimbus Sans"/>
              </a:defRPr>
            </a:lvl7pPr>
            <a:lvl8pPr algn="ctr">
              <a:defRPr sz="1275" b="1">
                <a:solidFill>
                  <a:srgbClr val="25364A"/>
                </a:solidFill>
                <a:latin typeface="Nimbus Sans"/>
                <a:ea typeface="Nimbus Sans"/>
                <a:cs typeface="Nimbus Sans"/>
              </a:defRPr>
            </a:lvl8pPr>
            <a:lvl9pPr algn="ctr">
              <a:defRPr sz="1275" b="1">
                <a:solidFill>
                  <a:srgbClr val="25364A"/>
                </a:solidFill>
                <a:latin typeface="Nimbus Sans"/>
                <a:ea typeface="Nimbus Sans"/>
                <a:cs typeface="Nimbus Sans"/>
              </a:defRPr>
            </a:lvl9pPr>
          </a:lstStyle>
          <a:p>
            <a:pPr algn="ctr">
              <a:defRPr sz="1275" b="1">
                <a:solidFill>
                  <a:srgbClr val="25364A"/>
                </a:solidFill>
                <a:latin typeface="Nimbus Sans"/>
                <a:ea typeface="Nimbus Sans"/>
                <a:cs typeface="Nimbus Sans"/>
              </a:defRPr>
            </a:pPr>
            <a:r>
              <a:rPr sz="1062"/>
              <a:t>23.0%</a:t>
            </a:r>
          </a:p>
        </p:txBody>
      </p:sp>
      <p:sp>
        <p:nvSpPr>
          <p:cNvPr id="71" name="neuron-4-3">
            <a:extLst>
              <a:ext uri="{FF2B5EF4-FFF2-40B4-BE49-F238E27FC236}">
                <a16:creationId xmlns:a16="http://schemas.microsoft.com/office/drawing/2014/main" id="{1C2588BC-9073-4DAB-90A7-32C9EEBAD640}"/>
              </a:ext>
            </a:extLst>
          </p:cNvPr>
          <p:cNvSpPr>
            <a:spLocks noGrp="1"/>
          </p:cNvSpPr>
          <p:nvPr/>
        </p:nvSpPr>
        <p:spPr>
          <a:xfrm>
            <a:off x="4508500" y="4071938"/>
            <a:ext cx="428625" cy="428625"/>
          </a:xfrm>
          <a:prstGeom prst="ellipse">
            <a:avLst/>
          </a:prstGeom>
          <a:solidFill>
            <a:srgbClr val="DDEFE5"/>
          </a:solidFill>
          <a:ln w="14288">
            <a:solidFill>
              <a:srgbClr val="34495E"/>
            </a:solidFill>
            <a:prstDash val="solid"/>
          </a:ln>
        </p:spPr>
        <p:txBody>
          <a:bodyPr/>
          <a:lstStyle/>
          <a:p>
            <a:endParaRPr lang="en-US" sz="1500"/>
          </a:p>
        </p:txBody>
      </p:sp>
      <p:sp>
        <p:nvSpPr>
          <p:cNvPr id="72" name="activation-4-3">
            <a:extLst>
              <a:ext uri="{FF2B5EF4-FFF2-40B4-BE49-F238E27FC236}">
                <a16:creationId xmlns:a16="http://schemas.microsoft.com/office/drawing/2014/main" id="{80A16AF1-723B-4A33-9B0E-FB9B8466146F}"/>
              </a:ext>
            </a:extLst>
          </p:cNvPr>
          <p:cNvSpPr>
            <a:spLocks noGrp="1"/>
          </p:cNvSpPr>
          <p:nvPr/>
        </p:nvSpPr>
        <p:spPr>
          <a:xfrm>
            <a:off x="4516438" y="4151313"/>
            <a:ext cx="412750" cy="269875"/>
          </a:xfrm>
          <a:prstGeom prst="rect">
            <a:avLst/>
          </a:prstGeom>
          <a:noFill/>
          <a:ln w="0">
            <a:noFill/>
            <a:prstDash val="solid"/>
          </a:ln>
        </p:spPr>
        <p:txBody>
          <a:bodyPr wrap="none" lIns="0" tIns="0" rIns="0" bIns="0" anchor="ctr"/>
          <a:lstStyle>
            <a:defPPr algn="ctr">
              <a:defRPr sz="1275" b="1">
                <a:solidFill>
                  <a:srgbClr val="25364A"/>
                </a:solidFill>
                <a:latin typeface="Nimbus Sans"/>
                <a:ea typeface="Nimbus Sans"/>
                <a:cs typeface="Nimbus Sans"/>
              </a:defRPr>
            </a:defPPr>
            <a:lvl1pPr algn="ctr">
              <a:defRPr sz="1275" b="1">
                <a:solidFill>
                  <a:srgbClr val="25364A"/>
                </a:solidFill>
                <a:latin typeface="Nimbus Sans"/>
                <a:ea typeface="Nimbus Sans"/>
                <a:cs typeface="Nimbus Sans"/>
              </a:defRPr>
            </a:lvl1pPr>
            <a:lvl2pPr algn="ctr">
              <a:defRPr sz="1275" b="1">
                <a:solidFill>
                  <a:srgbClr val="25364A"/>
                </a:solidFill>
                <a:latin typeface="Nimbus Sans"/>
                <a:ea typeface="Nimbus Sans"/>
                <a:cs typeface="Nimbus Sans"/>
              </a:defRPr>
            </a:lvl2pPr>
            <a:lvl3pPr algn="ctr">
              <a:defRPr sz="1275" b="1">
                <a:solidFill>
                  <a:srgbClr val="25364A"/>
                </a:solidFill>
                <a:latin typeface="Nimbus Sans"/>
                <a:ea typeface="Nimbus Sans"/>
                <a:cs typeface="Nimbus Sans"/>
              </a:defRPr>
            </a:lvl3pPr>
            <a:lvl4pPr algn="ctr">
              <a:defRPr sz="1275" b="1">
                <a:solidFill>
                  <a:srgbClr val="25364A"/>
                </a:solidFill>
                <a:latin typeface="Nimbus Sans"/>
                <a:ea typeface="Nimbus Sans"/>
                <a:cs typeface="Nimbus Sans"/>
              </a:defRPr>
            </a:lvl4pPr>
            <a:lvl5pPr algn="ctr">
              <a:defRPr sz="1275" b="1">
                <a:solidFill>
                  <a:srgbClr val="25364A"/>
                </a:solidFill>
                <a:latin typeface="Nimbus Sans"/>
                <a:ea typeface="Nimbus Sans"/>
                <a:cs typeface="Nimbus Sans"/>
              </a:defRPr>
            </a:lvl5pPr>
            <a:lvl6pPr algn="ctr">
              <a:defRPr sz="1275" b="1">
                <a:solidFill>
                  <a:srgbClr val="25364A"/>
                </a:solidFill>
                <a:latin typeface="Nimbus Sans"/>
                <a:ea typeface="Nimbus Sans"/>
                <a:cs typeface="Nimbus Sans"/>
              </a:defRPr>
            </a:lvl6pPr>
            <a:lvl7pPr algn="ctr">
              <a:defRPr sz="1275" b="1">
                <a:solidFill>
                  <a:srgbClr val="25364A"/>
                </a:solidFill>
                <a:latin typeface="Nimbus Sans"/>
                <a:ea typeface="Nimbus Sans"/>
                <a:cs typeface="Nimbus Sans"/>
              </a:defRPr>
            </a:lvl7pPr>
            <a:lvl8pPr algn="ctr">
              <a:defRPr sz="1275" b="1">
                <a:solidFill>
                  <a:srgbClr val="25364A"/>
                </a:solidFill>
                <a:latin typeface="Nimbus Sans"/>
                <a:ea typeface="Nimbus Sans"/>
                <a:cs typeface="Nimbus Sans"/>
              </a:defRPr>
            </a:lvl8pPr>
            <a:lvl9pPr algn="ctr">
              <a:defRPr sz="1275" b="1">
                <a:solidFill>
                  <a:srgbClr val="25364A"/>
                </a:solidFill>
                <a:latin typeface="Nimbus Sans"/>
                <a:ea typeface="Nimbus Sans"/>
                <a:cs typeface="Nimbus Sans"/>
              </a:defRPr>
            </a:lvl9pPr>
          </a:lstStyle>
          <a:p>
            <a:pPr algn="ctr">
              <a:defRPr sz="1275" b="1">
                <a:solidFill>
                  <a:srgbClr val="25364A"/>
                </a:solidFill>
                <a:latin typeface="Nimbus Sans"/>
                <a:ea typeface="Nimbus Sans"/>
                <a:cs typeface="Nimbus Sans"/>
              </a:defRPr>
            </a:pPr>
            <a:r>
              <a:rPr sz="1062"/>
              <a:t>8.5%</a:t>
            </a:r>
          </a:p>
        </p:txBody>
      </p:sp>
      <p:sp>
        <p:nvSpPr>
          <p:cNvPr id="73" name="neuron-4-4">
            <a:extLst>
              <a:ext uri="{FF2B5EF4-FFF2-40B4-BE49-F238E27FC236}">
                <a16:creationId xmlns:a16="http://schemas.microsoft.com/office/drawing/2014/main" id="{C01309B2-69A1-4111-94D9-628C5B964774}"/>
              </a:ext>
            </a:extLst>
          </p:cNvPr>
          <p:cNvSpPr>
            <a:spLocks noGrp="1"/>
          </p:cNvSpPr>
          <p:nvPr/>
        </p:nvSpPr>
        <p:spPr>
          <a:xfrm>
            <a:off x="4508500" y="4706938"/>
            <a:ext cx="428625" cy="428625"/>
          </a:xfrm>
          <a:prstGeom prst="ellipse">
            <a:avLst/>
          </a:prstGeom>
          <a:solidFill>
            <a:srgbClr val="DDEFE5"/>
          </a:solidFill>
          <a:ln w="14288">
            <a:solidFill>
              <a:srgbClr val="34495E"/>
            </a:solidFill>
            <a:prstDash val="solid"/>
          </a:ln>
        </p:spPr>
        <p:txBody>
          <a:bodyPr/>
          <a:lstStyle/>
          <a:p>
            <a:endParaRPr lang="en-US" sz="1500"/>
          </a:p>
        </p:txBody>
      </p:sp>
      <p:sp>
        <p:nvSpPr>
          <p:cNvPr id="74" name="activation-4-4">
            <a:extLst>
              <a:ext uri="{FF2B5EF4-FFF2-40B4-BE49-F238E27FC236}">
                <a16:creationId xmlns:a16="http://schemas.microsoft.com/office/drawing/2014/main" id="{36517EDB-5C95-49FF-A22B-E2574914987A}"/>
              </a:ext>
            </a:extLst>
          </p:cNvPr>
          <p:cNvSpPr>
            <a:spLocks noGrp="1"/>
          </p:cNvSpPr>
          <p:nvPr/>
        </p:nvSpPr>
        <p:spPr>
          <a:xfrm>
            <a:off x="4516438" y="4786313"/>
            <a:ext cx="412750" cy="269875"/>
          </a:xfrm>
          <a:prstGeom prst="rect">
            <a:avLst/>
          </a:prstGeom>
          <a:noFill/>
          <a:ln w="0">
            <a:noFill/>
            <a:prstDash val="solid"/>
          </a:ln>
        </p:spPr>
        <p:txBody>
          <a:bodyPr wrap="none" lIns="0" tIns="0" rIns="0" bIns="0" anchor="ctr"/>
          <a:lstStyle>
            <a:defPPr algn="ctr">
              <a:defRPr sz="1275" b="1">
                <a:solidFill>
                  <a:srgbClr val="25364A"/>
                </a:solidFill>
                <a:latin typeface="Nimbus Sans"/>
                <a:ea typeface="Nimbus Sans"/>
                <a:cs typeface="Nimbus Sans"/>
              </a:defRPr>
            </a:defPPr>
            <a:lvl1pPr algn="ctr">
              <a:defRPr sz="1275" b="1">
                <a:solidFill>
                  <a:srgbClr val="25364A"/>
                </a:solidFill>
                <a:latin typeface="Nimbus Sans"/>
                <a:ea typeface="Nimbus Sans"/>
                <a:cs typeface="Nimbus Sans"/>
              </a:defRPr>
            </a:lvl1pPr>
            <a:lvl2pPr algn="ctr">
              <a:defRPr sz="1275" b="1">
                <a:solidFill>
                  <a:srgbClr val="25364A"/>
                </a:solidFill>
                <a:latin typeface="Nimbus Sans"/>
                <a:ea typeface="Nimbus Sans"/>
                <a:cs typeface="Nimbus Sans"/>
              </a:defRPr>
            </a:lvl2pPr>
            <a:lvl3pPr algn="ctr">
              <a:defRPr sz="1275" b="1">
                <a:solidFill>
                  <a:srgbClr val="25364A"/>
                </a:solidFill>
                <a:latin typeface="Nimbus Sans"/>
                <a:ea typeface="Nimbus Sans"/>
                <a:cs typeface="Nimbus Sans"/>
              </a:defRPr>
            </a:lvl3pPr>
            <a:lvl4pPr algn="ctr">
              <a:defRPr sz="1275" b="1">
                <a:solidFill>
                  <a:srgbClr val="25364A"/>
                </a:solidFill>
                <a:latin typeface="Nimbus Sans"/>
                <a:ea typeface="Nimbus Sans"/>
                <a:cs typeface="Nimbus Sans"/>
              </a:defRPr>
            </a:lvl4pPr>
            <a:lvl5pPr algn="ctr">
              <a:defRPr sz="1275" b="1">
                <a:solidFill>
                  <a:srgbClr val="25364A"/>
                </a:solidFill>
                <a:latin typeface="Nimbus Sans"/>
                <a:ea typeface="Nimbus Sans"/>
                <a:cs typeface="Nimbus Sans"/>
              </a:defRPr>
            </a:lvl5pPr>
            <a:lvl6pPr algn="ctr">
              <a:defRPr sz="1275" b="1">
                <a:solidFill>
                  <a:srgbClr val="25364A"/>
                </a:solidFill>
                <a:latin typeface="Nimbus Sans"/>
                <a:ea typeface="Nimbus Sans"/>
                <a:cs typeface="Nimbus Sans"/>
              </a:defRPr>
            </a:lvl6pPr>
            <a:lvl7pPr algn="ctr">
              <a:defRPr sz="1275" b="1">
                <a:solidFill>
                  <a:srgbClr val="25364A"/>
                </a:solidFill>
                <a:latin typeface="Nimbus Sans"/>
                <a:ea typeface="Nimbus Sans"/>
                <a:cs typeface="Nimbus Sans"/>
              </a:defRPr>
            </a:lvl7pPr>
            <a:lvl8pPr algn="ctr">
              <a:defRPr sz="1275" b="1">
                <a:solidFill>
                  <a:srgbClr val="25364A"/>
                </a:solidFill>
                <a:latin typeface="Nimbus Sans"/>
                <a:ea typeface="Nimbus Sans"/>
                <a:cs typeface="Nimbus Sans"/>
              </a:defRPr>
            </a:lvl8pPr>
            <a:lvl9pPr algn="ctr">
              <a:defRPr sz="1275" b="1">
                <a:solidFill>
                  <a:srgbClr val="25364A"/>
                </a:solidFill>
                <a:latin typeface="Nimbus Sans"/>
                <a:ea typeface="Nimbus Sans"/>
                <a:cs typeface="Nimbus Sans"/>
              </a:defRPr>
            </a:lvl9pPr>
          </a:lstStyle>
          <a:p>
            <a:pPr algn="ctr">
              <a:defRPr sz="1275" b="1">
                <a:solidFill>
                  <a:srgbClr val="25364A"/>
                </a:solidFill>
                <a:latin typeface="Nimbus Sans"/>
                <a:ea typeface="Nimbus Sans"/>
                <a:cs typeface="Nimbus Sans"/>
              </a:defRPr>
            </a:pPr>
            <a:r>
              <a:rPr sz="1062"/>
              <a:t>32.0%</a:t>
            </a:r>
          </a:p>
        </p:txBody>
      </p:sp>
      <p:sp>
        <p:nvSpPr>
          <p:cNvPr id="75" name="F-0">
            <a:extLst>
              <a:ext uri="{FF2B5EF4-FFF2-40B4-BE49-F238E27FC236}">
                <a16:creationId xmlns:a16="http://schemas.microsoft.com/office/drawing/2014/main" id="{60FE3BA3-125E-434D-8DAC-BE420A596F89}"/>
              </a:ext>
            </a:extLst>
          </p:cNvPr>
          <p:cNvSpPr>
            <a:spLocks noGrp="1"/>
          </p:cNvSpPr>
          <p:nvPr/>
        </p:nvSpPr>
        <p:spPr>
          <a:xfrm>
            <a:off x="55562" y="3040063"/>
            <a:ext cx="396875" cy="349250"/>
          </a:xfrm>
          <a:prstGeom prst="rect">
            <a:avLst/>
          </a:prstGeom>
          <a:noFill/>
          <a:ln w="0">
            <a:noFill/>
            <a:prstDash val="solid"/>
          </a:ln>
        </p:spPr>
        <p:txBody>
          <a:bodyPr wrap="none" lIns="0" tIns="0" rIns="0" bIns="0" anchor="ctr"/>
          <a:lstStyle>
            <a:defPPr algn="ctr">
              <a:defRPr sz="2325" b="0">
                <a:solidFill>
                  <a:srgbClr val="25364A"/>
                </a:solidFill>
                <a:latin typeface="Nimbus Sans"/>
                <a:ea typeface="Nimbus Sans"/>
                <a:cs typeface="Nimbus Sans"/>
              </a:defRPr>
            </a:defPPr>
            <a:lvl1pPr algn="ctr">
              <a:defRPr sz="2325" b="0">
                <a:solidFill>
                  <a:srgbClr val="25364A"/>
                </a:solidFill>
                <a:latin typeface="Nimbus Sans"/>
                <a:ea typeface="Nimbus Sans"/>
                <a:cs typeface="Nimbus Sans"/>
              </a:defRPr>
            </a:lvl1pPr>
            <a:lvl2pPr algn="ctr">
              <a:defRPr sz="2325" b="0">
                <a:solidFill>
                  <a:srgbClr val="25364A"/>
                </a:solidFill>
                <a:latin typeface="Nimbus Sans"/>
                <a:ea typeface="Nimbus Sans"/>
                <a:cs typeface="Nimbus Sans"/>
              </a:defRPr>
            </a:lvl2pPr>
            <a:lvl3pPr algn="ctr">
              <a:defRPr sz="2325" b="0">
                <a:solidFill>
                  <a:srgbClr val="25364A"/>
                </a:solidFill>
                <a:latin typeface="Nimbus Sans"/>
                <a:ea typeface="Nimbus Sans"/>
                <a:cs typeface="Nimbus Sans"/>
              </a:defRPr>
            </a:lvl3pPr>
            <a:lvl4pPr algn="ctr">
              <a:defRPr sz="2325" b="0">
                <a:solidFill>
                  <a:srgbClr val="25364A"/>
                </a:solidFill>
                <a:latin typeface="Nimbus Sans"/>
                <a:ea typeface="Nimbus Sans"/>
                <a:cs typeface="Nimbus Sans"/>
              </a:defRPr>
            </a:lvl4pPr>
            <a:lvl5pPr algn="ctr">
              <a:defRPr sz="2325" b="0">
                <a:solidFill>
                  <a:srgbClr val="25364A"/>
                </a:solidFill>
                <a:latin typeface="Nimbus Sans"/>
                <a:ea typeface="Nimbus Sans"/>
                <a:cs typeface="Nimbus Sans"/>
              </a:defRPr>
            </a:lvl5pPr>
            <a:lvl6pPr algn="ctr">
              <a:defRPr sz="2325" b="0">
                <a:solidFill>
                  <a:srgbClr val="25364A"/>
                </a:solidFill>
                <a:latin typeface="Nimbus Sans"/>
                <a:ea typeface="Nimbus Sans"/>
                <a:cs typeface="Nimbus Sans"/>
              </a:defRPr>
            </a:lvl6pPr>
            <a:lvl7pPr algn="ctr">
              <a:defRPr sz="2325" b="0">
                <a:solidFill>
                  <a:srgbClr val="25364A"/>
                </a:solidFill>
                <a:latin typeface="Nimbus Sans"/>
                <a:ea typeface="Nimbus Sans"/>
                <a:cs typeface="Nimbus Sans"/>
              </a:defRPr>
            </a:lvl7pPr>
            <a:lvl8pPr algn="ctr">
              <a:defRPr sz="2325" b="0">
                <a:solidFill>
                  <a:srgbClr val="25364A"/>
                </a:solidFill>
                <a:latin typeface="Nimbus Sans"/>
                <a:ea typeface="Nimbus Sans"/>
                <a:cs typeface="Nimbus Sans"/>
              </a:defRPr>
            </a:lvl8pPr>
            <a:lvl9pPr algn="ctr">
              <a:defRPr sz="2325" b="0">
                <a:solidFill>
                  <a:srgbClr val="25364A"/>
                </a:solidFill>
                <a:latin typeface="Nimbus Sans"/>
                <a:ea typeface="Nimbus Sans"/>
                <a:cs typeface="Nimbus Sans"/>
              </a:defRPr>
            </a:lvl9pPr>
          </a:lstStyle>
          <a:p>
            <a:pPr algn="ctr">
              <a:defRPr sz="2325" b="0">
                <a:solidFill>
                  <a:srgbClr val="25364A"/>
                </a:solidFill>
                <a:latin typeface="Nimbus Sans"/>
                <a:ea typeface="Nimbus Sans"/>
                <a:cs typeface="Nimbus Sans"/>
              </a:defRPr>
            </a:pPr>
            <a:r>
              <a:rPr sz="1937"/>
              <a:t>F1</a:t>
            </a:r>
          </a:p>
        </p:txBody>
      </p:sp>
      <p:sp>
        <p:nvSpPr>
          <p:cNvPr id="76" name="F-1">
            <a:extLst>
              <a:ext uri="{FF2B5EF4-FFF2-40B4-BE49-F238E27FC236}">
                <a16:creationId xmlns:a16="http://schemas.microsoft.com/office/drawing/2014/main" id="{0D0A57EB-2356-4DBD-812B-7CDF9EF79286}"/>
              </a:ext>
            </a:extLst>
          </p:cNvPr>
          <p:cNvSpPr>
            <a:spLocks noGrp="1"/>
          </p:cNvSpPr>
          <p:nvPr/>
        </p:nvSpPr>
        <p:spPr>
          <a:xfrm>
            <a:off x="55562" y="3913188"/>
            <a:ext cx="396875" cy="349250"/>
          </a:xfrm>
          <a:prstGeom prst="rect">
            <a:avLst/>
          </a:prstGeom>
          <a:noFill/>
          <a:ln w="0">
            <a:noFill/>
            <a:prstDash val="solid"/>
          </a:ln>
        </p:spPr>
        <p:txBody>
          <a:bodyPr wrap="none" lIns="0" tIns="0" rIns="0" bIns="0" anchor="ctr"/>
          <a:lstStyle>
            <a:defPPr algn="ctr">
              <a:defRPr sz="2325" b="0">
                <a:solidFill>
                  <a:srgbClr val="25364A"/>
                </a:solidFill>
                <a:latin typeface="Nimbus Sans"/>
                <a:ea typeface="Nimbus Sans"/>
                <a:cs typeface="Nimbus Sans"/>
              </a:defRPr>
            </a:defPPr>
            <a:lvl1pPr algn="ctr">
              <a:defRPr sz="2325" b="0">
                <a:solidFill>
                  <a:srgbClr val="25364A"/>
                </a:solidFill>
                <a:latin typeface="Nimbus Sans"/>
                <a:ea typeface="Nimbus Sans"/>
                <a:cs typeface="Nimbus Sans"/>
              </a:defRPr>
            </a:lvl1pPr>
            <a:lvl2pPr algn="ctr">
              <a:defRPr sz="2325" b="0">
                <a:solidFill>
                  <a:srgbClr val="25364A"/>
                </a:solidFill>
                <a:latin typeface="Nimbus Sans"/>
                <a:ea typeface="Nimbus Sans"/>
                <a:cs typeface="Nimbus Sans"/>
              </a:defRPr>
            </a:lvl2pPr>
            <a:lvl3pPr algn="ctr">
              <a:defRPr sz="2325" b="0">
                <a:solidFill>
                  <a:srgbClr val="25364A"/>
                </a:solidFill>
                <a:latin typeface="Nimbus Sans"/>
                <a:ea typeface="Nimbus Sans"/>
                <a:cs typeface="Nimbus Sans"/>
              </a:defRPr>
            </a:lvl3pPr>
            <a:lvl4pPr algn="ctr">
              <a:defRPr sz="2325" b="0">
                <a:solidFill>
                  <a:srgbClr val="25364A"/>
                </a:solidFill>
                <a:latin typeface="Nimbus Sans"/>
                <a:ea typeface="Nimbus Sans"/>
                <a:cs typeface="Nimbus Sans"/>
              </a:defRPr>
            </a:lvl4pPr>
            <a:lvl5pPr algn="ctr">
              <a:defRPr sz="2325" b="0">
                <a:solidFill>
                  <a:srgbClr val="25364A"/>
                </a:solidFill>
                <a:latin typeface="Nimbus Sans"/>
                <a:ea typeface="Nimbus Sans"/>
                <a:cs typeface="Nimbus Sans"/>
              </a:defRPr>
            </a:lvl5pPr>
            <a:lvl6pPr algn="ctr">
              <a:defRPr sz="2325" b="0">
                <a:solidFill>
                  <a:srgbClr val="25364A"/>
                </a:solidFill>
                <a:latin typeface="Nimbus Sans"/>
                <a:ea typeface="Nimbus Sans"/>
                <a:cs typeface="Nimbus Sans"/>
              </a:defRPr>
            </a:lvl6pPr>
            <a:lvl7pPr algn="ctr">
              <a:defRPr sz="2325" b="0">
                <a:solidFill>
                  <a:srgbClr val="25364A"/>
                </a:solidFill>
                <a:latin typeface="Nimbus Sans"/>
                <a:ea typeface="Nimbus Sans"/>
                <a:cs typeface="Nimbus Sans"/>
              </a:defRPr>
            </a:lvl7pPr>
            <a:lvl8pPr algn="ctr">
              <a:defRPr sz="2325" b="0">
                <a:solidFill>
                  <a:srgbClr val="25364A"/>
                </a:solidFill>
                <a:latin typeface="Nimbus Sans"/>
                <a:ea typeface="Nimbus Sans"/>
                <a:cs typeface="Nimbus Sans"/>
              </a:defRPr>
            </a:lvl8pPr>
            <a:lvl9pPr algn="ctr">
              <a:defRPr sz="2325" b="0">
                <a:solidFill>
                  <a:srgbClr val="25364A"/>
                </a:solidFill>
                <a:latin typeface="Nimbus Sans"/>
                <a:ea typeface="Nimbus Sans"/>
                <a:cs typeface="Nimbus Sans"/>
              </a:defRPr>
            </a:lvl9pPr>
          </a:lstStyle>
          <a:p>
            <a:pPr algn="ctr">
              <a:defRPr sz="2325" b="0">
                <a:solidFill>
                  <a:srgbClr val="25364A"/>
                </a:solidFill>
                <a:latin typeface="Nimbus Sans"/>
                <a:ea typeface="Nimbus Sans"/>
                <a:cs typeface="Nimbus Sans"/>
              </a:defRPr>
            </a:pPr>
            <a:r>
              <a:rPr sz="1937"/>
              <a:t>F2</a:t>
            </a:r>
          </a:p>
        </p:txBody>
      </p:sp>
      <p:sp>
        <p:nvSpPr>
          <p:cNvPr id="77" name="vowel-0">
            <a:extLst>
              <a:ext uri="{FF2B5EF4-FFF2-40B4-BE49-F238E27FC236}">
                <a16:creationId xmlns:a16="http://schemas.microsoft.com/office/drawing/2014/main" id="{0A72541F-9F15-4CE3-8024-436CD831DE4C}"/>
              </a:ext>
            </a:extLst>
          </p:cNvPr>
          <p:cNvSpPr>
            <a:spLocks noGrp="1"/>
          </p:cNvSpPr>
          <p:nvPr/>
        </p:nvSpPr>
        <p:spPr>
          <a:xfrm>
            <a:off x="5008563" y="2206625"/>
            <a:ext cx="690563" cy="349250"/>
          </a:xfrm>
          <a:prstGeom prst="rect">
            <a:avLst/>
          </a:prstGeom>
          <a:noFill/>
          <a:ln w="0">
            <a:noFill/>
            <a:prstDash val="solid"/>
          </a:ln>
        </p:spPr>
        <p:txBody>
          <a:bodyPr wrap="none" lIns="0" tIns="0" rIns="0" bIns="0" anchor="ctr"/>
          <a:lstStyle>
            <a:defPPr algn="ctr">
              <a:defRPr sz="2025" b="0">
                <a:solidFill>
                  <a:srgbClr val="25364A"/>
                </a:solidFill>
                <a:latin typeface="Nimbus Sans"/>
                <a:ea typeface="Nimbus Sans"/>
                <a:cs typeface="Nimbus Sans"/>
              </a:defRPr>
            </a:defPPr>
            <a:lvl1pPr algn="ctr">
              <a:defRPr sz="2025" b="0">
                <a:solidFill>
                  <a:srgbClr val="25364A"/>
                </a:solidFill>
                <a:latin typeface="Nimbus Sans"/>
                <a:ea typeface="Nimbus Sans"/>
                <a:cs typeface="Nimbus Sans"/>
              </a:defRPr>
            </a:lvl1pPr>
            <a:lvl2pPr algn="ctr">
              <a:defRPr sz="2025" b="0">
                <a:solidFill>
                  <a:srgbClr val="25364A"/>
                </a:solidFill>
                <a:latin typeface="Nimbus Sans"/>
                <a:ea typeface="Nimbus Sans"/>
                <a:cs typeface="Nimbus Sans"/>
              </a:defRPr>
            </a:lvl2pPr>
            <a:lvl3pPr algn="ctr">
              <a:defRPr sz="2025" b="0">
                <a:solidFill>
                  <a:srgbClr val="25364A"/>
                </a:solidFill>
                <a:latin typeface="Nimbus Sans"/>
                <a:ea typeface="Nimbus Sans"/>
                <a:cs typeface="Nimbus Sans"/>
              </a:defRPr>
            </a:lvl3pPr>
            <a:lvl4pPr algn="ctr">
              <a:defRPr sz="2025" b="0">
                <a:solidFill>
                  <a:srgbClr val="25364A"/>
                </a:solidFill>
                <a:latin typeface="Nimbus Sans"/>
                <a:ea typeface="Nimbus Sans"/>
                <a:cs typeface="Nimbus Sans"/>
              </a:defRPr>
            </a:lvl4pPr>
            <a:lvl5pPr algn="ctr">
              <a:defRPr sz="2025" b="0">
                <a:solidFill>
                  <a:srgbClr val="25364A"/>
                </a:solidFill>
                <a:latin typeface="Nimbus Sans"/>
                <a:ea typeface="Nimbus Sans"/>
                <a:cs typeface="Nimbus Sans"/>
              </a:defRPr>
            </a:lvl5pPr>
            <a:lvl6pPr algn="ctr">
              <a:defRPr sz="2025" b="0">
                <a:solidFill>
                  <a:srgbClr val="25364A"/>
                </a:solidFill>
                <a:latin typeface="Nimbus Sans"/>
                <a:ea typeface="Nimbus Sans"/>
                <a:cs typeface="Nimbus Sans"/>
              </a:defRPr>
            </a:lvl6pPr>
            <a:lvl7pPr algn="ctr">
              <a:defRPr sz="2025" b="0">
                <a:solidFill>
                  <a:srgbClr val="25364A"/>
                </a:solidFill>
                <a:latin typeface="Nimbus Sans"/>
                <a:ea typeface="Nimbus Sans"/>
                <a:cs typeface="Nimbus Sans"/>
              </a:defRPr>
            </a:lvl7pPr>
            <a:lvl8pPr algn="ctr">
              <a:defRPr sz="2025" b="0">
                <a:solidFill>
                  <a:srgbClr val="25364A"/>
                </a:solidFill>
                <a:latin typeface="Nimbus Sans"/>
                <a:ea typeface="Nimbus Sans"/>
                <a:cs typeface="Nimbus Sans"/>
              </a:defRPr>
            </a:lvl8pPr>
            <a:lvl9pPr algn="ctr">
              <a:defRPr sz="2025" b="0">
                <a:solidFill>
                  <a:srgbClr val="25364A"/>
                </a:solidFill>
                <a:latin typeface="Nimbus Sans"/>
                <a:ea typeface="Nimbus Sans"/>
                <a:cs typeface="Nimbus Sans"/>
              </a:defRPr>
            </a:lvl9pPr>
          </a:lstStyle>
          <a:p>
            <a:pPr algn="ctr">
              <a:defRPr sz="2025" b="0">
                <a:solidFill>
                  <a:srgbClr val="25364A"/>
                </a:solidFill>
                <a:latin typeface="Nimbus Sans"/>
                <a:ea typeface="Nimbus Sans"/>
                <a:cs typeface="Nimbus Sans"/>
              </a:defRPr>
            </a:pPr>
            <a:r>
              <a:rPr sz="1687"/>
              <a:t>done</a:t>
            </a:r>
          </a:p>
        </p:txBody>
      </p:sp>
      <p:sp>
        <p:nvSpPr>
          <p:cNvPr id="78" name="vowel-1">
            <a:extLst>
              <a:ext uri="{FF2B5EF4-FFF2-40B4-BE49-F238E27FC236}">
                <a16:creationId xmlns:a16="http://schemas.microsoft.com/office/drawing/2014/main" id="{ABE8A2C2-D99B-4C6A-B403-6D6C081F1F5B}"/>
              </a:ext>
            </a:extLst>
          </p:cNvPr>
          <p:cNvSpPr>
            <a:spLocks noGrp="1"/>
          </p:cNvSpPr>
          <p:nvPr/>
        </p:nvSpPr>
        <p:spPr>
          <a:xfrm>
            <a:off x="5008563" y="2841625"/>
            <a:ext cx="690563" cy="349250"/>
          </a:xfrm>
          <a:prstGeom prst="rect">
            <a:avLst/>
          </a:prstGeom>
          <a:noFill/>
          <a:ln w="0">
            <a:noFill/>
            <a:prstDash val="solid"/>
          </a:ln>
        </p:spPr>
        <p:txBody>
          <a:bodyPr wrap="none" lIns="0" tIns="0" rIns="0" bIns="0" anchor="ctr"/>
          <a:lstStyle>
            <a:defPPr algn="ctr">
              <a:defRPr sz="2025" b="0">
                <a:solidFill>
                  <a:srgbClr val="25364A"/>
                </a:solidFill>
                <a:latin typeface="Nimbus Sans"/>
                <a:ea typeface="Nimbus Sans"/>
                <a:cs typeface="Nimbus Sans"/>
              </a:defRPr>
            </a:defPPr>
            <a:lvl1pPr algn="ctr">
              <a:defRPr sz="2025" b="0">
                <a:solidFill>
                  <a:srgbClr val="25364A"/>
                </a:solidFill>
                <a:latin typeface="Nimbus Sans"/>
                <a:ea typeface="Nimbus Sans"/>
                <a:cs typeface="Nimbus Sans"/>
              </a:defRPr>
            </a:lvl1pPr>
            <a:lvl2pPr algn="ctr">
              <a:defRPr sz="2025" b="0">
                <a:solidFill>
                  <a:srgbClr val="25364A"/>
                </a:solidFill>
                <a:latin typeface="Nimbus Sans"/>
                <a:ea typeface="Nimbus Sans"/>
                <a:cs typeface="Nimbus Sans"/>
              </a:defRPr>
            </a:lvl2pPr>
            <a:lvl3pPr algn="ctr">
              <a:defRPr sz="2025" b="0">
                <a:solidFill>
                  <a:srgbClr val="25364A"/>
                </a:solidFill>
                <a:latin typeface="Nimbus Sans"/>
                <a:ea typeface="Nimbus Sans"/>
                <a:cs typeface="Nimbus Sans"/>
              </a:defRPr>
            </a:lvl3pPr>
            <a:lvl4pPr algn="ctr">
              <a:defRPr sz="2025" b="0">
                <a:solidFill>
                  <a:srgbClr val="25364A"/>
                </a:solidFill>
                <a:latin typeface="Nimbus Sans"/>
                <a:ea typeface="Nimbus Sans"/>
                <a:cs typeface="Nimbus Sans"/>
              </a:defRPr>
            </a:lvl4pPr>
            <a:lvl5pPr algn="ctr">
              <a:defRPr sz="2025" b="0">
                <a:solidFill>
                  <a:srgbClr val="25364A"/>
                </a:solidFill>
                <a:latin typeface="Nimbus Sans"/>
                <a:ea typeface="Nimbus Sans"/>
                <a:cs typeface="Nimbus Sans"/>
              </a:defRPr>
            </a:lvl5pPr>
            <a:lvl6pPr algn="ctr">
              <a:defRPr sz="2025" b="0">
                <a:solidFill>
                  <a:srgbClr val="25364A"/>
                </a:solidFill>
                <a:latin typeface="Nimbus Sans"/>
                <a:ea typeface="Nimbus Sans"/>
                <a:cs typeface="Nimbus Sans"/>
              </a:defRPr>
            </a:lvl6pPr>
            <a:lvl7pPr algn="ctr">
              <a:defRPr sz="2025" b="0">
                <a:solidFill>
                  <a:srgbClr val="25364A"/>
                </a:solidFill>
                <a:latin typeface="Nimbus Sans"/>
                <a:ea typeface="Nimbus Sans"/>
                <a:cs typeface="Nimbus Sans"/>
              </a:defRPr>
            </a:lvl7pPr>
            <a:lvl8pPr algn="ctr">
              <a:defRPr sz="2025" b="0">
                <a:solidFill>
                  <a:srgbClr val="25364A"/>
                </a:solidFill>
                <a:latin typeface="Nimbus Sans"/>
                <a:ea typeface="Nimbus Sans"/>
                <a:cs typeface="Nimbus Sans"/>
              </a:defRPr>
            </a:lvl8pPr>
            <a:lvl9pPr algn="ctr">
              <a:defRPr sz="2025" b="0">
                <a:solidFill>
                  <a:srgbClr val="25364A"/>
                </a:solidFill>
                <a:latin typeface="Nimbus Sans"/>
                <a:ea typeface="Nimbus Sans"/>
                <a:cs typeface="Nimbus Sans"/>
              </a:defRPr>
            </a:lvl9pPr>
          </a:lstStyle>
          <a:p>
            <a:pPr algn="ctr">
              <a:defRPr sz="2025" b="0">
                <a:solidFill>
                  <a:srgbClr val="25364A"/>
                </a:solidFill>
                <a:latin typeface="Nimbus Sans"/>
                <a:ea typeface="Nimbus Sans"/>
                <a:cs typeface="Nimbus Sans"/>
              </a:defRPr>
            </a:pPr>
            <a:r>
              <a:rPr sz="1687"/>
              <a:t>dune</a:t>
            </a:r>
          </a:p>
        </p:txBody>
      </p:sp>
      <p:sp>
        <p:nvSpPr>
          <p:cNvPr id="79" name="vowel-2">
            <a:extLst>
              <a:ext uri="{FF2B5EF4-FFF2-40B4-BE49-F238E27FC236}">
                <a16:creationId xmlns:a16="http://schemas.microsoft.com/office/drawing/2014/main" id="{1279BADE-E747-489B-A9B1-0FDE7A927A76}"/>
              </a:ext>
            </a:extLst>
          </p:cNvPr>
          <p:cNvSpPr>
            <a:spLocks noGrp="1"/>
          </p:cNvSpPr>
          <p:nvPr/>
        </p:nvSpPr>
        <p:spPr>
          <a:xfrm>
            <a:off x="5008563" y="3476625"/>
            <a:ext cx="690563" cy="349250"/>
          </a:xfrm>
          <a:prstGeom prst="rect">
            <a:avLst/>
          </a:prstGeom>
          <a:noFill/>
          <a:ln w="0">
            <a:noFill/>
            <a:prstDash val="solid"/>
          </a:ln>
        </p:spPr>
        <p:txBody>
          <a:bodyPr wrap="none" lIns="0" tIns="0" rIns="0" bIns="0" anchor="ctr"/>
          <a:lstStyle>
            <a:defPPr algn="ctr">
              <a:defRPr sz="2025" b="0">
                <a:solidFill>
                  <a:srgbClr val="25364A"/>
                </a:solidFill>
                <a:latin typeface="Nimbus Sans"/>
                <a:ea typeface="Nimbus Sans"/>
                <a:cs typeface="Nimbus Sans"/>
              </a:defRPr>
            </a:defPPr>
            <a:lvl1pPr algn="ctr">
              <a:defRPr sz="2025" b="0">
                <a:solidFill>
                  <a:srgbClr val="25364A"/>
                </a:solidFill>
                <a:latin typeface="Nimbus Sans"/>
                <a:ea typeface="Nimbus Sans"/>
                <a:cs typeface="Nimbus Sans"/>
              </a:defRPr>
            </a:lvl1pPr>
            <a:lvl2pPr algn="ctr">
              <a:defRPr sz="2025" b="0">
                <a:solidFill>
                  <a:srgbClr val="25364A"/>
                </a:solidFill>
                <a:latin typeface="Nimbus Sans"/>
                <a:ea typeface="Nimbus Sans"/>
                <a:cs typeface="Nimbus Sans"/>
              </a:defRPr>
            </a:lvl2pPr>
            <a:lvl3pPr algn="ctr">
              <a:defRPr sz="2025" b="0">
                <a:solidFill>
                  <a:srgbClr val="25364A"/>
                </a:solidFill>
                <a:latin typeface="Nimbus Sans"/>
                <a:ea typeface="Nimbus Sans"/>
                <a:cs typeface="Nimbus Sans"/>
              </a:defRPr>
            </a:lvl3pPr>
            <a:lvl4pPr algn="ctr">
              <a:defRPr sz="2025" b="0">
                <a:solidFill>
                  <a:srgbClr val="25364A"/>
                </a:solidFill>
                <a:latin typeface="Nimbus Sans"/>
                <a:ea typeface="Nimbus Sans"/>
                <a:cs typeface="Nimbus Sans"/>
              </a:defRPr>
            </a:lvl4pPr>
            <a:lvl5pPr algn="ctr">
              <a:defRPr sz="2025" b="0">
                <a:solidFill>
                  <a:srgbClr val="25364A"/>
                </a:solidFill>
                <a:latin typeface="Nimbus Sans"/>
                <a:ea typeface="Nimbus Sans"/>
                <a:cs typeface="Nimbus Sans"/>
              </a:defRPr>
            </a:lvl5pPr>
            <a:lvl6pPr algn="ctr">
              <a:defRPr sz="2025" b="0">
                <a:solidFill>
                  <a:srgbClr val="25364A"/>
                </a:solidFill>
                <a:latin typeface="Nimbus Sans"/>
                <a:ea typeface="Nimbus Sans"/>
                <a:cs typeface="Nimbus Sans"/>
              </a:defRPr>
            </a:lvl6pPr>
            <a:lvl7pPr algn="ctr">
              <a:defRPr sz="2025" b="0">
                <a:solidFill>
                  <a:srgbClr val="25364A"/>
                </a:solidFill>
                <a:latin typeface="Nimbus Sans"/>
                <a:ea typeface="Nimbus Sans"/>
                <a:cs typeface="Nimbus Sans"/>
              </a:defRPr>
            </a:lvl7pPr>
            <a:lvl8pPr algn="ctr">
              <a:defRPr sz="2025" b="0">
                <a:solidFill>
                  <a:srgbClr val="25364A"/>
                </a:solidFill>
                <a:latin typeface="Nimbus Sans"/>
                <a:ea typeface="Nimbus Sans"/>
                <a:cs typeface="Nimbus Sans"/>
              </a:defRPr>
            </a:lvl8pPr>
            <a:lvl9pPr algn="ctr">
              <a:defRPr sz="2025" b="0">
                <a:solidFill>
                  <a:srgbClr val="25364A"/>
                </a:solidFill>
                <a:latin typeface="Nimbus Sans"/>
                <a:ea typeface="Nimbus Sans"/>
                <a:cs typeface="Nimbus Sans"/>
              </a:defRPr>
            </a:lvl9pPr>
          </a:lstStyle>
          <a:p>
            <a:pPr algn="ctr">
              <a:defRPr sz="2025" b="0">
                <a:solidFill>
                  <a:srgbClr val="25364A"/>
                </a:solidFill>
                <a:latin typeface="Nimbus Sans"/>
                <a:ea typeface="Nimbus Sans"/>
                <a:cs typeface="Nimbus Sans"/>
              </a:defRPr>
            </a:pPr>
            <a:r>
              <a:rPr sz="1687"/>
              <a:t>dean</a:t>
            </a:r>
          </a:p>
        </p:txBody>
      </p:sp>
      <p:sp>
        <p:nvSpPr>
          <p:cNvPr id="80" name="vowel-3">
            <a:extLst>
              <a:ext uri="{FF2B5EF4-FFF2-40B4-BE49-F238E27FC236}">
                <a16:creationId xmlns:a16="http://schemas.microsoft.com/office/drawing/2014/main" id="{14F20024-5444-42D1-BF55-1831E355CAE4}"/>
              </a:ext>
            </a:extLst>
          </p:cNvPr>
          <p:cNvSpPr>
            <a:spLocks noGrp="1"/>
          </p:cNvSpPr>
          <p:nvPr/>
        </p:nvSpPr>
        <p:spPr>
          <a:xfrm>
            <a:off x="5008563" y="4111625"/>
            <a:ext cx="690563" cy="349250"/>
          </a:xfrm>
          <a:prstGeom prst="rect">
            <a:avLst/>
          </a:prstGeom>
          <a:noFill/>
          <a:ln w="0">
            <a:noFill/>
            <a:prstDash val="solid"/>
          </a:ln>
        </p:spPr>
        <p:txBody>
          <a:bodyPr wrap="none" lIns="0" tIns="0" rIns="0" bIns="0" anchor="ctr"/>
          <a:lstStyle>
            <a:defPPr algn="ctr">
              <a:defRPr sz="2025" b="0">
                <a:solidFill>
                  <a:srgbClr val="25364A"/>
                </a:solidFill>
                <a:latin typeface="Nimbus Sans"/>
                <a:ea typeface="Nimbus Sans"/>
                <a:cs typeface="Nimbus Sans"/>
              </a:defRPr>
            </a:defPPr>
            <a:lvl1pPr algn="ctr">
              <a:defRPr sz="2025" b="0">
                <a:solidFill>
                  <a:srgbClr val="25364A"/>
                </a:solidFill>
                <a:latin typeface="Nimbus Sans"/>
                <a:ea typeface="Nimbus Sans"/>
                <a:cs typeface="Nimbus Sans"/>
              </a:defRPr>
            </a:lvl1pPr>
            <a:lvl2pPr algn="ctr">
              <a:defRPr sz="2025" b="0">
                <a:solidFill>
                  <a:srgbClr val="25364A"/>
                </a:solidFill>
                <a:latin typeface="Nimbus Sans"/>
                <a:ea typeface="Nimbus Sans"/>
                <a:cs typeface="Nimbus Sans"/>
              </a:defRPr>
            </a:lvl2pPr>
            <a:lvl3pPr algn="ctr">
              <a:defRPr sz="2025" b="0">
                <a:solidFill>
                  <a:srgbClr val="25364A"/>
                </a:solidFill>
                <a:latin typeface="Nimbus Sans"/>
                <a:ea typeface="Nimbus Sans"/>
                <a:cs typeface="Nimbus Sans"/>
              </a:defRPr>
            </a:lvl3pPr>
            <a:lvl4pPr algn="ctr">
              <a:defRPr sz="2025" b="0">
                <a:solidFill>
                  <a:srgbClr val="25364A"/>
                </a:solidFill>
                <a:latin typeface="Nimbus Sans"/>
                <a:ea typeface="Nimbus Sans"/>
                <a:cs typeface="Nimbus Sans"/>
              </a:defRPr>
            </a:lvl4pPr>
            <a:lvl5pPr algn="ctr">
              <a:defRPr sz="2025" b="0">
                <a:solidFill>
                  <a:srgbClr val="25364A"/>
                </a:solidFill>
                <a:latin typeface="Nimbus Sans"/>
                <a:ea typeface="Nimbus Sans"/>
                <a:cs typeface="Nimbus Sans"/>
              </a:defRPr>
            </a:lvl5pPr>
            <a:lvl6pPr algn="ctr">
              <a:defRPr sz="2025" b="0">
                <a:solidFill>
                  <a:srgbClr val="25364A"/>
                </a:solidFill>
                <a:latin typeface="Nimbus Sans"/>
                <a:ea typeface="Nimbus Sans"/>
                <a:cs typeface="Nimbus Sans"/>
              </a:defRPr>
            </a:lvl6pPr>
            <a:lvl7pPr algn="ctr">
              <a:defRPr sz="2025" b="0">
                <a:solidFill>
                  <a:srgbClr val="25364A"/>
                </a:solidFill>
                <a:latin typeface="Nimbus Sans"/>
                <a:ea typeface="Nimbus Sans"/>
                <a:cs typeface="Nimbus Sans"/>
              </a:defRPr>
            </a:lvl7pPr>
            <a:lvl8pPr algn="ctr">
              <a:defRPr sz="2025" b="0">
                <a:solidFill>
                  <a:srgbClr val="25364A"/>
                </a:solidFill>
                <a:latin typeface="Nimbus Sans"/>
                <a:ea typeface="Nimbus Sans"/>
                <a:cs typeface="Nimbus Sans"/>
              </a:defRPr>
            </a:lvl8pPr>
            <a:lvl9pPr algn="ctr">
              <a:defRPr sz="2025" b="0">
                <a:solidFill>
                  <a:srgbClr val="25364A"/>
                </a:solidFill>
                <a:latin typeface="Nimbus Sans"/>
                <a:ea typeface="Nimbus Sans"/>
                <a:cs typeface="Nimbus Sans"/>
              </a:defRPr>
            </a:lvl9pPr>
          </a:lstStyle>
          <a:p>
            <a:pPr algn="ctr">
              <a:defRPr sz="2025" b="0">
                <a:solidFill>
                  <a:srgbClr val="25364A"/>
                </a:solidFill>
                <a:latin typeface="Nimbus Sans"/>
                <a:ea typeface="Nimbus Sans"/>
                <a:cs typeface="Nimbus Sans"/>
              </a:defRPr>
            </a:pPr>
            <a:r>
              <a:rPr sz="1687"/>
              <a:t>Don</a:t>
            </a:r>
          </a:p>
        </p:txBody>
      </p:sp>
      <p:sp>
        <p:nvSpPr>
          <p:cNvPr id="81" name="vowel-4">
            <a:extLst>
              <a:ext uri="{FF2B5EF4-FFF2-40B4-BE49-F238E27FC236}">
                <a16:creationId xmlns:a16="http://schemas.microsoft.com/office/drawing/2014/main" id="{5FFF97CD-6196-4252-A835-6E165F96D164}"/>
              </a:ext>
            </a:extLst>
          </p:cNvPr>
          <p:cNvSpPr>
            <a:spLocks noGrp="1"/>
          </p:cNvSpPr>
          <p:nvPr/>
        </p:nvSpPr>
        <p:spPr>
          <a:xfrm>
            <a:off x="5008563" y="4746625"/>
            <a:ext cx="690563" cy="349250"/>
          </a:xfrm>
          <a:prstGeom prst="rect">
            <a:avLst/>
          </a:prstGeom>
          <a:noFill/>
          <a:ln w="0">
            <a:noFill/>
            <a:prstDash val="solid"/>
          </a:ln>
        </p:spPr>
        <p:txBody>
          <a:bodyPr wrap="none" lIns="0" tIns="0" rIns="0" bIns="0" anchor="ctr"/>
          <a:lstStyle>
            <a:defPPr algn="ctr">
              <a:defRPr sz="2025" b="0">
                <a:solidFill>
                  <a:srgbClr val="25364A"/>
                </a:solidFill>
                <a:latin typeface="Nimbus Sans"/>
                <a:ea typeface="Nimbus Sans"/>
                <a:cs typeface="Nimbus Sans"/>
              </a:defRPr>
            </a:defPPr>
            <a:lvl1pPr algn="ctr">
              <a:defRPr sz="2025" b="0">
                <a:solidFill>
                  <a:srgbClr val="25364A"/>
                </a:solidFill>
                <a:latin typeface="Nimbus Sans"/>
                <a:ea typeface="Nimbus Sans"/>
                <a:cs typeface="Nimbus Sans"/>
              </a:defRPr>
            </a:lvl1pPr>
            <a:lvl2pPr algn="ctr">
              <a:defRPr sz="2025" b="0">
                <a:solidFill>
                  <a:srgbClr val="25364A"/>
                </a:solidFill>
                <a:latin typeface="Nimbus Sans"/>
                <a:ea typeface="Nimbus Sans"/>
                <a:cs typeface="Nimbus Sans"/>
              </a:defRPr>
            </a:lvl2pPr>
            <a:lvl3pPr algn="ctr">
              <a:defRPr sz="2025" b="0">
                <a:solidFill>
                  <a:srgbClr val="25364A"/>
                </a:solidFill>
                <a:latin typeface="Nimbus Sans"/>
                <a:ea typeface="Nimbus Sans"/>
                <a:cs typeface="Nimbus Sans"/>
              </a:defRPr>
            </a:lvl3pPr>
            <a:lvl4pPr algn="ctr">
              <a:defRPr sz="2025" b="0">
                <a:solidFill>
                  <a:srgbClr val="25364A"/>
                </a:solidFill>
                <a:latin typeface="Nimbus Sans"/>
                <a:ea typeface="Nimbus Sans"/>
                <a:cs typeface="Nimbus Sans"/>
              </a:defRPr>
            </a:lvl4pPr>
            <a:lvl5pPr algn="ctr">
              <a:defRPr sz="2025" b="0">
                <a:solidFill>
                  <a:srgbClr val="25364A"/>
                </a:solidFill>
                <a:latin typeface="Nimbus Sans"/>
                <a:ea typeface="Nimbus Sans"/>
                <a:cs typeface="Nimbus Sans"/>
              </a:defRPr>
            </a:lvl5pPr>
            <a:lvl6pPr algn="ctr">
              <a:defRPr sz="2025" b="0">
                <a:solidFill>
                  <a:srgbClr val="25364A"/>
                </a:solidFill>
                <a:latin typeface="Nimbus Sans"/>
                <a:ea typeface="Nimbus Sans"/>
                <a:cs typeface="Nimbus Sans"/>
              </a:defRPr>
            </a:lvl6pPr>
            <a:lvl7pPr algn="ctr">
              <a:defRPr sz="2025" b="0">
                <a:solidFill>
                  <a:srgbClr val="25364A"/>
                </a:solidFill>
                <a:latin typeface="Nimbus Sans"/>
                <a:ea typeface="Nimbus Sans"/>
                <a:cs typeface="Nimbus Sans"/>
              </a:defRPr>
            </a:lvl7pPr>
            <a:lvl8pPr algn="ctr">
              <a:defRPr sz="2025" b="0">
                <a:solidFill>
                  <a:srgbClr val="25364A"/>
                </a:solidFill>
                <a:latin typeface="Nimbus Sans"/>
                <a:ea typeface="Nimbus Sans"/>
                <a:cs typeface="Nimbus Sans"/>
              </a:defRPr>
            </a:lvl8pPr>
            <a:lvl9pPr algn="ctr">
              <a:defRPr sz="2025" b="0">
                <a:solidFill>
                  <a:srgbClr val="25364A"/>
                </a:solidFill>
                <a:latin typeface="Nimbus Sans"/>
                <a:ea typeface="Nimbus Sans"/>
                <a:cs typeface="Nimbus Sans"/>
              </a:defRPr>
            </a:lvl9pPr>
          </a:lstStyle>
          <a:p>
            <a:pPr algn="ctr">
              <a:defRPr sz="2025" b="0">
                <a:solidFill>
                  <a:srgbClr val="25364A"/>
                </a:solidFill>
                <a:latin typeface="Nimbus Sans"/>
                <a:ea typeface="Nimbus Sans"/>
                <a:cs typeface="Nimbus Sans"/>
              </a:defRPr>
            </a:pPr>
            <a:r>
              <a:rPr sz="1687"/>
              <a:t>Dan</a:t>
            </a:r>
          </a:p>
        </p:txBody>
      </p:sp>
      <p:sp>
        <p:nvSpPr>
          <p:cNvPr id="82" name="layer-dimensions">
            <a:extLst>
              <a:ext uri="{FF2B5EF4-FFF2-40B4-BE49-F238E27FC236}">
                <a16:creationId xmlns:a16="http://schemas.microsoft.com/office/drawing/2014/main" id="{EC0779B6-929D-4319-928B-4A30D0D71D0E}"/>
              </a:ext>
            </a:extLst>
          </p:cNvPr>
          <p:cNvSpPr>
            <a:spLocks noGrp="1"/>
          </p:cNvSpPr>
          <p:nvPr/>
        </p:nvSpPr>
        <p:spPr>
          <a:xfrm>
            <a:off x="277813" y="5556250"/>
            <a:ext cx="5159375" cy="396875"/>
          </a:xfrm>
          <a:prstGeom prst="rect">
            <a:avLst/>
          </a:prstGeom>
          <a:noFill/>
          <a:ln w="0">
            <a:noFill/>
            <a:prstDash val="solid"/>
          </a:ln>
        </p:spPr>
        <p:txBody>
          <a:bodyPr wrap="none" lIns="0" tIns="0" rIns="0" bIns="0" anchor="ctr"/>
          <a:lstStyle>
            <a:defPPr algn="ctr">
              <a:defRPr sz="2550" b="1">
                <a:solidFill>
                  <a:srgbClr val="594576"/>
                </a:solidFill>
                <a:latin typeface="Nimbus Sans"/>
                <a:ea typeface="Nimbus Sans"/>
                <a:cs typeface="Nimbus Sans"/>
              </a:defRPr>
            </a:defPPr>
            <a:lvl1pPr algn="ctr">
              <a:defRPr sz="2550" b="1">
                <a:solidFill>
                  <a:srgbClr val="594576"/>
                </a:solidFill>
                <a:latin typeface="Nimbus Sans"/>
                <a:ea typeface="Nimbus Sans"/>
                <a:cs typeface="Nimbus Sans"/>
              </a:defRPr>
            </a:lvl1pPr>
            <a:lvl2pPr algn="ctr">
              <a:defRPr sz="2550" b="1">
                <a:solidFill>
                  <a:srgbClr val="594576"/>
                </a:solidFill>
                <a:latin typeface="Nimbus Sans"/>
                <a:ea typeface="Nimbus Sans"/>
                <a:cs typeface="Nimbus Sans"/>
              </a:defRPr>
            </a:lvl2pPr>
            <a:lvl3pPr algn="ctr">
              <a:defRPr sz="2550" b="1">
                <a:solidFill>
                  <a:srgbClr val="594576"/>
                </a:solidFill>
                <a:latin typeface="Nimbus Sans"/>
                <a:ea typeface="Nimbus Sans"/>
                <a:cs typeface="Nimbus Sans"/>
              </a:defRPr>
            </a:lvl3pPr>
            <a:lvl4pPr algn="ctr">
              <a:defRPr sz="2550" b="1">
                <a:solidFill>
                  <a:srgbClr val="594576"/>
                </a:solidFill>
                <a:latin typeface="Nimbus Sans"/>
                <a:ea typeface="Nimbus Sans"/>
                <a:cs typeface="Nimbus Sans"/>
              </a:defRPr>
            </a:lvl4pPr>
            <a:lvl5pPr algn="ctr">
              <a:defRPr sz="2550" b="1">
                <a:solidFill>
                  <a:srgbClr val="594576"/>
                </a:solidFill>
                <a:latin typeface="Nimbus Sans"/>
                <a:ea typeface="Nimbus Sans"/>
                <a:cs typeface="Nimbus Sans"/>
              </a:defRPr>
            </a:lvl5pPr>
            <a:lvl6pPr algn="ctr">
              <a:defRPr sz="2550" b="1">
                <a:solidFill>
                  <a:srgbClr val="594576"/>
                </a:solidFill>
                <a:latin typeface="Nimbus Sans"/>
                <a:ea typeface="Nimbus Sans"/>
                <a:cs typeface="Nimbus Sans"/>
              </a:defRPr>
            </a:lvl6pPr>
            <a:lvl7pPr algn="ctr">
              <a:defRPr sz="2550" b="1">
                <a:solidFill>
                  <a:srgbClr val="594576"/>
                </a:solidFill>
                <a:latin typeface="Nimbus Sans"/>
                <a:ea typeface="Nimbus Sans"/>
                <a:cs typeface="Nimbus Sans"/>
              </a:defRPr>
            </a:lvl7pPr>
            <a:lvl8pPr algn="ctr">
              <a:defRPr sz="2550" b="1">
                <a:solidFill>
                  <a:srgbClr val="594576"/>
                </a:solidFill>
                <a:latin typeface="Nimbus Sans"/>
                <a:ea typeface="Nimbus Sans"/>
                <a:cs typeface="Nimbus Sans"/>
              </a:defRPr>
            </a:lvl8pPr>
            <a:lvl9pPr algn="ctr">
              <a:defRPr sz="2550" b="1">
                <a:solidFill>
                  <a:srgbClr val="594576"/>
                </a:solidFill>
                <a:latin typeface="Nimbus Sans"/>
                <a:ea typeface="Nimbus Sans"/>
                <a:cs typeface="Nimbus Sans"/>
              </a:defRPr>
            </a:lvl9pPr>
          </a:lstStyle>
          <a:p>
            <a:pPr algn="ctr">
              <a:defRPr sz="2550" b="1">
                <a:solidFill>
                  <a:srgbClr val="594576"/>
                </a:solidFill>
                <a:latin typeface="Nimbus Sans"/>
                <a:ea typeface="Nimbus Sans"/>
                <a:cs typeface="Nimbus Sans"/>
              </a:defRPr>
            </a:pPr>
            <a:r>
              <a:rPr sz="2125"/>
              <a:t>2 → 3 → 2 → 4 → 5</a:t>
            </a:r>
          </a:p>
        </p:txBody>
      </p:sp>
      <p:sp>
        <p:nvSpPr>
          <p:cNvPr id="83" name="code-0">
            <a:extLst>
              <a:ext uri="{FF2B5EF4-FFF2-40B4-BE49-F238E27FC236}">
                <a16:creationId xmlns:a16="http://schemas.microsoft.com/office/drawing/2014/main" id="{E790B0BF-EEB9-4C05-80A3-03413385289F}"/>
              </a:ext>
            </a:extLst>
          </p:cNvPr>
          <p:cNvSpPr>
            <a:spLocks noGrp="1"/>
          </p:cNvSpPr>
          <p:nvPr/>
        </p:nvSpPr>
        <p:spPr>
          <a:xfrm>
            <a:off x="5937250" y="1317625"/>
            <a:ext cx="5953125" cy="254000"/>
          </a:xfrm>
          <a:prstGeom prst="rect">
            <a:avLst/>
          </a:prstGeom>
          <a:noFill/>
          <a:ln w="0">
            <a:noFill/>
            <a:prstDash val="solid"/>
          </a:ln>
        </p:spPr>
        <p:txBody>
          <a:bodyPr wrap="none" lIns="0" tIns="0" rIns="0" bIns="0" anchor="ctr"/>
          <a:lstStyle>
            <a:defPPr algn="l">
              <a:defRPr sz="1800" b="0">
                <a:solidFill>
                  <a:srgbClr val="25364A"/>
                </a:solidFill>
                <a:latin typeface="Nimbus Mono PS"/>
                <a:ea typeface="Nimbus Mono PS"/>
                <a:cs typeface="Nimbus Mono PS"/>
              </a:defRPr>
            </a:defPPr>
            <a:lvl1pPr algn="l">
              <a:defRPr sz="1800" b="0">
                <a:solidFill>
                  <a:srgbClr val="25364A"/>
                </a:solidFill>
                <a:latin typeface="Nimbus Mono PS"/>
                <a:ea typeface="Nimbus Mono PS"/>
                <a:cs typeface="Nimbus Mono PS"/>
              </a:defRPr>
            </a:lvl1pPr>
            <a:lvl2pPr algn="l">
              <a:defRPr sz="1800" b="0">
                <a:solidFill>
                  <a:srgbClr val="25364A"/>
                </a:solidFill>
                <a:latin typeface="Nimbus Mono PS"/>
                <a:ea typeface="Nimbus Mono PS"/>
                <a:cs typeface="Nimbus Mono PS"/>
              </a:defRPr>
            </a:lvl2pPr>
            <a:lvl3pPr algn="l">
              <a:defRPr sz="1800" b="0">
                <a:solidFill>
                  <a:srgbClr val="25364A"/>
                </a:solidFill>
                <a:latin typeface="Nimbus Mono PS"/>
                <a:ea typeface="Nimbus Mono PS"/>
                <a:cs typeface="Nimbus Mono PS"/>
              </a:defRPr>
            </a:lvl3pPr>
            <a:lvl4pPr algn="l">
              <a:defRPr sz="1800" b="0">
                <a:solidFill>
                  <a:srgbClr val="25364A"/>
                </a:solidFill>
                <a:latin typeface="Nimbus Mono PS"/>
                <a:ea typeface="Nimbus Mono PS"/>
                <a:cs typeface="Nimbus Mono PS"/>
              </a:defRPr>
            </a:lvl4pPr>
            <a:lvl5pPr algn="l">
              <a:defRPr sz="1800" b="0">
                <a:solidFill>
                  <a:srgbClr val="25364A"/>
                </a:solidFill>
                <a:latin typeface="Nimbus Mono PS"/>
                <a:ea typeface="Nimbus Mono PS"/>
                <a:cs typeface="Nimbus Mono PS"/>
              </a:defRPr>
            </a:lvl5pPr>
            <a:lvl6pPr algn="l">
              <a:defRPr sz="1800" b="0">
                <a:solidFill>
                  <a:srgbClr val="25364A"/>
                </a:solidFill>
                <a:latin typeface="Nimbus Mono PS"/>
                <a:ea typeface="Nimbus Mono PS"/>
                <a:cs typeface="Nimbus Mono PS"/>
              </a:defRPr>
            </a:lvl6pPr>
            <a:lvl7pPr algn="l">
              <a:defRPr sz="1800" b="0">
                <a:solidFill>
                  <a:srgbClr val="25364A"/>
                </a:solidFill>
                <a:latin typeface="Nimbus Mono PS"/>
                <a:ea typeface="Nimbus Mono PS"/>
                <a:cs typeface="Nimbus Mono PS"/>
              </a:defRPr>
            </a:lvl7pPr>
            <a:lvl8pPr algn="l">
              <a:defRPr sz="1800" b="0">
                <a:solidFill>
                  <a:srgbClr val="25364A"/>
                </a:solidFill>
                <a:latin typeface="Nimbus Mono PS"/>
                <a:ea typeface="Nimbus Mono PS"/>
                <a:cs typeface="Nimbus Mono PS"/>
              </a:defRPr>
            </a:lvl8pPr>
            <a:lvl9pPr algn="l">
              <a:defRPr sz="1800" b="0">
                <a:solidFill>
                  <a:srgbClr val="25364A"/>
                </a:solidFill>
                <a:latin typeface="Nimbus Mono PS"/>
                <a:ea typeface="Nimbus Mono PS"/>
                <a:cs typeface="Nimbus Mono PS"/>
              </a:defRPr>
            </a:lvl9pPr>
          </a:lstStyle>
          <a:p>
            <a:pPr algn="l">
              <a:defRPr sz="1800" b="0">
                <a:solidFill>
                  <a:srgbClr val="25364A"/>
                </a:solidFill>
                <a:latin typeface="Nimbus Mono PS"/>
                <a:ea typeface="Nimbus Mono PS"/>
                <a:cs typeface="Nimbus Mono PS"/>
              </a:defRPr>
            </a:pPr>
            <a:r>
              <a:rPr sz="1500"/>
              <a:t>import torch</a:t>
            </a:r>
          </a:p>
        </p:txBody>
      </p:sp>
      <p:sp>
        <p:nvSpPr>
          <p:cNvPr id="84" name="code-1">
            <a:extLst>
              <a:ext uri="{FF2B5EF4-FFF2-40B4-BE49-F238E27FC236}">
                <a16:creationId xmlns:a16="http://schemas.microsoft.com/office/drawing/2014/main" id="{7A4778B0-08FD-4F9F-AA11-9C3226C63857}"/>
              </a:ext>
            </a:extLst>
          </p:cNvPr>
          <p:cNvSpPr>
            <a:spLocks noGrp="1"/>
          </p:cNvSpPr>
          <p:nvPr/>
        </p:nvSpPr>
        <p:spPr>
          <a:xfrm>
            <a:off x="5937250" y="1563688"/>
            <a:ext cx="5953125" cy="254000"/>
          </a:xfrm>
          <a:prstGeom prst="rect">
            <a:avLst/>
          </a:prstGeom>
          <a:noFill/>
          <a:ln w="0">
            <a:noFill/>
            <a:prstDash val="solid"/>
          </a:ln>
        </p:spPr>
        <p:txBody>
          <a:bodyPr wrap="none" lIns="0" tIns="0" rIns="0" bIns="0" anchor="ctr"/>
          <a:lstStyle>
            <a:defPPr algn="l">
              <a:defRPr sz="1800" b="0">
                <a:solidFill>
                  <a:srgbClr val="25364A"/>
                </a:solidFill>
                <a:latin typeface="Nimbus Mono PS"/>
                <a:ea typeface="Nimbus Mono PS"/>
                <a:cs typeface="Nimbus Mono PS"/>
              </a:defRPr>
            </a:defPPr>
            <a:lvl1pPr algn="l">
              <a:defRPr sz="1800" b="0">
                <a:solidFill>
                  <a:srgbClr val="25364A"/>
                </a:solidFill>
                <a:latin typeface="Nimbus Mono PS"/>
                <a:ea typeface="Nimbus Mono PS"/>
                <a:cs typeface="Nimbus Mono PS"/>
              </a:defRPr>
            </a:lvl1pPr>
            <a:lvl2pPr algn="l">
              <a:defRPr sz="1800" b="0">
                <a:solidFill>
                  <a:srgbClr val="25364A"/>
                </a:solidFill>
                <a:latin typeface="Nimbus Mono PS"/>
                <a:ea typeface="Nimbus Mono PS"/>
                <a:cs typeface="Nimbus Mono PS"/>
              </a:defRPr>
            </a:lvl2pPr>
            <a:lvl3pPr algn="l">
              <a:defRPr sz="1800" b="0">
                <a:solidFill>
                  <a:srgbClr val="25364A"/>
                </a:solidFill>
                <a:latin typeface="Nimbus Mono PS"/>
                <a:ea typeface="Nimbus Mono PS"/>
                <a:cs typeface="Nimbus Mono PS"/>
              </a:defRPr>
            </a:lvl3pPr>
            <a:lvl4pPr algn="l">
              <a:defRPr sz="1800" b="0">
                <a:solidFill>
                  <a:srgbClr val="25364A"/>
                </a:solidFill>
                <a:latin typeface="Nimbus Mono PS"/>
                <a:ea typeface="Nimbus Mono PS"/>
                <a:cs typeface="Nimbus Mono PS"/>
              </a:defRPr>
            </a:lvl4pPr>
            <a:lvl5pPr algn="l">
              <a:defRPr sz="1800" b="0">
                <a:solidFill>
                  <a:srgbClr val="25364A"/>
                </a:solidFill>
                <a:latin typeface="Nimbus Mono PS"/>
                <a:ea typeface="Nimbus Mono PS"/>
                <a:cs typeface="Nimbus Mono PS"/>
              </a:defRPr>
            </a:lvl5pPr>
            <a:lvl6pPr algn="l">
              <a:defRPr sz="1800" b="0">
                <a:solidFill>
                  <a:srgbClr val="25364A"/>
                </a:solidFill>
                <a:latin typeface="Nimbus Mono PS"/>
                <a:ea typeface="Nimbus Mono PS"/>
                <a:cs typeface="Nimbus Mono PS"/>
              </a:defRPr>
            </a:lvl6pPr>
            <a:lvl7pPr algn="l">
              <a:defRPr sz="1800" b="0">
                <a:solidFill>
                  <a:srgbClr val="25364A"/>
                </a:solidFill>
                <a:latin typeface="Nimbus Mono PS"/>
                <a:ea typeface="Nimbus Mono PS"/>
                <a:cs typeface="Nimbus Mono PS"/>
              </a:defRPr>
            </a:lvl7pPr>
            <a:lvl8pPr algn="l">
              <a:defRPr sz="1800" b="0">
                <a:solidFill>
                  <a:srgbClr val="25364A"/>
                </a:solidFill>
                <a:latin typeface="Nimbus Mono PS"/>
                <a:ea typeface="Nimbus Mono PS"/>
                <a:cs typeface="Nimbus Mono PS"/>
              </a:defRPr>
            </a:lvl8pPr>
            <a:lvl9pPr algn="l">
              <a:defRPr sz="1800" b="0">
                <a:solidFill>
                  <a:srgbClr val="25364A"/>
                </a:solidFill>
                <a:latin typeface="Nimbus Mono PS"/>
                <a:ea typeface="Nimbus Mono PS"/>
                <a:cs typeface="Nimbus Mono PS"/>
              </a:defRPr>
            </a:lvl9pPr>
          </a:lstStyle>
          <a:p>
            <a:pPr algn="l">
              <a:defRPr sz="1800" b="0">
                <a:solidFill>
                  <a:srgbClr val="25364A"/>
                </a:solidFill>
                <a:latin typeface="Nimbus Mono PS"/>
                <a:ea typeface="Nimbus Mono PS"/>
                <a:cs typeface="Nimbus Mono PS"/>
              </a:defRPr>
            </a:pPr>
            <a:r>
              <a:rPr sz="1500"/>
              <a:t>from torch import nn</a:t>
            </a:r>
          </a:p>
        </p:txBody>
      </p:sp>
      <p:sp>
        <p:nvSpPr>
          <p:cNvPr id="85" name="code-3">
            <a:extLst>
              <a:ext uri="{FF2B5EF4-FFF2-40B4-BE49-F238E27FC236}">
                <a16:creationId xmlns:a16="http://schemas.microsoft.com/office/drawing/2014/main" id="{69BFEF81-5FB9-4550-8657-D8990AF9C97A}"/>
              </a:ext>
            </a:extLst>
          </p:cNvPr>
          <p:cNvSpPr>
            <a:spLocks noGrp="1"/>
          </p:cNvSpPr>
          <p:nvPr/>
        </p:nvSpPr>
        <p:spPr>
          <a:xfrm>
            <a:off x="5937250" y="2055813"/>
            <a:ext cx="5953125" cy="254000"/>
          </a:xfrm>
          <a:prstGeom prst="rect">
            <a:avLst/>
          </a:prstGeom>
          <a:noFill/>
          <a:ln w="0">
            <a:noFill/>
            <a:prstDash val="solid"/>
          </a:ln>
        </p:spPr>
        <p:txBody>
          <a:bodyPr wrap="none" lIns="0" tIns="0" rIns="0" bIns="0" anchor="ctr"/>
          <a:lstStyle>
            <a:defPPr algn="l">
              <a:defRPr sz="1800" b="0">
                <a:solidFill>
                  <a:srgbClr val="6A7F74"/>
                </a:solidFill>
                <a:latin typeface="Nimbus Mono PS"/>
                <a:ea typeface="Nimbus Mono PS"/>
                <a:cs typeface="Nimbus Mono PS"/>
              </a:defRPr>
            </a:defPPr>
            <a:lvl1pPr algn="l">
              <a:defRPr sz="1800" b="0">
                <a:solidFill>
                  <a:srgbClr val="6A7F74"/>
                </a:solidFill>
                <a:latin typeface="Nimbus Mono PS"/>
                <a:ea typeface="Nimbus Mono PS"/>
                <a:cs typeface="Nimbus Mono PS"/>
              </a:defRPr>
            </a:lvl1pPr>
            <a:lvl2pPr algn="l">
              <a:defRPr sz="1800" b="0">
                <a:solidFill>
                  <a:srgbClr val="6A7F74"/>
                </a:solidFill>
                <a:latin typeface="Nimbus Mono PS"/>
                <a:ea typeface="Nimbus Mono PS"/>
                <a:cs typeface="Nimbus Mono PS"/>
              </a:defRPr>
            </a:lvl2pPr>
            <a:lvl3pPr algn="l">
              <a:defRPr sz="1800" b="0">
                <a:solidFill>
                  <a:srgbClr val="6A7F74"/>
                </a:solidFill>
                <a:latin typeface="Nimbus Mono PS"/>
                <a:ea typeface="Nimbus Mono PS"/>
                <a:cs typeface="Nimbus Mono PS"/>
              </a:defRPr>
            </a:lvl3pPr>
            <a:lvl4pPr algn="l">
              <a:defRPr sz="1800" b="0">
                <a:solidFill>
                  <a:srgbClr val="6A7F74"/>
                </a:solidFill>
                <a:latin typeface="Nimbus Mono PS"/>
                <a:ea typeface="Nimbus Mono PS"/>
                <a:cs typeface="Nimbus Mono PS"/>
              </a:defRPr>
            </a:lvl4pPr>
            <a:lvl5pPr algn="l">
              <a:defRPr sz="1800" b="0">
                <a:solidFill>
                  <a:srgbClr val="6A7F74"/>
                </a:solidFill>
                <a:latin typeface="Nimbus Mono PS"/>
                <a:ea typeface="Nimbus Mono PS"/>
                <a:cs typeface="Nimbus Mono PS"/>
              </a:defRPr>
            </a:lvl5pPr>
            <a:lvl6pPr algn="l">
              <a:defRPr sz="1800" b="0">
                <a:solidFill>
                  <a:srgbClr val="6A7F74"/>
                </a:solidFill>
                <a:latin typeface="Nimbus Mono PS"/>
                <a:ea typeface="Nimbus Mono PS"/>
                <a:cs typeface="Nimbus Mono PS"/>
              </a:defRPr>
            </a:lvl6pPr>
            <a:lvl7pPr algn="l">
              <a:defRPr sz="1800" b="0">
                <a:solidFill>
                  <a:srgbClr val="6A7F74"/>
                </a:solidFill>
                <a:latin typeface="Nimbus Mono PS"/>
                <a:ea typeface="Nimbus Mono PS"/>
                <a:cs typeface="Nimbus Mono PS"/>
              </a:defRPr>
            </a:lvl7pPr>
            <a:lvl8pPr algn="l">
              <a:defRPr sz="1800" b="0">
                <a:solidFill>
                  <a:srgbClr val="6A7F74"/>
                </a:solidFill>
                <a:latin typeface="Nimbus Mono PS"/>
                <a:ea typeface="Nimbus Mono PS"/>
                <a:cs typeface="Nimbus Mono PS"/>
              </a:defRPr>
            </a:lvl8pPr>
            <a:lvl9pPr algn="l">
              <a:defRPr sz="1800" b="0">
                <a:solidFill>
                  <a:srgbClr val="6A7F74"/>
                </a:solidFill>
                <a:latin typeface="Nimbus Mono PS"/>
                <a:ea typeface="Nimbus Mono PS"/>
                <a:cs typeface="Nimbus Mono PS"/>
              </a:defRPr>
            </a:lvl9pPr>
          </a:lstStyle>
          <a:p>
            <a:pPr algn="l">
              <a:defRPr sz="1800" b="0">
                <a:solidFill>
                  <a:srgbClr val="6A7F74"/>
                </a:solidFill>
                <a:latin typeface="Nimbus Mono PS"/>
                <a:ea typeface="Nimbus Mono PS"/>
                <a:cs typeface="Nimbus Mono PS"/>
              </a:defRPr>
            </a:pPr>
            <a:r>
              <a:rPr sz="1500"/>
              <a:t># Sizes: X = 110x2, Y = 110x5</a:t>
            </a:r>
          </a:p>
        </p:txBody>
      </p:sp>
      <p:sp>
        <p:nvSpPr>
          <p:cNvPr id="86" name="code-4">
            <a:extLst>
              <a:ext uri="{FF2B5EF4-FFF2-40B4-BE49-F238E27FC236}">
                <a16:creationId xmlns:a16="http://schemas.microsoft.com/office/drawing/2014/main" id="{F6A72136-3D51-4951-9266-B6D681676E54}"/>
              </a:ext>
            </a:extLst>
          </p:cNvPr>
          <p:cNvSpPr>
            <a:spLocks noGrp="1"/>
          </p:cNvSpPr>
          <p:nvPr/>
        </p:nvSpPr>
        <p:spPr>
          <a:xfrm>
            <a:off x="5937250" y="2301875"/>
            <a:ext cx="5953125" cy="254000"/>
          </a:xfrm>
          <a:prstGeom prst="rect">
            <a:avLst/>
          </a:prstGeom>
          <a:noFill/>
          <a:ln w="0">
            <a:noFill/>
            <a:prstDash val="solid"/>
          </a:ln>
        </p:spPr>
        <p:txBody>
          <a:bodyPr wrap="none" lIns="0" tIns="0" rIns="0" bIns="0" anchor="ctr"/>
          <a:lstStyle>
            <a:defPPr algn="l">
              <a:defRPr sz="1800" b="0">
                <a:solidFill>
                  <a:srgbClr val="25364A"/>
                </a:solidFill>
                <a:latin typeface="Nimbus Mono PS"/>
                <a:ea typeface="Nimbus Mono PS"/>
                <a:cs typeface="Nimbus Mono PS"/>
              </a:defRPr>
            </a:defPPr>
            <a:lvl1pPr algn="l">
              <a:defRPr sz="1800" b="0">
                <a:solidFill>
                  <a:srgbClr val="25364A"/>
                </a:solidFill>
                <a:latin typeface="Nimbus Mono PS"/>
                <a:ea typeface="Nimbus Mono PS"/>
                <a:cs typeface="Nimbus Mono PS"/>
              </a:defRPr>
            </a:lvl1pPr>
            <a:lvl2pPr algn="l">
              <a:defRPr sz="1800" b="0">
                <a:solidFill>
                  <a:srgbClr val="25364A"/>
                </a:solidFill>
                <a:latin typeface="Nimbus Mono PS"/>
                <a:ea typeface="Nimbus Mono PS"/>
                <a:cs typeface="Nimbus Mono PS"/>
              </a:defRPr>
            </a:lvl2pPr>
            <a:lvl3pPr algn="l">
              <a:defRPr sz="1800" b="0">
                <a:solidFill>
                  <a:srgbClr val="25364A"/>
                </a:solidFill>
                <a:latin typeface="Nimbus Mono PS"/>
                <a:ea typeface="Nimbus Mono PS"/>
                <a:cs typeface="Nimbus Mono PS"/>
              </a:defRPr>
            </a:lvl3pPr>
            <a:lvl4pPr algn="l">
              <a:defRPr sz="1800" b="0">
                <a:solidFill>
                  <a:srgbClr val="25364A"/>
                </a:solidFill>
                <a:latin typeface="Nimbus Mono PS"/>
                <a:ea typeface="Nimbus Mono PS"/>
                <a:cs typeface="Nimbus Mono PS"/>
              </a:defRPr>
            </a:lvl4pPr>
            <a:lvl5pPr algn="l">
              <a:defRPr sz="1800" b="0">
                <a:solidFill>
                  <a:srgbClr val="25364A"/>
                </a:solidFill>
                <a:latin typeface="Nimbus Mono PS"/>
                <a:ea typeface="Nimbus Mono PS"/>
                <a:cs typeface="Nimbus Mono PS"/>
              </a:defRPr>
            </a:lvl5pPr>
            <a:lvl6pPr algn="l">
              <a:defRPr sz="1800" b="0">
                <a:solidFill>
                  <a:srgbClr val="25364A"/>
                </a:solidFill>
                <a:latin typeface="Nimbus Mono PS"/>
                <a:ea typeface="Nimbus Mono PS"/>
                <a:cs typeface="Nimbus Mono PS"/>
              </a:defRPr>
            </a:lvl6pPr>
            <a:lvl7pPr algn="l">
              <a:defRPr sz="1800" b="0">
                <a:solidFill>
                  <a:srgbClr val="25364A"/>
                </a:solidFill>
                <a:latin typeface="Nimbus Mono PS"/>
                <a:ea typeface="Nimbus Mono PS"/>
                <a:cs typeface="Nimbus Mono PS"/>
              </a:defRPr>
            </a:lvl7pPr>
            <a:lvl8pPr algn="l">
              <a:defRPr sz="1800" b="0">
                <a:solidFill>
                  <a:srgbClr val="25364A"/>
                </a:solidFill>
                <a:latin typeface="Nimbus Mono PS"/>
                <a:ea typeface="Nimbus Mono PS"/>
                <a:cs typeface="Nimbus Mono PS"/>
              </a:defRPr>
            </a:lvl8pPr>
            <a:lvl9pPr algn="l">
              <a:defRPr sz="1800" b="0">
                <a:solidFill>
                  <a:srgbClr val="25364A"/>
                </a:solidFill>
                <a:latin typeface="Nimbus Mono PS"/>
                <a:ea typeface="Nimbus Mono PS"/>
                <a:cs typeface="Nimbus Mono PS"/>
              </a:defRPr>
            </a:lvl9pPr>
          </a:lstStyle>
          <a:p>
            <a:pPr algn="l">
              <a:defRPr sz="1800" b="0">
                <a:solidFill>
                  <a:srgbClr val="25364A"/>
                </a:solidFill>
                <a:latin typeface="Nimbus Mono PS"/>
                <a:ea typeface="Nimbus Mono PS"/>
                <a:cs typeface="Nimbus Mono PS"/>
              </a:defRPr>
            </a:pPr>
            <a:r>
              <a:rPr sz="1500"/>
              <a:t>X = torch.load("Formant_Inputs.pt").float()</a:t>
            </a:r>
          </a:p>
        </p:txBody>
      </p:sp>
      <p:sp>
        <p:nvSpPr>
          <p:cNvPr id="87" name="code-5">
            <a:extLst>
              <a:ext uri="{FF2B5EF4-FFF2-40B4-BE49-F238E27FC236}">
                <a16:creationId xmlns:a16="http://schemas.microsoft.com/office/drawing/2014/main" id="{D5B1FBDF-CD02-48CD-B13D-BBB746325F27}"/>
              </a:ext>
            </a:extLst>
          </p:cNvPr>
          <p:cNvSpPr>
            <a:spLocks noGrp="1"/>
          </p:cNvSpPr>
          <p:nvPr/>
        </p:nvSpPr>
        <p:spPr>
          <a:xfrm>
            <a:off x="5937250" y="2547938"/>
            <a:ext cx="5953125" cy="254000"/>
          </a:xfrm>
          <a:prstGeom prst="rect">
            <a:avLst/>
          </a:prstGeom>
          <a:noFill/>
          <a:ln w="0">
            <a:noFill/>
            <a:prstDash val="solid"/>
          </a:ln>
        </p:spPr>
        <p:txBody>
          <a:bodyPr wrap="none" lIns="0" tIns="0" rIns="0" bIns="0" anchor="ctr"/>
          <a:lstStyle>
            <a:defPPr algn="l">
              <a:defRPr sz="1800" b="0">
                <a:solidFill>
                  <a:srgbClr val="25364A"/>
                </a:solidFill>
                <a:latin typeface="Nimbus Mono PS"/>
                <a:ea typeface="Nimbus Mono PS"/>
                <a:cs typeface="Nimbus Mono PS"/>
              </a:defRPr>
            </a:defPPr>
            <a:lvl1pPr algn="l">
              <a:defRPr sz="1800" b="0">
                <a:solidFill>
                  <a:srgbClr val="25364A"/>
                </a:solidFill>
                <a:latin typeface="Nimbus Mono PS"/>
                <a:ea typeface="Nimbus Mono PS"/>
                <a:cs typeface="Nimbus Mono PS"/>
              </a:defRPr>
            </a:lvl1pPr>
            <a:lvl2pPr algn="l">
              <a:defRPr sz="1800" b="0">
                <a:solidFill>
                  <a:srgbClr val="25364A"/>
                </a:solidFill>
                <a:latin typeface="Nimbus Mono PS"/>
                <a:ea typeface="Nimbus Mono PS"/>
                <a:cs typeface="Nimbus Mono PS"/>
              </a:defRPr>
            </a:lvl2pPr>
            <a:lvl3pPr algn="l">
              <a:defRPr sz="1800" b="0">
                <a:solidFill>
                  <a:srgbClr val="25364A"/>
                </a:solidFill>
                <a:latin typeface="Nimbus Mono PS"/>
                <a:ea typeface="Nimbus Mono PS"/>
                <a:cs typeface="Nimbus Mono PS"/>
              </a:defRPr>
            </a:lvl3pPr>
            <a:lvl4pPr algn="l">
              <a:defRPr sz="1800" b="0">
                <a:solidFill>
                  <a:srgbClr val="25364A"/>
                </a:solidFill>
                <a:latin typeface="Nimbus Mono PS"/>
                <a:ea typeface="Nimbus Mono PS"/>
                <a:cs typeface="Nimbus Mono PS"/>
              </a:defRPr>
            </a:lvl4pPr>
            <a:lvl5pPr algn="l">
              <a:defRPr sz="1800" b="0">
                <a:solidFill>
                  <a:srgbClr val="25364A"/>
                </a:solidFill>
                <a:latin typeface="Nimbus Mono PS"/>
                <a:ea typeface="Nimbus Mono PS"/>
                <a:cs typeface="Nimbus Mono PS"/>
              </a:defRPr>
            </a:lvl5pPr>
            <a:lvl6pPr algn="l">
              <a:defRPr sz="1800" b="0">
                <a:solidFill>
                  <a:srgbClr val="25364A"/>
                </a:solidFill>
                <a:latin typeface="Nimbus Mono PS"/>
                <a:ea typeface="Nimbus Mono PS"/>
                <a:cs typeface="Nimbus Mono PS"/>
              </a:defRPr>
            </a:lvl6pPr>
            <a:lvl7pPr algn="l">
              <a:defRPr sz="1800" b="0">
                <a:solidFill>
                  <a:srgbClr val="25364A"/>
                </a:solidFill>
                <a:latin typeface="Nimbus Mono PS"/>
                <a:ea typeface="Nimbus Mono PS"/>
                <a:cs typeface="Nimbus Mono PS"/>
              </a:defRPr>
            </a:lvl7pPr>
            <a:lvl8pPr algn="l">
              <a:defRPr sz="1800" b="0">
                <a:solidFill>
                  <a:srgbClr val="25364A"/>
                </a:solidFill>
                <a:latin typeface="Nimbus Mono PS"/>
                <a:ea typeface="Nimbus Mono PS"/>
                <a:cs typeface="Nimbus Mono PS"/>
              </a:defRPr>
            </a:lvl8pPr>
            <a:lvl9pPr algn="l">
              <a:defRPr sz="1800" b="0">
                <a:solidFill>
                  <a:srgbClr val="25364A"/>
                </a:solidFill>
                <a:latin typeface="Nimbus Mono PS"/>
                <a:ea typeface="Nimbus Mono PS"/>
                <a:cs typeface="Nimbus Mono PS"/>
              </a:defRPr>
            </a:lvl9pPr>
          </a:lstStyle>
          <a:p>
            <a:pPr algn="l">
              <a:defRPr sz="1800" b="0">
                <a:solidFill>
                  <a:srgbClr val="25364A"/>
                </a:solidFill>
                <a:latin typeface="Nimbus Mono PS"/>
                <a:ea typeface="Nimbus Mono PS"/>
                <a:cs typeface="Nimbus Mono PS"/>
              </a:defRPr>
            </a:pPr>
            <a:r>
              <a:rPr sz="1500"/>
              <a:t>Y = torch.load("TrueVowel_Outputs.pt").float()</a:t>
            </a:r>
          </a:p>
        </p:txBody>
      </p:sp>
      <p:sp>
        <p:nvSpPr>
          <p:cNvPr id="88" name="code-7">
            <a:extLst>
              <a:ext uri="{FF2B5EF4-FFF2-40B4-BE49-F238E27FC236}">
                <a16:creationId xmlns:a16="http://schemas.microsoft.com/office/drawing/2014/main" id="{F6BB131D-86F6-4406-AEFA-3C29B9223ECA}"/>
              </a:ext>
            </a:extLst>
          </p:cNvPr>
          <p:cNvSpPr>
            <a:spLocks noGrp="1"/>
          </p:cNvSpPr>
          <p:nvPr/>
        </p:nvSpPr>
        <p:spPr>
          <a:xfrm>
            <a:off x="5937250" y="3040063"/>
            <a:ext cx="5953125" cy="254000"/>
          </a:xfrm>
          <a:prstGeom prst="rect">
            <a:avLst/>
          </a:prstGeom>
          <a:noFill/>
          <a:ln w="0">
            <a:noFill/>
            <a:prstDash val="solid"/>
          </a:ln>
        </p:spPr>
        <p:txBody>
          <a:bodyPr wrap="none" lIns="0" tIns="0" rIns="0" bIns="0" anchor="ctr"/>
          <a:lstStyle>
            <a:defPPr algn="l">
              <a:defRPr sz="1800" b="0">
                <a:solidFill>
                  <a:srgbClr val="25364A"/>
                </a:solidFill>
                <a:latin typeface="Nimbus Mono PS"/>
                <a:ea typeface="Nimbus Mono PS"/>
                <a:cs typeface="Nimbus Mono PS"/>
              </a:defRPr>
            </a:defPPr>
            <a:lvl1pPr algn="l">
              <a:defRPr sz="1800" b="0">
                <a:solidFill>
                  <a:srgbClr val="25364A"/>
                </a:solidFill>
                <a:latin typeface="Nimbus Mono PS"/>
                <a:ea typeface="Nimbus Mono PS"/>
                <a:cs typeface="Nimbus Mono PS"/>
              </a:defRPr>
            </a:lvl1pPr>
            <a:lvl2pPr algn="l">
              <a:defRPr sz="1800" b="0">
                <a:solidFill>
                  <a:srgbClr val="25364A"/>
                </a:solidFill>
                <a:latin typeface="Nimbus Mono PS"/>
                <a:ea typeface="Nimbus Mono PS"/>
                <a:cs typeface="Nimbus Mono PS"/>
              </a:defRPr>
            </a:lvl2pPr>
            <a:lvl3pPr algn="l">
              <a:defRPr sz="1800" b="0">
                <a:solidFill>
                  <a:srgbClr val="25364A"/>
                </a:solidFill>
                <a:latin typeface="Nimbus Mono PS"/>
                <a:ea typeface="Nimbus Mono PS"/>
                <a:cs typeface="Nimbus Mono PS"/>
              </a:defRPr>
            </a:lvl3pPr>
            <a:lvl4pPr algn="l">
              <a:defRPr sz="1800" b="0">
                <a:solidFill>
                  <a:srgbClr val="25364A"/>
                </a:solidFill>
                <a:latin typeface="Nimbus Mono PS"/>
                <a:ea typeface="Nimbus Mono PS"/>
                <a:cs typeface="Nimbus Mono PS"/>
              </a:defRPr>
            </a:lvl4pPr>
            <a:lvl5pPr algn="l">
              <a:defRPr sz="1800" b="0">
                <a:solidFill>
                  <a:srgbClr val="25364A"/>
                </a:solidFill>
                <a:latin typeface="Nimbus Mono PS"/>
                <a:ea typeface="Nimbus Mono PS"/>
                <a:cs typeface="Nimbus Mono PS"/>
              </a:defRPr>
            </a:lvl5pPr>
            <a:lvl6pPr algn="l">
              <a:defRPr sz="1800" b="0">
                <a:solidFill>
                  <a:srgbClr val="25364A"/>
                </a:solidFill>
                <a:latin typeface="Nimbus Mono PS"/>
                <a:ea typeface="Nimbus Mono PS"/>
                <a:cs typeface="Nimbus Mono PS"/>
              </a:defRPr>
            </a:lvl6pPr>
            <a:lvl7pPr algn="l">
              <a:defRPr sz="1800" b="0">
                <a:solidFill>
                  <a:srgbClr val="25364A"/>
                </a:solidFill>
                <a:latin typeface="Nimbus Mono PS"/>
                <a:ea typeface="Nimbus Mono PS"/>
                <a:cs typeface="Nimbus Mono PS"/>
              </a:defRPr>
            </a:lvl7pPr>
            <a:lvl8pPr algn="l">
              <a:defRPr sz="1800" b="0">
                <a:solidFill>
                  <a:srgbClr val="25364A"/>
                </a:solidFill>
                <a:latin typeface="Nimbus Mono PS"/>
                <a:ea typeface="Nimbus Mono PS"/>
                <a:cs typeface="Nimbus Mono PS"/>
              </a:defRPr>
            </a:lvl8pPr>
            <a:lvl9pPr algn="l">
              <a:defRPr sz="1800" b="0">
                <a:solidFill>
                  <a:srgbClr val="25364A"/>
                </a:solidFill>
                <a:latin typeface="Nimbus Mono PS"/>
                <a:ea typeface="Nimbus Mono PS"/>
                <a:cs typeface="Nimbus Mono PS"/>
              </a:defRPr>
            </a:lvl9pPr>
          </a:lstStyle>
          <a:p>
            <a:pPr algn="l">
              <a:defRPr sz="1800" b="0">
                <a:solidFill>
                  <a:srgbClr val="25364A"/>
                </a:solidFill>
                <a:latin typeface="Nimbus Mono PS"/>
                <a:ea typeface="Nimbus Mono PS"/>
                <a:cs typeface="Nimbus Mono PS"/>
              </a:defRPr>
            </a:pPr>
            <a:r>
              <a:rPr sz="1500"/>
              <a:t>net = nn.Sequential(</a:t>
            </a:r>
          </a:p>
        </p:txBody>
      </p:sp>
      <p:sp>
        <p:nvSpPr>
          <p:cNvPr id="89" name="code-8">
            <a:extLst>
              <a:ext uri="{FF2B5EF4-FFF2-40B4-BE49-F238E27FC236}">
                <a16:creationId xmlns:a16="http://schemas.microsoft.com/office/drawing/2014/main" id="{EB11CC97-F153-4892-B248-CBA6D01B353D}"/>
              </a:ext>
            </a:extLst>
          </p:cNvPr>
          <p:cNvSpPr>
            <a:spLocks noGrp="1"/>
          </p:cNvSpPr>
          <p:nvPr/>
        </p:nvSpPr>
        <p:spPr>
          <a:xfrm>
            <a:off x="5937250" y="3286125"/>
            <a:ext cx="5953125" cy="254000"/>
          </a:xfrm>
          <a:prstGeom prst="rect">
            <a:avLst/>
          </a:prstGeom>
          <a:noFill/>
          <a:ln w="0">
            <a:noFill/>
            <a:prstDash val="solid"/>
          </a:ln>
        </p:spPr>
        <p:txBody>
          <a:bodyPr wrap="none" lIns="0" tIns="0" rIns="0" bIns="0" anchor="ctr"/>
          <a:lstStyle>
            <a:defPPr algn="l">
              <a:defRPr sz="1800" b="1">
                <a:solidFill>
                  <a:srgbClr val="237254"/>
                </a:solidFill>
                <a:latin typeface="Nimbus Mono PS"/>
                <a:ea typeface="Nimbus Mono PS"/>
                <a:cs typeface="Nimbus Mono PS"/>
              </a:defRPr>
            </a:defPPr>
            <a:lvl1pPr algn="l">
              <a:defRPr sz="1800" b="1">
                <a:solidFill>
                  <a:srgbClr val="237254"/>
                </a:solidFill>
                <a:latin typeface="Nimbus Mono PS"/>
                <a:ea typeface="Nimbus Mono PS"/>
                <a:cs typeface="Nimbus Mono PS"/>
              </a:defRPr>
            </a:lvl1pPr>
            <a:lvl2pPr algn="l">
              <a:defRPr sz="1800" b="1">
                <a:solidFill>
                  <a:srgbClr val="237254"/>
                </a:solidFill>
                <a:latin typeface="Nimbus Mono PS"/>
                <a:ea typeface="Nimbus Mono PS"/>
                <a:cs typeface="Nimbus Mono PS"/>
              </a:defRPr>
            </a:lvl2pPr>
            <a:lvl3pPr algn="l">
              <a:defRPr sz="1800" b="1">
                <a:solidFill>
                  <a:srgbClr val="237254"/>
                </a:solidFill>
                <a:latin typeface="Nimbus Mono PS"/>
                <a:ea typeface="Nimbus Mono PS"/>
                <a:cs typeface="Nimbus Mono PS"/>
              </a:defRPr>
            </a:lvl3pPr>
            <a:lvl4pPr algn="l">
              <a:defRPr sz="1800" b="1">
                <a:solidFill>
                  <a:srgbClr val="237254"/>
                </a:solidFill>
                <a:latin typeface="Nimbus Mono PS"/>
                <a:ea typeface="Nimbus Mono PS"/>
                <a:cs typeface="Nimbus Mono PS"/>
              </a:defRPr>
            </a:lvl4pPr>
            <a:lvl5pPr algn="l">
              <a:defRPr sz="1800" b="1">
                <a:solidFill>
                  <a:srgbClr val="237254"/>
                </a:solidFill>
                <a:latin typeface="Nimbus Mono PS"/>
                <a:ea typeface="Nimbus Mono PS"/>
                <a:cs typeface="Nimbus Mono PS"/>
              </a:defRPr>
            </a:lvl5pPr>
            <a:lvl6pPr algn="l">
              <a:defRPr sz="1800" b="1">
                <a:solidFill>
                  <a:srgbClr val="237254"/>
                </a:solidFill>
                <a:latin typeface="Nimbus Mono PS"/>
                <a:ea typeface="Nimbus Mono PS"/>
                <a:cs typeface="Nimbus Mono PS"/>
              </a:defRPr>
            </a:lvl6pPr>
            <a:lvl7pPr algn="l">
              <a:defRPr sz="1800" b="1">
                <a:solidFill>
                  <a:srgbClr val="237254"/>
                </a:solidFill>
                <a:latin typeface="Nimbus Mono PS"/>
                <a:ea typeface="Nimbus Mono PS"/>
                <a:cs typeface="Nimbus Mono PS"/>
              </a:defRPr>
            </a:lvl7pPr>
            <a:lvl8pPr algn="l">
              <a:defRPr sz="1800" b="1">
                <a:solidFill>
                  <a:srgbClr val="237254"/>
                </a:solidFill>
                <a:latin typeface="Nimbus Mono PS"/>
                <a:ea typeface="Nimbus Mono PS"/>
                <a:cs typeface="Nimbus Mono PS"/>
              </a:defRPr>
            </a:lvl8pPr>
            <a:lvl9pPr algn="l">
              <a:defRPr sz="1800" b="1">
                <a:solidFill>
                  <a:srgbClr val="237254"/>
                </a:solidFill>
                <a:latin typeface="Nimbus Mono PS"/>
                <a:ea typeface="Nimbus Mono PS"/>
                <a:cs typeface="Nimbus Mono PS"/>
              </a:defRPr>
            </a:lvl9pPr>
          </a:lstStyle>
          <a:p>
            <a:pPr algn="l">
              <a:defRPr sz="1800" b="1">
                <a:solidFill>
                  <a:srgbClr val="237254"/>
                </a:solidFill>
                <a:latin typeface="Nimbus Mono PS"/>
                <a:ea typeface="Nimbus Mono PS"/>
                <a:cs typeface="Nimbus Mono PS"/>
              </a:defRPr>
            </a:pPr>
            <a:r>
              <a:rPr sz="1500"/>
              <a:t>    nn.Linear(2, 3), nn.Sigmoid(),</a:t>
            </a:r>
          </a:p>
        </p:txBody>
      </p:sp>
      <p:sp>
        <p:nvSpPr>
          <p:cNvPr id="90" name="code-9">
            <a:extLst>
              <a:ext uri="{FF2B5EF4-FFF2-40B4-BE49-F238E27FC236}">
                <a16:creationId xmlns:a16="http://schemas.microsoft.com/office/drawing/2014/main" id="{8D1C84D9-A5A0-491A-866A-61444ED0F53D}"/>
              </a:ext>
            </a:extLst>
          </p:cNvPr>
          <p:cNvSpPr>
            <a:spLocks noGrp="1"/>
          </p:cNvSpPr>
          <p:nvPr/>
        </p:nvSpPr>
        <p:spPr>
          <a:xfrm>
            <a:off x="5937250" y="3532188"/>
            <a:ext cx="5953125" cy="254000"/>
          </a:xfrm>
          <a:prstGeom prst="rect">
            <a:avLst/>
          </a:prstGeom>
          <a:noFill/>
          <a:ln w="0">
            <a:noFill/>
            <a:prstDash val="solid"/>
          </a:ln>
        </p:spPr>
        <p:txBody>
          <a:bodyPr wrap="none" lIns="0" tIns="0" rIns="0" bIns="0" anchor="ctr"/>
          <a:lstStyle>
            <a:defPPr algn="l">
              <a:defRPr sz="1800" b="1">
                <a:solidFill>
                  <a:srgbClr val="237254"/>
                </a:solidFill>
                <a:latin typeface="Nimbus Mono PS"/>
                <a:ea typeface="Nimbus Mono PS"/>
                <a:cs typeface="Nimbus Mono PS"/>
              </a:defRPr>
            </a:defPPr>
            <a:lvl1pPr algn="l">
              <a:defRPr sz="1800" b="1">
                <a:solidFill>
                  <a:srgbClr val="237254"/>
                </a:solidFill>
                <a:latin typeface="Nimbus Mono PS"/>
                <a:ea typeface="Nimbus Mono PS"/>
                <a:cs typeface="Nimbus Mono PS"/>
              </a:defRPr>
            </a:lvl1pPr>
            <a:lvl2pPr algn="l">
              <a:defRPr sz="1800" b="1">
                <a:solidFill>
                  <a:srgbClr val="237254"/>
                </a:solidFill>
                <a:latin typeface="Nimbus Mono PS"/>
                <a:ea typeface="Nimbus Mono PS"/>
                <a:cs typeface="Nimbus Mono PS"/>
              </a:defRPr>
            </a:lvl2pPr>
            <a:lvl3pPr algn="l">
              <a:defRPr sz="1800" b="1">
                <a:solidFill>
                  <a:srgbClr val="237254"/>
                </a:solidFill>
                <a:latin typeface="Nimbus Mono PS"/>
                <a:ea typeface="Nimbus Mono PS"/>
                <a:cs typeface="Nimbus Mono PS"/>
              </a:defRPr>
            </a:lvl3pPr>
            <a:lvl4pPr algn="l">
              <a:defRPr sz="1800" b="1">
                <a:solidFill>
                  <a:srgbClr val="237254"/>
                </a:solidFill>
                <a:latin typeface="Nimbus Mono PS"/>
                <a:ea typeface="Nimbus Mono PS"/>
                <a:cs typeface="Nimbus Mono PS"/>
              </a:defRPr>
            </a:lvl4pPr>
            <a:lvl5pPr algn="l">
              <a:defRPr sz="1800" b="1">
                <a:solidFill>
                  <a:srgbClr val="237254"/>
                </a:solidFill>
                <a:latin typeface="Nimbus Mono PS"/>
                <a:ea typeface="Nimbus Mono PS"/>
                <a:cs typeface="Nimbus Mono PS"/>
              </a:defRPr>
            </a:lvl5pPr>
            <a:lvl6pPr algn="l">
              <a:defRPr sz="1800" b="1">
                <a:solidFill>
                  <a:srgbClr val="237254"/>
                </a:solidFill>
                <a:latin typeface="Nimbus Mono PS"/>
                <a:ea typeface="Nimbus Mono PS"/>
                <a:cs typeface="Nimbus Mono PS"/>
              </a:defRPr>
            </a:lvl6pPr>
            <a:lvl7pPr algn="l">
              <a:defRPr sz="1800" b="1">
                <a:solidFill>
                  <a:srgbClr val="237254"/>
                </a:solidFill>
                <a:latin typeface="Nimbus Mono PS"/>
                <a:ea typeface="Nimbus Mono PS"/>
                <a:cs typeface="Nimbus Mono PS"/>
              </a:defRPr>
            </a:lvl7pPr>
            <a:lvl8pPr algn="l">
              <a:defRPr sz="1800" b="1">
                <a:solidFill>
                  <a:srgbClr val="237254"/>
                </a:solidFill>
                <a:latin typeface="Nimbus Mono PS"/>
                <a:ea typeface="Nimbus Mono PS"/>
                <a:cs typeface="Nimbus Mono PS"/>
              </a:defRPr>
            </a:lvl8pPr>
            <a:lvl9pPr algn="l">
              <a:defRPr sz="1800" b="1">
                <a:solidFill>
                  <a:srgbClr val="237254"/>
                </a:solidFill>
                <a:latin typeface="Nimbus Mono PS"/>
                <a:ea typeface="Nimbus Mono PS"/>
                <a:cs typeface="Nimbus Mono PS"/>
              </a:defRPr>
            </a:lvl9pPr>
          </a:lstStyle>
          <a:p>
            <a:pPr algn="l">
              <a:defRPr sz="1800" b="1">
                <a:solidFill>
                  <a:srgbClr val="237254"/>
                </a:solidFill>
                <a:latin typeface="Nimbus Mono PS"/>
                <a:ea typeface="Nimbus Mono PS"/>
                <a:cs typeface="Nimbus Mono PS"/>
              </a:defRPr>
            </a:pPr>
            <a:r>
              <a:rPr sz="1500"/>
              <a:t>    nn.Linear(3, 2), nn.Sigmoid(),</a:t>
            </a:r>
          </a:p>
        </p:txBody>
      </p:sp>
      <p:sp>
        <p:nvSpPr>
          <p:cNvPr id="91" name="code-10">
            <a:extLst>
              <a:ext uri="{FF2B5EF4-FFF2-40B4-BE49-F238E27FC236}">
                <a16:creationId xmlns:a16="http://schemas.microsoft.com/office/drawing/2014/main" id="{3306D439-B7E2-441E-88B8-B5F13D90CF27}"/>
              </a:ext>
            </a:extLst>
          </p:cNvPr>
          <p:cNvSpPr>
            <a:spLocks noGrp="1"/>
          </p:cNvSpPr>
          <p:nvPr/>
        </p:nvSpPr>
        <p:spPr>
          <a:xfrm>
            <a:off x="5937250" y="3778250"/>
            <a:ext cx="5953125" cy="254000"/>
          </a:xfrm>
          <a:prstGeom prst="rect">
            <a:avLst/>
          </a:prstGeom>
          <a:noFill/>
          <a:ln w="0">
            <a:noFill/>
            <a:prstDash val="solid"/>
          </a:ln>
        </p:spPr>
        <p:txBody>
          <a:bodyPr wrap="none" lIns="0" tIns="0" rIns="0" bIns="0" anchor="ctr"/>
          <a:lstStyle>
            <a:defPPr algn="l">
              <a:defRPr sz="1800" b="1">
                <a:solidFill>
                  <a:srgbClr val="237254"/>
                </a:solidFill>
                <a:latin typeface="Nimbus Mono PS"/>
                <a:ea typeface="Nimbus Mono PS"/>
                <a:cs typeface="Nimbus Mono PS"/>
              </a:defRPr>
            </a:defPPr>
            <a:lvl1pPr algn="l">
              <a:defRPr sz="1800" b="1">
                <a:solidFill>
                  <a:srgbClr val="237254"/>
                </a:solidFill>
                <a:latin typeface="Nimbus Mono PS"/>
                <a:ea typeface="Nimbus Mono PS"/>
                <a:cs typeface="Nimbus Mono PS"/>
              </a:defRPr>
            </a:lvl1pPr>
            <a:lvl2pPr algn="l">
              <a:defRPr sz="1800" b="1">
                <a:solidFill>
                  <a:srgbClr val="237254"/>
                </a:solidFill>
                <a:latin typeface="Nimbus Mono PS"/>
                <a:ea typeface="Nimbus Mono PS"/>
                <a:cs typeface="Nimbus Mono PS"/>
              </a:defRPr>
            </a:lvl2pPr>
            <a:lvl3pPr algn="l">
              <a:defRPr sz="1800" b="1">
                <a:solidFill>
                  <a:srgbClr val="237254"/>
                </a:solidFill>
                <a:latin typeface="Nimbus Mono PS"/>
                <a:ea typeface="Nimbus Mono PS"/>
                <a:cs typeface="Nimbus Mono PS"/>
              </a:defRPr>
            </a:lvl3pPr>
            <a:lvl4pPr algn="l">
              <a:defRPr sz="1800" b="1">
                <a:solidFill>
                  <a:srgbClr val="237254"/>
                </a:solidFill>
                <a:latin typeface="Nimbus Mono PS"/>
                <a:ea typeface="Nimbus Mono PS"/>
                <a:cs typeface="Nimbus Mono PS"/>
              </a:defRPr>
            </a:lvl4pPr>
            <a:lvl5pPr algn="l">
              <a:defRPr sz="1800" b="1">
                <a:solidFill>
                  <a:srgbClr val="237254"/>
                </a:solidFill>
                <a:latin typeface="Nimbus Mono PS"/>
                <a:ea typeface="Nimbus Mono PS"/>
                <a:cs typeface="Nimbus Mono PS"/>
              </a:defRPr>
            </a:lvl5pPr>
            <a:lvl6pPr algn="l">
              <a:defRPr sz="1800" b="1">
                <a:solidFill>
                  <a:srgbClr val="237254"/>
                </a:solidFill>
                <a:latin typeface="Nimbus Mono PS"/>
                <a:ea typeface="Nimbus Mono PS"/>
                <a:cs typeface="Nimbus Mono PS"/>
              </a:defRPr>
            </a:lvl6pPr>
            <a:lvl7pPr algn="l">
              <a:defRPr sz="1800" b="1">
                <a:solidFill>
                  <a:srgbClr val="237254"/>
                </a:solidFill>
                <a:latin typeface="Nimbus Mono PS"/>
                <a:ea typeface="Nimbus Mono PS"/>
                <a:cs typeface="Nimbus Mono PS"/>
              </a:defRPr>
            </a:lvl7pPr>
            <a:lvl8pPr algn="l">
              <a:defRPr sz="1800" b="1">
                <a:solidFill>
                  <a:srgbClr val="237254"/>
                </a:solidFill>
                <a:latin typeface="Nimbus Mono PS"/>
                <a:ea typeface="Nimbus Mono PS"/>
                <a:cs typeface="Nimbus Mono PS"/>
              </a:defRPr>
            </a:lvl8pPr>
            <a:lvl9pPr algn="l">
              <a:defRPr sz="1800" b="1">
                <a:solidFill>
                  <a:srgbClr val="237254"/>
                </a:solidFill>
                <a:latin typeface="Nimbus Mono PS"/>
                <a:ea typeface="Nimbus Mono PS"/>
                <a:cs typeface="Nimbus Mono PS"/>
              </a:defRPr>
            </a:lvl9pPr>
          </a:lstStyle>
          <a:p>
            <a:pPr algn="l">
              <a:defRPr sz="1800" b="1">
                <a:solidFill>
                  <a:srgbClr val="237254"/>
                </a:solidFill>
                <a:latin typeface="Nimbus Mono PS"/>
                <a:ea typeface="Nimbus Mono PS"/>
                <a:cs typeface="Nimbus Mono PS"/>
              </a:defRPr>
            </a:pPr>
            <a:r>
              <a:rPr sz="1500"/>
              <a:t>    nn.Linear(2, 4), nn.Sigmoid(),</a:t>
            </a:r>
          </a:p>
        </p:txBody>
      </p:sp>
      <p:sp>
        <p:nvSpPr>
          <p:cNvPr id="92" name="code-11">
            <a:extLst>
              <a:ext uri="{FF2B5EF4-FFF2-40B4-BE49-F238E27FC236}">
                <a16:creationId xmlns:a16="http://schemas.microsoft.com/office/drawing/2014/main" id="{ACEC9179-D062-4734-AD5E-AD11F9221208}"/>
              </a:ext>
            </a:extLst>
          </p:cNvPr>
          <p:cNvSpPr>
            <a:spLocks noGrp="1"/>
          </p:cNvSpPr>
          <p:nvPr/>
        </p:nvSpPr>
        <p:spPr>
          <a:xfrm>
            <a:off x="5937250" y="4024313"/>
            <a:ext cx="5953125" cy="254000"/>
          </a:xfrm>
          <a:prstGeom prst="rect">
            <a:avLst/>
          </a:prstGeom>
          <a:noFill/>
          <a:ln w="0">
            <a:noFill/>
            <a:prstDash val="solid"/>
          </a:ln>
        </p:spPr>
        <p:txBody>
          <a:bodyPr wrap="none" lIns="0" tIns="0" rIns="0" bIns="0" anchor="ctr"/>
          <a:lstStyle>
            <a:defPPr algn="l">
              <a:defRPr sz="1800" b="0">
                <a:solidFill>
                  <a:srgbClr val="25364A"/>
                </a:solidFill>
                <a:latin typeface="Nimbus Mono PS"/>
                <a:ea typeface="Nimbus Mono PS"/>
                <a:cs typeface="Nimbus Mono PS"/>
              </a:defRPr>
            </a:defPPr>
            <a:lvl1pPr algn="l">
              <a:defRPr sz="1800" b="0">
                <a:solidFill>
                  <a:srgbClr val="25364A"/>
                </a:solidFill>
                <a:latin typeface="Nimbus Mono PS"/>
                <a:ea typeface="Nimbus Mono PS"/>
                <a:cs typeface="Nimbus Mono PS"/>
              </a:defRPr>
            </a:lvl1pPr>
            <a:lvl2pPr algn="l">
              <a:defRPr sz="1800" b="0">
                <a:solidFill>
                  <a:srgbClr val="25364A"/>
                </a:solidFill>
                <a:latin typeface="Nimbus Mono PS"/>
                <a:ea typeface="Nimbus Mono PS"/>
                <a:cs typeface="Nimbus Mono PS"/>
              </a:defRPr>
            </a:lvl2pPr>
            <a:lvl3pPr algn="l">
              <a:defRPr sz="1800" b="0">
                <a:solidFill>
                  <a:srgbClr val="25364A"/>
                </a:solidFill>
                <a:latin typeface="Nimbus Mono PS"/>
                <a:ea typeface="Nimbus Mono PS"/>
                <a:cs typeface="Nimbus Mono PS"/>
              </a:defRPr>
            </a:lvl3pPr>
            <a:lvl4pPr algn="l">
              <a:defRPr sz="1800" b="0">
                <a:solidFill>
                  <a:srgbClr val="25364A"/>
                </a:solidFill>
                <a:latin typeface="Nimbus Mono PS"/>
                <a:ea typeface="Nimbus Mono PS"/>
                <a:cs typeface="Nimbus Mono PS"/>
              </a:defRPr>
            </a:lvl4pPr>
            <a:lvl5pPr algn="l">
              <a:defRPr sz="1800" b="0">
                <a:solidFill>
                  <a:srgbClr val="25364A"/>
                </a:solidFill>
                <a:latin typeface="Nimbus Mono PS"/>
                <a:ea typeface="Nimbus Mono PS"/>
                <a:cs typeface="Nimbus Mono PS"/>
              </a:defRPr>
            </a:lvl5pPr>
            <a:lvl6pPr algn="l">
              <a:defRPr sz="1800" b="0">
                <a:solidFill>
                  <a:srgbClr val="25364A"/>
                </a:solidFill>
                <a:latin typeface="Nimbus Mono PS"/>
                <a:ea typeface="Nimbus Mono PS"/>
                <a:cs typeface="Nimbus Mono PS"/>
              </a:defRPr>
            </a:lvl6pPr>
            <a:lvl7pPr algn="l">
              <a:defRPr sz="1800" b="0">
                <a:solidFill>
                  <a:srgbClr val="25364A"/>
                </a:solidFill>
                <a:latin typeface="Nimbus Mono PS"/>
                <a:ea typeface="Nimbus Mono PS"/>
                <a:cs typeface="Nimbus Mono PS"/>
              </a:defRPr>
            </a:lvl7pPr>
            <a:lvl8pPr algn="l">
              <a:defRPr sz="1800" b="0">
                <a:solidFill>
                  <a:srgbClr val="25364A"/>
                </a:solidFill>
                <a:latin typeface="Nimbus Mono PS"/>
                <a:ea typeface="Nimbus Mono PS"/>
                <a:cs typeface="Nimbus Mono PS"/>
              </a:defRPr>
            </a:lvl8pPr>
            <a:lvl9pPr algn="l">
              <a:defRPr sz="1800" b="0">
                <a:solidFill>
                  <a:srgbClr val="25364A"/>
                </a:solidFill>
                <a:latin typeface="Nimbus Mono PS"/>
                <a:ea typeface="Nimbus Mono PS"/>
                <a:cs typeface="Nimbus Mono PS"/>
              </a:defRPr>
            </a:lvl9pPr>
          </a:lstStyle>
          <a:p>
            <a:pPr algn="l">
              <a:defRPr sz="1800" b="0">
                <a:solidFill>
                  <a:srgbClr val="25364A"/>
                </a:solidFill>
                <a:latin typeface="Nimbus Mono PS"/>
                <a:ea typeface="Nimbus Mono PS"/>
                <a:cs typeface="Nimbus Mono PS"/>
              </a:defRPr>
            </a:pPr>
            <a:r>
              <a:rPr sz="1500"/>
              <a:t>    nn.Linear(4, 5)</a:t>
            </a:r>
          </a:p>
        </p:txBody>
      </p:sp>
      <p:sp>
        <p:nvSpPr>
          <p:cNvPr id="93" name="code-12">
            <a:extLst>
              <a:ext uri="{FF2B5EF4-FFF2-40B4-BE49-F238E27FC236}">
                <a16:creationId xmlns:a16="http://schemas.microsoft.com/office/drawing/2014/main" id="{9C4542ED-8115-48F7-A375-617CEC637F22}"/>
              </a:ext>
            </a:extLst>
          </p:cNvPr>
          <p:cNvSpPr>
            <a:spLocks noGrp="1"/>
          </p:cNvSpPr>
          <p:nvPr/>
        </p:nvSpPr>
        <p:spPr>
          <a:xfrm>
            <a:off x="5937250" y="4270375"/>
            <a:ext cx="5953125" cy="254000"/>
          </a:xfrm>
          <a:prstGeom prst="rect">
            <a:avLst/>
          </a:prstGeom>
          <a:noFill/>
          <a:ln w="0">
            <a:noFill/>
            <a:prstDash val="solid"/>
          </a:ln>
        </p:spPr>
        <p:txBody>
          <a:bodyPr wrap="none" lIns="0" tIns="0" rIns="0" bIns="0" anchor="ctr"/>
          <a:lstStyle>
            <a:defPPr algn="l">
              <a:defRPr sz="1800" b="0">
                <a:solidFill>
                  <a:srgbClr val="25364A"/>
                </a:solidFill>
                <a:latin typeface="Nimbus Mono PS"/>
                <a:ea typeface="Nimbus Mono PS"/>
                <a:cs typeface="Nimbus Mono PS"/>
              </a:defRPr>
            </a:defPPr>
            <a:lvl1pPr algn="l">
              <a:defRPr sz="1800" b="0">
                <a:solidFill>
                  <a:srgbClr val="25364A"/>
                </a:solidFill>
                <a:latin typeface="Nimbus Mono PS"/>
                <a:ea typeface="Nimbus Mono PS"/>
                <a:cs typeface="Nimbus Mono PS"/>
              </a:defRPr>
            </a:lvl1pPr>
            <a:lvl2pPr algn="l">
              <a:defRPr sz="1800" b="0">
                <a:solidFill>
                  <a:srgbClr val="25364A"/>
                </a:solidFill>
                <a:latin typeface="Nimbus Mono PS"/>
                <a:ea typeface="Nimbus Mono PS"/>
                <a:cs typeface="Nimbus Mono PS"/>
              </a:defRPr>
            </a:lvl2pPr>
            <a:lvl3pPr algn="l">
              <a:defRPr sz="1800" b="0">
                <a:solidFill>
                  <a:srgbClr val="25364A"/>
                </a:solidFill>
                <a:latin typeface="Nimbus Mono PS"/>
                <a:ea typeface="Nimbus Mono PS"/>
                <a:cs typeface="Nimbus Mono PS"/>
              </a:defRPr>
            </a:lvl3pPr>
            <a:lvl4pPr algn="l">
              <a:defRPr sz="1800" b="0">
                <a:solidFill>
                  <a:srgbClr val="25364A"/>
                </a:solidFill>
                <a:latin typeface="Nimbus Mono PS"/>
                <a:ea typeface="Nimbus Mono PS"/>
                <a:cs typeface="Nimbus Mono PS"/>
              </a:defRPr>
            </a:lvl4pPr>
            <a:lvl5pPr algn="l">
              <a:defRPr sz="1800" b="0">
                <a:solidFill>
                  <a:srgbClr val="25364A"/>
                </a:solidFill>
                <a:latin typeface="Nimbus Mono PS"/>
                <a:ea typeface="Nimbus Mono PS"/>
                <a:cs typeface="Nimbus Mono PS"/>
              </a:defRPr>
            </a:lvl5pPr>
            <a:lvl6pPr algn="l">
              <a:defRPr sz="1800" b="0">
                <a:solidFill>
                  <a:srgbClr val="25364A"/>
                </a:solidFill>
                <a:latin typeface="Nimbus Mono PS"/>
                <a:ea typeface="Nimbus Mono PS"/>
                <a:cs typeface="Nimbus Mono PS"/>
              </a:defRPr>
            </a:lvl6pPr>
            <a:lvl7pPr algn="l">
              <a:defRPr sz="1800" b="0">
                <a:solidFill>
                  <a:srgbClr val="25364A"/>
                </a:solidFill>
                <a:latin typeface="Nimbus Mono PS"/>
                <a:ea typeface="Nimbus Mono PS"/>
                <a:cs typeface="Nimbus Mono PS"/>
              </a:defRPr>
            </a:lvl7pPr>
            <a:lvl8pPr algn="l">
              <a:defRPr sz="1800" b="0">
                <a:solidFill>
                  <a:srgbClr val="25364A"/>
                </a:solidFill>
                <a:latin typeface="Nimbus Mono PS"/>
                <a:ea typeface="Nimbus Mono PS"/>
                <a:cs typeface="Nimbus Mono PS"/>
              </a:defRPr>
            </a:lvl8pPr>
            <a:lvl9pPr algn="l">
              <a:defRPr sz="1800" b="0">
                <a:solidFill>
                  <a:srgbClr val="25364A"/>
                </a:solidFill>
                <a:latin typeface="Nimbus Mono PS"/>
                <a:ea typeface="Nimbus Mono PS"/>
                <a:cs typeface="Nimbus Mono PS"/>
              </a:defRPr>
            </a:lvl9pPr>
          </a:lstStyle>
          <a:p>
            <a:pPr algn="l">
              <a:defRPr sz="1800" b="0">
                <a:solidFill>
                  <a:srgbClr val="25364A"/>
                </a:solidFill>
                <a:latin typeface="Nimbus Mono PS"/>
                <a:ea typeface="Nimbus Mono PS"/>
                <a:cs typeface="Nimbus Mono PS"/>
              </a:defRPr>
            </a:pPr>
            <a:r>
              <a:rPr sz="1500"/>
              <a:t>)</a:t>
            </a:r>
          </a:p>
        </p:txBody>
      </p:sp>
      <p:sp>
        <p:nvSpPr>
          <p:cNvPr id="94" name="code-14">
            <a:extLst>
              <a:ext uri="{FF2B5EF4-FFF2-40B4-BE49-F238E27FC236}">
                <a16:creationId xmlns:a16="http://schemas.microsoft.com/office/drawing/2014/main" id="{F4FB964A-B104-4593-9E0F-9EE8AE4192BC}"/>
              </a:ext>
            </a:extLst>
          </p:cNvPr>
          <p:cNvSpPr>
            <a:spLocks noGrp="1"/>
          </p:cNvSpPr>
          <p:nvPr/>
        </p:nvSpPr>
        <p:spPr>
          <a:xfrm>
            <a:off x="5937250" y="4762500"/>
            <a:ext cx="5953125" cy="254000"/>
          </a:xfrm>
          <a:prstGeom prst="rect">
            <a:avLst/>
          </a:prstGeom>
          <a:noFill/>
          <a:ln w="0">
            <a:noFill/>
            <a:prstDash val="solid"/>
          </a:ln>
        </p:spPr>
        <p:txBody>
          <a:bodyPr wrap="none" lIns="0" tIns="0" rIns="0" bIns="0" anchor="ctr"/>
          <a:lstStyle>
            <a:defPPr algn="l">
              <a:defRPr sz="1800" b="0">
                <a:solidFill>
                  <a:srgbClr val="25364A"/>
                </a:solidFill>
                <a:latin typeface="Nimbus Mono PS"/>
                <a:ea typeface="Nimbus Mono PS"/>
                <a:cs typeface="Nimbus Mono PS"/>
              </a:defRPr>
            </a:defPPr>
            <a:lvl1pPr algn="l">
              <a:defRPr sz="1800" b="0">
                <a:solidFill>
                  <a:srgbClr val="25364A"/>
                </a:solidFill>
                <a:latin typeface="Nimbus Mono PS"/>
                <a:ea typeface="Nimbus Mono PS"/>
                <a:cs typeface="Nimbus Mono PS"/>
              </a:defRPr>
            </a:lvl1pPr>
            <a:lvl2pPr algn="l">
              <a:defRPr sz="1800" b="0">
                <a:solidFill>
                  <a:srgbClr val="25364A"/>
                </a:solidFill>
                <a:latin typeface="Nimbus Mono PS"/>
                <a:ea typeface="Nimbus Mono PS"/>
                <a:cs typeface="Nimbus Mono PS"/>
              </a:defRPr>
            </a:lvl2pPr>
            <a:lvl3pPr algn="l">
              <a:defRPr sz="1800" b="0">
                <a:solidFill>
                  <a:srgbClr val="25364A"/>
                </a:solidFill>
                <a:latin typeface="Nimbus Mono PS"/>
                <a:ea typeface="Nimbus Mono PS"/>
                <a:cs typeface="Nimbus Mono PS"/>
              </a:defRPr>
            </a:lvl3pPr>
            <a:lvl4pPr algn="l">
              <a:defRPr sz="1800" b="0">
                <a:solidFill>
                  <a:srgbClr val="25364A"/>
                </a:solidFill>
                <a:latin typeface="Nimbus Mono PS"/>
                <a:ea typeface="Nimbus Mono PS"/>
                <a:cs typeface="Nimbus Mono PS"/>
              </a:defRPr>
            </a:lvl4pPr>
            <a:lvl5pPr algn="l">
              <a:defRPr sz="1800" b="0">
                <a:solidFill>
                  <a:srgbClr val="25364A"/>
                </a:solidFill>
                <a:latin typeface="Nimbus Mono PS"/>
                <a:ea typeface="Nimbus Mono PS"/>
                <a:cs typeface="Nimbus Mono PS"/>
              </a:defRPr>
            </a:lvl5pPr>
            <a:lvl6pPr algn="l">
              <a:defRPr sz="1800" b="0">
                <a:solidFill>
                  <a:srgbClr val="25364A"/>
                </a:solidFill>
                <a:latin typeface="Nimbus Mono PS"/>
                <a:ea typeface="Nimbus Mono PS"/>
                <a:cs typeface="Nimbus Mono PS"/>
              </a:defRPr>
            </a:lvl6pPr>
            <a:lvl7pPr algn="l">
              <a:defRPr sz="1800" b="0">
                <a:solidFill>
                  <a:srgbClr val="25364A"/>
                </a:solidFill>
                <a:latin typeface="Nimbus Mono PS"/>
                <a:ea typeface="Nimbus Mono PS"/>
                <a:cs typeface="Nimbus Mono PS"/>
              </a:defRPr>
            </a:lvl7pPr>
            <a:lvl8pPr algn="l">
              <a:defRPr sz="1800" b="0">
                <a:solidFill>
                  <a:srgbClr val="25364A"/>
                </a:solidFill>
                <a:latin typeface="Nimbus Mono PS"/>
                <a:ea typeface="Nimbus Mono PS"/>
                <a:cs typeface="Nimbus Mono PS"/>
              </a:defRPr>
            </a:lvl8pPr>
            <a:lvl9pPr algn="l">
              <a:defRPr sz="1800" b="0">
                <a:solidFill>
                  <a:srgbClr val="25364A"/>
                </a:solidFill>
                <a:latin typeface="Nimbus Mono PS"/>
                <a:ea typeface="Nimbus Mono PS"/>
                <a:cs typeface="Nimbus Mono PS"/>
              </a:defRPr>
            </a:lvl9pPr>
          </a:lstStyle>
          <a:p>
            <a:pPr algn="l">
              <a:defRPr sz="1800" b="0">
                <a:solidFill>
                  <a:srgbClr val="25364A"/>
                </a:solidFill>
                <a:latin typeface="Nimbus Mono PS"/>
                <a:ea typeface="Nimbus Mono PS"/>
                <a:cs typeface="Nimbus Mono PS"/>
              </a:defRPr>
            </a:pPr>
            <a:r>
              <a:rPr sz="1500"/>
              <a:t>sgd = torch.optim.SGD(net.parameters(), lr=0.1)</a:t>
            </a:r>
          </a:p>
        </p:txBody>
      </p:sp>
      <p:sp>
        <p:nvSpPr>
          <p:cNvPr id="95" name="code-15">
            <a:extLst>
              <a:ext uri="{FF2B5EF4-FFF2-40B4-BE49-F238E27FC236}">
                <a16:creationId xmlns:a16="http://schemas.microsoft.com/office/drawing/2014/main" id="{DAB11505-6303-4DC1-BD8A-B222DDC6343A}"/>
              </a:ext>
            </a:extLst>
          </p:cNvPr>
          <p:cNvSpPr>
            <a:spLocks noGrp="1"/>
          </p:cNvSpPr>
          <p:nvPr/>
        </p:nvSpPr>
        <p:spPr>
          <a:xfrm>
            <a:off x="5937250" y="5008563"/>
            <a:ext cx="5953125" cy="254000"/>
          </a:xfrm>
          <a:prstGeom prst="rect">
            <a:avLst/>
          </a:prstGeom>
          <a:noFill/>
          <a:ln w="0">
            <a:noFill/>
            <a:prstDash val="solid"/>
          </a:ln>
        </p:spPr>
        <p:txBody>
          <a:bodyPr wrap="none" lIns="0" tIns="0" rIns="0" bIns="0" anchor="ctr"/>
          <a:lstStyle>
            <a:defPPr algn="l">
              <a:defRPr sz="1800" b="0">
                <a:solidFill>
                  <a:srgbClr val="25364A"/>
                </a:solidFill>
                <a:latin typeface="Nimbus Mono PS"/>
                <a:ea typeface="Nimbus Mono PS"/>
                <a:cs typeface="Nimbus Mono PS"/>
              </a:defRPr>
            </a:defPPr>
            <a:lvl1pPr algn="l">
              <a:defRPr sz="1800" b="0">
                <a:solidFill>
                  <a:srgbClr val="25364A"/>
                </a:solidFill>
                <a:latin typeface="Nimbus Mono PS"/>
                <a:ea typeface="Nimbus Mono PS"/>
                <a:cs typeface="Nimbus Mono PS"/>
              </a:defRPr>
            </a:lvl1pPr>
            <a:lvl2pPr algn="l">
              <a:defRPr sz="1800" b="0">
                <a:solidFill>
                  <a:srgbClr val="25364A"/>
                </a:solidFill>
                <a:latin typeface="Nimbus Mono PS"/>
                <a:ea typeface="Nimbus Mono PS"/>
                <a:cs typeface="Nimbus Mono PS"/>
              </a:defRPr>
            </a:lvl2pPr>
            <a:lvl3pPr algn="l">
              <a:defRPr sz="1800" b="0">
                <a:solidFill>
                  <a:srgbClr val="25364A"/>
                </a:solidFill>
                <a:latin typeface="Nimbus Mono PS"/>
                <a:ea typeface="Nimbus Mono PS"/>
                <a:cs typeface="Nimbus Mono PS"/>
              </a:defRPr>
            </a:lvl3pPr>
            <a:lvl4pPr algn="l">
              <a:defRPr sz="1800" b="0">
                <a:solidFill>
                  <a:srgbClr val="25364A"/>
                </a:solidFill>
                <a:latin typeface="Nimbus Mono PS"/>
                <a:ea typeface="Nimbus Mono PS"/>
                <a:cs typeface="Nimbus Mono PS"/>
              </a:defRPr>
            </a:lvl4pPr>
            <a:lvl5pPr algn="l">
              <a:defRPr sz="1800" b="0">
                <a:solidFill>
                  <a:srgbClr val="25364A"/>
                </a:solidFill>
                <a:latin typeface="Nimbus Mono PS"/>
                <a:ea typeface="Nimbus Mono PS"/>
                <a:cs typeface="Nimbus Mono PS"/>
              </a:defRPr>
            </a:lvl5pPr>
            <a:lvl6pPr algn="l">
              <a:defRPr sz="1800" b="0">
                <a:solidFill>
                  <a:srgbClr val="25364A"/>
                </a:solidFill>
                <a:latin typeface="Nimbus Mono PS"/>
                <a:ea typeface="Nimbus Mono PS"/>
                <a:cs typeface="Nimbus Mono PS"/>
              </a:defRPr>
            </a:lvl6pPr>
            <a:lvl7pPr algn="l">
              <a:defRPr sz="1800" b="0">
                <a:solidFill>
                  <a:srgbClr val="25364A"/>
                </a:solidFill>
                <a:latin typeface="Nimbus Mono PS"/>
                <a:ea typeface="Nimbus Mono PS"/>
                <a:cs typeface="Nimbus Mono PS"/>
              </a:defRPr>
            </a:lvl7pPr>
            <a:lvl8pPr algn="l">
              <a:defRPr sz="1800" b="0">
                <a:solidFill>
                  <a:srgbClr val="25364A"/>
                </a:solidFill>
                <a:latin typeface="Nimbus Mono PS"/>
                <a:ea typeface="Nimbus Mono PS"/>
                <a:cs typeface="Nimbus Mono PS"/>
              </a:defRPr>
            </a:lvl8pPr>
            <a:lvl9pPr algn="l">
              <a:defRPr sz="1800" b="0">
                <a:solidFill>
                  <a:srgbClr val="25364A"/>
                </a:solidFill>
                <a:latin typeface="Nimbus Mono PS"/>
                <a:ea typeface="Nimbus Mono PS"/>
                <a:cs typeface="Nimbus Mono PS"/>
              </a:defRPr>
            </a:lvl9pPr>
          </a:lstStyle>
          <a:p>
            <a:pPr algn="l">
              <a:defRPr sz="1800" b="0">
                <a:solidFill>
                  <a:srgbClr val="25364A"/>
                </a:solidFill>
                <a:latin typeface="Nimbus Mono PS"/>
                <a:ea typeface="Nimbus Mono PS"/>
                <a:cs typeface="Nimbus Mono PS"/>
              </a:defRPr>
            </a:pPr>
            <a:r>
              <a:rPr sz="1500"/>
              <a:t>sgd.zero_grad()</a:t>
            </a:r>
          </a:p>
        </p:txBody>
      </p:sp>
      <p:sp>
        <p:nvSpPr>
          <p:cNvPr id="96" name="code-16">
            <a:extLst>
              <a:ext uri="{FF2B5EF4-FFF2-40B4-BE49-F238E27FC236}">
                <a16:creationId xmlns:a16="http://schemas.microsoft.com/office/drawing/2014/main" id="{010BF054-0965-4DA6-AB24-3F0FF8AC03B9}"/>
              </a:ext>
            </a:extLst>
          </p:cNvPr>
          <p:cNvSpPr>
            <a:spLocks noGrp="1"/>
          </p:cNvSpPr>
          <p:nvPr/>
        </p:nvSpPr>
        <p:spPr>
          <a:xfrm>
            <a:off x="5937250" y="5254625"/>
            <a:ext cx="5953125" cy="254000"/>
          </a:xfrm>
          <a:prstGeom prst="rect">
            <a:avLst/>
          </a:prstGeom>
          <a:noFill/>
          <a:ln w="0">
            <a:noFill/>
            <a:prstDash val="solid"/>
          </a:ln>
        </p:spPr>
        <p:txBody>
          <a:bodyPr wrap="none" lIns="0" tIns="0" rIns="0" bIns="0" anchor="ctr"/>
          <a:lstStyle>
            <a:defPPr algn="l">
              <a:defRPr sz="1800" b="0">
                <a:solidFill>
                  <a:srgbClr val="25364A"/>
                </a:solidFill>
                <a:latin typeface="Nimbus Mono PS"/>
                <a:ea typeface="Nimbus Mono PS"/>
                <a:cs typeface="Nimbus Mono PS"/>
              </a:defRPr>
            </a:defPPr>
            <a:lvl1pPr algn="l">
              <a:defRPr sz="1800" b="0">
                <a:solidFill>
                  <a:srgbClr val="25364A"/>
                </a:solidFill>
                <a:latin typeface="Nimbus Mono PS"/>
                <a:ea typeface="Nimbus Mono PS"/>
                <a:cs typeface="Nimbus Mono PS"/>
              </a:defRPr>
            </a:lvl1pPr>
            <a:lvl2pPr algn="l">
              <a:defRPr sz="1800" b="0">
                <a:solidFill>
                  <a:srgbClr val="25364A"/>
                </a:solidFill>
                <a:latin typeface="Nimbus Mono PS"/>
                <a:ea typeface="Nimbus Mono PS"/>
                <a:cs typeface="Nimbus Mono PS"/>
              </a:defRPr>
            </a:lvl2pPr>
            <a:lvl3pPr algn="l">
              <a:defRPr sz="1800" b="0">
                <a:solidFill>
                  <a:srgbClr val="25364A"/>
                </a:solidFill>
                <a:latin typeface="Nimbus Mono PS"/>
                <a:ea typeface="Nimbus Mono PS"/>
                <a:cs typeface="Nimbus Mono PS"/>
              </a:defRPr>
            </a:lvl3pPr>
            <a:lvl4pPr algn="l">
              <a:defRPr sz="1800" b="0">
                <a:solidFill>
                  <a:srgbClr val="25364A"/>
                </a:solidFill>
                <a:latin typeface="Nimbus Mono PS"/>
                <a:ea typeface="Nimbus Mono PS"/>
                <a:cs typeface="Nimbus Mono PS"/>
              </a:defRPr>
            </a:lvl4pPr>
            <a:lvl5pPr algn="l">
              <a:defRPr sz="1800" b="0">
                <a:solidFill>
                  <a:srgbClr val="25364A"/>
                </a:solidFill>
                <a:latin typeface="Nimbus Mono PS"/>
                <a:ea typeface="Nimbus Mono PS"/>
                <a:cs typeface="Nimbus Mono PS"/>
              </a:defRPr>
            </a:lvl5pPr>
            <a:lvl6pPr algn="l">
              <a:defRPr sz="1800" b="0">
                <a:solidFill>
                  <a:srgbClr val="25364A"/>
                </a:solidFill>
                <a:latin typeface="Nimbus Mono PS"/>
                <a:ea typeface="Nimbus Mono PS"/>
                <a:cs typeface="Nimbus Mono PS"/>
              </a:defRPr>
            </a:lvl6pPr>
            <a:lvl7pPr algn="l">
              <a:defRPr sz="1800" b="0">
                <a:solidFill>
                  <a:srgbClr val="25364A"/>
                </a:solidFill>
                <a:latin typeface="Nimbus Mono PS"/>
                <a:ea typeface="Nimbus Mono PS"/>
                <a:cs typeface="Nimbus Mono PS"/>
              </a:defRPr>
            </a:lvl7pPr>
            <a:lvl8pPr algn="l">
              <a:defRPr sz="1800" b="0">
                <a:solidFill>
                  <a:srgbClr val="25364A"/>
                </a:solidFill>
                <a:latin typeface="Nimbus Mono PS"/>
                <a:ea typeface="Nimbus Mono PS"/>
                <a:cs typeface="Nimbus Mono PS"/>
              </a:defRPr>
            </a:lvl8pPr>
            <a:lvl9pPr algn="l">
              <a:defRPr sz="1800" b="0">
                <a:solidFill>
                  <a:srgbClr val="25364A"/>
                </a:solidFill>
                <a:latin typeface="Nimbus Mono PS"/>
                <a:ea typeface="Nimbus Mono PS"/>
                <a:cs typeface="Nimbus Mono PS"/>
              </a:defRPr>
            </a:lvl9pPr>
          </a:lstStyle>
          <a:p>
            <a:pPr algn="l">
              <a:defRPr sz="1800" b="0">
                <a:solidFill>
                  <a:srgbClr val="25364A"/>
                </a:solidFill>
                <a:latin typeface="Nimbus Mono PS"/>
                <a:ea typeface="Nimbus Mono PS"/>
                <a:cs typeface="Nimbus Mono PS"/>
              </a:defRPr>
            </a:pPr>
            <a:r>
              <a:rPr sz="1500"/>
              <a:t>loss = nn.CrossEntropyLoss()(net(X), Y)</a:t>
            </a:r>
          </a:p>
        </p:txBody>
      </p:sp>
      <p:sp>
        <p:nvSpPr>
          <p:cNvPr id="97" name="code-17">
            <a:extLst>
              <a:ext uri="{FF2B5EF4-FFF2-40B4-BE49-F238E27FC236}">
                <a16:creationId xmlns:a16="http://schemas.microsoft.com/office/drawing/2014/main" id="{C068FD4D-2447-4BBA-B37E-D5E7157CF088}"/>
              </a:ext>
            </a:extLst>
          </p:cNvPr>
          <p:cNvSpPr>
            <a:spLocks noGrp="1"/>
          </p:cNvSpPr>
          <p:nvPr/>
        </p:nvSpPr>
        <p:spPr>
          <a:xfrm>
            <a:off x="5937250" y="5500688"/>
            <a:ext cx="5953125" cy="254000"/>
          </a:xfrm>
          <a:prstGeom prst="rect">
            <a:avLst/>
          </a:prstGeom>
          <a:noFill/>
          <a:ln w="0">
            <a:noFill/>
            <a:prstDash val="solid"/>
          </a:ln>
        </p:spPr>
        <p:txBody>
          <a:bodyPr wrap="none" lIns="0" tIns="0" rIns="0" bIns="0" anchor="ctr"/>
          <a:lstStyle>
            <a:defPPr algn="l">
              <a:defRPr sz="1800" b="0">
                <a:solidFill>
                  <a:srgbClr val="25364A"/>
                </a:solidFill>
                <a:latin typeface="Nimbus Mono PS"/>
                <a:ea typeface="Nimbus Mono PS"/>
                <a:cs typeface="Nimbus Mono PS"/>
              </a:defRPr>
            </a:defPPr>
            <a:lvl1pPr algn="l">
              <a:defRPr sz="1800" b="0">
                <a:solidFill>
                  <a:srgbClr val="25364A"/>
                </a:solidFill>
                <a:latin typeface="Nimbus Mono PS"/>
                <a:ea typeface="Nimbus Mono PS"/>
                <a:cs typeface="Nimbus Mono PS"/>
              </a:defRPr>
            </a:lvl1pPr>
            <a:lvl2pPr algn="l">
              <a:defRPr sz="1800" b="0">
                <a:solidFill>
                  <a:srgbClr val="25364A"/>
                </a:solidFill>
                <a:latin typeface="Nimbus Mono PS"/>
                <a:ea typeface="Nimbus Mono PS"/>
                <a:cs typeface="Nimbus Mono PS"/>
              </a:defRPr>
            </a:lvl2pPr>
            <a:lvl3pPr algn="l">
              <a:defRPr sz="1800" b="0">
                <a:solidFill>
                  <a:srgbClr val="25364A"/>
                </a:solidFill>
                <a:latin typeface="Nimbus Mono PS"/>
                <a:ea typeface="Nimbus Mono PS"/>
                <a:cs typeface="Nimbus Mono PS"/>
              </a:defRPr>
            </a:lvl3pPr>
            <a:lvl4pPr algn="l">
              <a:defRPr sz="1800" b="0">
                <a:solidFill>
                  <a:srgbClr val="25364A"/>
                </a:solidFill>
                <a:latin typeface="Nimbus Mono PS"/>
                <a:ea typeface="Nimbus Mono PS"/>
                <a:cs typeface="Nimbus Mono PS"/>
              </a:defRPr>
            </a:lvl4pPr>
            <a:lvl5pPr algn="l">
              <a:defRPr sz="1800" b="0">
                <a:solidFill>
                  <a:srgbClr val="25364A"/>
                </a:solidFill>
                <a:latin typeface="Nimbus Mono PS"/>
                <a:ea typeface="Nimbus Mono PS"/>
                <a:cs typeface="Nimbus Mono PS"/>
              </a:defRPr>
            </a:lvl5pPr>
            <a:lvl6pPr algn="l">
              <a:defRPr sz="1800" b="0">
                <a:solidFill>
                  <a:srgbClr val="25364A"/>
                </a:solidFill>
                <a:latin typeface="Nimbus Mono PS"/>
                <a:ea typeface="Nimbus Mono PS"/>
                <a:cs typeface="Nimbus Mono PS"/>
              </a:defRPr>
            </a:lvl6pPr>
            <a:lvl7pPr algn="l">
              <a:defRPr sz="1800" b="0">
                <a:solidFill>
                  <a:srgbClr val="25364A"/>
                </a:solidFill>
                <a:latin typeface="Nimbus Mono PS"/>
                <a:ea typeface="Nimbus Mono PS"/>
                <a:cs typeface="Nimbus Mono PS"/>
              </a:defRPr>
            </a:lvl7pPr>
            <a:lvl8pPr algn="l">
              <a:defRPr sz="1800" b="0">
                <a:solidFill>
                  <a:srgbClr val="25364A"/>
                </a:solidFill>
                <a:latin typeface="Nimbus Mono PS"/>
                <a:ea typeface="Nimbus Mono PS"/>
                <a:cs typeface="Nimbus Mono PS"/>
              </a:defRPr>
            </a:lvl8pPr>
            <a:lvl9pPr algn="l">
              <a:defRPr sz="1800" b="0">
                <a:solidFill>
                  <a:srgbClr val="25364A"/>
                </a:solidFill>
                <a:latin typeface="Nimbus Mono PS"/>
                <a:ea typeface="Nimbus Mono PS"/>
                <a:cs typeface="Nimbus Mono PS"/>
              </a:defRPr>
            </a:lvl9pPr>
          </a:lstStyle>
          <a:p>
            <a:pPr algn="l">
              <a:defRPr sz="1800" b="0">
                <a:solidFill>
                  <a:srgbClr val="25364A"/>
                </a:solidFill>
                <a:latin typeface="Nimbus Mono PS"/>
                <a:ea typeface="Nimbus Mono PS"/>
                <a:cs typeface="Nimbus Mono PS"/>
              </a:defRPr>
            </a:pPr>
            <a:r>
              <a:rPr sz="1500"/>
              <a:t>loss.backward()</a:t>
            </a:r>
          </a:p>
        </p:txBody>
      </p:sp>
      <p:sp>
        <p:nvSpPr>
          <p:cNvPr id="98" name="code-18">
            <a:extLst>
              <a:ext uri="{FF2B5EF4-FFF2-40B4-BE49-F238E27FC236}">
                <a16:creationId xmlns:a16="http://schemas.microsoft.com/office/drawing/2014/main" id="{38BCD397-4A7F-48E2-AFFE-F19F346E31F2}"/>
              </a:ext>
            </a:extLst>
          </p:cNvPr>
          <p:cNvSpPr>
            <a:spLocks noGrp="1"/>
          </p:cNvSpPr>
          <p:nvPr/>
        </p:nvSpPr>
        <p:spPr>
          <a:xfrm>
            <a:off x="5937250" y="5746750"/>
            <a:ext cx="5953125" cy="254000"/>
          </a:xfrm>
          <a:prstGeom prst="rect">
            <a:avLst/>
          </a:prstGeom>
          <a:noFill/>
          <a:ln w="0">
            <a:noFill/>
            <a:prstDash val="solid"/>
          </a:ln>
        </p:spPr>
        <p:txBody>
          <a:bodyPr wrap="none" lIns="0" tIns="0" rIns="0" bIns="0" anchor="ctr"/>
          <a:lstStyle>
            <a:defPPr algn="l">
              <a:defRPr sz="1800" b="0">
                <a:solidFill>
                  <a:srgbClr val="25364A"/>
                </a:solidFill>
                <a:latin typeface="Nimbus Mono PS"/>
                <a:ea typeface="Nimbus Mono PS"/>
                <a:cs typeface="Nimbus Mono PS"/>
              </a:defRPr>
            </a:defPPr>
            <a:lvl1pPr algn="l">
              <a:defRPr sz="1800" b="0">
                <a:solidFill>
                  <a:srgbClr val="25364A"/>
                </a:solidFill>
                <a:latin typeface="Nimbus Mono PS"/>
                <a:ea typeface="Nimbus Mono PS"/>
                <a:cs typeface="Nimbus Mono PS"/>
              </a:defRPr>
            </a:lvl1pPr>
            <a:lvl2pPr algn="l">
              <a:defRPr sz="1800" b="0">
                <a:solidFill>
                  <a:srgbClr val="25364A"/>
                </a:solidFill>
                <a:latin typeface="Nimbus Mono PS"/>
                <a:ea typeface="Nimbus Mono PS"/>
                <a:cs typeface="Nimbus Mono PS"/>
              </a:defRPr>
            </a:lvl2pPr>
            <a:lvl3pPr algn="l">
              <a:defRPr sz="1800" b="0">
                <a:solidFill>
                  <a:srgbClr val="25364A"/>
                </a:solidFill>
                <a:latin typeface="Nimbus Mono PS"/>
                <a:ea typeface="Nimbus Mono PS"/>
                <a:cs typeface="Nimbus Mono PS"/>
              </a:defRPr>
            </a:lvl3pPr>
            <a:lvl4pPr algn="l">
              <a:defRPr sz="1800" b="0">
                <a:solidFill>
                  <a:srgbClr val="25364A"/>
                </a:solidFill>
                <a:latin typeface="Nimbus Mono PS"/>
                <a:ea typeface="Nimbus Mono PS"/>
                <a:cs typeface="Nimbus Mono PS"/>
              </a:defRPr>
            </a:lvl4pPr>
            <a:lvl5pPr algn="l">
              <a:defRPr sz="1800" b="0">
                <a:solidFill>
                  <a:srgbClr val="25364A"/>
                </a:solidFill>
                <a:latin typeface="Nimbus Mono PS"/>
                <a:ea typeface="Nimbus Mono PS"/>
                <a:cs typeface="Nimbus Mono PS"/>
              </a:defRPr>
            </a:lvl5pPr>
            <a:lvl6pPr algn="l">
              <a:defRPr sz="1800" b="0">
                <a:solidFill>
                  <a:srgbClr val="25364A"/>
                </a:solidFill>
                <a:latin typeface="Nimbus Mono PS"/>
                <a:ea typeface="Nimbus Mono PS"/>
                <a:cs typeface="Nimbus Mono PS"/>
              </a:defRPr>
            </a:lvl6pPr>
            <a:lvl7pPr algn="l">
              <a:defRPr sz="1800" b="0">
                <a:solidFill>
                  <a:srgbClr val="25364A"/>
                </a:solidFill>
                <a:latin typeface="Nimbus Mono PS"/>
                <a:ea typeface="Nimbus Mono PS"/>
                <a:cs typeface="Nimbus Mono PS"/>
              </a:defRPr>
            </a:lvl7pPr>
            <a:lvl8pPr algn="l">
              <a:defRPr sz="1800" b="0">
                <a:solidFill>
                  <a:srgbClr val="25364A"/>
                </a:solidFill>
                <a:latin typeface="Nimbus Mono PS"/>
                <a:ea typeface="Nimbus Mono PS"/>
                <a:cs typeface="Nimbus Mono PS"/>
              </a:defRPr>
            </a:lvl8pPr>
            <a:lvl9pPr algn="l">
              <a:defRPr sz="1800" b="0">
                <a:solidFill>
                  <a:srgbClr val="25364A"/>
                </a:solidFill>
                <a:latin typeface="Nimbus Mono PS"/>
                <a:ea typeface="Nimbus Mono PS"/>
                <a:cs typeface="Nimbus Mono PS"/>
              </a:defRPr>
            </a:lvl9pPr>
          </a:lstStyle>
          <a:p>
            <a:pPr algn="l">
              <a:defRPr sz="1800" b="0">
                <a:solidFill>
                  <a:srgbClr val="25364A"/>
                </a:solidFill>
                <a:latin typeface="Nimbus Mono PS"/>
                <a:ea typeface="Nimbus Mono PS"/>
                <a:cs typeface="Nimbus Mono PS"/>
              </a:defRPr>
            </a:pPr>
            <a:r>
              <a:rPr sz="1500"/>
              <a:t>sgd.step()</a:t>
            </a:r>
          </a:p>
        </p:txBody>
      </p:sp>
      <p:sp>
        <p:nvSpPr>
          <p:cNvPr id="99" name="code-note">
            <a:extLst>
              <a:ext uri="{FF2B5EF4-FFF2-40B4-BE49-F238E27FC236}">
                <a16:creationId xmlns:a16="http://schemas.microsoft.com/office/drawing/2014/main" id="{86C2AACD-64CE-4C30-A1D1-B12FFA46FE78}"/>
              </a:ext>
            </a:extLst>
          </p:cNvPr>
          <p:cNvSpPr>
            <a:spLocks noGrp="1"/>
          </p:cNvSpPr>
          <p:nvPr/>
        </p:nvSpPr>
        <p:spPr>
          <a:xfrm>
            <a:off x="5937250" y="6238875"/>
            <a:ext cx="5953125" cy="333375"/>
          </a:xfrm>
          <a:prstGeom prst="rect">
            <a:avLst/>
          </a:prstGeom>
          <a:noFill/>
          <a:ln w="0">
            <a:noFill/>
            <a:prstDash val="solid"/>
          </a:ln>
        </p:spPr>
        <p:txBody>
          <a:bodyPr wrap="none" lIns="0" tIns="0" rIns="0" bIns="0" anchor="ctr"/>
          <a:lstStyle>
            <a:defPPr algn="ctr">
              <a:defRPr sz="1950" b="0">
                <a:solidFill>
                  <a:srgbClr val="37624D"/>
                </a:solidFill>
                <a:latin typeface="Nimbus Sans"/>
                <a:ea typeface="Nimbus Sans"/>
                <a:cs typeface="Nimbus Sans"/>
              </a:defRPr>
            </a:defPPr>
            <a:lvl1pPr algn="ctr">
              <a:defRPr sz="1950" b="0">
                <a:solidFill>
                  <a:srgbClr val="37624D"/>
                </a:solidFill>
                <a:latin typeface="Nimbus Sans"/>
                <a:ea typeface="Nimbus Sans"/>
                <a:cs typeface="Nimbus Sans"/>
              </a:defRPr>
            </a:lvl1pPr>
            <a:lvl2pPr algn="ctr">
              <a:defRPr sz="1950" b="0">
                <a:solidFill>
                  <a:srgbClr val="37624D"/>
                </a:solidFill>
                <a:latin typeface="Nimbus Sans"/>
                <a:ea typeface="Nimbus Sans"/>
                <a:cs typeface="Nimbus Sans"/>
              </a:defRPr>
            </a:lvl2pPr>
            <a:lvl3pPr algn="ctr">
              <a:defRPr sz="1950" b="0">
                <a:solidFill>
                  <a:srgbClr val="37624D"/>
                </a:solidFill>
                <a:latin typeface="Nimbus Sans"/>
                <a:ea typeface="Nimbus Sans"/>
                <a:cs typeface="Nimbus Sans"/>
              </a:defRPr>
            </a:lvl3pPr>
            <a:lvl4pPr algn="ctr">
              <a:defRPr sz="1950" b="0">
                <a:solidFill>
                  <a:srgbClr val="37624D"/>
                </a:solidFill>
                <a:latin typeface="Nimbus Sans"/>
                <a:ea typeface="Nimbus Sans"/>
                <a:cs typeface="Nimbus Sans"/>
              </a:defRPr>
            </a:lvl4pPr>
            <a:lvl5pPr algn="ctr">
              <a:defRPr sz="1950" b="0">
                <a:solidFill>
                  <a:srgbClr val="37624D"/>
                </a:solidFill>
                <a:latin typeface="Nimbus Sans"/>
                <a:ea typeface="Nimbus Sans"/>
                <a:cs typeface="Nimbus Sans"/>
              </a:defRPr>
            </a:lvl5pPr>
            <a:lvl6pPr algn="ctr">
              <a:defRPr sz="1950" b="0">
                <a:solidFill>
                  <a:srgbClr val="37624D"/>
                </a:solidFill>
                <a:latin typeface="Nimbus Sans"/>
                <a:ea typeface="Nimbus Sans"/>
                <a:cs typeface="Nimbus Sans"/>
              </a:defRPr>
            </a:lvl6pPr>
            <a:lvl7pPr algn="ctr">
              <a:defRPr sz="1950" b="0">
                <a:solidFill>
                  <a:srgbClr val="37624D"/>
                </a:solidFill>
                <a:latin typeface="Nimbus Sans"/>
                <a:ea typeface="Nimbus Sans"/>
                <a:cs typeface="Nimbus Sans"/>
              </a:defRPr>
            </a:lvl7pPr>
            <a:lvl8pPr algn="ctr">
              <a:defRPr sz="1950" b="0">
                <a:solidFill>
                  <a:srgbClr val="37624D"/>
                </a:solidFill>
                <a:latin typeface="Nimbus Sans"/>
                <a:ea typeface="Nimbus Sans"/>
                <a:cs typeface="Nimbus Sans"/>
              </a:defRPr>
            </a:lvl8pPr>
            <a:lvl9pPr algn="ctr">
              <a:defRPr sz="1950" b="0">
                <a:solidFill>
                  <a:srgbClr val="37624D"/>
                </a:solidFill>
                <a:latin typeface="Nimbus Sans"/>
                <a:ea typeface="Nimbus Sans"/>
                <a:cs typeface="Nimbus Sans"/>
              </a:defRPr>
            </a:lvl9pPr>
          </a:lstStyle>
          <a:p>
            <a:pPr algn="ctr">
              <a:defRPr sz="1950" b="0">
                <a:solidFill>
                  <a:srgbClr val="37624D"/>
                </a:solidFill>
                <a:latin typeface="Nimbus Sans"/>
                <a:ea typeface="Nimbus Sans"/>
                <a:cs typeface="Nimbus Sans"/>
              </a:defRPr>
            </a:pPr>
            <a:r>
              <a:rPr sz="1625"/>
              <a:t>Sigmoid after each hidden layer</a:t>
            </a:r>
          </a:p>
        </p:txBody>
      </p:sp>
    </p:spTree>
    <p:extLst>
      <p:ext uri="{BB962C8B-B14F-4D97-AF65-F5344CB8AC3E}">
        <p14:creationId xmlns:p14="http://schemas.microsoft.com/office/powerpoint/2010/main" val="20862153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172</TotalTime>
  <Words>2970</Words>
  <Application>Microsoft Macintosh PowerPoint</Application>
  <PresentationFormat>Widescreen</PresentationFormat>
  <Paragraphs>613</Paragraphs>
  <Slides>13</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Arial</vt:lpstr>
      <vt:lpstr>Nimbus Sans</vt:lpstr>
      <vt:lpstr>Wingdings</vt:lpstr>
      <vt:lpstr>Office Theme</vt:lpstr>
      <vt:lpstr>Ling 285 Human Language and Technology Lecture 15  Neural Networks </vt:lpstr>
      <vt:lpstr>PowerPoint Presentation</vt:lpstr>
      <vt:lpstr>PowerPoint Presentation</vt:lpstr>
      <vt:lpstr>PowerPoint Presentation</vt:lpstr>
      <vt:lpstr>PowerPoint Presentation</vt:lpstr>
      <vt:lpstr>PowerPoint Presentation</vt:lpstr>
      <vt:lpstr>PowerPoint Presentation</vt:lpstr>
      <vt:lpstr>Why do we backpropagate?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Khalil Iskarous</dc:creator>
  <cp:lastModifiedBy>Khalil Iskarous</cp:lastModifiedBy>
  <cp:revision>11</cp:revision>
  <dcterms:created xsi:type="dcterms:W3CDTF">2026-10-27T13:10:41Z</dcterms:created>
  <dcterms:modified xsi:type="dcterms:W3CDTF">2026-10-27T16:21:07Z</dcterms:modified>
</cp:coreProperties>
</file>